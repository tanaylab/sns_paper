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70000" y="2023189"/>
              <a:ext cx="6603999" cy="1430742"/>
            </a:xfrm>
            <a:custGeom>
              <a:avLst/>
              <a:pathLst>
                <a:path w="6603999" h="1430742">
                  <a:moveTo>
                    <a:pt x="0" y="1430742"/>
                  </a:moveTo>
                  <a:lnTo>
                    <a:pt x="660" y="1430742"/>
                  </a:lnTo>
                  <a:lnTo>
                    <a:pt x="1321" y="1430742"/>
                  </a:lnTo>
                  <a:lnTo>
                    <a:pt x="1981" y="1430742"/>
                  </a:lnTo>
                  <a:lnTo>
                    <a:pt x="2642" y="1430742"/>
                  </a:lnTo>
                  <a:lnTo>
                    <a:pt x="3302" y="1430742"/>
                  </a:lnTo>
                  <a:lnTo>
                    <a:pt x="3963" y="1430742"/>
                  </a:lnTo>
                  <a:lnTo>
                    <a:pt x="4623" y="1430742"/>
                  </a:lnTo>
                  <a:lnTo>
                    <a:pt x="5284" y="1430742"/>
                  </a:lnTo>
                  <a:lnTo>
                    <a:pt x="5944" y="1430742"/>
                  </a:lnTo>
                  <a:lnTo>
                    <a:pt x="6605" y="1430742"/>
                  </a:lnTo>
                  <a:lnTo>
                    <a:pt x="7265" y="1430742"/>
                  </a:lnTo>
                  <a:lnTo>
                    <a:pt x="7926" y="1430742"/>
                  </a:lnTo>
                  <a:lnTo>
                    <a:pt x="8586" y="1430742"/>
                  </a:lnTo>
                  <a:lnTo>
                    <a:pt x="9247" y="1430742"/>
                  </a:lnTo>
                  <a:lnTo>
                    <a:pt x="9907" y="1430742"/>
                  </a:lnTo>
                  <a:lnTo>
                    <a:pt x="10568" y="1430742"/>
                  </a:lnTo>
                  <a:lnTo>
                    <a:pt x="11229" y="1430742"/>
                  </a:lnTo>
                  <a:lnTo>
                    <a:pt x="11889" y="1430742"/>
                  </a:lnTo>
                  <a:lnTo>
                    <a:pt x="12550" y="1430742"/>
                  </a:lnTo>
                  <a:lnTo>
                    <a:pt x="13210" y="1430742"/>
                  </a:lnTo>
                  <a:lnTo>
                    <a:pt x="13871" y="1430742"/>
                  </a:lnTo>
                  <a:lnTo>
                    <a:pt x="14531" y="1430742"/>
                  </a:lnTo>
                  <a:lnTo>
                    <a:pt x="15192" y="1430742"/>
                  </a:lnTo>
                  <a:lnTo>
                    <a:pt x="15852" y="1430742"/>
                  </a:lnTo>
                  <a:lnTo>
                    <a:pt x="16513" y="1430742"/>
                  </a:lnTo>
                  <a:lnTo>
                    <a:pt x="17173" y="1430742"/>
                  </a:lnTo>
                  <a:lnTo>
                    <a:pt x="17834" y="1430742"/>
                  </a:lnTo>
                  <a:lnTo>
                    <a:pt x="18494" y="1430742"/>
                  </a:lnTo>
                  <a:lnTo>
                    <a:pt x="19155" y="1430742"/>
                  </a:lnTo>
                  <a:lnTo>
                    <a:pt x="19815" y="1430742"/>
                  </a:lnTo>
                  <a:lnTo>
                    <a:pt x="20476" y="1430742"/>
                  </a:lnTo>
                  <a:lnTo>
                    <a:pt x="21137" y="1430742"/>
                  </a:lnTo>
                  <a:lnTo>
                    <a:pt x="21797" y="1430742"/>
                  </a:lnTo>
                  <a:lnTo>
                    <a:pt x="22458" y="1430742"/>
                  </a:lnTo>
                  <a:lnTo>
                    <a:pt x="23118" y="1430742"/>
                  </a:lnTo>
                  <a:lnTo>
                    <a:pt x="23779" y="1430742"/>
                  </a:lnTo>
                  <a:lnTo>
                    <a:pt x="24439" y="1430742"/>
                  </a:lnTo>
                  <a:lnTo>
                    <a:pt x="25100" y="1430742"/>
                  </a:lnTo>
                  <a:lnTo>
                    <a:pt x="25760" y="1430742"/>
                  </a:lnTo>
                  <a:lnTo>
                    <a:pt x="26421" y="1430742"/>
                  </a:lnTo>
                  <a:lnTo>
                    <a:pt x="27081" y="1430742"/>
                  </a:lnTo>
                  <a:lnTo>
                    <a:pt x="27742" y="1430742"/>
                  </a:lnTo>
                  <a:lnTo>
                    <a:pt x="28402" y="1430742"/>
                  </a:lnTo>
                  <a:lnTo>
                    <a:pt x="29063" y="1430742"/>
                  </a:lnTo>
                  <a:lnTo>
                    <a:pt x="29723" y="1430742"/>
                  </a:lnTo>
                  <a:lnTo>
                    <a:pt x="30384" y="1430742"/>
                  </a:lnTo>
                  <a:lnTo>
                    <a:pt x="31045" y="1430742"/>
                  </a:lnTo>
                  <a:lnTo>
                    <a:pt x="31705" y="1430742"/>
                  </a:lnTo>
                  <a:lnTo>
                    <a:pt x="32366" y="1430742"/>
                  </a:lnTo>
                  <a:lnTo>
                    <a:pt x="33026" y="1430742"/>
                  </a:lnTo>
                  <a:lnTo>
                    <a:pt x="33687" y="1430742"/>
                  </a:lnTo>
                  <a:lnTo>
                    <a:pt x="34347" y="1430742"/>
                  </a:lnTo>
                  <a:lnTo>
                    <a:pt x="35008" y="1430742"/>
                  </a:lnTo>
                  <a:lnTo>
                    <a:pt x="35668" y="1430742"/>
                  </a:lnTo>
                  <a:lnTo>
                    <a:pt x="36329" y="1430742"/>
                  </a:lnTo>
                  <a:lnTo>
                    <a:pt x="36989" y="1430742"/>
                  </a:lnTo>
                  <a:lnTo>
                    <a:pt x="37650" y="1430742"/>
                  </a:lnTo>
                  <a:lnTo>
                    <a:pt x="38310" y="1430742"/>
                  </a:lnTo>
                  <a:lnTo>
                    <a:pt x="38971" y="1430742"/>
                  </a:lnTo>
                  <a:lnTo>
                    <a:pt x="39631" y="1430742"/>
                  </a:lnTo>
                  <a:lnTo>
                    <a:pt x="40292" y="1430742"/>
                  </a:lnTo>
                  <a:lnTo>
                    <a:pt x="40952" y="1430742"/>
                  </a:lnTo>
                  <a:lnTo>
                    <a:pt x="41613" y="1430742"/>
                  </a:lnTo>
                  <a:lnTo>
                    <a:pt x="42274" y="1430742"/>
                  </a:lnTo>
                  <a:lnTo>
                    <a:pt x="42934" y="1430742"/>
                  </a:lnTo>
                  <a:lnTo>
                    <a:pt x="43595" y="1430742"/>
                  </a:lnTo>
                  <a:lnTo>
                    <a:pt x="44255" y="1430742"/>
                  </a:lnTo>
                  <a:lnTo>
                    <a:pt x="44916" y="1430742"/>
                  </a:lnTo>
                  <a:lnTo>
                    <a:pt x="45576" y="1430742"/>
                  </a:lnTo>
                  <a:lnTo>
                    <a:pt x="46237" y="1430742"/>
                  </a:lnTo>
                  <a:lnTo>
                    <a:pt x="46897" y="1430742"/>
                  </a:lnTo>
                  <a:lnTo>
                    <a:pt x="47558" y="1430742"/>
                  </a:lnTo>
                  <a:lnTo>
                    <a:pt x="48218" y="1430742"/>
                  </a:lnTo>
                  <a:lnTo>
                    <a:pt x="48879" y="1430742"/>
                  </a:lnTo>
                  <a:lnTo>
                    <a:pt x="49539" y="1430742"/>
                  </a:lnTo>
                  <a:lnTo>
                    <a:pt x="50200" y="1430742"/>
                  </a:lnTo>
                  <a:lnTo>
                    <a:pt x="50860" y="1430742"/>
                  </a:lnTo>
                  <a:lnTo>
                    <a:pt x="51521" y="1430742"/>
                  </a:lnTo>
                  <a:lnTo>
                    <a:pt x="52182" y="1430742"/>
                  </a:lnTo>
                  <a:lnTo>
                    <a:pt x="52842" y="1430742"/>
                  </a:lnTo>
                  <a:lnTo>
                    <a:pt x="53503" y="1430742"/>
                  </a:lnTo>
                  <a:lnTo>
                    <a:pt x="54163" y="1430742"/>
                  </a:lnTo>
                  <a:lnTo>
                    <a:pt x="54824" y="1430742"/>
                  </a:lnTo>
                  <a:lnTo>
                    <a:pt x="55484" y="1430742"/>
                  </a:lnTo>
                  <a:lnTo>
                    <a:pt x="56145" y="1430742"/>
                  </a:lnTo>
                  <a:lnTo>
                    <a:pt x="56805" y="1430742"/>
                  </a:lnTo>
                  <a:lnTo>
                    <a:pt x="57466" y="1430742"/>
                  </a:lnTo>
                  <a:lnTo>
                    <a:pt x="58126" y="1430742"/>
                  </a:lnTo>
                  <a:lnTo>
                    <a:pt x="58787" y="1430742"/>
                  </a:lnTo>
                  <a:lnTo>
                    <a:pt x="59447" y="1430742"/>
                  </a:lnTo>
                  <a:lnTo>
                    <a:pt x="60108" y="1430742"/>
                  </a:lnTo>
                  <a:lnTo>
                    <a:pt x="60768" y="1430742"/>
                  </a:lnTo>
                  <a:lnTo>
                    <a:pt x="61429" y="1430742"/>
                  </a:lnTo>
                  <a:lnTo>
                    <a:pt x="62090" y="1430742"/>
                  </a:lnTo>
                  <a:lnTo>
                    <a:pt x="62750" y="1430742"/>
                  </a:lnTo>
                  <a:lnTo>
                    <a:pt x="63411" y="1430742"/>
                  </a:lnTo>
                  <a:lnTo>
                    <a:pt x="64071" y="1430742"/>
                  </a:lnTo>
                  <a:lnTo>
                    <a:pt x="64732" y="1430742"/>
                  </a:lnTo>
                  <a:lnTo>
                    <a:pt x="65392" y="1430742"/>
                  </a:lnTo>
                  <a:lnTo>
                    <a:pt x="66053" y="1430742"/>
                  </a:lnTo>
                  <a:lnTo>
                    <a:pt x="66713" y="1430742"/>
                  </a:lnTo>
                  <a:lnTo>
                    <a:pt x="67374" y="1430742"/>
                  </a:lnTo>
                  <a:lnTo>
                    <a:pt x="68034" y="1430742"/>
                  </a:lnTo>
                  <a:lnTo>
                    <a:pt x="68695" y="1430742"/>
                  </a:lnTo>
                  <a:lnTo>
                    <a:pt x="69355" y="1430742"/>
                  </a:lnTo>
                  <a:lnTo>
                    <a:pt x="70016" y="1430742"/>
                  </a:lnTo>
                  <a:lnTo>
                    <a:pt x="70676" y="1430742"/>
                  </a:lnTo>
                  <a:lnTo>
                    <a:pt x="71337" y="1430742"/>
                  </a:lnTo>
                  <a:lnTo>
                    <a:pt x="71997" y="1430742"/>
                  </a:lnTo>
                  <a:lnTo>
                    <a:pt x="72658" y="1430742"/>
                  </a:lnTo>
                  <a:lnTo>
                    <a:pt x="73319" y="1430742"/>
                  </a:lnTo>
                  <a:lnTo>
                    <a:pt x="73979" y="1430742"/>
                  </a:lnTo>
                  <a:lnTo>
                    <a:pt x="74640" y="1430742"/>
                  </a:lnTo>
                  <a:lnTo>
                    <a:pt x="75300" y="1430742"/>
                  </a:lnTo>
                  <a:lnTo>
                    <a:pt x="75961" y="1430742"/>
                  </a:lnTo>
                  <a:lnTo>
                    <a:pt x="76621" y="1430742"/>
                  </a:lnTo>
                  <a:lnTo>
                    <a:pt x="77282" y="1430742"/>
                  </a:lnTo>
                  <a:lnTo>
                    <a:pt x="77942" y="1430742"/>
                  </a:lnTo>
                  <a:lnTo>
                    <a:pt x="78603" y="1430742"/>
                  </a:lnTo>
                  <a:lnTo>
                    <a:pt x="79263" y="1430742"/>
                  </a:lnTo>
                  <a:lnTo>
                    <a:pt x="79924" y="1430742"/>
                  </a:lnTo>
                  <a:lnTo>
                    <a:pt x="80584" y="1430742"/>
                  </a:lnTo>
                  <a:lnTo>
                    <a:pt x="81245" y="1430742"/>
                  </a:lnTo>
                  <a:lnTo>
                    <a:pt x="81905" y="1430742"/>
                  </a:lnTo>
                  <a:lnTo>
                    <a:pt x="82566" y="1430742"/>
                  </a:lnTo>
                  <a:lnTo>
                    <a:pt x="83227" y="1430742"/>
                  </a:lnTo>
                  <a:lnTo>
                    <a:pt x="83887" y="1430742"/>
                  </a:lnTo>
                  <a:lnTo>
                    <a:pt x="84548" y="1430742"/>
                  </a:lnTo>
                  <a:lnTo>
                    <a:pt x="85208" y="1430742"/>
                  </a:lnTo>
                  <a:lnTo>
                    <a:pt x="85869" y="1430742"/>
                  </a:lnTo>
                  <a:lnTo>
                    <a:pt x="86529" y="1430742"/>
                  </a:lnTo>
                  <a:lnTo>
                    <a:pt x="87190" y="1430742"/>
                  </a:lnTo>
                  <a:lnTo>
                    <a:pt x="87850" y="1430742"/>
                  </a:lnTo>
                  <a:lnTo>
                    <a:pt x="88511" y="1430742"/>
                  </a:lnTo>
                  <a:lnTo>
                    <a:pt x="89171" y="1430742"/>
                  </a:lnTo>
                  <a:lnTo>
                    <a:pt x="89832" y="1430742"/>
                  </a:lnTo>
                  <a:lnTo>
                    <a:pt x="90492" y="1430742"/>
                  </a:lnTo>
                  <a:lnTo>
                    <a:pt x="91153" y="1430742"/>
                  </a:lnTo>
                  <a:lnTo>
                    <a:pt x="91813" y="1430742"/>
                  </a:lnTo>
                  <a:lnTo>
                    <a:pt x="92474" y="1430742"/>
                  </a:lnTo>
                  <a:lnTo>
                    <a:pt x="93135" y="1430742"/>
                  </a:lnTo>
                  <a:lnTo>
                    <a:pt x="93795" y="1430742"/>
                  </a:lnTo>
                  <a:lnTo>
                    <a:pt x="94456" y="1430742"/>
                  </a:lnTo>
                  <a:lnTo>
                    <a:pt x="95116" y="1430742"/>
                  </a:lnTo>
                  <a:lnTo>
                    <a:pt x="95777" y="1430742"/>
                  </a:lnTo>
                  <a:lnTo>
                    <a:pt x="96437" y="1430742"/>
                  </a:lnTo>
                  <a:lnTo>
                    <a:pt x="97098" y="1430742"/>
                  </a:lnTo>
                  <a:lnTo>
                    <a:pt x="97758" y="1430742"/>
                  </a:lnTo>
                  <a:lnTo>
                    <a:pt x="98419" y="1430742"/>
                  </a:lnTo>
                  <a:lnTo>
                    <a:pt x="99079" y="1430742"/>
                  </a:lnTo>
                  <a:lnTo>
                    <a:pt x="99740" y="1430742"/>
                  </a:lnTo>
                  <a:lnTo>
                    <a:pt x="100400" y="1430742"/>
                  </a:lnTo>
                  <a:lnTo>
                    <a:pt x="101061" y="1430742"/>
                  </a:lnTo>
                  <a:lnTo>
                    <a:pt x="101721" y="1430742"/>
                  </a:lnTo>
                  <a:lnTo>
                    <a:pt x="102382" y="1430742"/>
                  </a:lnTo>
                  <a:lnTo>
                    <a:pt x="103043" y="1430742"/>
                  </a:lnTo>
                  <a:lnTo>
                    <a:pt x="103703" y="1430742"/>
                  </a:lnTo>
                  <a:lnTo>
                    <a:pt x="104364" y="1430742"/>
                  </a:lnTo>
                  <a:lnTo>
                    <a:pt x="105024" y="1430742"/>
                  </a:lnTo>
                  <a:lnTo>
                    <a:pt x="105685" y="1430742"/>
                  </a:lnTo>
                  <a:lnTo>
                    <a:pt x="106345" y="1430742"/>
                  </a:lnTo>
                  <a:lnTo>
                    <a:pt x="107006" y="1403955"/>
                  </a:lnTo>
                  <a:lnTo>
                    <a:pt x="107666" y="1358088"/>
                  </a:lnTo>
                  <a:lnTo>
                    <a:pt x="108327" y="1317725"/>
                  </a:lnTo>
                  <a:lnTo>
                    <a:pt x="108987" y="1299528"/>
                  </a:lnTo>
                  <a:lnTo>
                    <a:pt x="109648" y="1299528"/>
                  </a:lnTo>
                  <a:lnTo>
                    <a:pt x="110308" y="1317725"/>
                  </a:lnTo>
                  <a:lnTo>
                    <a:pt x="110969" y="1357005"/>
                  </a:lnTo>
                  <a:lnTo>
                    <a:pt x="111629" y="1403955"/>
                  </a:lnTo>
                  <a:lnTo>
                    <a:pt x="112290" y="1430742"/>
                  </a:lnTo>
                  <a:lnTo>
                    <a:pt x="112950" y="1425177"/>
                  </a:lnTo>
                  <a:lnTo>
                    <a:pt x="113611" y="1374856"/>
                  </a:lnTo>
                  <a:lnTo>
                    <a:pt x="114272" y="1295157"/>
                  </a:lnTo>
                  <a:lnTo>
                    <a:pt x="114932" y="1247407"/>
                  </a:lnTo>
                  <a:lnTo>
                    <a:pt x="115593" y="1233138"/>
                  </a:lnTo>
                  <a:lnTo>
                    <a:pt x="116253" y="1235935"/>
                  </a:lnTo>
                  <a:lnTo>
                    <a:pt x="116914" y="1265546"/>
                  </a:lnTo>
                  <a:lnTo>
                    <a:pt x="117574" y="1336177"/>
                  </a:lnTo>
                  <a:lnTo>
                    <a:pt x="118235" y="1403955"/>
                  </a:lnTo>
                  <a:lnTo>
                    <a:pt x="118895" y="1430742"/>
                  </a:lnTo>
                  <a:lnTo>
                    <a:pt x="119556" y="1430742"/>
                  </a:lnTo>
                  <a:lnTo>
                    <a:pt x="120216" y="1403955"/>
                  </a:lnTo>
                  <a:lnTo>
                    <a:pt x="120877" y="1357005"/>
                  </a:lnTo>
                  <a:lnTo>
                    <a:pt x="121537" y="1336177"/>
                  </a:lnTo>
                  <a:lnTo>
                    <a:pt x="122198" y="1316787"/>
                  </a:lnTo>
                  <a:lnTo>
                    <a:pt x="122858" y="1281610"/>
                  </a:lnTo>
                  <a:lnTo>
                    <a:pt x="123519" y="1248875"/>
                  </a:lnTo>
                  <a:lnTo>
                    <a:pt x="124180" y="1224912"/>
                  </a:lnTo>
                  <a:lnTo>
                    <a:pt x="124840" y="1211714"/>
                  </a:lnTo>
                  <a:lnTo>
                    <a:pt x="125501" y="1211714"/>
                  </a:lnTo>
                  <a:lnTo>
                    <a:pt x="126161" y="1238759"/>
                  </a:lnTo>
                  <a:lnTo>
                    <a:pt x="126822" y="1286614"/>
                  </a:lnTo>
                  <a:lnTo>
                    <a:pt x="127482" y="1357005"/>
                  </a:lnTo>
                  <a:lnTo>
                    <a:pt x="128143" y="1403955"/>
                  </a:lnTo>
                  <a:lnTo>
                    <a:pt x="128803" y="1430742"/>
                  </a:lnTo>
                  <a:lnTo>
                    <a:pt x="129464" y="1430742"/>
                  </a:lnTo>
                  <a:lnTo>
                    <a:pt x="130124" y="1430742"/>
                  </a:lnTo>
                  <a:lnTo>
                    <a:pt x="130785" y="1430742"/>
                  </a:lnTo>
                  <a:lnTo>
                    <a:pt x="131445" y="1430742"/>
                  </a:lnTo>
                  <a:lnTo>
                    <a:pt x="132106" y="1430742"/>
                  </a:lnTo>
                  <a:lnTo>
                    <a:pt x="132766" y="1430742"/>
                  </a:lnTo>
                  <a:lnTo>
                    <a:pt x="133427" y="1430742"/>
                  </a:lnTo>
                  <a:lnTo>
                    <a:pt x="134088" y="1430742"/>
                  </a:lnTo>
                  <a:lnTo>
                    <a:pt x="134748" y="1430742"/>
                  </a:lnTo>
                  <a:lnTo>
                    <a:pt x="135409" y="1430742"/>
                  </a:lnTo>
                  <a:lnTo>
                    <a:pt x="136069" y="1430742"/>
                  </a:lnTo>
                  <a:lnTo>
                    <a:pt x="136730" y="1430742"/>
                  </a:lnTo>
                  <a:lnTo>
                    <a:pt x="137390" y="1430742"/>
                  </a:lnTo>
                  <a:lnTo>
                    <a:pt x="138051" y="1430742"/>
                  </a:lnTo>
                  <a:lnTo>
                    <a:pt x="138711" y="1430742"/>
                  </a:lnTo>
                  <a:lnTo>
                    <a:pt x="139372" y="1430742"/>
                  </a:lnTo>
                  <a:lnTo>
                    <a:pt x="140032" y="1430742"/>
                  </a:lnTo>
                  <a:lnTo>
                    <a:pt x="140693" y="1430742"/>
                  </a:lnTo>
                  <a:lnTo>
                    <a:pt x="141353" y="1430742"/>
                  </a:lnTo>
                  <a:lnTo>
                    <a:pt x="142014" y="1430742"/>
                  </a:lnTo>
                  <a:lnTo>
                    <a:pt x="142674" y="1430742"/>
                  </a:lnTo>
                  <a:lnTo>
                    <a:pt x="143335" y="1430742"/>
                  </a:lnTo>
                  <a:lnTo>
                    <a:pt x="143995" y="1403955"/>
                  </a:lnTo>
                  <a:lnTo>
                    <a:pt x="144656" y="1357005"/>
                  </a:lnTo>
                  <a:lnTo>
                    <a:pt x="145317" y="1316787"/>
                  </a:lnTo>
                  <a:lnTo>
                    <a:pt x="145977" y="1316787"/>
                  </a:lnTo>
                  <a:lnTo>
                    <a:pt x="146638" y="1316787"/>
                  </a:lnTo>
                  <a:lnTo>
                    <a:pt x="147298" y="1336177"/>
                  </a:lnTo>
                  <a:lnTo>
                    <a:pt x="147959" y="1379501"/>
                  </a:lnTo>
                  <a:lnTo>
                    <a:pt x="148619" y="1430742"/>
                  </a:lnTo>
                  <a:lnTo>
                    <a:pt x="149280" y="1430742"/>
                  </a:lnTo>
                  <a:lnTo>
                    <a:pt x="149940" y="1430742"/>
                  </a:lnTo>
                  <a:lnTo>
                    <a:pt x="150601" y="1430742"/>
                  </a:lnTo>
                  <a:lnTo>
                    <a:pt x="151261" y="1430742"/>
                  </a:lnTo>
                  <a:lnTo>
                    <a:pt x="151922" y="1430742"/>
                  </a:lnTo>
                  <a:lnTo>
                    <a:pt x="152582" y="1430742"/>
                  </a:lnTo>
                  <a:lnTo>
                    <a:pt x="153243" y="1430742"/>
                  </a:lnTo>
                  <a:lnTo>
                    <a:pt x="153903" y="1430742"/>
                  </a:lnTo>
                  <a:lnTo>
                    <a:pt x="154564" y="1430742"/>
                  </a:lnTo>
                  <a:lnTo>
                    <a:pt x="155225" y="1430742"/>
                  </a:lnTo>
                  <a:lnTo>
                    <a:pt x="155885" y="1430742"/>
                  </a:lnTo>
                  <a:lnTo>
                    <a:pt x="156546" y="1401412"/>
                  </a:lnTo>
                  <a:lnTo>
                    <a:pt x="157206" y="1334177"/>
                  </a:lnTo>
                  <a:lnTo>
                    <a:pt x="157867" y="1279962"/>
                  </a:lnTo>
                  <a:lnTo>
                    <a:pt x="158527" y="1263989"/>
                  </a:lnTo>
                  <a:lnTo>
                    <a:pt x="159188" y="1263989"/>
                  </a:lnTo>
                  <a:lnTo>
                    <a:pt x="159848" y="1281610"/>
                  </a:lnTo>
                  <a:lnTo>
                    <a:pt x="160509" y="1316787"/>
                  </a:lnTo>
                  <a:lnTo>
                    <a:pt x="161169" y="1357005"/>
                  </a:lnTo>
                  <a:lnTo>
                    <a:pt x="161830" y="1357005"/>
                  </a:lnTo>
                  <a:lnTo>
                    <a:pt x="162490" y="1336177"/>
                  </a:lnTo>
                  <a:lnTo>
                    <a:pt x="163151" y="1336177"/>
                  </a:lnTo>
                  <a:lnTo>
                    <a:pt x="163811" y="1336177"/>
                  </a:lnTo>
                  <a:lnTo>
                    <a:pt x="164472" y="1336177"/>
                  </a:lnTo>
                  <a:lnTo>
                    <a:pt x="165133" y="1336177"/>
                  </a:lnTo>
                  <a:lnTo>
                    <a:pt x="165793" y="1316787"/>
                  </a:lnTo>
                  <a:lnTo>
                    <a:pt x="166454" y="1298649"/>
                  </a:lnTo>
                  <a:lnTo>
                    <a:pt x="167114" y="1298649"/>
                  </a:lnTo>
                  <a:lnTo>
                    <a:pt x="167775" y="1298649"/>
                  </a:lnTo>
                  <a:lnTo>
                    <a:pt x="168435" y="1316787"/>
                  </a:lnTo>
                  <a:lnTo>
                    <a:pt x="169096" y="1336177"/>
                  </a:lnTo>
                  <a:lnTo>
                    <a:pt x="169756" y="1316787"/>
                  </a:lnTo>
                  <a:lnTo>
                    <a:pt x="170417" y="1298649"/>
                  </a:lnTo>
                  <a:lnTo>
                    <a:pt x="171077" y="1302184"/>
                  </a:lnTo>
                  <a:lnTo>
                    <a:pt x="171738" y="1302184"/>
                  </a:lnTo>
                  <a:lnTo>
                    <a:pt x="172398" y="1320560"/>
                  </a:lnTo>
                  <a:lnTo>
                    <a:pt x="173059" y="1361363"/>
                  </a:lnTo>
                  <a:lnTo>
                    <a:pt x="173719" y="1409112"/>
                  </a:lnTo>
                  <a:lnTo>
                    <a:pt x="174380" y="1403955"/>
                  </a:lnTo>
                  <a:lnTo>
                    <a:pt x="175041" y="1357005"/>
                  </a:lnTo>
                  <a:lnTo>
                    <a:pt x="175701" y="1333182"/>
                  </a:lnTo>
                  <a:lnTo>
                    <a:pt x="176362" y="1333182"/>
                  </a:lnTo>
                  <a:lnTo>
                    <a:pt x="177022" y="1333182"/>
                  </a:lnTo>
                  <a:lnTo>
                    <a:pt x="177683" y="1353781"/>
                  </a:lnTo>
                  <a:lnTo>
                    <a:pt x="178343" y="1376010"/>
                  </a:lnTo>
                  <a:lnTo>
                    <a:pt x="179004" y="1379501"/>
                  </a:lnTo>
                  <a:lnTo>
                    <a:pt x="179664" y="1336177"/>
                  </a:lnTo>
                  <a:lnTo>
                    <a:pt x="180325" y="1298649"/>
                  </a:lnTo>
                  <a:lnTo>
                    <a:pt x="180985" y="1250350"/>
                  </a:lnTo>
                  <a:lnTo>
                    <a:pt x="181646" y="1235935"/>
                  </a:lnTo>
                  <a:lnTo>
                    <a:pt x="182306" y="1250350"/>
                  </a:lnTo>
                  <a:lnTo>
                    <a:pt x="182967" y="1281610"/>
                  </a:lnTo>
                  <a:lnTo>
                    <a:pt x="183627" y="1316787"/>
                  </a:lnTo>
                  <a:lnTo>
                    <a:pt x="184288" y="1379501"/>
                  </a:lnTo>
                  <a:lnTo>
                    <a:pt x="184948" y="1407814"/>
                  </a:lnTo>
                  <a:lnTo>
                    <a:pt x="185609" y="1376010"/>
                  </a:lnTo>
                  <a:lnTo>
                    <a:pt x="186270" y="1333182"/>
                  </a:lnTo>
                  <a:lnTo>
                    <a:pt x="186930" y="1313991"/>
                  </a:lnTo>
                  <a:lnTo>
                    <a:pt x="187591" y="1313991"/>
                  </a:lnTo>
                  <a:lnTo>
                    <a:pt x="188251" y="1330219"/>
                  </a:lnTo>
                  <a:lnTo>
                    <a:pt x="188912" y="1357005"/>
                  </a:lnTo>
                  <a:lnTo>
                    <a:pt x="189572" y="1403955"/>
                  </a:lnTo>
                  <a:lnTo>
                    <a:pt x="190233" y="1403955"/>
                  </a:lnTo>
                  <a:lnTo>
                    <a:pt x="190893" y="1357005"/>
                  </a:lnTo>
                  <a:lnTo>
                    <a:pt x="191554" y="1316787"/>
                  </a:lnTo>
                  <a:lnTo>
                    <a:pt x="192214" y="1316787"/>
                  </a:lnTo>
                  <a:lnTo>
                    <a:pt x="192875" y="1316787"/>
                  </a:lnTo>
                  <a:lnTo>
                    <a:pt x="193535" y="1336177"/>
                  </a:lnTo>
                  <a:lnTo>
                    <a:pt x="194196" y="1379501"/>
                  </a:lnTo>
                  <a:lnTo>
                    <a:pt x="194856" y="1430742"/>
                  </a:lnTo>
                  <a:lnTo>
                    <a:pt x="195517" y="1430742"/>
                  </a:lnTo>
                  <a:lnTo>
                    <a:pt x="196178" y="1430742"/>
                  </a:lnTo>
                  <a:lnTo>
                    <a:pt x="196838" y="1430742"/>
                  </a:lnTo>
                  <a:lnTo>
                    <a:pt x="197499" y="1430742"/>
                  </a:lnTo>
                  <a:lnTo>
                    <a:pt x="198159" y="1430742"/>
                  </a:lnTo>
                  <a:lnTo>
                    <a:pt x="198820" y="1430742"/>
                  </a:lnTo>
                  <a:lnTo>
                    <a:pt x="199480" y="1430742"/>
                  </a:lnTo>
                  <a:lnTo>
                    <a:pt x="200141" y="1430742"/>
                  </a:lnTo>
                  <a:lnTo>
                    <a:pt x="200801" y="1430742"/>
                  </a:lnTo>
                  <a:lnTo>
                    <a:pt x="201462" y="1430742"/>
                  </a:lnTo>
                  <a:lnTo>
                    <a:pt x="202122" y="1403955"/>
                  </a:lnTo>
                  <a:lnTo>
                    <a:pt x="202783" y="1357005"/>
                  </a:lnTo>
                  <a:lnTo>
                    <a:pt x="203443" y="1336177"/>
                  </a:lnTo>
                  <a:lnTo>
                    <a:pt x="204104" y="1298649"/>
                  </a:lnTo>
                  <a:lnTo>
                    <a:pt x="204764" y="1265546"/>
                  </a:lnTo>
                  <a:lnTo>
                    <a:pt x="205425" y="1252578"/>
                  </a:lnTo>
                  <a:lnTo>
                    <a:pt x="206086" y="1284101"/>
                  </a:lnTo>
                  <a:lnTo>
                    <a:pt x="206746" y="1301296"/>
                  </a:lnTo>
                  <a:lnTo>
                    <a:pt x="207407" y="1339205"/>
                  </a:lnTo>
                  <a:lnTo>
                    <a:pt x="208067" y="1383036"/>
                  </a:lnTo>
                  <a:lnTo>
                    <a:pt x="208728" y="1430742"/>
                  </a:lnTo>
                  <a:lnTo>
                    <a:pt x="209388" y="1430742"/>
                  </a:lnTo>
                  <a:lnTo>
                    <a:pt x="210049" y="1430742"/>
                  </a:lnTo>
                  <a:lnTo>
                    <a:pt x="210709" y="1430742"/>
                  </a:lnTo>
                  <a:lnTo>
                    <a:pt x="211370" y="1430742"/>
                  </a:lnTo>
                  <a:lnTo>
                    <a:pt x="212030" y="1430742"/>
                  </a:lnTo>
                  <a:lnTo>
                    <a:pt x="212691" y="1430742"/>
                  </a:lnTo>
                  <a:lnTo>
                    <a:pt x="213351" y="1430742"/>
                  </a:lnTo>
                  <a:lnTo>
                    <a:pt x="214012" y="1430742"/>
                  </a:lnTo>
                  <a:lnTo>
                    <a:pt x="214672" y="1430742"/>
                  </a:lnTo>
                  <a:lnTo>
                    <a:pt x="215333" y="1379501"/>
                  </a:lnTo>
                  <a:lnTo>
                    <a:pt x="215993" y="1298649"/>
                  </a:lnTo>
                  <a:lnTo>
                    <a:pt x="216654" y="1252578"/>
                  </a:lnTo>
                  <a:lnTo>
                    <a:pt x="217315" y="1252578"/>
                  </a:lnTo>
                  <a:lnTo>
                    <a:pt x="217975" y="1252578"/>
                  </a:lnTo>
                  <a:lnTo>
                    <a:pt x="218636" y="1284101"/>
                  </a:lnTo>
                  <a:lnTo>
                    <a:pt x="219296" y="1360267"/>
                  </a:lnTo>
                  <a:lnTo>
                    <a:pt x="219957" y="1430742"/>
                  </a:lnTo>
                  <a:lnTo>
                    <a:pt x="220617" y="1430742"/>
                  </a:lnTo>
                  <a:lnTo>
                    <a:pt x="221278" y="1430742"/>
                  </a:lnTo>
                  <a:lnTo>
                    <a:pt x="221938" y="1430742"/>
                  </a:lnTo>
                  <a:lnTo>
                    <a:pt x="222599" y="1430742"/>
                  </a:lnTo>
                  <a:lnTo>
                    <a:pt x="223259" y="1430742"/>
                  </a:lnTo>
                  <a:lnTo>
                    <a:pt x="223920" y="1430742"/>
                  </a:lnTo>
                  <a:lnTo>
                    <a:pt x="224580" y="1430742"/>
                  </a:lnTo>
                  <a:lnTo>
                    <a:pt x="225241" y="1430742"/>
                  </a:lnTo>
                  <a:lnTo>
                    <a:pt x="225901" y="1430742"/>
                  </a:lnTo>
                  <a:lnTo>
                    <a:pt x="226562" y="1430742"/>
                  </a:lnTo>
                  <a:lnTo>
                    <a:pt x="227223" y="1430742"/>
                  </a:lnTo>
                  <a:lnTo>
                    <a:pt x="227883" y="1430742"/>
                  </a:lnTo>
                  <a:lnTo>
                    <a:pt x="228544" y="1430742"/>
                  </a:lnTo>
                  <a:lnTo>
                    <a:pt x="229204" y="1430742"/>
                  </a:lnTo>
                  <a:lnTo>
                    <a:pt x="229865" y="1430742"/>
                  </a:lnTo>
                  <a:lnTo>
                    <a:pt x="230525" y="1430742"/>
                  </a:lnTo>
                  <a:lnTo>
                    <a:pt x="231186" y="1430742"/>
                  </a:lnTo>
                  <a:lnTo>
                    <a:pt x="231846" y="1430742"/>
                  </a:lnTo>
                  <a:lnTo>
                    <a:pt x="232507" y="1430742"/>
                  </a:lnTo>
                  <a:lnTo>
                    <a:pt x="233167" y="1430742"/>
                  </a:lnTo>
                  <a:lnTo>
                    <a:pt x="233828" y="1430742"/>
                  </a:lnTo>
                  <a:lnTo>
                    <a:pt x="234488" y="1430742"/>
                  </a:lnTo>
                  <a:lnTo>
                    <a:pt x="235149" y="1430742"/>
                  </a:lnTo>
                  <a:lnTo>
                    <a:pt x="235809" y="1430742"/>
                  </a:lnTo>
                  <a:lnTo>
                    <a:pt x="236470" y="1430742"/>
                  </a:lnTo>
                  <a:lnTo>
                    <a:pt x="237131" y="1430742"/>
                  </a:lnTo>
                  <a:lnTo>
                    <a:pt x="237791" y="1430742"/>
                  </a:lnTo>
                  <a:lnTo>
                    <a:pt x="238452" y="1430742"/>
                  </a:lnTo>
                  <a:lnTo>
                    <a:pt x="239112" y="1430742"/>
                  </a:lnTo>
                  <a:lnTo>
                    <a:pt x="239773" y="1430742"/>
                  </a:lnTo>
                  <a:lnTo>
                    <a:pt x="240433" y="1430742"/>
                  </a:lnTo>
                  <a:lnTo>
                    <a:pt x="241094" y="1430742"/>
                  </a:lnTo>
                  <a:lnTo>
                    <a:pt x="241754" y="1430742"/>
                  </a:lnTo>
                  <a:lnTo>
                    <a:pt x="242415" y="1430742"/>
                  </a:lnTo>
                  <a:lnTo>
                    <a:pt x="243075" y="1430742"/>
                  </a:lnTo>
                  <a:lnTo>
                    <a:pt x="243736" y="1430742"/>
                  </a:lnTo>
                  <a:lnTo>
                    <a:pt x="244396" y="1430742"/>
                  </a:lnTo>
                  <a:lnTo>
                    <a:pt x="245057" y="1430742"/>
                  </a:lnTo>
                  <a:lnTo>
                    <a:pt x="245717" y="1430742"/>
                  </a:lnTo>
                  <a:lnTo>
                    <a:pt x="246378" y="1430742"/>
                  </a:lnTo>
                  <a:lnTo>
                    <a:pt x="247039" y="1430742"/>
                  </a:lnTo>
                  <a:lnTo>
                    <a:pt x="247699" y="1430742"/>
                  </a:lnTo>
                  <a:lnTo>
                    <a:pt x="248360" y="1430742"/>
                  </a:lnTo>
                  <a:lnTo>
                    <a:pt x="249020" y="1430742"/>
                  </a:lnTo>
                  <a:lnTo>
                    <a:pt x="249681" y="1430742"/>
                  </a:lnTo>
                  <a:lnTo>
                    <a:pt x="250341" y="1430742"/>
                  </a:lnTo>
                  <a:lnTo>
                    <a:pt x="251002" y="1430742"/>
                  </a:lnTo>
                  <a:lnTo>
                    <a:pt x="251662" y="1430742"/>
                  </a:lnTo>
                  <a:lnTo>
                    <a:pt x="252323" y="1430742"/>
                  </a:lnTo>
                  <a:lnTo>
                    <a:pt x="252983" y="1430742"/>
                  </a:lnTo>
                  <a:lnTo>
                    <a:pt x="253644" y="1430742"/>
                  </a:lnTo>
                  <a:lnTo>
                    <a:pt x="254304" y="1403955"/>
                  </a:lnTo>
                  <a:lnTo>
                    <a:pt x="254965" y="1357005"/>
                  </a:lnTo>
                  <a:lnTo>
                    <a:pt x="255625" y="1336177"/>
                  </a:lnTo>
                  <a:lnTo>
                    <a:pt x="256286" y="1336177"/>
                  </a:lnTo>
                  <a:lnTo>
                    <a:pt x="256946" y="1336177"/>
                  </a:lnTo>
                  <a:lnTo>
                    <a:pt x="257607" y="1357005"/>
                  </a:lnTo>
                  <a:lnTo>
                    <a:pt x="258268" y="1403955"/>
                  </a:lnTo>
                  <a:lnTo>
                    <a:pt x="258928" y="1430742"/>
                  </a:lnTo>
                  <a:lnTo>
                    <a:pt x="259589" y="1430742"/>
                  </a:lnTo>
                  <a:lnTo>
                    <a:pt x="260249" y="1430742"/>
                  </a:lnTo>
                  <a:lnTo>
                    <a:pt x="260910" y="1430742"/>
                  </a:lnTo>
                  <a:lnTo>
                    <a:pt x="261570" y="1430742"/>
                  </a:lnTo>
                  <a:lnTo>
                    <a:pt x="262231" y="1430742"/>
                  </a:lnTo>
                  <a:lnTo>
                    <a:pt x="262891" y="1430742"/>
                  </a:lnTo>
                  <a:lnTo>
                    <a:pt x="263552" y="1430742"/>
                  </a:lnTo>
                  <a:lnTo>
                    <a:pt x="264212" y="1430742"/>
                  </a:lnTo>
                  <a:lnTo>
                    <a:pt x="264873" y="1430742"/>
                  </a:lnTo>
                  <a:lnTo>
                    <a:pt x="265533" y="1430742"/>
                  </a:lnTo>
                  <a:lnTo>
                    <a:pt x="266194" y="1430742"/>
                  </a:lnTo>
                  <a:lnTo>
                    <a:pt x="266854" y="1430742"/>
                  </a:lnTo>
                  <a:lnTo>
                    <a:pt x="267515" y="1403955"/>
                  </a:lnTo>
                  <a:lnTo>
                    <a:pt x="268176" y="1379501"/>
                  </a:lnTo>
                  <a:lnTo>
                    <a:pt x="268836" y="1336177"/>
                  </a:lnTo>
                  <a:lnTo>
                    <a:pt x="269497" y="1316787"/>
                  </a:lnTo>
                  <a:lnTo>
                    <a:pt x="270157" y="1316787"/>
                  </a:lnTo>
                  <a:lnTo>
                    <a:pt x="270818" y="1336177"/>
                  </a:lnTo>
                  <a:lnTo>
                    <a:pt x="271478" y="1357005"/>
                  </a:lnTo>
                  <a:lnTo>
                    <a:pt x="272139" y="1403955"/>
                  </a:lnTo>
                  <a:lnTo>
                    <a:pt x="272799" y="1430742"/>
                  </a:lnTo>
                  <a:lnTo>
                    <a:pt x="273460" y="1430742"/>
                  </a:lnTo>
                  <a:lnTo>
                    <a:pt x="274120" y="1430742"/>
                  </a:lnTo>
                  <a:lnTo>
                    <a:pt x="274781" y="1430742"/>
                  </a:lnTo>
                  <a:lnTo>
                    <a:pt x="275441" y="1430742"/>
                  </a:lnTo>
                  <a:lnTo>
                    <a:pt x="276102" y="1430742"/>
                  </a:lnTo>
                  <a:lnTo>
                    <a:pt x="276762" y="1403955"/>
                  </a:lnTo>
                  <a:lnTo>
                    <a:pt x="277423" y="1379501"/>
                  </a:lnTo>
                  <a:lnTo>
                    <a:pt x="278084" y="1357005"/>
                  </a:lnTo>
                  <a:lnTo>
                    <a:pt x="278744" y="1336177"/>
                  </a:lnTo>
                  <a:lnTo>
                    <a:pt x="279405" y="1336177"/>
                  </a:lnTo>
                  <a:lnTo>
                    <a:pt x="280065" y="1357005"/>
                  </a:lnTo>
                  <a:lnTo>
                    <a:pt x="280726" y="1379501"/>
                  </a:lnTo>
                  <a:lnTo>
                    <a:pt x="281386" y="1403955"/>
                  </a:lnTo>
                  <a:lnTo>
                    <a:pt x="282047" y="1430742"/>
                  </a:lnTo>
                  <a:lnTo>
                    <a:pt x="282707" y="1430742"/>
                  </a:lnTo>
                  <a:lnTo>
                    <a:pt x="283368" y="1430742"/>
                  </a:lnTo>
                  <a:lnTo>
                    <a:pt x="284028" y="1430742"/>
                  </a:lnTo>
                  <a:lnTo>
                    <a:pt x="284689" y="1403955"/>
                  </a:lnTo>
                  <a:lnTo>
                    <a:pt x="285349" y="1357005"/>
                  </a:lnTo>
                  <a:lnTo>
                    <a:pt x="286010" y="1336177"/>
                  </a:lnTo>
                  <a:lnTo>
                    <a:pt x="286670" y="1336177"/>
                  </a:lnTo>
                  <a:lnTo>
                    <a:pt x="287331" y="1336177"/>
                  </a:lnTo>
                  <a:lnTo>
                    <a:pt x="287991" y="1357005"/>
                  </a:lnTo>
                  <a:lnTo>
                    <a:pt x="288652" y="1403955"/>
                  </a:lnTo>
                  <a:lnTo>
                    <a:pt x="289313" y="1430742"/>
                  </a:lnTo>
                  <a:lnTo>
                    <a:pt x="289973" y="1430742"/>
                  </a:lnTo>
                  <a:lnTo>
                    <a:pt x="290634" y="1430742"/>
                  </a:lnTo>
                  <a:lnTo>
                    <a:pt x="291294" y="1430742"/>
                  </a:lnTo>
                  <a:lnTo>
                    <a:pt x="291955" y="1430742"/>
                  </a:lnTo>
                  <a:lnTo>
                    <a:pt x="292615" y="1430742"/>
                  </a:lnTo>
                  <a:lnTo>
                    <a:pt x="293276" y="1430742"/>
                  </a:lnTo>
                  <a:lnTo>
                    <a:pt x="293936" y="1430742"/>
                  </a:lnTo>
                  <a:lnTo>
                    <a:pt x="294597" y="1430742"/>
                  </a:lnTo>
                  <a:lnTo>
                    <a:pt x="295257" y="1430742"/>
                  </a:lnTo>
                  <a:lnTo>
                    <a:pt x="295918" y="1430742"/>
                  </a:lnTo>
                  <a:lnTo>
                    <a:pt x="296578" y="1430742"/>
                  </a:lnTo>
                  <a:lnTo>
                    <a:pt x="297239" y="1403955"/>
                  </a:lnTo>
                  <a:lnTo>
                    <a:pt x="297899" y="1379501"/>
                  </a:lnTo>
                  <a:lnTo>
                    <a:pt x="298560" y="1336177"/>
                  </a:lnTo>
                  <a:lnTo>
                    <a:pt x="299221" y="1316787"/>
                  </a:lnTo>
                  <a:lnTo>
                    <a:pt x="299881" y="1316787"/>
                  </a:lnTo>
                  <a:lnTo>
                    <a:pt x="300542" y="1336177"/>
                  </a:lnTo>
                  <a:lnTo>
                    <a:pt x="301202" y="1357005"/>
                  </a:lnTo>
                  <a:lnTo>
                    <a:pt x="301863" y="1403955"/>
                  </a:lnTo>
                  <a:lnTo>
                    <a:pt x="302523" y="1430742"/>
                  </a:lnTo>
                  <a:lnTo>
                    <a:pt x="303184" y="1418371"/>
                  </a:lnTo>
                  <a:lnTo>
                    <a:pt x="303844" y="1374856"/>
                  </a:lnTo>
                  <a:lnTo>
                    <a:pt x="304505" y="1332191"/>
                  </a:lnTo>
                  <a:lnTo>
                    <a:pt x="305165" y="1313064"/>
                  </a:lnTo>
                  <a:lnTo>
                    <a:pt x="305826" y="1313064"/>
                  </a:lnTo>
                  <a:lnTo>
                    <a:pt x="306486" y="1321511"/>
                  </a:lnTo>
                  <a:lnTo>
                    <a:pt x="307147" y="1357005"/>
                  </a:lnTo>
                  <a:lnTo>
                    <a:pt x="307807" y="1403955"/>
                  </a:lnTo>
                  <a:lnTo>
                    <a:pt x="308468" y="1430742"/>
                  </a:lnTo>
                  <a:lnTo>
                    <a:pt x="309129" y="1430742"/>
                  </a:lnTo>
                  <a:lnTo>
                    <a:pt x="309789" y="1430742"/>
                  </a:lnTo>
                  <a:lnTo>
                    <a:pt x="310450" y="1430742"/>
                  </a:lnTo>
                  <a:lnTo>
                    <a:pt x="311110" y="1430742"/>
                  </a:lnTo>
                  <a:lnTo>
                    <a:pt x="311771" y="1430742"/>
                  </a:lnTo>
                  <a:lnTo>
                    <a:pt x="312431" y="1430742"/>
                  </a:lnTo>
                  <a:lnTo>
                    <a:pt x="313092" y="1403955"/>
                  </a:lnTo>
                  <a:lnTo>
                    <a:pt x="313752" y="1357005"/>
                  </a:lnTo>
                  <a:lnTo>
                    <a:pt x="314413" y="1336177"/>
                  </a:lnTo>
                  <a:lnTo>
                    <a:pt x="315073" y="1336177"/>
                  </a:lnTo>
                  <a:lnTo>
                    <a:pt x="315734" y="1336177"/>
                  </a:lnTo>
                  <a:lnTo>
                    <a:pt x="316394" y="1357005"/>
                  </a:lnTo>
                  <a:lnTo>
                    <a:pt x="317055" y="1403955"/>
                  </a:lnTo>
                  <a:lnTo>
                    <a:pt x="317715" y="1430742"/>
                  </a:lnTo>
                  <a:lnTo>
                    <a:pt x="318376" y="1430742"/>
                  </a:lnTo>
                  <a:lnTo>
                    <a:pt x="319037" y="1430742"/>
                  </a:lnTo>
                  <a:lnTo>
                    <a:pt x="319697" y="1430742"/>
                  </a:lnTo>
                  <a:lnTo>
                    <a:pt x="320358" y="1430742"/>
                  </a:lnTo>
                  <a:lnTo>
                    <a:pt x="321018" y="1430742"/>
                  </a:lnTo>
                  <a:lnTo>
                    <a:pt x="321679" y="1430742"/>
                  </a:lnTo>
                  <a:lnTo>
                    <a:pt x="322339" y="1430742"/>
                  </a:lnTo>
                  <a:lnTo>
                    <a:pt x="323000" y="1430742"/>
                  </a:lnTo>
                  <a:lnTo>
                    <a:pt x="323660" y="1430742"/>
                  </a:lnTo>
                  <a:lnTo>
                    <a:pt x="324321" y="1430742"/>
                  </a:lnTo>
                  <a:lnTo>
                    <a:pt x="324981" y="1430742"/>
                  </a:lnTo>
                  <a:lnTo>
                    <a:pt x="325642" y="1430742"/>
                  </a:lnTo>
                  <a:lnTo>
                    <a:pt x="326302" y="1403955"/>
                  </a:lnTo>
                  <a:lnTo>
                    <a:pt x="326963" y="1357005"/>
                  </a:lnTo>
                  <a:lnTo>
                    <a:pt x="327623" y="1336177"/>
                  </a:lnTo>
                  <a:lnTo>
                    <a:pt x="328284" y="1336177"/>
                  </a:lnTo>
                  <a:lnTo>
                    <a:pt x="328944" y="1336177"/>
                  </a:lnTo>
                  <a:lnTo>
                    <a:pt x="329605" y="1357005"/>
                  </a:lnTo>
                  <a:lnTo>
                    <a:pt x="330266" y="1403955"/>
                  </a:lnTo>
                  <a:lnTo>
                    <a:pt x="330926" y="1430742"/>
                  </a:lnTo>
                  <a:lnTo>
                    <a:pt x="331587" y="1430742"/>
                  </a:lnTo>
                  <a:lnTo>
                    <a:pt x="332247" y="1430742"/>
                  </a:lnTo>
                  <a:lnTo>
                    <a:pt x="332908" y="1430742"/>
                  </a:lnTo>
                  <a:lnTo>
                    <a:pt x="333568" y="1430742"/>
                  </a:lnTo>
                  <a:lnTo>
                    <a:pt x="334229" y="1430742"/>
                  </a:lnTo>
                  <a:lnTo>
                    <a:pt x="334889" y="1430742"/>
                  </a:lnTo>
                  <a:lnTo>
                    <a:pt x="335550" y="1430742"/>
                  </a:lnTo>
                  <a:lnTo>
                    <a:pt x="336210" y="1430742"/>
                  </a:lnTo>
                  <a:lnTo>
                    <a:pt x="336871" y="1430742"/>
                  </a:lnTo>
                  <a:lnTo>
                    <a:pt x="337531" y="1430742"/>
                  </a:lnTo>
                  <a:lnTo>
                    <a:pt x="338192" y="1430742"/>
                  </a:lnTo>
                  <a:lnTo>
                    <a:pt x="338852" y="1392687"/>
                  </a:lnTo>
                  <a:lnTo>
                    <a:pt x="339513" y="1347441"/>
                  </a:lnTo>
                  <a:lnTo>
                    <a:pt x="340174" y="1327286"/>
                  </a:lnTo>
                  <a:lnTo>
                    <a:pt x="340834" y="1327286"/>
                  </a:lnTo>
                  <a:lnTo>
                    <a:pt x="341495" y="1308480"/>
                  </a:lnTo>
                  <a:lnTo>
                    <a:pt x="342155" y="1298649"/>
                  </a:lnTo>
                  <a:lnTo>
                    <a:pt x="342816" y="1298649"/>
                  </a:lnTo>
                  <a:lnTo>
                    <a:pt x="343476" y="1299528"/>
                  </a:lnTo>
                  <a:lnTo>
                    <a:pt x="344137" y="1299528"/>
                  </a:lnTo>
                  <a:lnTo>
                    <a:pt x="344797" y="1317725"/>
                  </a:lnTo>
                  <a:lnTo>
                    <a:pt x="345458" y="1358088"/>
                  </a:lnTo>
                  <a:lnTo>
                    <a:pt x="346118" y="1405236"/>
                  </a:lnTo>
                  <a:lnTo>
                    <a:pt x="346779" y="1430742"/>
                  </a:lnTo>
                  <a:lnTo>
                    <a:pt x="347439" y="1430742"/>
                  </a:lnTo>
                  <a:lnTo>
                    <a:pt x="348100" y="1430742"/>
                  </a:lnTo>
                  <a:lnTo>
                    <a:pt x="348760" y="1430742"/>
                  </a:lnTo>
                  <a:lnTo>
                    <a:pt x="349421" y="1430742"/>
                  </a:lnTo>
                  <a:lnTo>
                    <a:pt x="350082" y="1430742"/>
                  </a:lnTo>
                  <a:lnTo>
                    <a:pt x="350742" y="1430742"/>
                  </a:lnTo>
                  <a:lnTo>
                    <a:pt x="351403" y="1430742"/>
                  </a:lnTo>
                  <a:lnTo>
                    <a:pt x="352063" y="1430742"/>
                  </a:lnTo>
                  <a:lnTo>
                    <a:pt x="352724" y="1430742"/>
                  </a:lnTo>
                  <a:lnTo>
                    <a:pt x="353384" y="1430742"/>
                  </a:lnTo>
                  <a:lnTo>
                    <a:pt x="354045" y="1430742"/>
                  </a:lnTo>
                  <a:lnTo>
                    <a:pt x="354705" y="1430742"/>
                  </a:lnTo>
                  <a:lnTo>
                    <a:pt x="355366" y="1430742"/>
                  </a:lnTo>
                  <a:lnTo>
                    <a:pt x="356026" y="1430742"/>
                  </a:lnTo>
                  <a:lnTo>
                    <a:pt x="356687" y="1430742"/>
                  </a:lnTo>
                  <a:lnTo>
                    <a:pt x="357347" y="1430742"/>
                  </a:lnTo>
                  <a:lnTo>
                    <a:pt x="358008" y="1430742"/>
                  </a:lnTo>
                  <a:lnTo>
                    <a:pt x="358668" y="1430742"/>
                  </a:lnTo>
                  <a:lnTo>
                    <a:pt x="359329" y="1430742"/>
                  </a:lnTo>
                  <a:lnTo>
                    <a:pt x="359989" y="1430742"/>
                  </a:lnTo>
                  <a:lnTo>
                    <a:pt x="360650" y="1430742"/>
                  </a:lnTo>
                  <a:lnTo>
                    <a:pt x="361311" y="1430742"/>
                  </a:lnTo>
                  <a:lnTo>
                    <a:pt x="361971" y="1430742"/>
                  </a:lnTo>
                  <a:lnTo>
                    <a:pt x="362632" y="1430742"/>
                  </a:lnTo>
                  <a:lnTo>
                    <a:pt x="363292" y="1430742"/>
                  </a:lnTo>
                  <a:lnTo>
                    <a:pt x="363953" y="1430742"/>
                  </a:lnTo>
                  <a:lnTo>
                    <a:pt x="364613" y="1430742"/>
                  </a:lnTo>
                  <a:lnTo>
                    <a:pt x="365274" y="1430742"/>
                  </a:lnTo>
                  <a:lnTo>
                    <a:pt x="365934" y="1430742"/>
                  </a:lnTo>
                  <a:lnTo>
                    <a:pt x="366595" y="1430742"/>
                  </a:lnTo>
                  <a:lnTo>
                    <a:pt x="367255" y="1430742"/>
                  </a:lnTo>
                  <a:lnTo>
                    <a:pt x="367916" y="1430742"/>
                  </a:lnTo>
                  <a:lnTo>
                    <a:pt x="368576" y="1430742"/>
                  </a:lnTo>
                  <a:lnTo>
                    <a:pt x="369237" y="1430742"/>
                  </a:lnTo>
                  <a:lnTo>
                    <a:pt x="369897" y="1430742"/>
                  </a:lnTo>
                  <a:lnTo>
                    <a:pt x="370558" y="1430742"/>
                  </a:lnTo>
                  <a:lnTo>
                    <a:pt x="371219" y="1430742"/>
                  </a:lnTo>
                  <a:lnTo>
                    <a:pt x="371879" y="1430742"/>
                  </a:lnTo>
                  <a:lnTo>
                    <a:pt x="372540" y="1430742"/>
                  </a:lnTo>
                  <a:lnTo>
                    <a:pt x="373200" y="1430742"/>
                  </a:lnTo>
                  <a:lnTo>
                    <a:pt x="373861" y="1430742"/>
                  </a:lnTo>
                  <a:lnTo>
                    <a:pt x="374521" y="1430742"/>
                  </a:lnTo>
                  <a:lnTo>
                    <a:pt x="375182" y="1389029"/>
                  </a:lnTo>
                  <a:lnTo>
                    <a:pt x="375842" y="1344324"/>
                  </a:lnTo>
                  <a:lnTo>
                    <a:pt x="376503" y="1305764"/>
                  </a:lnTo>
                  <a:lnTo>
                    <a:pt x="377163" y="1272661"/>
                  </a:lnTo>
                  <a:lnTo>
                    <a:pt x="377824" y="1242330"/>
                  </a:lnTo>
                  <a:lnTo>
                    <a:pt x="378484" y="1222892"/>
                  </a:lnTo>
                  <a:lnTo>
                    <a:pt x="379145" y="1222892"/>
                  </a:lnTo>
                  <a:lnTo>
                    <a:pt x="379805" y="1222892"/>
                  </a:lnTo>
                  <a:lnTo>
                    <a:pt x="380466" y="1250350"/>
                  </a:lnTo>
                  <a:lnTo>
                    <a:pt x="381127" y="1267898"/>
                  </a:lnTo>
                  <a:lnTo>
                    <a:pt x="381787" y="1267898"/>
                  </a:lnTo>
                  <a:lnTo>
                    <a:pt x="382448" y="1211071"/>
                  </a:lnTo>
                  <a:lnTo>
                    <a:pt x="383108" y="1153156"/>
                  </a:lnTo>
                  <a:lnTo>
                    <a:pt x="383769" y="1114127"/>
                  </a:lnTo>
                  <a:lnTo>
                    <a:pt x="384429" y="1112764"/>
                  </a:lnTo>
                  <a:lnTo>
                    <a:pt x="385090" y="1141370"/>
                  </a:lnTo>
                  <a:lnTo>
                    <a:pt x="385750" y="1209148"/>
                  </a:lnTo>
                  <a:lnTo>
                    <a:pt x="386411" y="1316787"/>
                  </a:lnTo>
                  <a:lnTo>
                    <a:pt x="387071" y="1403955"/>
                  </a:lnTo>
                  <a:lnTo>
                    <a:pt x="387732" y="1430742"/>
                  </a:lnTo>
                  <a:lnTo>
                    <a:pt x="388392" y="1403955"/>
                  </a:lnTo>
                  <a:lnTo>
                    <a:pt x="389053" y="1379501"/>
                  </a:lnTo>
                  <a:lnTo>
                    <a:pt x="389713" y="1336177"/>
                  </a:lnTo>
                  <a:lnTo>
                    <a:pt x="390374" y="1281610"/>
                  </a:lnTo>
                  <a:lnTo>
                    <a:pt x="391035" y="1250350"/>
                  </a:lnTo>
                  <a:lnTo>
                    <a:pt x="391695" y="1235935"/>
                  </a:lnTo>
                  <a:lnTo>
                    <a:pt x="392356" y="1235935"/>
                  </a:lnTo>
                  <a:lnTo>
                    <a:pt x="393016" y="1235935"/>
                  </a:lnTo>
                  <a:lnTo>
                    <a:pt x="393677" y="1265546"/>
                  </a:lnTo>
                  <a:lnTo>
                    <a:pt x="394337" y="1298649"/>
                  </a:lnTo>
                  <a:lnTo>
                    <a:pt x="394998" y="1336177"/>
                  </a:lnTo>
                  <a:lnTo>
                    <a:pt x="395658" y="1357005"/>
                  </a:lnTo>
                  <a:lnTo>
                    <a:pt x="396319" y="1403955"/>
                  </a:lnTo>
                  <a:lnTo>
                    <a:pt x="396979" y="1403955"/>
                  </a:lnTo>
                  <a:lnTo>
                    <a:pt x="397640" y="1357005"/>
                  </a:lnTo>
                  <a:lnTo>
                    <a:pt x="398300" y="1298649"/>
                  </a:lnTo>
                  <a:lnTo>
                    <a:pt x="398961" y="1245220"/>
                  </a:lnTo>
                  <a:lnTo>
                    <a:pt x="399621" y="1180624"/>
                  </a:lnTo>
                  <a:lnTo>
                    <a:pt x="400282" y="1128136"/>
                  </a:lnTo>
                  <a:lnTo>
                    <a:pt x="400942" y="1109608"/>
                  </a:lnTo>
                  <a:lnTo>
                    <a:pt x="401603" y="1092227"/>
                  </a:lnTo>
                  <a:lnTo>
                    <a:pt x="402264" y="1095193"/>
                  </a:lnTo>
                  <a:lnTo>
                    <a:pt x="402924" y="1121979"/>
                  </a:lnTo>
                  <a:lnTo>
                    <a:pt x="403585" y="1173220"/>
                  </a:lnTo>
                  <a:lnTo>
                    <a:pt x="404245" y="1222222"/>
                  </a:lnTo>
                  <a:lnTo>
                    <a:pt x="404906" y="1298649"/>
                  </a:lnTo>
                  <a:lnTo>
                    <a:pt x="405566" y="1357005"/>
                  </a:lnTo>
                  <a:lnTo>
                    <a:pt x="406227" y="1403955"/>
                  </a:lnTo>
                  <a:lnTo>
                    <a:pt x="406887" y="1430742"/>
                  </a:lnTo>
                  <a:lnTo>
                    <a:pt x="407548" y="1430742"/>
                  </a:lnTo>
                  <a:lnTo>
                    <a:pt x="408208" y="1430742"/>
                  </a:lnTo>
                  <a:lnTo>
                    <a:pt x="408869" y="1430742"/>
                  </a:lnTo>
                  <a:lnTo>
                    <a:pt x="409529" y="1430742"/>
                  </a:lnTo>
                  <a:lnTo>
                    <a:pt x="410190" y="1403955"/>
                  </a:lnTo>
                  <a:lnTo>
                    <a:pt x="410850" y="1351652"/>
                  </a:lnTo>
                  <a:lnTo>
                    <a:pt x="411511" y="1261669"/>
                  </a:lnTo>
                  <a:lnTo>
                    <a:pt x="412172" y="1205972"/>
                  </a:lnTo>
                  <a:lnTo>
                    <a:pt x="412832" y="1193616"/>
                  </a:lnTo>
                  <a:lnTo>
                    <a:pt x="413493" y="1205972"/>
                  </a:lnTo>
                  <a:lnTo>
                    <a:pt x="414153" y="1222222"/>
                  </a:lnTo>
                  <a:lnTo>
                    <a:pt x="414814" y="1243050"/>
                  </a:lnTo>
                  <a:lnTo>
                    <a:pt x="415474" y="1202832"/>
                  </a:lnTo>
                  <a:lnTo>
                    <a:pt x="416135" y="1156844"/>
                  </a:lnTo>
                  <a:lnTo>
                    <a:pt x="416795" y="1132478"/>
                  </a:lnTo>
                  <a:lnTo>
                    <a:pt x="417456" y="1113672"/>
                  </a:lnTo>
                  <a:lnTo>
                    <a:pt x="418116" y="1137383"/>
                  </a:lnTo>
                  <a:lnTo>
                    <a:pt x="418777" y="1216919"/>
                  </a:lnTo>
                  <a:lnTo>
                    <a:pt x="419437" y="1275074"/>
                  </a:lnTo>
                  <a:lnTo>
                    <a:pt x="420098" y="1263214"/>
                  </a:lnTo>
                  <a:lnTo>
                    <a:pt x="420758" y="1248140"/>
                  </a:lnTo>
                  <a:lnTo>
                    <a:pt x="421419" y="1220222"/>
                  </a:lnTo>
                  <a:lnTo>
                    <a:pt x="422080" y="1194828"/>
                  </a:lnTo>
                  <a:lnTo>
                    <a:pt x="422740" y="1182942"/>
                  </a:lnTo>
                  <a:lnTo>
                    <a:pt x="423401" y="1220887"/>
                  </a:lnTo>
                  <a:lnTo>
                    <a:pt x="424061" y="1279962"/>
                  </a:lnTo>
                  <a:lnTo>
                    <a:pt x="424722" y="1329238"/>
                  </a:lnTo>
                  <a:lnTo>
                    <a:pt x="425382" y="1329238"/>
                  </a:lnTo>
                  <a:lnTo>
                    <a:pt x="426043" y="1329238"/>
                  </a:lnTo>
                  <a:lnTo>
                    <a:pt x="426703" y="1312142"/>
                  </a:lnTo>
                  <a:lnTo>
                    <a:pt x="427364" y="1312142"/>
                  </a:lnTo>
                  <a:lnTo>
                    <a:pt x="428024" y="1265546"/>
                  </a:lnTo>
                  <a:lnTo>
                    <a:pt x="428685" y="1250350"/>
                  </a:lnTo>
                  <a:lnTo>
                    <a:pt x="429345" y="1250350"/>
                  </a:lnTo>
                  <a:lnTo>
                    <a:pt x="430006" y="1250350"/>
                  </a:lnTo>
                  <a:lnTo>
                    <a:pt x="430666" y="1250350"/>
                  </a:lnTo>
                  <a:lnTo>
                    <a:pt x="431327" y="1298649"/>
                  </a:lnTo>
                  <a:lnTo>
                    <a:pt x="431987" y="1357005"/>
                  </a:lnTo>
                  <a:lnTo>
                    <a:pt x="432648" y="1379501"/>
                  </a:lnTo>
                  <a:lnTo>
                    <a:pt x="433309" y="1351652"/>
                  </a:lnTo>
                  <a:lnTo>
                    <a:pt x="433969" y="1284101"/>
                  </a:lnTo>
                  <a:lnTo>
                    <a:pt x="434630" y="1238050"/>
                  </a:lnTo>
                  <a:lnTo>
                    <a:pt x="435290" y="1211071"/>
                  </a:lnTo>
                  <a:lnTo>
                    <a:pt x="435951" y="1209148"/>
                  </a:lnTo>
                  <a:lnTo>
                    <a:pt x="436611" y="1225588"/>
                  </a:lnTo>
                  <a:lnTo>
                    <a:pt x="437272" y="1279141"/>
                  </a:lnTo>
                  <a:lnTo>
                    <a:pt x="437932" y="1333182"/>
                  </a:lnTo>
                  <a:lnTo>
                    <a:pt x="438593" y="1376010"/>
                  </a:lnTo>
                  <a:lnTo>
                    <a:pt x="439253" y="1316787"/>
                  </a:lnTo>
                  <a:lnTo>
                    <a:pt x="439914" y="1196655"/>
                  </a:lnTo>
                  <a:lnTo>
                    <a:pt x="440574" y="1093071"/>
                  </a:lnTo>
                  <a:lnTo>
                    <a:pt x="441235" y="988426"/>
                  </a:lnTo>
                  <a:lnTo>
                    <a:pt x="441895" y="912346"/>
                  </a:lnTo>
                  <a:lnTo>
                    <a:pt x="442556" y="905325"/>
                  </a:lnTo>
                  <a:lnTo>
                    <a:pt x="443217" y="932611"/>
                  </a:lnTo>
                  <a:lnTo>
                    <a:pt x="443877" y="958873"/>
                  </a:lnTo>
                  <a:lnTo>
                    <a:pt x="444538" y="1023428"/>
                  </a:lnTo>
                  <a:lnTo>
                    <a:pt x="445198" y="1098620"/>
                  </a:lnTo>
                  <a:lnTo>
                    <a:pt x="445859" y="1088461"/>
                  </a:lnTo>
                  <a:lnTo>
                    <a:pt x="446519" y="1096901"/>
                  </a:lnTo>
                  <a:lnTo>
                    <a:pt x="447180" y="1143384"/>
                  </a:lnTo>
                  <a:lnTo>
                    <a:pt x="447840" y="1187045"/>
                  </a:lnTo>
                  <a:lnTo>
                    <a:pt x="448501" y="1253324"/>
                  </a:lnTo>
                  <a:lnTo>
                    <a:pt x="449161" y="1379501"/>
                  </a:lnTo>
                  <a:lnTo>
                    <a:pt x="449822" y="1430742"/>
                  </a:lnTo>
                  <a:lnTo>
                    <a:pt x="450482" y="1430742"/>
                  </a:lnTo>
                  <a:lnTo>
                    <a:pt x="451143" y="1430742"/>
                  </a:lnTo>
                  <a:lnTo>
                    <a:pt x="451803" y="1430742"/>
                  </a:lnTo>
                  <a:lnTo>
                    <a:pt x="452464" y="1430742"/>
                  </a:lnTo>
                  <a:lnTo>
                    <a:pt x="453125" y="1430742"/>
                  </a:lnTo>
                  <a:lnTo>
                    <a:pt x="453785" y="1403955"/>
                  </a:lnTo>
                  <a:lnTo>
                    <a:pt x="454446" y="1379501"/>
                  </a:lnTo>
                  <a:lnTo>
                    <a:pt x="455106" y="1336177"/>
                  </a:lnTo>
                  <a:lnTo>
                    <a:pt x="455767" y="1298649"/>
                  </a:lnTo>
                  <a:lnTo>
                    <a:pt x="456427" y="1225588"/>
                  </a:lnTo>
                  <a:lnTo>
                    <a:pt x="457088" y="1187636"/>
                  </a:lnTo>
                  <a:lnTo>
                    <a:pt x="457748" y="1146434"/>
                  </a:lnTo>
                  <a:lnTo>
                    <a:pt x="458409" y="1136395"/>
                  </a:lnTo>
                  <a:lnTo>
                    <a:pt x="459069" y="1136395"/>
                  </a:lnTo>
                  <a:lnTo>
                    <a:pt x="459730" y="1176045"/>
                  </a:lnTo>
                  <a:lnTo>
                    <a:pt x="460390" y="1209787"/>
                  </a:lnTo>
                  <a:lnTo>
                    <a:pt x="461051" y="1247407"/>
                  </a:lnTo>
                  <a:lnTo>
                    <a:pt x="461711" y="1278323"/>
                  </a:lnTo>
                  <a:lnTo>
                    <a:pt x="462372" y="1313064"/>
                  </a:lnTo>
                  <a:lnTo>
                    <a:pt x="463033" y="1332191"/>
                  </a:lnTo>
                  <a:lnTo>
                    <a:pt x="463693" y="1357005"/>
                  </a:lnTo>
                  <a:lnTo>
                    <a:pt x="464354" y="1403955"/>
                  </a:lnTo>
                  <a:lnTo>
                    <a:pt x="465014" y="1430742"/>
                  </a:lnTo>
                  <a:lnTo>
                    <a:pt x="465675" y="1403955"/>
                  </a:lnTo>
                  <a:lnTo>
                    <a:pt x="466335" y="1336177"/>
                  </a:lnTo>
                  <a:lnTo>
                    <a:pt x="466996" y="1265546"/>
                  </a:lnTo>
                  <a:lnTo>
                    <a:pt x="467656" y="1250350"/>
                  </a:lnTo>
                  <a:lnTo>
                    <a:pt x="468317" y="1250350"/>
                  </a:lnTo>
                  <a:lnTo>
                    <a:pt x="468977" y="1250350"/>
                  </a:lnTo>
                  <a:lnTo>
                    <a:pt x="469638" y="1257087"/>
                  </a:lnTo>
                  <a:lnTo>
                    <a:pt x="470298" y="1257087"/>
                  </a:lnTo>
                  <a:lnTo>
                    <a:pt x="470959" y="1190013"/>
                  </a:lnTo>
                  <a:lnTo>
                    <a:pt x="471619" y="1156314"/>
                  </a:lnTo>
                  <a:lnTo>
                    <a:pt x="472280" y="1126227"/>
                  </a:lnTo>
                  <a:lnTo>
                    <a:pt x="472940" y="1103841"/>
                  </a:lnTo>
                  <a:lnTo>
                    <a:pt x="473601" y="1109608"/>
                  </a:lnTo>
                  <a:lnTo>
                    <a:pt x="474262" y="1112311"/>
                  </a:lnTo>
                  <a:lnTo>
                    <a:pt x="474922" y="1079460"/>
                  </a:lnTo>
                  <a:lnTo>
                    <a:pt x="475583" y="1076257"/>
                  </a:lnTo>
                  <a:lnTo>
                    <a:pt x="476243" y="1096046"/>
                  </a:lnTo>
                  <a:lnTo>
                    <a:pt x="476904" y="1116873"/>
                  </a:lnTo>
                  <a:lnTo>
                    <a:pt x="477564" y="1155258"/>
                  </a:lnTo>
                  <a:lnTo>
                    <a:pt x="478225" y="1199109"/>
                  </a:lnTo>
                  <a:lnTo>
                    <a:pt x="478885" y="1204084"/>
                  </a:lnTo>
                  <a:lnTo>
                    <a:pt x="479546" y="1211714"/>
                  </a:lnTo>
                  <a:lnTo>
                    <a:pt x="480206" y="1224912"/>
                  </a:lnTo>
                  <a:lnTo>
                    <a:pt x="480867" y="1250350"/>
                  </a:lnTo>
                  <a:lnTo>
                    <a:pt x="481527" y="1298649"/>
                  </a:lnTo>
                  <a:lnTo>
                    <a:pt x="482188" y="1379501"/>
                  </a:lnTo>
                  <a:lnTo>
                    <a:pt x="482848" y="1430742"/>
                  </a:lnTo>
                  <a:lnTo>
                    <a:pt x="483509" y="1430742"/>
                  </a:lnTo>
                  <a:lnTo>
                    <a:pt x="484170" y="1430742"/>
                  </a:lnTo>
                  <a:lnTo>
                    <a:pt x="484830" y="1430742"/>
                  </a:lnTo>
                  <a:lnTo>
                    <a:pt x="485491" y="1430742"/>
                  </a:lnTo>
                  <a:lnTo>
                    <a:pt x="486151" y="1430742"/>
                  </a:lnTo>
                  <a:lnTo>
                    <a:pt x="486812" y="1430742"/>
                  </a:lnTo>
                  <a:lnTo>
                    <a:pt x="487472" y="1403955"/>
                  </a:lnTo>
                  <a:lnTo>
                    <a:pt x="488133" y="1336177"/>
                  </a:lnTo>
                  <a:lnTo>
                    <a:pt x="488793" y="1298649"/>
                  </a:lnTo>
                  <a:lnTo>
                    <a:pt x="489454" y="1265546"/>
                  </a:lnTo>
                  <a:lnTo>
                    <a:pt x="490114" y="1235935"/>
                  </a:lnTo>
                  <a:lnTo>
                    <a:pt x="490775" y="1206604"/>
                  </a:lnTo>
                  <a:lnTo>
                    <a:pt x="491435" y="1170981"/>
                  </a:lnTo>
                  <a:lnTo>
                    <a:pt x="492096" y="1102090"/>
                  </a:lnTo>
                  <a:lnTo>
                    <a:pt x="492756" y="1054067"/>
                  </a:lnTo>
                  <a:lnTo>
                    <a:pt x="493417" y="1020475"/>
                  </a:lnTo>
                  <a:lnTo>
                    <a:pt x="494078" y="1014340"/>
                  </a:lnTo>
                  <a:lnTo>
                    <a:pt x="494738" y="1048242"/>
                  </a:lnTo>
                  <a:lnTo>
                    <a:pt x="495399" y="1095193"/>
                  </a:lnTo>
                  <a:lnTo>
                    <a:pt x="496059" y="1141370"/>
                  </a:lnTo>
                  <a:lnTo>
                    <a:pt x="496720" y="1194828"/>
                  </a:lnTo>
                  <a:lnTo>
                    <a:pt x="497380" y="1250350"/>
                  </a:lnTo>
                  <a:lnTo>
                    <a:pt x="498041" y="1265546"/>
                  </a:lnTo>
                  <a:lnTo>
                    <a:pt x="498701" y="1301296"/>
                  </a:lnTo>
                  <a:lnTo>
                    <a:pt x="499362" y="1339205"/>
                  </a:lnTo>
                  <a:lnTo>
                    <a:pt x="500022" y="1339205"/>
                  </a:lnTo>
                  <a:lnTo>
                    <a:pt x="500683" y="1319612"/>
                  </a:lnTo>
                  <a:lnTo>
                    <a:pt x="501343" y="1319612"/>
                  </a:lnTo>
                  <a:lnTo>
                    <a:pt x="502004" y="1316787"/>
                  </a:lnTo>
                  <a:lnTo>
                    <a:pt x="502664" y="1298649"/>
                  </a:lnTo>
                  <a:lnTo>
                    <a:pt x="503325" y="1311222"/>
                  </a:lnTo>
                  <a:lnTo>
                    <a:pt x="503985" y="1311222"/>
                  </a:lnTo>
                  <a:lnTo>
                    <a:pt x="504646" y="1276694"/>
                  </a:lnTo>
                  <a:lnTo>
                    <a:pt x="505307" y="1260900"/>
                  </a:lnTo>
                  <a:lnTo>
                    <a:pt x="505967" y="1245947"/>
                  </a:lnTo>
                  <a:lnTo>
                    <a:pt x="506628" y="1235935"/>
                  </a:lnTo>
                  <a:lnTo>
                    <a:pt x="507288" y="1250350"/>
                  </a:lnTo>
                  <a:lnTo>
                    <a:pt x="507949" y="1281610"/>
                  </a:lnTo>
                  <a:lnTo>
                    <a:pt x="508609" y="1316787"/>
                  </a:lnTo>
                  <a:lnTo>
                    <a:pt x="509270" y="1379501"/>
                  </a:lnTo>
                  <a:lnTo>
                    <a:pt x="509930" y="1430742"/>
                  </a:lnTo>
                  <a:lnTo>
                    <a:pt x="510591" y="1430742"/>
                  </a:lnTo>
                  <a:lnTo>
                    <a:pt x="511251" y="1430742"/>
                  </a:lnTo>
                  <a:lnTo>
                    <a:pt x="511912" y="1430742"/>
                  </a:lnTo>
                  <a:lnTo>
                    <a:pt x="512572" y="1403955"/>
                  </a:lnTo>
                  <a:lnTo>
                    <a:pt x="513233" y="1357005"/>
                  </a:lnTo>
                  <a:lnTo>
                    <a:pt x="513893" y="1328260"/>
                  </a:lnTo>
                  <a:lnTo>
                    <a:pt x="514554" y="1328260"/>
                  </a:lnTo>
                  <a:lnTo>
                    <a:pt x="515215" y="1328260"/>
                  </a:lnTo>
                  <a:lnTo>
                    <a:pt x="515875" y="1348488"/>
                  </a:lnTo>
                  <a:lnTo>
                    <a:pt x="516536" y="1393917"/>
                  </a:lnTo>
                  <a:lnTo>
                    <a:pt x="517196" y="1430742"/>
                  </a:lnTo>
                  <a:lnTo>
                    <a:pt x="517857" y="1430742"/>
                  </a:lnTo>
                  <a:lnTo>
                    <a:pt x="518517" y="1430742"/>
                  </a:lnTo>
                  <a:lnTo>
                    <a:pt x="519178" y="1379501"/>
                  </a:lnTo>
                  <a:lnTo>
                    <a:pt x="519838" y="1281610"/>
                  </a:lnTo>
                  <a:lnTo>
                    <a:pt x="520499" y="1199109"/>
                  </a:lnTo>
                  <a:lnTo>
                    <a:pt x="521159" y="1145414"/>
                  </a:lnTo>
                  <a:lnTo>
                    <a:pt x="521820" y="1090129"/>
                  </a:lnTo>
                  <a:lnTo>
                    <a:pt x="522480" y="1073878"/>
                  </a:lnTo>
                  <a:lnTo>
                    <a:pt x="523141" y="1116414"/>
                  </a:lnTo>
                  <a:lnTo>
                    <a:pt x="523801" y="1175478"/>
                  </a:lnTo>
                  <a:lnTo>
                    <a:pt x="524462" y="1235935"/>
                  </a:lnTo>
                  <a:lnTo>
                    <a:pt x="525123" y="1336177"/>
                  </a:lnTo>
                  <a:lnTo>
                    <a:pt x="525783" y="1430742"/>
                  </a:lnTo>
                  <a:lnTo>
                    <a:pt x="526444" y="1430742"/>
                  </a:lnTo>
                  <a:lnTo>
                    <a:pt x="527104" y="1430742"/>
                  </a:lnTo>
                  <a:lnTo>
                    <a:pt x="527765" y="1430742"/>
                  </a:lnTo>
                  <a:lnTo>
                    <a:pt x="528425" y="1430742"/>
                  </a:lnTo>
                  <a:lnTo>
                    <a:pt x="529086" y="1430742"/>
                  </a:lnTo>
                  <a:lnTo>
                    <a:pt x="529746" y="1403955"/>
                  </a:lnTo>
                  <a:lnTo>
                    <a:pt x="530407" y="1379501"/>
                  </a:lnTo>
                  <a:lnTo>
                    <a:pt x="531067" y="1336177"/>
                  </a:lnTo>
                  <a:lnTo>
                    <a:pt x="531728" y="1281610"/>
                  </a:lnTo>
                  <a:lnTo>
                    <a:pt x="532388" y="1254073"/>
                  </a:lnTo>
                  <a:lnTo>
                    <a:pt x="533049" y="1269477"/>
                  </a:lnTo>
                  <a:lnTo>
                    <a:pt x="533709" y="1285774"/>
                  </a:lnTo>
                  <a:lnTo>
                    <a:pt x="534370" y="1321511"/>
                  </a:lnTo>
                  <a:lnTo>
                    <a:pt x="535031" y="1385418"/>
                  </a:lnTo>
                  <a:lnTo>
                    <a:pt x="535691" y="1430742"/>
                  </a:lnTo>
                  <a:lnTo>
                    <a:pt x="536352" y="1430742"/>
                  </a:lnTo>
                  <a:lnTo>
                    <a:pt x="537012" y="1379501"/>
                  </a:lnTo>
                  <a:lnTo>
                    <a:pt x="537673" y="1336177"/>
                  </a:lnTo>
                  <a:lnTo>
                    <a:pt x="538333" y="1300411"/>
                  </a:lnTo>
                  <a:lnTo>
                    <a:pt x="538994" y="1300411"/>
                  </a:lnTo>
                  <a:lnTo>
                    <a:pt x="539654" y="1300411"/>
                  </a:lnTo>
                  <a:lnTo>
                    <a:pt x="540315" y="1338192"/>
                  </a:lnTo>
                  <a:lnTo>
                    <a:pt x="540975" y="1381853"/>
                  </a:lnTo>
                  <a:lnTo>
                    <a:pt x="541636" y="1403955"/>
                  </a:lnTo>
                  <a:lnTo>
                    <a:pt x="542296" y="1357005"/>
                  </a:lnTo>
                  <a:lnTo>
                    <a:pt x="542957" y="1336177"/>
                  </a:lnTo>
                  <a:lnTo>
                    <a:pt x="543617" y="1336177"/>
                  </a:lnTo>
                  <a:lnTo>
                    <a:pt x="544278" y="1336177"/>
                  </a:lnTo>
                  <a:lnTo>
                    <a:pt x="544938" y="1357005"/>
                  </a:lnTo>
                  <a:lnTo>
                    <a:pt x="545599" y="1379501"/>
                  </a:lnTo>
                  <a:lnTo>
                    <a:pt x="546260" y="1357005"/>
                  </a:lnTo>
                  <a:lnTo>
                    <a:pt x="546920" y="1328260"/>
                  </a:lnTo>
                  <a:lnTo>
                    <a:pt x="547581" y="1309391"/>
                  </a:lnTo>
                  <a:lnTo>
                    <a:pt x="548241" y="1309391"/>
                  </a:lnTo>
                  <a:lnTo>
                    <a:pt x="548902" y="1328260"/>
                  </a:lnTo>
                  <a:lnTo>
                    <a:pt x="549562" y="1370286"/>
                  </a:lnTo>
                  <a:lnTo>
                    <a:pt x="550223" y="1403955"/>
                  </a:lnTo>
                  <a:lnTo>
                    <a:pt x="550883" y="1430742"/>
                  </a:lnTo>
                  <a:lnTo>
                    <a:pt x="551544" y="1430742"/>
                  </a:lnTo>
                  <a:lnTo>
                    <a:pt x="552204" y="1430742"/>
                  </a:lnTo>
                  <a:lnTo>
                    <a:pt x="552865" y="1430742"/>
                  </a:lnTo>
                  <a:lnTo>
                    <a:pt x="553525" y="1430742"/>
                  </a:lnTo>
                  <a:lnTo>
                    <a:pt x="554186" y="1430742"/>
                  </a:lnTo>
                  <a:lnTo>
                    <a:pt x="554846" y="1403955"/>
                  </a:lnTo>
                  <a:lnTo>
                    <a:pt x="555507" y="1357005"/>
                  </a:lnTo>
                  <a:lnTo>
                    <a:pt x="556168" y="1336177"/>
                  </a:lnTo>
                  <a:lnTo>
                    <a:pt x="556828" y="1336177"/>
                  </a:lnTo>
                  <a:lnTo>
                    <a:pt x="557489" y="1336177"/>
                  </a:lnTo>
                  <a:lnTo>
                    <a:pt x="558149" y="1357005"/>
                  </a:lnTo>
                  <a:lnTo>
                    <a:pt x="558810" y="1403955"/>
                  </a:lnTo>
                  <a:lnTo>
                    <a:pt x="559470" y="1430742"/>
                  </a:lnTo>
                  <a:lnTo>
                    <a:pt x="560131" y="1430742"/>
                  </a:lnTo>
                  <a:lnTo>
                    <a:pt x="560791" y="1430742"/>
                  </a:lnTo>
                  <a:lnTo>
                    <a:pt x="561452" y="1430742"/>
                  </a:lnTo>
                  <a:lnTo>
                    <a:pt x="562112" y="1430742"/>
                  </a:lnTo>
                  <a:lnTo>
                    <a:pt x="562773" y="1430742"/>
                  </a:lnTo>
                  <a:lnTo>
                    <a:pt x="563433" y="1430742"/>
                  </a:lnTo>
                  <a:lnTo>
                    <a:pt x="564094" y="1430742"/>
                  </a:lnTo>
                  <a:lnTo>
                    <a:pt x="564754" y="1430742"/>
                  </a:lnTo>
                  <a:lnTo>
                    <a:pt x="565415" y="1430742"/>
                  </a:lnTo>
                  <a:lnTo>
                    <a:pt x="566076" y="1430742"/>
                  </a:lnTo>
                  <a:lnTo>
                    <a:pt x="566736" y="1430742"/>
                  </a:lnTo>
                  <a:lnTo>
                    <a:pt x="567397" y="1430742"/>
                  </a:lnTo>
                  <a:lnTo>
                    <a:pt x="568057" y="1430742"/>
                  </a:lnTo>
                  <a:lnTo>
                    <a:pt x="568718" y="1430742"/>
                  </a:lnTo>
                  <a:lnTo>
                    <a:pt x="569378" y="1430742"/>
                  </a:lnTo>
                  <a:lnTo>
                    <a:pt x="570039" y="1430742"/>
                  </a:lnTo>
                  <a:lnTo>
                    <a:pt x="570699" y="1387820"/>
                  </a:lnTo>
                  <a:lnTo>
                    <a:pt x="571360" y="1304865"/>
                  </a:lnTo>
                  <a:lnTo>
                    <a:pt x="572020" y="1226946"/>
                  </a:lnTo>
                  <a:lnTo>
                    <a:pt x="572681" y="1200964"/>
                  </a:lnTo>
                  <a:lnTo>
                    <a:pt x="573341" y="1177183"/>
                  </a:lnTo>
                  <a:lnTo>
                    <a:pt x="574002" y="1173220"/>
                  </a:lnTo>
                  <a:lnTo>
                    <a:pt x="574662" y="1209148"/>
                  </a:lnTo>
                  <a:lnTo>
                    <a:pt x="575323" y="1265546"/>
                  </a:lnTo>
                  <a:lnTo>
                    <a:pt x="575983" y="1277507"/>
                  </a:lnTo>
                  <a:lnTo>
                    <a:pt x="576644" y="1277507"/>
                  </a:lnTo>
                  <a:lnTo>
                    <a:pt x="577305" y="1294291"/>
                  </a:lnTo>
                  <a:lnTo>
                    <a:pt x="577965" y="1312142"/>
                  </a:lnTo>
                  <a:lnTo>
                    <a:pt x="578626" y="1331203"/>
                  </a:lnTo>
                  <a:lnTo>
                    <a:pt x="579286" y="1357005"/>
                  </a:lnTo>
                  <a:lnTo>
                    <a:pt x="579947" y="1379501"/>
                  </a:lnTo>
                  <a:lnTo>
                    <a:pt x="580607" y="1357005"/>
                  </a:lnTo>
                  <a:lnTo>
                    <a:pt x="581268" y="1316787"/>
                  </a:lnTo>
                  <a:lnTo>
                    <a:pt x="581928" y="1312142"/>
                  </a:lnTo>
                  <a:lnTo>
                    <a:pt x="582589" y="1294291"/>
                  </a:lnTo>
                  <a:lnTo>
                    <a:pt x="583249" y="1261669"/>
                  </a:lnTo>
                  <a:lnTo>
                    <a:pt x="583910" y="1251834"/>
                  </a:lnTo>
                  <a:lnTo>
                    <a:pt x="584570" y="1251834"/>
                  </a:lnTo>
                  <a:lnTo>
                    <a:pt x="585231" y="1240896"/>
                  </a:lnTo>
                  <a:lnTo>
                    <a:pt x="585891" y="1255576"/>
                  </a:lnTo>
                  <a:lnTo>
                    <a:pt x="586552" y="1287457"/>
                  </a:lnTo>
                  <a:lnTo>
                    <a:pt x="587213" y="1316787"/>
                  </a:lnTo>
                  <a:lnTo>
                    <a:pt x="587873" y="1336177"/>
                  </a:lnTo>
                  <a:lnTo>
                    <a:pt x="588534" y="1316787"/>
                  </a:lnTo>
                  <a:lnTo>
                    <a:pt x="589194" y="1298649"/>
                  </a:lnTo>
                  <a:lnTo>
                    <a:pt x="589855" y="1298649"/>
                  </a:lnTo>
                  <a:lnTo>
                    <a:pt x="590515" y="1298649"/>
                  </a:lnTo>
                  <a:lnTo>
                    <a:pt x="591176" y="1298649"/>
                  </a:lnTo>
                  <a:lnTo>
                    <a:pt x="591836" y="1336177"/>
                  </a:lnTo>
                  <a:lnTo>
                    <a:pt x="592497" y="1357005"/>
                  </a:lnTo>
                  <a:lnTo>
                    <a:pt x="593157" y="1357005"/>
                  </a:lnTo>
                  <a:lnTo>
                    <a:pt x="593818" y="1357005"/>
                  </a:lnTo>
                  <a:lnTo>
                    <a:pt x="594478" y="1336177"/>
                  </a:lnTo>
                  <a:lnTo>
                    <a:pt x="595139" y="1316787"/>
                  </a:lnTo>
                  <a:lnTo>
                    <a:pt x="595799" y="1303968"/>
                  </a:lnTo>
                  <a:lnTo>
                    <a:pt x="596460" y="1322465"/>
                  </a:lnTo>
                  <a:lnTo>
                    <a:pt x="597121" y="1342265"/>
                  </a:lnTo>
                  <a:lnTo>
                    <a:pt x="597781" y="1386617"/>
                  </a:lnTo>
                  <a:lnTo>
                    <a:pt x="598442" y="1411727"/>
                  </a:lnTo>
                  <a:lnTo>
                    <a:pt x="599102" y="1430742"/>
                  </a:lnTo>
                  <a:lnTo>
                    <a:pt x="599763" y="1430742"/>
                  </a:lnTo>
                  <a:lnTo>
                    <a:pt x="600423" y="1430742"/>
                  </a:lnTo>
                  <a:lnTo>
                    <a:pt x="601084" y="1430742"/>
                  </a:lnTo>
                  <a:lnTo>
                    <a:pt x="601744" y="1430742"/>
                  </a:lnTo>
                  <a:lnTo>
                    <a:pt x="602405" y="1430742"/>
                  </a:lnTo>
                  <a:lnTo>
                    <a:pt x="603065" y="1430742"/>
                  </a:lnTo>
                  <a:lnTo>
                    <a:pt x="603726" y="1430742"/>
                  </a:lnTo>
                  <a:lnTo>
                    <a:pt x="604386" y="1430742"/>
                  </a:lnTo>
                  <a:lnTo>
                    <a:pt x="605047" y="1430742"/>
                  </a:lnTo>
                  <a:lnTo>
                    <a:pt x="605707" y="1403955"/>
                  </a:lnTo>
                  <a:lnTo>
                    <a:pt x="606368" y="1357005"/>
                  </a:lnTo>
                  <a:lnTo>
                    <a:pt x="607029" y="1316787"/>
                  </a:lnTo>
                  <a:lnTo>
                    <a:pt x="607689" y="1316787"/>
                  </a:lnTo>
                  <a:lnTo>
                    <a:pt x="608350" y="1316787"/>
                  </a:lnTo>
                  <a:lnTo>
                    <a:pt x="609010" y="1336177"/>
                  </a:lnTo>
                  <a:lnTo>
                    <a:pt x="609671" y="1379501"/>
                  </a:lnTo>
                  <a:lnTo>
                    <a:pt x="610331" y="1430742"/>
                  </a:lnTo>
                  <a:lnTo>
                    <a:pt x="610992" y="1430742"/>
                  </a:lnTo>
                  <a:lnTo>
                    <a:pt x="611652" y="1430742"/>
                  </a:lnTo>
                  <a:lnTo>
                    <a:pt x="612313" y="1430742"/>
                  </a:lnTo>
                  <a:lnTo>
                    <a:pt x="612973" y="1430742"/>
                  </a:lnTo>
                  <a:lnTo>
                    <a:pt x="613634" y="1430742"/>
                  </a:lnTo>
                  <a:lnTo>
                    <a:pt x="614294" y="1379501"/>
                  </a:lnTo>
                  <a:lnTo>
                    <a:pt x="614955" y="1298649"/>
                  </a:lnTo>
                  <a:lnTo>
                    <a:pt x="615615" y="1250350"/>
                  </a:lnTo>
                  <a:lnTo>
                    <a:pt x="616276" y="1222222"/>
                  </a:lnTo>
                  <a:lnTo>
                    <a:pt x="616936" y="1196655"/>
                  </a:lnTo>
                  <a:lnTo>
                    <a:pt x="617597" y="1209148"/>
                  </a:lnTo>
                  <a:lnTo>
                    <a:pt x="618258" y="1265546"/>
                  </a:lnTo>
                  <a:lnTo>
                    <a:pt x="618918" y="1316787"/>
                  </a:lnTo>
                  <a:lnTo>
                    <a:pt x="619579" y="1336177"/>
                  </a:lnTo>
                  <a:lnTo>
                    <a:pt x="620239" y="1336177"/>
                  </a:lnTo>
                  <a:lnTo>
                    <a:pt x="620900" y="1336177"/>
                  </a:lnTo>
                  <a:lnTo>
                    <a:pt x="621560" y="1336177"/>
                  </a:lnTo>
                  <a:lnTo>
                    <a:pt x="622221" y="1336177"/>
                  </a:lnTo>
                  <a:lnTo>
                    <a:pt x="622881" y="1357005"/>
                  </a:lnTo>
                  <a:lnTo>
                    <a:pt x="623542" y="1403955"/>
                  </a:lnTo>
                  <a:lnTo>
                    <a:pt x="624202" y="1430742"/>
                  </a:lnTo>
                  <a:lnTo>
                    <a:pt x="624863" y="1430742"/>
                  </a:lnTo>
                  <a:lnTo>
                    <a:pt x="625523" y="1430742"/>
                  </a:lnTo>
                  <a:lnTo>
                    <a:pt x="626184" y="1430742"/>
                  </a:lnTo>
                  <a:lnTo>
                    <a:pt x="626844" y="1430742"/>
                  </a:lnTo>
                  <a:lnTo>
                    <a:pt x="627505" y="1430742"/>
                  </a:lnTo>
                  <a:lnTo>
                    <a:pt x="628166" y="1430742"/>
                  </a:lnTo>
                  <a:lnTo>
                    <a:pt x="628826" y="1379501"/>
                  </a:lnTo>
                  <a:lnTo>
                    <a:pt x="629487" y="1336177"/>
                  </a:lnTo>
                  <a:lnTo>
                    <a:pt x="630147" y="1316787"/>
                  </a:lnTo>
                  <a:lnTo>
                    <a:pt x="630808" y="1298649"/>
                  </a:lnTo>
                  <a:lnTo>
                    <a:pt x="631468" y="1265546"/>
                  </a:lnTo>
                  <a:lnTo>
                    <a:pt x="632129" y="1281610"/>
                  </a:lnTo>
                  <a:lnTo>
                    <a:pt x="632789" y="1298649"/>
                  </a:lnTo>
                  <a:lnTo>
                    <a:pt x="633450" y="1298649"/>
                  </a:lnTo>
                  <a:lnTo>
                    <a:pt x="634110" y="1281610"/>
                  </a:lnTo>
                  <a:lnTo>
                    <a:pt x="634771" y="1298649"/>
                  </a:lnTo>
                  <a:lnTo>
                    <a:pt x="635431" y="1316787"/>
                  </a:lnTo>
                  <a:lnTo>
                    <a:pt x="636092" y="1336177"/>
                  </a:lnTo>
                  <a:lnTo>
                    <a:pt x="636752" y="1357005"/>
                  </a:lnTo>
                  <a:lnTo>
                    <a:pt x="637413" y="1403955"/>
                  </a:lnTo>
                  <a:lnTo>
                    <a:pt x="638074" y="1430742"/>
                  </a:lnTo>
                  <a:lnTo>
                    <a:pt x="638734" y="1430742"/>
                  </a:lnTo>
                  <a:lnTo>
                    <a:pt x="639395" y="1430742"/>
                  </a:lnTo>
                  <a:lnTo>
                    <a:pt x="640055" y="1430742"/>
                  </a:lnTo>
                  <a:lnTo>
                    <a:pt x="640716" y="1430742"/>
                  </a:lnTo>
                  <a:lnTo>
                    <a:pt x="641376" y="1430742"/>
                  </a:lnTo>
                  <a:lnTo>
                    <a:pt x="642037" y="1430742"/>
                  </a:lnTo>
                  <a:lnTo>
                    <a:pt x="642697" y="1430742"/>
                  </a:lnTo>
                  <a:lnTo>
                    <a:pt x="643358" y="1430742"/>
                  </a:lnTo>
                  <a:lnTo>
                    <a:pt x="644018" y="1430742"/>
                  </a:lnTo>
                  <a:lnTo>
                    <a:pt x="644679" y="1403955"/>
                  </a:lnTo>
                  <a:lnTo>
                    <a:pt x="645339" y="1357005"/>
                  </a:lnTo>
                  <a:lnTo>
                    <a:pt x="646000" y="1316787"/>
                  </a:lnTo>
                  <a:lnTo>
                    <a:pt x="646660" y="1290853"/>
                  </a:lnTo>
                  <a:lnTo>
                    <a:pt x="647321" y="1258606"/>
                  </a:lnTo>
                  <a:lnTo>
                    <a:pt x="647981" y="1243772"/>
                  </a:lnTo>
                  <a:lnTo>
                    <a:pt x="648642" y="1258606"/>
                  </a:lnTo>
                  <a:lnTo>
                    <a:pt x="649303" y="1290853"/>
                  </a:lnTo>
                  <a:lnTo>
                    <a:pt x="649963" y="1316787"/>
                  </a:lnTo>
                  <a:lnTo>
                    <a:pt x="650624" y="1357005"/>
                  </a:lnTo>
                  <a:lnTo>
                    <a:pt x="651284" y="1403955"/>
                  </a:lnTo>
                  <a:lnTo>
                    <a:pt x="651945" y="1430742"/>
                  </a:lnTo>
                  <a:lnTo>
                    <a:pt x="652605" y="1430742"/>
                  </a:lnTo>
                  <a:lnTo>
                    <a:pt x="653266" y="1430742"/>
                  </a:lnTo>
                  <a:lnTo>
                    <a:pt x="653926" y="1430742"/>
                  </a:lnTo>
                  <a:lnTo>
                    <a:pt x="654587" y="1430742"/>
                  </a:lnTo>
                  <a:lnTo>
                    <a:pt x="655247" y="1430742"/>
                  </a:lnTo>
                  <a:lnTo>
                    <a:pt x="655908" y="1430742"/>
                  </a:lnTo>
                  <a:lnTo>
                    <a:pt x="656568" y="1430742"/>
                  </a:lnTo>
                  <a:lnTo>
                    <a:pt x="657229" y="1430742"/>
                  </a:lnTo>
                  <a:lnTo>
                    <a:pt x="657889" y="1430742"/>
                  </a:lnTo>
                  <a:lnTo>
                    <a:pt x="658550" y="1430742"/>
                  </a:lnTo>
                  <a:lnTo>
                    <a:pt x="659211" y="1430742"/>
                  </a:lnTo>
                  <a:lnTo>
                    <a:pt x="659871" y="1430742"/>
                  </a:lnTo>
                  <a:lnTo>
                    <a:pt x="660532" y="1430742"/>
                  </a:lnTo>
                  <a:lnTo>
                    <a:pt x="661192" y="1430742"/>
                  </a:lnTo>
                  <a:lnTo>
                    <a:pt x="661853" y="1430742"/>
                  </a:lnTo>
                  <a:lnTo>
                    <a:pt x="662513" y="1430742"/>
                  </a:lnTo>
                  <a:lnTo>
                    <a:pt x="663174" y="1430742"/>
                  </a:lnTo>
                  <a:lnTo>
                    <a:pt x="663834" y="1430742"/>
                  </a:lnTo>
                  <a:lnTo>
                    <a:pt x="664495" y="1430742"/>
                  </a:lnTo>
                  <a:lnTo>
                    <a:pt x="665155" y="1430742"/>
                  </a:lnTo>
                  <a:lnTo>
                    <a:pt x="665816" y="1430742"/>
                  </a:lnTo>
                  <a:lnTo>
                    <a:pt x="666476" y="1430742"/>
                  </a:lnTo>
                  <a:lnTo>
                    <a:pt x="667137" y="1430742"/>
                  </a:lnTo>
                  <a:lnTo>
                    <a:pt x="667797" y="1430742"/>
                  </a:lnTo>
                  <a:lnTo>
                    <a:pt x="668458" y="1430742"/>
                  </a:lnTo>
                  <a:lnTo>
                    <a:pt x="669119" y="1430742"/>
                  </a:lnTo>
                  <a:lnTo>
                    <a:pt x="669779" y="1430742"/>
                  </a:lnTo>
                  <a:lnTo>
                    <a:pt x="670440" y="1430742"/>
                  </a:lnTo>
                  <a:lnTo>
                    <a:pt x="671100" y="1430742"/>
                  </a:lnTo>
                  <a:lnTo>
                    <a:pt x="671761" y="1430742"/>
                  </a:lnTo>
                  <a:lnTo>
                    <a:pt x="672421" y="1430742"/>
                  </a:lnTo>
                  <a:lnTo>
                    <a:pt x="673082" y="1430742"/>
                  </a:lnTo>
                  <a:lnTo>
                    <a:pt x="673742" y="1430742"/>
                  </a:lnTo>
                  <a:lnTo>
                    <a:pt x="674403" y="1430742"/>
                  </a:lnTo>
                  <a:lnTo>
                    <a:pt x="675063" y="1403955"/>
                  </a:lnTo>
                  <a:lnTo>
                    <a:pt x="675724" y="1379501"/>
                  </a:lnTo>
                  <a:lnTo>
                    <a:pt x="676384" y="1336177"/>
                  </a:lnTo>
                  <a:lnTo>
                    <a:pt x="677045" y="1316787"/>
                  </a:lnTo>
                  <a:lnTo>
                    <a:pt x="677705" y="1316787"/>
                  </a:lnTo>
                  <a:lnTo>
                    <a:pt x="678366" y="1336177"/>
                  </a:lnTo>
                  <a:lnTo>
                    <a:pt x="679027" y="1357005"/>
                  </a:lnTo>
                  <a:lnTo>
                    <a:pt x="679687" y="1379501"/>
                  </a:lnTo>
                  <a:lnTo>
                    <a:pt x="680348" y="1357005"/>
                  </a:lnTo>
                  <a:lnTo>
                    <a:pt x="681008" y="1336177"/>
                  </a:lnTo>
                  <a:lnTo>
                    <a:pt x="681669" y="1336177"/>
                  </a:lnTo>
                  <a:lnTo>
                    <a:pt x="682329" y="1326315"/>
                  </a:lnTo>
                  <a:lnTo>
                    <a:pt x="682990" y="1323423"/>
                  </a:lnTo>
                  <a:lnTo>
                    <a:pt x="683650" y="1323423"/>
                  </a:lnTo>
                  <a:lnTo>
                    <a:pt x="684311" y="1323423"/>
                  </a:lnTo>
                  <a:lnTo>
                    <a:pt x="684971" y="1323423"/>
                  </a:lnTo>
                  <a:lnTo>
                    <a:pt x="685632" y="1333182"/>
                  </a:lnTo>
                  <a:lnTo>
                    <a:pt x="686292" y="1357005"/>
                  </a:lnTo>
                  <a:lnTo>
                    <a:pt x="686953" y="1403955"/>
                  </a:lnTo>
                  <a:lnTo>
                    <a:pt x="687613" y="1430742"/>
                  </a:lnTo>
                  <a:lnTo>
                    <a:pt x="688274" y="1430742"/>
                  </a:lnTo>
                  <a:lnTo>
                    <a:pt x="688934" y="1430742"/>
                  </a:lnTo>
                  <a:lnTo>
                    <a:pt x="689595" y="1430742"/>
                  </a:lnTo>
                  <a:lnTo>
                    <a:pt x="690256" y="1430742"/>
                  </a:lnTo>
                  <a:lnTo>
                    <a:pt x="690916" y="1430742"/>
                  </a:lnTo>
                  <a:lnTo>
                    <a:pt x="691577" y="1430742"/>
                  </a:lnTo>
                  <a:lnTo>
                    <a:pt x="692237" y="1403955"/>
                  </a:lnTo>
                  <a:lnTo>
                    <a:pt x="692898" y="1379501"/>
                  </a:lnTo>
                  <a:lnTo>
                    <a:pt x="693558" y="1298649"/>
                  </a:lnTo>
                  <a:lnTo>
                    <a:pt x="694219" y="1222222"/>
                  </a:lnTo>
                  <a:lnTo>
                    <a:pt x="694879" y="1164368"/>
                  </a:lnTo>
                  <a:lnTo>
                    <a:pt x="695540" y="1156844"/>
                  </a:lnTo>
                  <a:lnTo>
                    <a:pt x="696200" y="1167655"/>
                  </a:lnTo>
                  <a:lnTo>
                    <a:pt x="696861" y="1215609"/>
                  </a:lnTo>
                  <a:lnTo>
                    <a:pt x="697521" y="1290000"/>
                  </a:lnTo>
                  <a:lnTo>
                    <a:pt x="698182" y="1386617"/>
                  </a:lnTo>
                  <a:lnTo>
                    <a:pt x="698842" y="1430742"/>
                  </a:lnTo>
                  <a:lnTo>
                    <a:pt x="699503" y="1430742"/>
                  </a:lnTo>
                  <a:lnTo>
                    <a:pt x="700164" y="1430742"/>
                  </a:lnTo>
                  <a:lnTo>
                    <a:pt x="700824" y="1409112"/>
                  </a:lnTo>
                  <a:lnTo>
                    <a:pt x="701485" y="1384225"/>
                  </a:lnTo>
                  <a:lnTo>
                    <a:pt x="702145" y="1340221"/>
                  </a:lnTo>
                  <a:lnTo>
                    <a:pt x="702806" y="1320560"/>
                  </a:lnTo>
                  <a:lnTo>
                    <a:pt x="703466" y="1320560"/>
                  </a:lnTo>
                  <a:lnTo>
                    <a:pt x="704127" y="1336177"/>
                  </a:lnTo>
                  <a:lnTo>
                    <a:pt x="704787" y="1357005"/>
                  </a:lnTo>
                  <a:lnTo>
                    <a:pt x="705448" y="1403955"/>
                  </a:lnTo>
                  <a:lnTo>
                    <a:pt x="706108" y="1430742"/>
                  </a:lnTo>
                  <a:lnTo>
                    <a:pt x="706769" y="1430742"/>
                  </a:lnTo>
                  <a:lnTo>
                    <a:pt x="707429" y="1430742"/>
                  </a:lnTo>
                  <a:lnTo>
                    <a:pt x="708090" y="1430742"/>
                  </a:lnTo>
                  <a:lnTo>
                    <a:pt x="708750" y="1430742"/>
                  </a:lnTo>
                  <a:lnTo>
                    <a:pt x="709411" y="1430742"/>
                  </a:lnTo>
                  <a:lnTo>
                    <a:pt x="710072" y="1430742"/>
                  </a:lnTo>
                  <a:lnTo>
                    <a:pt x="710732" y="1430742"/>
                  </a:lnTo>
                  <a:lnTo>
                    <a:pt x="711393" y="1430742"/>
                  </a:lnTo>
                  <a:lnTo>
                    <a:pt x="712053" y="1430742"/>
                  </a:lnTo>
                  <a:lnTo>
                    <a:pt x="712714" y="1430742"/>
                  </a:lnTo>
                  <a:lnTo>
                    <a:pt x="713374" y="1430742"/>
                  </a:lnTo>
                  <a:lnTo>
                    <a:pt x="714035" y="1430742"/>
                  </a:lnTo>
                  <a:lnTo>
                    <a:pt x="714695" y="1430742"/>
                  </a:lnTo>
                  <a:lnTo>
                    <a:pt x="715356" y="1430742"/>
                  </a:lnTo>
                  <a:lnTo>
                    <a:pt x="716016" y="1430742"/>
                  </a:lnTo>
                  <a:lnTo>
                    <a:pt x="716677" y="1430742"/>
                  </a:lnTo>
                  <a:lnTo>
                    <a:pt x="717337" y="1430742"/>
                  </a:lnTo>
                  <a:lnTo>
                    <a:pt x="717998" y="1430742"/>
                  </a:lnTo>
                  <a:lnTo>
                    <a:pt x="718658" y="1430742"/>
                  </a:lnTo>
                  <a:lnTo>
                    <a:pt x="719319" y="1430742"/>
                  </a:lnTo>
                  <a:lnTo>
                    <a:pt x="719979" y="1430742"/>
                  </a:lnTo>
                  <a:lnTo>
                    <a:pt x="720640" y="1379501"/>
                  </a:lnTo>
                  <a:lnTo>
                    <a:pt x="721301" y="1265546"/>
                  </a:lnTo>
                  <a:lnTo>
                    <a:pt x="721961" y="1185867"/>
                  </a:lnTo>
                  <a:lnTo>
                    <a:pt x="722622" y="1157907"/>
                  </a:lnTo>
                  <a:lnTo>
                    <a:pt x="723282" y="1147458"/>
                  </a:lnTo>
                  <a:lnTo>
                    <a:pt x="723943" y="1168759"/>
                  </a:lnTo>
                  <a:lnTo>
                    <a:pt x="724603" y="1244495"/>
                  </a:lnTo>
                  <a:lnTo>
                    <a:pt x="725264" y="1346398"/>
                  </a:lnTo>
                  <a:lnTo>
                    <a:pt x="725924" y="1403955"/>
                  </a:lnTo>
                  <a:lnTo>
                    <a:pt x="726585" y="1430742"/>
                  </a:lnTo>
                  <a:lnTo>
                    <a:pt x="727245" y="1403955"/>
                  </a:lnTo>
                  <a:lnTo>
                    <a:pt x="727906" y="1357005"/>
                  </a:lnTo>
                  <a:lnTo>
                    <a:pt x="728566" y="1336177"/>
                  </a:lnTo>
                  <a:lnTo>
                    <a:pt x="729227" y="1336177"/>
                  </a:lnTo>
                  <a:lnTo>
                    <a:pt x="729887" y="1336177"/>
                  </a:lnTo>
                  <a:lnTo>
                    <a:pt x="730548" y="1357005"/>
                  </a:lnTo>
                  <a:lnTo>
                    <a:pt x="731209" y="1403955"/>
                  </a:lnTo>
                  <a:lnTo>
                    <a:pt x="731869" y="1403955"/>
                  </a:lnTo>
                  <a:lnTo>
                    <a:pt x="732530" y="1379501"/>
                  </a:lnTo>
                  <a:lnTo>
                    <a:pt x="733190" y="1341241"/>
                  </a:lnTo>
                  <a:lnTo>
                    <a:pt x="733851" y="1269477"/>
                  </a:lnTo>
                  <a:lnTo>
                    <a:pt x="734511" y="1195435"/>
                  </a:lnTo>
                  <a:lnTo>
                    <a:pt x="735172" y="1140368"/>
                  </a:lnTo>
                  <a:lnTo>
                    <a:pt x="735832" y="1140368"/>
                  </a:lnTo>
                  <a:lnTo>
                    <a:pt x="736493" y="1147971"/>
                  </a:lnTo>
                  <a:lnTo>
                    <a:pt x="737153" y="1192410"/>
                  </a:lnTo>
                  <a:lnTo>
                    <a:pt x="737814" y="1265546"/>
                  </a:lnTo>
                  <a:lnTo>
                    <a:pt x="738474" y="1379501"/>
                  </a:lnTo>
                  <a:lnTo>
                    <a:pt x="739135" y="1403955"/>
                  </a:lnTo>
                  <a:lnTo>
                    <a:pt x="739795" y="1403955"/>
                  </a:lnTo>
                  <a:lnTo>
                    <a:pt x="740456" y="1357005"/>
                  </a:lnTo>
                  <a:lnTo>
                    <a:pt x="741117" y="1336177"/>
                  </a:lnTo>
                  <a:lnTo>
                    <a:pt x="741777" y="1336177"/>
                  </a:lnTo>
                  <a:lnTo>
                    <a:pt x="742438" y="1336177"/>
                  </a:lnTo>
                  <a:lnTo>
                    <a:pt x="743098" y="1357005"/>
                  </a:lnTo>
                  <a:lnTo>
                    <a:pt x="743759" y="1403955"/>
                  </a:lnTo>
                  <a:lnTo>
                    <a:pt x="744419" y="1403955"/>
                  </a:lnTo>
                  <a:lnTo>
                    <a:pt x="745080" y="1357005"/>
                  </a:lnTo>
                  <a:lnTo>
                    <a:pt x="745740" y="1316787"/>
                  </a:lnTo>
                  <a:lnTo>
                    <a:pt x="746401" y="1281610"/>
                  </a:lnTo>
                  <a:lnTo>
                    <a:pt x="747061" y="1250350"/>
                  </a:lnTo>
                  <a:lnTo>
                    <a:pt x="747722" y="1265546"/>
                  </a:lnTo>
                  <a:lnTo>
                    <a:pt x="748382" y="1298649"/>
                  </a:lnTo>
                  <a:lnTo>
                    <a:pt x="749043" y="1316787"/>
                  </a:lnTo>
                  <a:lnTo>
                    <a:pt x="749703" y="1238759"/>
                  </a:lnTo>
                  <a:lnTo>
                    <a:pt x="750364" y="1083515"/>
                  </a:lnTo>
                  <a:lnTo>
                    <a:pt x="751025" y="976173"/>
                  </a:lnTo>
                  <a:lnTo>
                    <a:pt x="751685" y="894486"/>
                  </a:lnTo>
                  <a:lnTo>
                    <a:pt x="752346" y="832774"/>
                  </a:lnTo>
                  <a:lnTo>
                    <a:pt x="753006" y="807804"/>
                  </a:lnTo>
                  <a:lnTo>
                    <a:pt x="753667" y="826321"/>
                  </a:lnTo>
                  <a:lnTo>
                    <a:pt x="754327" y="870135"/>
                  </a:lnTo>
                  <a:lnTo>
                    <a:pt x="754988" y="928345"/>
                  </a:lnTo>
                  <a:lnTo>
                    <a:pt x="755648" y="985817"/>
                  </a:lnTo>
                  <a:lnTo>
                    <a:pt x="756309" y="1036942"/>
                  </a:lnTo>
                  <a:lnTo>
                    <a:pt x="756969" y="1088045"/>
                  </a:lnTo>
                  <a:lnTo>
                    <a:pt x="757630" y="1093071"/>
                  </a:lnTo>
                  <a:lnTo>
                    <a:pt x="758290" y="1103841"/>
                  </a:lnTo>
                  <a:lnTo>
                    <a:pt x="758951" y="1146434"/>
                  </a:lnTo>
                  <a:lnTo>
                    <a:pt x="759611" y="1196655"/>
                  </a:lnTo>
                  <a:lnTo>
                    <a:pt x="760272" y="1235935"/>
                  </a:lnTo>
                  <a:lnTo>
                    <a:pt x="760932" y="1265546"/>
                  </a:lnTo>
                  <a:lnTo>
                    <a:pt x="761593" y="1265546"/>
                  </a:lnTo>
                  <a:lnTo>
                    <a:pt x="762254" y="1281610"/>
                  </a:lnTo>
                  <a:lnTo>
                    <a:pt x="762914" y="1298649"/>
                  </a:lnTo>
                  <a:lnTo>
                    <a:pt x="763575" y="1298649"/>
                  </a:lnTo>
                  <a:lnTo>
                    <a:pt x="764235" y="1281610"/>
                  </a:lnTo>
                  <a:lnTo>
                    <a:pt x="764896" y="1281610"/>
                  </a:lnTo>
                  <a:lnTo>
                    <a:pt x="765556" y="1265546"/>
                  </a:lnTo>
                  <a:lnTo>
                    <a:pt x="766217" y="1281610"/>
                  </a:lnTo>
                  <a:lnTo>
                    <a:pt x="766877" y="1298649"/>
                  </a:lnTo>
                  <a:lnTo>
                    <a:pt x="767538" y="1336177"/>
                  </a:lnTo>
                  <a:lnTo>
                    <a:pt x="768198" y="1379501"/>
                  </a:lnTo>
                  <a:lnTo>
                    <a:pt x="768859" y="1430742"/>
                  </a:lnTo>
                  <a:lnTo>
                    <a:pt x="769519" y="1403955"/>
                  </a:lnTo>
                  <a:lnTo>
                    <a:pt x="770180" y="1357005"/>
                  </a:lnTo>
                  <a:lnTo>
                    <a:pt x="770840" y="1336177"/>
                  </a:lnTo>
                  <a:lnTo>
                    <a:pt x="771501" y="1329238"/>
                  </a:lnTo>
                  <a:lnTo>
                    <a:pt x="772162" y="1329238"/>
                  </a:lnTo>
                  <a:lnTo>
                    <a:pt x="772822" y="1349539"/>
                  </a:lnTo>
                  <a:lnTo>
                    <a:pt x="773483" y="1395152"/>
                  </a:lnTo>
                  <a:lnTo>
                    <a:pt x="774143" y="1421074"/>
                  </a:lnTo>
                  <a:lnTo>
                    <a:pt x="774804" y="1430742"/>
                  </a:lnTo>
                  <a:lnTo>
                    <a:pt x="775464" y="1403955"/>
                  </a:lnTo>
                  <a:lnTo>
                    <a:pt x="776125" y="1357005"/>
                  </a:lnTo>
                  <a:lnTo>
                    <a:pt x="776785" y="1298649"/>
                  </a:lnTo>
                  <a:lnTo>
                    <a:pt x="777446" y="1195435"/>
                  </a:lnTo>
                  <a:lnTo>
                    <a:pt x="778106" y="1121044"/>
                  </a:lnTo>
                  <a:lnTo>
                    <a:pt x="778767" y="1117334"/>
                  </a:lnTo>
                  <a:lnTo>
                    <a:pt x="779427" y="1136395"/>
                  </a:lnTo>
                  <a:lnTo>
                    <a:pt x="780088" y="1167655"/>
                  </a:lnTo>
                  <a:lnTo>
                    <a:pt x="780748" y="1259369"/>
                  </a:lnTo>
                  <a:lnTo>
                    <a:pt x="781409" y="1393917"/>
                  </a:lnTo>
                  <a:lnTo>
                    <a:pt x="782070" y="1430742"/>
                  </a:lnTo>
                  <a:lnTo>
                    <a:pt x="782730" y="1430742"/>
                  </a:lnTo>
                  <a:lnTo>
                    <a:pt x="783391" y="1430742"/>
                  </a:lnTo>
                  <a:lnTo>
                    <a:pt x="784051" y="1430742"/>
                  </a:lnTo>
                  <a:lnTo>
                    <a:pt x="784712" y="1430742"/>
                  </a:lnTo>
                  <a:lnTo>
                    <a:pt x="785372" y="1430742"/>
                  </a:lnTo>
                  <a:lnTo>
                    <a:pt x="786033" y="1403955"/>
                  </a:lnTo>
                  <a:lnTo>
                    <a:pt x="786693" y="1357005"/>
                  </a:lnTo>
                  <a:lnTo>
                    <a:pt x="787354" y="1336177"/>
                  </a:lnTo>
                  <a:lnTo>
                    <a:pt x="788014" y="1336177"/>
                  </a:lnTo>
                  <a:lnTo>
                    <a:pt x="788675" y="1336177"/>
                  </a:lnTo>
                  <a:lnTo>
                    <a:pt x="789335" y="1357005"/>
                  </a:lnTo>
                  <a:lnTo>
                    <a:pt x="789996" y="1403955"/>
                  </a:lnTo>
                  <a:lnTo>
                    <a:pt x="790656" y="1430742"/>
                  </a:lnTo>
                  <a:lnTo>
                    <a:pt x="791317" y="1396393"/>
                  </a:lnTo>
                  <a:lnTo>
                    <a:pt x="791977" y="1350593"/>
                  </a:lnTo>
                  <a:lnTo>
                    <a:pt x="792638" y="1330219"/>
                  </a:lnTo>
                  <a:lnTo>
                    <a:pt x="793299" y="1330219"/>
                  </a:lnTo>
                  <a:lnTo>
                    <a:pt x="793959" y="1330219"/>
                  </a:lnTo>
                  <a:lnTo>
                    <a:pt x="794620" y="1357005"/>
                  </a:lnTo>
                  <a:lnTo>
                    <a:pt x="795280" y="1403955"/>
                  </a:lnTo>
                  <a:lnTo>
                    <a:pt x="795941" y="1430742"/>
                  </a:lnTo>
                  <a:lnTo>
                    <a:pt x="796601" y="1430742"/>
                  </a:lnTo>
                  <a:lnTo>
                    <a:pt x="797262" y="1403955"/>
                  </a:lnTo>
                  <a:lnTo>
                    <a:pt x="797922" y="1379501"/>
                  </a:lnTo>
                  <a:lnTo>
                    <a:pt x="798583" y="1357005"/>
                  </a:lnTo>
                  <a:lnTo>
                    <a:pt x="799243" y="1336177"/>
                  </a:lnTo>
                  <a:lnTo>
                    <a:pt x="799904" y="1316787"/>
                  </a:lnTo>
                  <a:lnTo>
                    <a:pt x="800564" y="1336177"/>
                  </a:lnTo>
                  <a:lnTo>
                    <a:pt x="801225" y="1357005"/>
                  </a:lnTo>
                  <a:lnTo>
                    <a:pt x="801885" y="1379501"/>
                  </a:lnTo>
                  <a:lnTo>
                    <a:pt x="802546" y="1403955"/>
                  </a:lnTo>
                  <a:lnTo>
                    <a:pt x="803207" y="1430742"/>
                  </a:lnTo>
                  <a:lnTo>
                    <a:pt x="803867" y="1430742"/>
                  </a:lnTo>
                  <a:lnTo>
                    <a:pt x="804528" y="1430742"/>
                  </a:lnTo>
                  <a:lnTo>
                    <a:pt x="805188" y="1430742"/>
                  </a:lnTo>
                  <a:lnTo>
                    <a:pt x="805849" y="1422435"/>
                  </a:lnTo>
                  <a:lnTo>
                    <a:pt x="806509" y="1396393"/>
                  </a:lnTo>
                  <a:lnTo>
                    <a:pt x="807170" y="1350593"/>
                  </a:lnTo>
                  <a:lnTo>
                    <a:pt x="807830" y="1329238"/>
                  </a:lnTo>
                  <a:lnTo>
                    <a:pt x="808491" y="1310305"/>
                  </a:lnTo>
                  <a:lnTo>
                    <a:pt x="809151" y="1280785"/>
                  </a:lnTo>
                  <a:lnTo>
                    <a:pt x="809812" y="1280785"/>
                  </a:lnTo>
                  <a:lnTo>
                    <a:pt x="810472" y="1315852"/>
                  </a:lnTo>
                  <a:lnTo>
                    <a:pt x="811133" y="1336177"/>
                  </a:lnTo>
                  <a:lnTo>
                    <a:pt x="811793" y="1336177"/>
                  </a:lnTo>
                  <a:lnTo>
                    <a:pt x="812454" y="1336177"/>
                  </a:lnTo>
                  <a:lnTo>
                    <a:pt x="813115" y="1316787"/>
                  </a:lnTo>
                  <a:lnTo>
                    <a:pt x="813775" y="1235935"/>
                  </a:lnTo>
                  <a:lnTo>
                    <a:pt x="814436" y="1196655"/>
                  </a:lnTo>
                  <a:lnTo>
                    <a:pt x="815096" y="1184693"/>
                  </a:lnTo>
                  <a:lnTo>
                    <a:pt x="815757" y="1209148"/>
                  </a:lnTo>
                  <a:lnTo>
                    <a:pt x="816417" y="1235935"/>
                  </a:lnTo>
                  <a:lnTo>
                    <a:pt x="817078" y="1293428"/>
                  </a:lnTo>
                  <a:lnTo>
                    <a:pt x="817738" y="1311222"/>
                  </a:lnTo>
                  <a:lnTo>
                    <a:pt x="818399" y="1330219"/>
                  </a:lnTo>
                  <a:lnTo>
                    <a:pt x="819059" y="1330219"/>
                  </a:lnTo>
                  <a:lnTo>
                    <a:pt x="819720" y="1330219"/>
                  </a:lnTo>
                  <a:lnTo>
                    <a:pt x="820380" y="1357005"/>
                  </a:lnTo>
                  <a:lnTo>
                    <a:pt x="821041" y="1403955"/>
                  </a:lnTo>
                  <a:lnTo>
                    <a:pt x="821701" y="1430742"/>
                  </a:lnTo>
                  <a:lnTo>
                    <a:pt x="822362" y="1430742"/>
                  </a:lnTo>
                  <a:lnTo>
                    <a:pt x="823023" y="1430742"/>
                  </a:lnTo>
                  <a:lnTo>
                    <a:pt x="823683" y="1430742"/>
                  </a:lnTo>
                  <a:lnTo>
                    <a:pt x="824344" y="1430742"/>
                  </a:lnTo>
                  <a:lnTo>
                    <a:pt x="825004" y="1430742"/>
                  </a:lnTo>
                  <a:lnTo>
                    <a:pt x="825665" y="1430742"/>
                  </a:lnTo>
                  <a:lnTo>
                    <a:pt x="826325" y="1430742"/>
                  </a:lnTo>
                  <a:lnTo>
                    <a:pt x="826986" y="1430742"/>
                  </a:lnTo>
                  <a:lnTo>
                    <a:pt x="827646" y="1430742"/>
                  </a:lnTo>
                  <a:lnTo>
                    <a:pt x="828307" y="1430742"/>
                  </a:lnTo>
                  <a:lnTo>
                    <a:pt x="828967" y="1430742"/>
                  </a:lnTo>
                  <a:lnTo>
                    <a:pt x="829628" y="1430742"/>
                  </a:lnTo>
                  <a:lnTo>
                    <a:pt x="830288" y="1430742"/>
                  </a:lnTo>
                  <a:lnTo>
                    <a:pt x="830949" y="1430742"/>
                  </a:lnTo>
                  <a:lnTo>
                    <a:pt x="831609" y="1403955"/>
                  </a:lnTo>
                  <a:lnTo>
                    <a:pt x="832270" y="1370286"/>
                  </a:lnTo>
                  <a:lnTo>
                    <a:pt x="832930" y="1328260"/>
                  </a:lnTo>
                  <a:lnTo>
                    <a:pt x="833591" y="1309391"/>
                  </a:lnTo>
                  <a:lnTo>
                    <a:pt x="834252" y="1309391"/>
                  </a:lnTo>
                  <a:lnTo>
                    <a:pt x="834912" y="1328260"/>
                  </a:lnTo>
                  <a:lnTo>
                    <a:pt x="835573" y="1357005"/>
                  </a:lnTo>
                  <a:lnTo>
                    <a:pt x="836233" y="1403955"/>
                  </a:lnTo>
                  <a:lnTo>
                    <a:pt x="836894" y="1430742"/>
                  </a:lnTo>
                  <a:lnTo>
                    <a:pt x="837554" y="1430742"/>
                  </a:lnTo>
                  <a:lnTo>
                    <a:pt x="838215" y="1430742"/>
                  </a:lnTo>
                  <a:lnTo>
                    <a:pt x="838875" y="1430742"/>
                  </a:lnTo>
                  <a:lnTo>
                    <a:pt x="839536" y="1430742"/>
                  </a:lnTo>
                  <a:lnTo>
                    <a:pt x="840196" y="1430742"/>
                  </a:lnTo>
                  <a:lnTo>
                    <a:pt x="840857" y="1430742"/>
                  </a:lnTo>
                  <a:lnTo>
                    <a:pt x="841517" y="1430742"/>
                  </a:lnTo>
                  <a:lnTo>
                    <a:pt x="842178" y="1430742"/>
                  </a:lnTo>
                  <a:lnTo>
                    <a:pt x="842838" y="1430742"/>
                  </a:lnTo>
                  <a:lnTo>
                    <a:pt x="843499" y="1430742"/>
                  </a:lnTo>
                  <a:lnTo>
                    <a:pt x="844160" y="1403955"/>
                  </a:lnTo>
                  <a:lnTo>
                    <a:pt x="844820" y="1379501"/>
                  </a:lnTo>
                  <a:lnTo>
                    <a:pt x="845481" y="1357005"/>
                  </a:lnTo>
                  <a:lnTo>
                    <a:pt x="846141" y="1316787"/>
                  </a:lnTo>
                  <a:lnTo>
                    <a:pt x="846802" y="1281610"/>
                  </a:lnTo>
                  <a:lnTo>
                    <a:pt x="847462" y="1239470"/>
                  </a:lnTo>
                  <a:lnTo>
                    <a:pt x="848123" y="1212360"/>
                  </a:lnTo>
                  <a:lnTo>
                    <a:pt x="848783" y="1219558"/>
                  </a:lnTo>
                  <a:lnTo>
                    <a:pt x="849444" y="1247407"/>
                  </a:lnTo>
                  <a:lnTo>
                    <a:pt x="850104" y="1278323"/>
                  </a:lnTo>
                  <a:lnTo>
                    <a:pt x="850765" y="1347441"/>
                  </a:lnTo>
                  <a:lnTo>
                    <a:pt x="851425" y="1418371"/>
                  </a:lnTo>
                  <a:lnTo>
                    <a:pt x="852086" y="1430742"/>
                  </a:lnTo>
                  <a:lnTo>
                    <a:pt x="852746" y="1430742"/>
                  </a:lnTo>
                  <a:lnTo>
                    <a:pt x="853407" y="1430742"/>
                  </a:lnTo>
                  <a:lnTo>
                    <a:pt x="854068" y="1430742"/>
                  </a:lnTo>
                  <a:lnTo>
                    <a:pt x="854728" y="1430742"/>
                  </a:lnTo>
                  <a:lnTo>
                    <a:pt x="855389" y="1430742"/>
                  </a:lnTo>
                  <a:lnTo>
                    <a:pt x="856049" y="1430742"/>
                  </a:lnTo>
                  <a:lnTo>
                    <a:pt x="856710" y="1430742"/>
                  </a:lnTo>
                  <a:lnTo>
                    <a:pt x="857370" y="1430742"/>
                  </a:lnTo>
                  <a:lnTo>
                    <a:pt x="858031" y="1430742"/>
                  </a:lnTo>
                  <a:lnTo>
                    <a:pt x="858691" y="1430742"/>
                  </a:lnTo>
                  <a:lnTo>
                    <a:pt x="859352" y="1430742"/>
                  </a:lnTo>
                  <a:lnTo>
                    <a:pt x="860012" y="1430742"/>
                  </a:lnTo>
                  <a:lnTo>
                    <a:pt x="860673" y="1430742"/>
                  </a:lnTo>
                  <a:lnTo>
                    <a:pt x="861333" y="1430742"/>
                  </a:lnTo>
                  <a:lnTo>
                    <a:pt x="861994" y="1430742"/>
                  </a:lnTo>
                  <a:lnTo>
                    <a:pt x="862654" y="1430742"/>
                  </a:lnTo>
                  <a:lnTo>
                    <a:pt x="863315" y="1430742"/>
                  </a:lnTo>
                  <a:lnTo>
                    <a:pt x="863975" y="1430742"/>
                  </a:lnTo>
                  <a:lnTo>
                    <a:pt x="864636" y="1403955"/>
                  </a:lnTo>
                  <a:lnTo>
                    <a:pt x="865297" y="1357005"/>
                  </a:lnTo>
                  <a:lnTo>
                    <a:pt x="865957" y="1316787"/>
                  </a:lnTo>
                  <a:lnTo>
                    <a:pt x="866618" y="1316787"/>
                  </a:lnTo>
                  <a:lnTo>
                    <a:pt x="867278" y="1316787"/>
                  </a:lnTo>
                  <a:lnTo>
                    <a:pt x="867939" y="1336177"/>
                  </a:lnTo>
                  <a:lnTo>
                    <a:pt x="868599" y="1357005"/>
                  </a:lnTo>
                  <a:lnTo>
                    <a:pt x="869260" y="1357005"/>
                  </a:lnTo>
                  <a:lnTo>
                    <a:pt x="869920" y="1336177"/>
                  </a:lnTo>
                  <a:lnTo>
                    <a:pt x="870581" y="1336177"/>
                  </a:lnTo>
                  <a:lnTo>
                    <a:pt x="871241" y="1336177"/>
                  </a:lnTo>
                  <a:lnTo>
                    <a:pt x="871902" y="1357005"/>
                  </a:lnTo>
                  <a:lnTo>
                    <a:pt x="872562" y="1403955"/>
                  </a:lnTo>
                  <a:lnTo>
                    <a:pt x="873223" y="1430742"/>
                  </a:lnTo>
                  <a:lnTo>
                    <a:pt x="873883" y="1430742"/>
                  </a:lnTo>
                  <a:lnTo>
                    <a:pt x="874544" y="1430742"/>
                  </a:lnTo>
                  <a:lnTo>
                    <a:pt x="875205" y="1430742"/>
                  </a:lnTo>
                  <a:lnTo>
                    <a:pt x="875865" y="1430742"/>
                  </a:lnTo>
                  <a:lnTo>
                    <a:pt x="876526" y="1430742"/>
                  </a:lnTo>
                  <a:lnTo>
                    <a:pt x="877186" y="1430742"/>
                  </a:lnTo>
                  <a:lnTo>
                    <a:pt x="877847" y="1430742"/>
                  </a:lnTo>
                  <a:lnTo>
                    <a:pt x="878507" y="1430742"/>
                  </a:lnTo>
                  <a:lnTo>
                    <a:pt x="879168" y="1430742"/>
                  </a:lnTo>
                  <a:lnTo>
                    <a:pt x="879828" y="1403955"/>
                  </a:lnTo>
                  <a:lnTo>
                    <a:pt x="880489" y="1357005"/>
                  </a:lnTo>
                  <a:lnTo>
                    <a:pt x="881149" y="1316787"/>
                  </a:lnTo>
                  <a:lnTo>
                    <a:pt x="881810" y="1298649"/>
                  </a:lnTo>
                  <a:lnTo>
                    <a:pt x="882470" y="1298649"/>
                  </a:lnTo>
                  <a:lnTo>
                    <a:pt x="883131" y="1316787"/>
                  </a:lnTo>
                  <a:lnTo>
                    <a:pt x="883791" y="1357005"/>
                  </a:lnTo>
                  <a:lnTo>
                    <a:pt x="884452" y="1403955"/>
                  </a:lnTo>
                  <a:lnTo>
                    <a:pt x="885113" y="1430742"/>
                  </a:lnTo>
                  <a:lnTo>
                    <a:pt x="885773" y="1403955"/>
                  </a:lnTo>
                  <a:lnTo>
                    <a:pt x="886434" y="1357005"/>
                  </a:lnTo>
                  <a:lnTo>
                    <a:pt x="887094" y="1309391"/>
                  </a:lnTo>
                  <a:lnTo>
                    <a:pt x="887755" y="1275074"/>
                  </a:lnTo>
                  <a:lnTo>
                    <a:pt x="888415" y="1259369"/>
                  </a:lnTo>
                  <a:lnTo>
                    <a:pt x="889076" y="1275074"/>
                  </a:lnTo>
                  <a:lnTo>
                    <a:pt x="889736" y="1309391"/>
                  </a:lnTo>
                  <a:lnTo>
                    <a:pt x="890397" y="1357005"/>
                  </a:lnTo>
                  <a:lnTo>
                    <a:pt x="891057" y="1403955"/>
                  </a:lnTo>
                  <a:lnTo>
                    <a:pt x="891718" y="1430742"/>
                  </a:lnTo>
                  <a:lnTo>
                    <a:pt x="892378" y="1430742"/>
                  </a:lnTo>
                  <a:lnTo>
                    <a:pt x="893039" y="1430742"/>
                  </a:lnTo>
                  <a:lnTo>
                    <a:pt x="893699" y="1430742"/>
                  </a:lnTo>
                  <a:lnTo>
                    <a:pt x="894360" y="1430742"/>
                  </a:lnTo>
                  <a:lnTo>
                    <a:pt x="895021" y="1430742"/>
                  </a:lnTo>
                  <a:lnTo>
                    <a:pt x="895681" y="1430742"/>
                  </a:lnTo>
                  <a:lnTo>
                    <a:pt x="896342" y="1430742"/>
                  </a:lnTo>
                  <a:lnTo>
                    <a:pt x="897002" y="1430742"/>
                  </a:lnTo>
                  <a:lnTo>
                    <a:pt x="897663" y="1430742"/>
                  </a:lnTo>
                  <a:lnTo>
                    <a:pt x="898323" y="1430742"/>
                  </a:lnTo>
                  <a:lnTo>
                    <a:pt x="898984" y="1430742"/>
                  </a:lnTo>
                  <a:lnTo>
                    <a:pt x="899644" y="1430742"/>
                  </a:lnTo>
                  <a:lnTo>
                    <a:pt x="900305" y="1430742"/>
                  </a:lnTo>
                  <a:lnTo>
                    <a:pt x="900965" y="1430742"/>
                  </a:lnTo>
                  <a:lnTo>
                    <a:pt x="901626" y="1430742"/>
                  </a:lnTo>
                  <a:lnTo>
                    <a:pt x="902286" y="1430742"/>
                  </a:lnTo>
                  <a:lnTo>
                    <a:pt x="902947" y="1430742"/>
                  </a:lnTo>
                  <a:lnTo>
                    <a:pt x="903607" y="1430742"/>
                  </a:lnTo>
                  <a:lnTo>
                    <a:pt x="904268" y="1430742"/>
                  </a:lnTo>
                  <a:lnTo>
                    <a:pt x="904928" y="1430742"/>
                  </a:lnTo>
                  <a:lnTo>
                    <a:pt x="905589" y="1430742"/>
                  </a:lnTo>
                  <a:lnTo>
                    <a:pt x="906250" y="1430742"/>
                  </a:lnTo>
                  <a:lnTo>
                    <a:pt x="906910" y="1430742"/>
                  </a:lnTo>
                  <a:lnTo>
                    <a:pt x="907571" y="1430742"/>
                  </a:lnTo>
                  <a:lnTo>
                    <a:pt x="908231" y="1430742"/>
                  </a:lnTo>
                  <a:lnTo>
                    <a:pt x="908892" y="1430742"/>
                  </a:lnTo>
                  <a:lnTo>
                    <a:pt x="909552" y="1430742"/>
                  </a:lnTo>
                  <a:lnTo>
                    <a:pt x="910213" y="1430742"/>
                  </a:lnTo>
                  <a:lnTo>
                    <a:pt x="910873" y="1430742"/>
                  </a:lnTo>
                  <a:lnTo>
                    <a:pt x="911534" y="1430742"/>
                  </a:lnTo>
                  <a:lnTo>
                    <a:pt x="912194" y="1430742"/>
                  </a:lnTo>
                  <a:lnTo>
                    <a:pt x="912855" y="1430742"/>
                  </a:lnTo>
                  <a:lnTo>
                    <a:pt x="913515" y="1430742"/>
                  </a:lnTo>
                  <a:lnTo>
                    <a:pt x="914176" y="1430742"/>
                  </a:lnTo>
                  <a:lnTo>
                    <a:pt x="914836" y="1430742"/>
                  </a:lnTo>
                  <a:lnTo>
                    <a:pt x="915497" y="1430742"/>
                  </a:lnTo>
                  <a:lnTo>
                    <a:pt x="916158" y="1430742"/>
                  </a:lnTo>
                  <a:lnTo>
                    <a:pt x="916818" y="1430742"/>
                  </a:lnTo>
                  <a:lnTo>
                    <a:pt x="917479" y="1430742"/>
                  </a:lnTo>
                  <a:lnTo>
                    <a:pt x="918139" y="1430742"/>
                  </a:lnTo>
                  <a:lnTo>
                    <a:pt x="918800" y="1430742"/>
                  </a:lnTo>
                  <a:lnTo>
                    <a:pt x="919460" y="1430742"/>
                  </a:lnTo>
                  <a:lnTo>
                    <a:pt x="920121" y="1430742"/>
                  </a:lnTo>
                  <a:lnTo>
                    <a:pt x="920781" y="1430742"/>
                  </a:lnTo>
                  <a:lnTo>
                    <a:pt x="921442" y="1430742"/>
                  </a:lnTo>
                  <a:lnTo>
                    <a:pt x="922102" y="1403955"/>
                  </a:lnTo>
                  <a:lnTo>
                    <a:pt x="922763" y="1357005"/>
                  </a:lnTo>
                  <a:lnTo>
                    <a:pt x="923423" y="1336177"/>
                  </a:lnTo>
                  <a:lnTo>
                    <a:pt x="924084" y="1336177"/>
                  </a:lnTo>
                  <a:lnTo>
                    <a:pt x="924744" y="1336177"/>
                  </a:lnTo>
                  <a:lnTo>
                    <a:pt x="925405" y="1357005"/>
                  </a:lnTo>
                  <a:lnTo>
                    <a:pt x="926066" y="1403955"/>
                  </a:lnTo>
                  <a:lnTo>
                    <a:pt x="926726" y="1430742"/>
                  </a:lnTo>
                  <a:lnTo>
                    <a:pt x="927387" y="1430742"/>
                  </a:lnTo>
                  <a:lnTo>
                    <a:pt x="928047" y="1430742"/>
                  </a:lnTo>
                  <a:lnTo>
                    <a:pt x="928708" y="1430742"/>
                  </a:lnTo>
                  <a:lnTo>
                    <a:pt x="929368" y="1430742"/>
                  </a:lnTo>
                  <a:lnTo>
                    <a:pt x="930029" y="1430742"/>
                  </a:lnTo>
                  <a:lnTo>
                    <a:pt x="930689" y="1430742"/>
                  </a:lnTo>
                  <a:lnTo>
                    <a:pt x="931350" y="1430742"/>
                  </a:lnTo>
                  <a:lnTo>
                    <a:pt x="932010" y="1430742"/>
                  </a:lnTo>
                  <a:lnTo>
                    <a:pt x="932671" y="1430742"/>
                  </a:lnTo>
                  <a:lnTo>
                    <a:pt x="933331" y="1430742"/>
                  </a:lnTo>
                  <a:lnTo>
                    <a:pt x="933992" y="1430742"/>
                  </a:lnTo>
                  <a:lnTo>
                    <a:pt x="934652" y="1430742"/>
                  </a:lnTo>
                  <a:lnTo>
                    <a:pt x="935313" y="1430742"/>
                  </a:lnTo>
                  <a:lnTo>
                    <a:pt x="935973" y="1430742"/>
                  </a:lnTo>
                  <a:lnTo>
                    <a:pt x="936634" y="1430742"/>
                  </a:lnTo>
                  <a:lnTo>
                    <a:pt x="937295" y="1430742"/>
                  </a:lnTo>
                  <a:lnTo>
                    <a:pt x="937955" y="1430742"/>
                  </a:lnTo>
                  <a:lnTo>
                    <a:pt x="938616" y="1430742"/>
                  </a:lnTo>
                  <a:lnTo>
                    <a:pt x="939276" y="1430742"/>
                  </a:lnTo>
                  <a:lnTo>
                    <a:pt x="939937" y="1430742"/>
                  </a:lnTo>
                  <a:lnTo>
                    <a:pt x="940597" y="1430742"/>
                  </a:lnTo>
                  <a:lnTo>
                    <a:pt x="941258" y="1430742"/>
                  </a:lnTo>
                  <a:lnTo>
                    <a:pt x="941918" y="1430742"/>
                  </a:lnTo>
                  <a:lnTo>
                    <a:pt x="942579" y="1430742"/>
                  </a:lnTo>
                  <a:lnTo>
                    <a:pt x="943239" y="1430742"/>
                  </a:lnTo>
                  <a:lnTo>
                    <a:pt x="943900" y="1430742"/>
                  </a:lnTo>
                  <a:lnTo>
                    <a:pt x="944560" y="1430742"/>
                  </a:lnTo>
                  <a:lnTo>
                    <a:pt x="945221" y="1430742"/>
                  </a:lnTo>
                  <a:lnTo>
                    <a:pt x="945881" y="1430742"/>
                  </a:lnTo>
                  <a:lnTo>
                    <a:pt x="946542" y="1430742"/>
                  </a:lnTo>
                  <a:lnTo>
                    <a:pt x="947203" y="1430742"/>
                  </a:lnTo>
                  <a:lnTo>
                    <a:pt x="947863" y="1430742"/>
                  </a:lnTo>
                  <a:lnTo>
                    <a:pt x="948524" y="1430742"/>
                  </a:lnTo>
                  <a:lnTo>
                    <a:pt x="949184" y="1430742"/>
                  </a:lnTo>
                  <a:lnTo>
                    <a:pt x="949845" y="1430742"/>
                  </a:lnTo>
                  <a:lnTo>
                    <a:pt x="950505" y="1430742"/>
                  </a:lnTo>
                  <a:lnTo>
                    <a:pt x="951166" y="1430742"/>
                  </a:lnTo>
                  <a:lnTo>
                    <a:pt x="951826" y="1430742"/>
                  </a:lnTo>
                  <a:lnTo>
                    <a:pt x="952487" y="1430742"/>
                  </a:lnTo>
                  <a:lnTo>
                    <a:pt x="953147" y="1430742"/>
                  </a:lnTo>
                  <a:lnTo>
                    <a:pt x="953808" y="1430742"/>
                  </a:lnTo>
                  <a:lnTo>
                    <a:pt x="954468" y="1430742"/>
                  </a:lnTo>
                  <a:lnTo>
                    <a:pt x="955129" y="1430742"/>
                  </a:lnTo>
                  <a:lnTo>
                    <a:pt x="955789" y="1430742"/>
                  </a:lnTo>
                  <a:lnTo>
                    <a:pt x="956450" y="1430742"/>
                  </a:lnTo>
                  <a:lnTo>
                    <a:pt x="957111" y="1430742"/>
                  </a:lnTo>
                  <a:lnTo>
                    <a:pt x="957771" y="1430742"/>
                  </a:lnTo>
                  <a:lnTo>
                    <a:pt x="958432" y="1430742"/>
                  </a:lnTo>
                  <a:lnTo>
                    <a:pt x="959092" y="1430742"/>
                  </a:lnTo>
                  <a:lnTo>
                    <a:pt x="959753" y="1430742"/>
                  </a:lnTo>
                  <a:lnTo>
                    <a:pt x="960413" y="1403955"/>
                  </a:lnTo>
                  <a:lnTo>
                    <a:pt x="961074" y="1357005"/>
                  </a:lnTo>
                  <a:lnTo>
                    <a:pt x="961734" y="1336177"/>
                  </a:lnTo>
                  <a:lnTo>
                    <a:pt x="962395" y="1336177"/>
                  </a:lnTo>
                  <a:lnTo>
                    <a:pt x="963055" y="1336177"/>
                  </a:lnTo>
                  <a:lnTo>
                    <a:pt x="963716" y="1357005"/>
                  </a:lnTo>
                  <a:lnTo>
                    <a:pt x="964376" y="1403955"/>
                  </a:lnTo>
                  <a:lnTo>
                    <a:pt x="965037" y="1430742"/>
                  </a:lnTo>
                  <a:lnTo>
                    <a:pt x="965697" y="1430742"/>
                  </a:lnTo>
                  <a:lnTo>
                    <a:pt x="966358" y="1430742"/>
                  </a:lnTo>
                  <a:lnTo>
                    <a:pt x="967019" y="1430742"/>
                  </a:lnTo>
                  <a:lnTo>
                    <a:pt x="967679" y="1430742"/>
                  </a:lnTo>
                  <a:lnTo>
                    <a:pt x="968340" y="1430742"/>
                  </a:lnTo>
                  <a:lnTo>
                    <a:pt x="969000" y="1430742"/>
                  </a:lnTo>
                  <a:lnTo>
                    <a:pt x="969661" y="1430742"/>
                  </a:lnTo>
                  <a:lnTo>
                    <a:pt x="970321" y="1430742"/>
                  </a:lnTo>
                  <a:lnTo>
                    <a:pt x="970982" y="1430742"/>
                  </a:lnTo>
                  <a:lnTo>
                    <a:pt x="971642" y="1430742"/>
                  </a:lnTo>
                  <a:lnTo>
                    <a:pt x="972303" y="1430742"/>
                  </a:lnTo>
                  <a:lnTo>
                    <a:pt x="972963" y="1430742"/>
                  </a:lnTo>
                  <a:lnTo>
                    <a:pt x="973624" y="1430742"/>
                  </a:lnTo>
                  <a:lnTo>
                    <a:pt x="974284" y="1430742"/>
                  </a:lnTo>
                  <a:lnTo>
                    <a:pt x="974945" y="1430742"/>
                  </a:lnTo>
                  <a:lnTo>
                    <a:pt x="975605" y="1430742"/>
                  </a:lnTo>
                  <a:lnTo>
                    <a:pt x="976266" y="1430742"/>
                  </a:lnTo>
                  <a:lnTo>
                    <a:pt x="976926" y="1430742"/>
                  </a:lnTo>
                  <a:lnTo>
                    <a:pt x="977587" y="1430742"/>
                  </a:lnTo>
                  <a:lnTo>
                    <a:pt x="978248" y="1430742"/>
                  </a:lnTo>
                  <a:lnTo>
                    <a:pt x="978908" y="1430742"/>
                  </a:lnTo>
                  <a:lnTo>
                    <a:pt x="979569" y="1430742"/>
                  </a:lnTo>
                  <a:lnTo>
                    <a:pt x="980229" y="1403955"/>
                  </a:lnTo>
                  <a:lnTo>
                    <a:pt x="980890" y="1357005"/>
                  </a:lnTo>
                  <a:lnTo>
                    <a:pt x="981550" y="1316787"/>
                  </a:lnTo>
                  <a:lnTo>
                    <a:pt x="982211" y="1298649"/>
                  </a:lnTo>
                  <a:lnTo>
                    <a:pt x="982871" y="1298649"/>
                  </a:lnTo>
                  <a:lnTo>
                    <a:pt x="983532" y="1316787"/>
                  </a:lnTo>
                  <a:lnTo>
                    <a:pt x="984192" y="1357005"/>
                  </a:lnTo>
                  <a:lnTo>
                    <a:pt x="984853" y="1403955"/>
                  </a:lnTo>
                  <a:lnTo>
                    <a:pt x="985513" y="1430742"/>
                  </a:lnTo>
                  <a:lnTo>
                    <a:pt x="986174" y="1430742"/>
                  </a:lnTo>
                  <a:lnTo>
                    <a:pt x="986834" y="1430742"/>
                  </a:lnTo>
                  <a:lnTo>
                    <a:pt x="987495" y="1430742"/>
                  </a:lnTo>
                  <a:lnTo>
                    <a:pt x="988156" y="1430742"/>
                  </a:lnTo>
                  <a:lnTo>
                    <a:pt x="988816" y="1430742"/>
                  </a:lnTo>
                  <a:lnTo>
                    <a:pt x="989477" y="1430742"/>
                  </a:lnTo>
                  <a:lnTo>
                    <a:pt x="990137" y="1430742"/>
                  </a:lnTo>
                  <a:lnTo>
                    <a:pt x="990798" y="1430742"/>
                  </a:lnTo>
                  <a:lnTo>
                    <a:pt x="991458" y="1430742"/>
                  </a:lnTo>
                  <a:lnTo>
                    <a:pt x="992119" y="1430742"/>
                  </a:lnTo>
                  <a:lnTo>
                    <a:pt x="992779" y="1430742"/>
                  </a:lnTo>
                  <a:lnTo>
                    <a:pt x="993440" y="1430742"/>
                  </a:lnTo>
                  <a:lnTo>
                    <a:pt x="994100" y="1403955"/>
                  </a:lnTo>
                  <a:lnTo>
                    <a:pt x="994761" y="1357005"/>
                  </a:lnTo>
                  <a:lnTo>
                    <a:pt x="995421" y="1316787"/>
                  </a:lnTo>
                  <a:lnTo>
                    <a:pt x="996082" y="1316787"/>
                  </a:lnTo>
                  <a:lnTo>
                    <a:pt x="996742" y="1316787"/>
                  </a:lnTo>
                  <a:lnTo>
                    <a:pt x="997403" y="1336177"/>
                  </a:lnTo>
                  <a:lnTo>
                    <a:pt x="998064" y="1379501"/>
                  </a:lnTo>
                  <a:lnTo>
                    <a:pt x="998724" y="1430742"/>
                  </a:lnTo>
                  <a:lnTo>
                    <a:pt x="999385" y="1430742"/>
                  </a:lnTo>
                  <a:lnTo>
                    <a:pt x="1000045" y="1430742"/>
                  </a:lnTo>
                  <a:lnTo>
                    <a:pt x="1000706" y="1430742"/>
                  </a:lnTo>
                  <a:lnTo>
                    <a:pt x="1001366" y="1430742"/>
                  </a:lnTo>
                  <a:lnTo>
                    <a:pt x="1002027" y="1430742"/>
                  </a:lnTo>
                  <a:lnTo>
                    <a:pt x="1002687" y="1430742"/>
                  </a:lnTo>
                  <a:lnTo>
                    <a:pt x="1003348" y="1430742"/>
                  </a:lnTo>
                  <a:lnTo>
                    <a:pt x="1004008" y="1430742"/>
                  </a:lnTo>
                  <a:lnTo>
                    <a:pt x="1004669" y="1403955"/>
                  </a:lnTo>
                  <a:lnTo>
                    <a:pt x="1005329" y="1357005"/>
                  </a:lnTo>
                  <a:lnTo>
                    <a:pt x="1005990" y="1316787"/>
                  </a:lnTo>
                  <a:lnTo>
                    <a:pt x="1006650" y="1298649"/>
                  </a:lnTo>
                  <a:lnTo>
                    <a:pt x="1007311" y="1298649"/>
                  </a:lnTo>
                  <a:lnTo>
                    <a:pt x="1007971" y="1316787"/>
                  </a:lnTo>
                  <a:lnTo>
                    <a:pt x="1008632" y="1357005"/>
                  </a:lnTo>
                  <a:lnTo>
                    <a:pt x="1009293" y="1403955"/>
                  </a:lnTo>
                  <a:lnTo>
                    <a:pt x="1009953" y="1430742"/>
                  </a:lnTo>
                  <a:lnTo>
                    <a:pt x="1010614" y="1430742"/>
                  </a:lnTo>
                  <a:lnTo>
                    <a:pt x="1011274" y="1430742"/>
                  </a:lnTo>
                  <a:lnTo>
                    <a:pt x="1011935" y="1430742"/>
                  </a:lnTo>
                  <a:lnTo>
                    <a:pt x="1012595" y="1430742"/>
                  </a:lnTo>
                  <a:lnTo>
                    <a:pt x="1013256" y="1430742"/>
                  </a:lnTo>
                  <a:lnTo>
                    <a:pt x="1013916" y="1430742"/>
                  </a:lnTo>
                  <a:lnTo>
                    <a:pt x="1014577" y="1430742"/>
                  </a:lnTo>
                  <a:lnTo>
                    <a:pt x="1015237" y="1430742"/>
                  </a:lnTo>
                  <a:lnTo>
                    <a:pt x="1015898" y="1430742"/>
                  </a:lnTo>
                  <a:lnTo>
                    <a:pt x="1016558" y="1430742"/>
                  </a:lnTo>
                  <a:lnTo>
                    <a:pt x="1017219" y="1430742"/>
                  </a:lnTo>
                  <a:lnTo>
                    <a:pt x="1017879" y="1430742"/>
                  </a:lnTo>
                  <a:lnTo>
                    <a:pt x="1018540" y="1430742"/>
                  </a:lnTo>
                  <a:lnTo>
                    <a:pt x="1019201" y="1430742"/>
                  </a:lnTo>
                  <a:lnTo>
                    <a:pt x="1019861" y="1430742"/>
                  </a:lnTo>
                  <a:lnTo>
                    <a:pt x="1020522" y="1430742"/>
                  </a:lnTo>
                  <a:lnTo>
                    <a:pt x="1021182" y="1430742"/>
                  </a:lnTo>
                  <a:lnTo>
                    <a:pt x="1021843" y="1430742"/>
                  </a:lnTo>
                  <a:lnTo>
                    <a:pt x="1022503" y="1430742"/>
                  </a:lnTo>
                  <a:lnTo>
                    <a:pt x="1023164" y="1430742"/>
                  </a:lnTo>
                  <a:lnTo>
                    <a:pt x="1023824" y="1430742"/>
                  </a:lnTo>
                  <a:lnTo>
                    <a:pt x="1024485" y="1430742"/>
                  </a:lnTo>
                  <a:lnTo>
                    <a:pt x="1025145" y="1430742"/>
                  </a:lnTo>
                  <a:lnTo>
                    <a:pt x="1025806" y="1430742"/>
                  </a:lnTo>
                  <a:lnTo>
                    <a:pt x="1026466" y="1430742"/>
                  </a:lnTo>
                  <a:lnTo>
                    <a:pt x="1027127" y="1430742"/>
                  </a:lnTo>
                  <a:lnTo>
                    <a:pt x="1027787" y="1430742"/>
                  </a:lnTo>
                  <a:lnTo>
                    <a:pt x="1028448" y="1430742"/>
                  </a:lnTo>
                  <a:lnTo>
                    <a:pt x="1029109" y="1430742"/>
                  </a:lnTo>
                  <a:lnTo>
                    <a:pt x="1029769" y="1430742"/>
                  </a:lnTo>
                  <a:lnTo>
                    <a:pt x="1030430" y="1430742"/>
                  </a:lnTo>
                  <a:lnTo>
                    <a:pt x="1031090" y="1430742"/>
                  </a:lnTo>
                  <a:lnTo>
                    <a:pt x="1031751" y="1430742"/>
                  </a:lnTo>
                  <a:lnTo>
                    <a:pt x="1032411" y="1430742"/>
                  </a:lnTo>
                  <a:lnTo>
                    <a:pt x="1033072" y="1430742"/>
                  </a:lnTo>
                  <a:lnTo>
                    <a:pt x="1033732" y="1430742"/>
                  </a:lnTo>
                  <a:lnTo>
                    <a:pt x="1034393" y="1430742"/>
                  </a:lnTo>
                  <a:lnTo>
                    <a:pt x="1035053" y="1430742"/>
                  </a:lnTo>
                  <a:lnTo>
                    <a:pt x="1035714" y="1430742"/>
                  </a:lnTo>
                  <a:lnTo>
                    <a:pt x="1036374" y="1430742"/>
                  </a:lnTo>
                  <a:lnTo>
                    <a:pt x="1037035" y="1430742"/>
                  </a:lnTo>
                  <a:lnTo>
                    <a:pt x="1037695" y="1430742"/>
                  </a:lnTo>
                  <a:lnTo>
                    <a:pt x="1038356" y="1430742"/>
                  </a:lnTo>
                  <a:lnTo>
                    <a:pt x="1039017" y="1430742"/>
                  </a:lnTo>
                  <a:lnTo>
                    <a:pt x="1039677" y="1430742"/>
                  </a:lnTo>
                  <a:lnTo>
                    <a:pt x="1040338" y="1430742"/>
                  </a:lnTo>
                  <a:lnTo>
                    <a:pt x="1040998" y="1430742"/>
                  </a:lnTo>
                  <a:lnTo>
                    <a:pt x="1041659" y="1430742"/>
                  </a:lnTo>
                  <a:lnTo>
                    <a:pt x="1042319" y="1430742"/>
                  </a:lnTo>
                  <a:lnTo>
                    <a:pt x="1042980" y="1430742"/>
                  </a:lnTo>
                  <a:lnTo>
                    <a:pt x="1043640" y="1430742"/>
                  </a:lnTo>
                  <a:lnTo>
                    <a:pt x="1044301" y="1430742"/>
                  </a:lnTo>
                  <a:lnTo>
                    <a:pt x="1044961" y="1430742"/>
                  </a:lnTo>
                  <a:lnTo>
                    <a:pt x="1045622" y="1430742"/>
                  </a:lnTo>
                  <a:lnTo>
                    <a:pt x="1046282" y="1430742"/>
                  </a:lnTo>
                  <a:lnTo>
                    <a:pt x="1046943" y="1430742"/>
                  </a:lnTo>
                  <a:lnTo>
                    <a:pt x="1047603" y="1430742"/>
                  </a:lnTo>
                  <a:lnTo>
                    <a:pt x="1048264" y="1430742"/>
                  </a:lnTo>
                  <a:lnTo>
                    <a:pt x="1048924" y="1430742"/>
                  </a:lnTo>
                  <a:lnTo>
                    <a:pt x="1049585" y="1430742"/>
                  </a:lnTo>
                  <a:lnTo>
                    <a:pt x="1050246" y="1430742"/>
                  </a:lnTo>
                  <a:lnTo>
                    <a:pt x="1050906" y="1430742"/>
                  </a:lnTo>
                  <a:lnTo>
                    <a:pt x="1051567" y="1430742"/>
                  </a:lnTo>
                  <a:lnTo>
                    <a:pt x="1052227" y="1430742"/>
                  </a:lnTo>
                  <a:lnTo>
                    <a:pt x="1052888" y="1430742"/>
                  </a:lnTo>
                  <a:lnTo>
                    <a:pt x="1053548" y="1430742"/>
                  </a:lnTo>
                  <a:lnTo>
                    <a:pt x="1054209" y="1430742"/>
                  </a:lnTo>
                  <a:lnTo>
                    <a:pt x="1054869" y="1430742"/>
                  </a:lnTo>
                  <a:lnTo>
                    <a:pt x="1055530" y="1403955"/>
                  </a:lnTo>
                  <a:lnTo>
                    <a:pt x="1056190" y="1357005"/>
                  </a:lnTo>
                  <a:lnTo>
                    <a:pt x="1056851" y="1336177"/>
                  </a:lnTo>
                  <a:lnTo>
                    <a:pt x="1057511" y="1316787"/>
                  </a:lnTo>
                  <a:lnTo>
                    <a:pt x="1058172" y="1316787"/>
                  </a:lnTo>
                  <a:lnTo>
                    <a:pt x="1058832" y="1336177"/>
                  </a:lnTo>
                  <a:lnTo>
                    <a:pt x="1059493" y="1379501"/>
                  </a:lnTo>
                  <a:lnTo>
                    <a:pt x="1060154" y="1403955"/>
                  </a:lnTo>
                  <a:lnTo>
                    <a:pt x="1060814" y="1430742"/>
                  </a:lnTo>
                  <a:lnTo>
                    <a:pt x="1061475" y="1430742"/>
                  </a:lnTo>
                  <a:lnTo>
                    <a:pt x="1062135" y="1430742"/>
                  </a:lnTo>
                  <a:lnTo>
                    <a:pt x="1062796" y="1430742"/>
                  </a:lnTo>
                  <a:lnTo>
                    <a:pt x="1063456" y="1430742"/>
                  </a:lnTo>
                  <a:lnTo>
                    <a:pt x="1064117" y="1430742"/>
                  </a:lnTo>
                  <a:lnTo>
                    <a:pt x="1064777" y="1403955"/>
                  </a:lnTo>
                  <a:lnTo>
                    <a:pt x="1065438" y="1357005"/>
                  </a:lnTo>
                  <a:lnTo>
                    <a:pt x="1066098" y="1316787"/>
                  </a:lnTo>
                  <a:lnTo>
                    <a:pt x="1066759" y="1316787"/>
                  </a:lnTo>
                  <a:lnTo>
                    <a:pt x="1067419" y="1316787"/>
                  </a:lnTo>
                  <a:lnTo>
                    <a:pt x="1068080" y="1336177"/>
                  </a:lnTo>
                  <a:lnTo>
                    <a:pt x="1068740" y="1379501"/>
                  </a:lnTo>
                  <a:lnTo>
                    <a:pt x="1069401" y="1430742"/>
                  </a:lnTo>
                  <a:lnTo>
                    <a:pt x="1070062" y="1430742"/>
                  </a:lnTo>
                  <a:lnTo>
                    <a:pt x="1070722" y="1430742"/>
                  </a:lnTo>
                  <a:lnTo>
                    <a:pt x="1071383" y="1430742"/>
                  </a:lnTo>
                  <a:lnTo>
                    <a:pt x="1072043" y="1430742"/>
                  </a:lnTo>
                  <a:lnTo>
                    <a:pt x="1072704" y="1430742"/>
                  </a:lnTo>
                  <a:lnTo>
                    <a:pt x="1073364" y="1430742"/>
                  </a:lnTo>
                  <a:lnTo>
                    <a:pt x="1074025" y="1430742"/>
                  </a:lnTo>
                  <a:lnTo>
                    <a:pt x="1074685" y="1430742"/>
                  </a:lnTo>
                  <a:lnTo>
                    <a:pt x="1075346" y="1430742"/>
                  </a:lnTo>
                  <a:lnTo>
                    <a:pt x="1076006" y="1430742"/>
                  </a:lnTo>
                  <a:lnTo>
                    <a:pt x="1076667" y="1430742"/>
                  </a:lnTo>
                  <a:lnTo>
                    <a:pt x="1077327" y="1430742"/>
                  </a:lnTo>
                  <a:lnTo>
                    <a:pt x="1077988" y="1430742"/>
                  </a:lnTo>
                  <a:lnTo>
                    <a:pt x="1078648" y="1430742"/>
                  </a:lnTo>
                  <a:lnTo>
                    <a:pt x="1079309" y="1430742"/>
                  </a:lnTo>
                  <a:lnTo>
                    <a:pt x="1079969" y="1430742"/>
                  </a:lnTo>
                  <a:lnTo>
                    <a:pt x="1080630" y="1430742"/>
                  </a:lnTo>
                  <a:lnTo>
                    <a:pt x="1081291" y="1430742"/>
                  </a:lnTo>
                  <a:lnTo>
                    <a:pt x="1081951" y="1430742"/>
                  </a:lnTo>
                  <a:lnTo>
                    <a:pt x="1082612" y="1430742"/>
                  </a:lnTo>
                  <a:lnTo>
                    <a:pt x="1083272" y="1430742"/>
                  </a:lnTo>
                  <a:lnTo>
                    <a:pt x="1083933" y="1430742"/>
                  </a:lnTo>
                  <a:lnTo>
                    <a:pt x="1084593" y="1430742"/>
                  </a:lnTo>
                  <a:lnTo>
                    <a:pt x="1085254" y="1430742"/>
                  </a:lnTo>
                  <a:lnTo>
                    <a:pt x="1085914" y="1430742"/>
                  </a:lnTo>
                  <a:lnTo>
                    <a:pt x="1086575" y="1430742"/>
                  </a:lnTo>
                  <a:lnTo>
                    <a:pt x="1087235" y="1430742"/>
                  </a:lnTo>
                  <a:lnTo>
                    <a:pt x="1087896" y="1430742"/>
                  </a:lnTo>
                  <a:lnTo>
                    <a:pt x="1088556" y="1430742"/>
                  </a:lnTo>
                  <a:lnTo>
                    <a:pt x="1089217" y="1430742"/>
                  </a:lnTo>
                  <a:lnTo>
                    <a:pt x="1089877" y="1430742"/>
                  </a:lnTo>
                  <a:lnTo>
                    <a:pt x="1090538" y="1430742"/>
                  </a:lnTo>
                  <a:lnTo>
                    <a:pt x="1091199" y="1430742"/>
                  </a:lnTo>
                  <a:lnTo>
                    <a:pt x="1091859" y="1430742"/>
                  </a:lnTo>
                  <a:lnTo>
                    <a:pt x="1092520" y="1430742"/>
                  </a:lnTo>
                  <a:lnTo>
                    <a:pt x="1093180" y="1430742"/>
                  </a:lnTo>
                  <a:lnTo>
                    <a:pt x="1093841" y="1430742"/>
                  </a:lnTo>
                  <a:lnTo>
                    <a:pt x="1094501" y="1430742"/>
                  </a:lnTo>
                  <a:lnTo>
                    <a:pt x="1095162" y="1430742"/>
                  </a:lnTo>
                  <a:lnTo>
                    <a:pt x="1095822" y="1430742"/>
                  </a:lnTo>
                  <a:lnTo>
                    <a:pt x="1096483" y="1430742"/>
                  </a:lnTo>
                  <a:lnTo>
                    <a:pt x="1097143" y="1430742"/>
                  </a:lnTo>
                  <a:lnTo>
                    <a:pt x="1097804" y="1430742"/>
                  </a:lnTo>
                  <a:lnTo>
                    <a:pt x="1098464" y="1430742"/>
                  </a:lnTo>
                  <a:lnTo>
                    <a:pt x="1099125" y="1430742"/>
                  </a:lnTo>
                  <a:lnTo>
                    <a:pt x="1099785" y="1430742"/>
                  </a:lnTo>
                  <a:lnTo>
                    <a:pt x="1100446" y="1430742"/>
                  </a:lnTo>
                  <a:lnTo>
                    <a:pt x="1101107" y="1430742"/>
                  </a:lnTo>
                  <a:lnTo>
                    <a:pt x="1101767" y="1430742"/>
                  </a:lnTo>
                  <a:lnTo>
                    <a:pt x="1102428" y="1430742"/>
                  </a:lnTo>
                  <a:lnTo>
                    <a:pt x="1103088" y="1430742"/>
                  </a:lnTo>
                  <a:lnTo>
                    <a:pt x="1103749" y="1430742"/>
                  </a:lnTo>
                  <a:lnTo>
                    <a:pt x="1104409" y="1403955"/>
                  </a:lnTo>
                  <a:lnTo>
                    <a:pt x="1105070" y="1379501"/>
                  </a:lnTo>
                  <a:lnTo>
                    <a:pt x="1105730" y="1379501"/>
                  </a:lnTo>
                  <a:lnTo>
                    <a:pt x="1106391" y="1357005"/>
                  </a:lnTo>
                  <a:lnTo>
                    <a:pt x="1107051" y="1336177"/>
                  </a:lnTo>
                  <a:lnTo>
                    <a:pt x="1107712" y="1357005"/>
                  </a:lnTo>
                  <a:lnTo>
                    <a:pt x="1108372" y="1379501"/>
                  </a:lnTo>
                  <a:lnTo>
                    <a:pt x="1109033" y="1379501"/>
                  </a:lnTo>
                  <a:lnTo>
                    <a:pt x="1109693" y="1403955"/>
                  </a:lnTo>
                  <a:lnTo>
                    <a:pt x="1110354" y="1430742"/>
                  </a:lnTo>
                  <a:lnTo>
                    <a:pt x="1111015" y="1430742"/>
                  </a:lnTo>
                  <a:lnTo>
                    <a:pt x="1111675" y="1430742"/>
                  </a:lnTo>
                  <a:lnTo>
                    <a:pt x="1112336" y="1430742"/>
                  </a:lnTo>
                  <a:lnTo>
                    <a:pt x="1112996" y="1430742"/>
                  </a:lnTo>
                  <a:lnTo>
                    <a:pt x="1113657" y="1430742"/>
                  </a:lnTo>
                  <a:lnTo>
                    <a:pt x="1114317" y="1430742"/>
                  </a:lnTo>
                  <a:lnTo>
                    <a:pt x="1114978" y="1430742"/>
                  </a:lnTo>
                  <a:lnTo>
                    <a:pt x="1115638" y="1430742"/>
                  </a:lnTo>
                  <a:lnTo>
                    <a:pt x="1116299" y="1430742"/>
                  </a:lnTo>
                  <a:lnTo>
                    <a:pt x="1116959" y="1430742"/>
                  </a:lnTo>
                  <a:lnTo>
                    <a:pt x="1117620" y="1430742"/>
                  </a:lnTo>
                  <a:lnTo>
                    <a:pt x="1118280" y="1430742"/>
                  </a:lnTo>
                  <a:lnTo>
                    <a:pt x="1118941" y="1430742"/>
                  </a:lnTo>
                  <a:lnTo>
                    <a:pt x="1119601" y="1430742"/>
                  </a:lnTo>
                  <a:lnTo>
                    <a:pt x="1120262" y="1430742"/>
                  </a:lnTo>
                  <a:lnTo>
                    <a:pt x="1120922" y="1430742"/>
                  </a:lnTo>
                  <a:lnTo>
                    <a:pt x="1121583" y="1430742"/>
                  </a:lnTo>
                  <a:lnTo>
                    <a:pt x="1122244" y="1430742"/>
                  </a:lnTo>
                  <a:lnTo>
                    <a:pt x="1122904" y="1430742"/>
                  </a:lnTo>
                  <a:lnTo>
                    <a:pt x="1123565" y="1430742"/>
                  </a:lnTo>
                  <a:lnTo>
                    <a:pt x="1124225" y="1430742"/>
                  </a:lnTo>
                  <a:lnTo>
                    <a:pt x="1124886" y="1430742"/>
                  </a:lnTo>
                  <a:lnTo>
                    <a:pt x="1125546" y="1430742"/>
                  </a:lnTo>
                  <a:lnTo>
                    <a:pt x="1126207" y="1430742"/>
                  </a:lnTo>
                  <a:lnTo>
                    <a:pt x="1126867" y="1430742"/>
                  </a:lnTo>
                  <a:lnTo>
                    <a:pt x="1127528" y="1430742"/>
                  </a:lnTo>
                  <a:lnTo>
                    <a:pt x="1128188" y="1430742"/>
                  </a:lnTo>
                  <a:lnTo>
                    <a:pt x="1128849" y="1430742"/>
                  </a:lnTo>
                  <a:lnTo>
                    <a:pt x="1129509" y="1430742"/>
                  </a:lnTo>
                  <a:lnTo>
                    <a:pt x="1130170" y="1430742"/>
                  </a:lnTo>
                  <a:lnTo>
                    <a:pt x="1130830" y="1430742"/>
                  </a:lnTo>
                  <a:lnTo>
                    <a:pt x="1131491" y="1430742"/>
                  </a:lnTo>
                  <a:lnTo>
                    <a:pt x="1132152" y="1430742"/>
                  </a:lnTo>
                  <a:lnTo>
                    <a:pt x="1132812" y="1430742"/>
                  </a:lnTo>
                  <a:lnTo>
                    <a:pt x="1133473" y="1430742"/>
                  </a:lnTo>
                  <a:lnTo>
                    <a:pt x="1134133" y="1430742"/>
                  </a:lnTo>
                  <a:lnTo>
                    <a:pt x="1134794" y="1430742"/>
                  </a:lnTo>
                  <a:lnTo>
                    <a:pt x="1135454" y="1430742"/>
                  </a:lnTo>
                  <a:lnTo>
                    <a:pt x="1136115" y="1430742"/>
                  </a:lnTo>
                  <a:lnTo>
                    <a:pt x="1136775" y="1430742"/>
                  </a:lnTo>
                  <a:lnTo>
                    <a:pt x="1137436" y="1430742"/>
                  </a:lnTo>
                  <a:lnTo>
                    <a:pt x="1138096" y="1430742"/>
                  </a:lnTo>
                  <a:lnTo>
                    <a:pt x="1138757" y="1430742"/>
                  </a:lnTo>
                  <a:lnTo>
                    <a:pt x="1139417" y="1430742"/>
                  </a:lnTo>
                  <a:lnTo>
                    <a:pt x="1140078" y="1430742"/>
                  </a:lnTo>
                  <a:lnTo>
                    <a:pt x="1140738" y="1430742"/>
                  </a:lnTo>
                  <a:lnTo>
                    <a:pt x="1141399" y="1430742"/>
                  </a:lnTo>
                  <a:lnTo>
                    <a:pt x="1142060" y="1430742"/>
                  </a:lnTo>
                  <a:lnTo>
                    <a:pt x="1142720" y="1430742"/>
                  </a:lnTo>
                  <a:lnTo>
                    <a:pt x="1143381" y="1430742"/>
                  </a:lnTo>
                  <a:lnTo>
                    <a:pt x="1144041" y="1430742"/>
                  </a:lnTo>
                  <a:lnTo>
                    <a:pt x="1144702" y="1430742"/>
                  </a:lnTo>
                  <a:lnTo>
                    <a:pt x="1145362" y="1430742"/>
                  </a:lnTo>
                  <a:lnTo>
                    <a:pt x="1146023" y="1430742"/>
                  </a:lnTo>
                  <a:lnTo>
                    <a:pt x="1146683" y="1403955"/>
                  </a:lnTo>
                  <a:lnTo>
                    <a:pt x="1147344" y="1379501"/>
                  </a:lnTo>
                  <a:lnTo>
                    <a:pt x="1148004" y="1336177"/>
                  </a:lnTo>
                  <a:lnTo>
                    <a:pt x="1148665" y="1316787"/>
                  </a:lnTo>
                  <a:lnTo>
                    <a:pt x="1149325" y="1316787"/>
                  </a:lnTo>
                  <a:lnTo>
                    <a:pt x="1149986" y="1336177"/>
                  </a:lnTo>
                  <a:lnTo>
                    <a:pt x="1150646" y="1357005"/>
                  </a:lnTo>
                  <a:lnTo>
                    <a:pt x="1151307" y="1403955"/>
                  </a:lnTo>
                  <a:lnTo>
                    <a:pt x="1151967" y="1430742"/>
                  </a:lnTo>
                  <a:lnTo>
                    <a:pt x="1152628" y="1430742"/>
                  </a:lnTo>
                  <a:lnTo>
                    <a:pt x="1153289" y="1430742"/>
                  </a:lnTo>
                  <a:lnTo>
                    <a:pt x="1153949" y="1430742"/>
                  </a:lnTo>
                  <a:lnTo>
                    <a:pt x="1154610" y="1430742"/>
                  </a:lnTo>
                  <a:lnTo>
                    <a:pt x="1155270" y="1430742"/>
                  </a:lnTo>
                  <a:lnTo>
                    <a:pt x="1155931" y="1430742"/>
                  </a:lnTo>
                  <a:lnTo>
                    <a:pt x="1156591" y="1430742"/>
                  </a:lnTo>
                  <a:lnTo>
                    <a:pt x="1157252" y="1430742"/>
                  </a:lnTo>
                  <a:lnTo>
                    <a:pt x="1157912" y="1430742"/>
                  </a:lnTo>
                  <a:lnTo>
                    <a:pt x="1158573" y="1430742"/>
                  </a:lnTo>
                  <a:lnTo>
                    <a:pt x="1159233" y="1430742"/>
                  </a:lnTo>
                  <a:lnTo>
                    <a:pt x="1159894" y="1430742"/>
                  </a:lnTo>
                  <a:lnTo>
                    <a:pt x="1160554" y="1430742"/>
                  </a:lnTo>
                  <a:lnTo>
                    <a:pt x="1161215" y="1430742"/>
                  </a:lnTo>
                  <a:lnTo>
                    <a:pt x="1161875" y="1430742"/>
                  </a:lnTo>
                  <a:lnTo>
                    <a:pt x="1162536" y="1430742"/>
                  </a:lnTo>
                  <a:lnTo>
                    <a:pt x="1163197" y="1430742"/>
                  </a:lnTo>
                  <a:lnTo>
                    <a:pt x="1163857" y="1430742"/>
                  </a:lnTo>
                  <a:lnTo>
                    <a:pt x="1164518" y="1430742"/>
                  </a:lnTo>
                  <a:lnTo>
                    <a:pt x="1165178" y="1430742"/>
                  </a:lnTo>
                  <a:lnTo>
                    <a:pt x="1165839" y="1379501"/>
                  </a:lnTo>
                  <a:lnTo>
                    <a:pt x="1166499" y="1330219"/>
                  </a:lnTo>
                  <a:lnTo>
                    <a:pt x="1167160" y="1293428"/>
                  </a:lnTo>
                  <a:lnTo>
                    <a:pt x="1167820" y="1260900"/>
                  </a:lnTo>
                  <a:lnTo>
                    <a:pt x="1168481" y="1245947"/>
                  </a:lnTo>
                  <a:lnTo>
                    <a:pt x="1169141" y="1276694"/>
                  </a:lnTo>
                  <a:lnTo>
                    <a:pt x="1169802" y="1316787"/>
                  </a:lnTo>
                  <a:lnTo>
                    <a:pt x="1170462" y="1357005"/>
                  </a:lnTo>
                  <a:lnTo>
                    <a:pt x="1171123" y="1403955"/>
                  </a:lnTo>
                  <a:lnTo>
                    <a:pt x="1171783" y="1430742"/>
                  </a:lnTo>
                  <a:lnTo>
                    <a:pt x="1172444" y="1430742"/>
                  </a:lnTo>
                  <a:lnTo>
                    <a:pt x="1173105" y="1430742"/>
                  </a:lnTo>
                  <a:lnTo>
                    <a:pt x="1173765" y="1430742"/>
                  </a:lnTo>
                  <a:lnTo>
                    <a:pt x="1174426" y="1430742"/>
                  </a:lnTo>
                  <a:lnTo>
                    <a:pt x="1175086" y="1430742"/>
                  </a:lnTo>
                  <a:lnTo>
                    <a:pt x="1175747" y="1430742"/>
                  </a:lnTo>
                  <a:lnTo>
                    <a:pt x="1176407" y="1430742"/>
                  </a:lnTo>
                  <a:lnTo>
                    <a:pt x="1177068" y="1430742"/>
                  </a:lnTo>
                  <a:lnTo>
                    <a:pt x="1177728" y="1430742"/>
                  </a:lnTo>
                  <a:lnTo>
                    <a:pt x="1178389" y="1430742"/>
                  </a:lnTo>
                  <a:lnTo>
                    <a:pt x="1179049" y="1430742"/>
                  </a:lnTo>
                  <a:lnTo>
                    <a:pt x="1179710" y="1430742"/>
                  </a:lnTo>
                  <a:lnTo>
                    <a:pt x="1180370" y="1430742"/>
                  </a:lnTo>
                  <a:lnTo>
                    <a:pt x="1181031" y="1430742"/>
                  </a:lnTo>
                  <a:lnTo>
                    <a:pt x="1181691" y="1430742"/>
                  </a:lnTo>
                  <a:lnTo>
                    <a:pt x="1182352" y="1430742"/>
                  </a:lnTo>
                  <a:lnTo>
                    <a:pt x="1183013" y="1430742"/>
                  </a:lnTo>
                  <a:lnTo>
                    <a:pt x="1183673" y="1403955"/>
                  </a:lnTo>
                  <a:lnTo>
                    <a:pt x="1184334" y="1357005"/>
                  </a:lnTo>
                  <a:lnTo>
                    <a:pt x="1184994" y="1336177"/>
                  </a:lnTo>
                  <a:lnTo>
                    <a:pt x="1185655" y="1316787"/>
                  </a:lnTo>
                  <a:lnTo>
                    <a:pt x="1186315" y="1265546"/>
                  </a:lnTo>
                  <a:lnTo>
                    <a:pt x="1186976" y="1196655"/>
                  </a:lnTo>
                  <a:lnTo>
                    <a:pt x="1187636" y="1145414"/>
                  </a:lnTo>
                  <a:lnTo>
                    <a:pt x="1188297" y="1094767"/>
                  </a:lnTo>
                  <a:lnTo>
                    <a:pt x="1188957" y="1086389"/>
                  </a:lnTo>
                  <a:lnTo>
                    <a:pt x="1189618" y="1112311"/>
                  </a:lnTo>
                  <a:lnTo>
                    <a:pt x="1190278" y="1172659"/>
                  </a:lnTo>
                  <a:lnTo>
                    <a:pt x="1190939" y="1258606"/>
                  </a:lnTo>
                  <a:lnTo>
                    <a:pt x="1191599" y="1379501"/>
                  </a:lnTo>
                  <a:lnTo>
                    <a:pt x="1192260" y="1430742"/>
                  </a:lnTo>
                  <a:lnTo>
                    <a:pt x="1192920" y="1430742"/>
                  </a:lnTo>
                  <a:lnTo>
                    <a:pt x="1193581" y="1430742"/>
                  </a:lnTo>
                  <a:lnTo>
                    <a:pt x="1194242" y="1430742"/>
                  </a:lnTo>
                  <a:lnTo>
                    <a:pt x="1194902" y="1430742"/>
                  </a:lnTo>
                  <a:lnTo>
                    <a:pt x="1195563" y="1430742"/>
                  </a:lnTo>
                  <a:lnTo>
                    <a:pt x="1196223" y="1430742"/>
                  </a:lnTo>
                  <a:lnTo>
                    <a:pt x="1196884" y="1430742"/>
                  </a:lnTo>
                  <a:lnTo>
                    <a:pt x="1197544" y="1430742"/>
                  </a:lnTo>
                  <a:lnTo>
                    <a:pt x="1198205" y="1430742"/>
                  </a:lnTo>
                  <a:lnTo>
                    <a:pt x="1198865" y="1430742"/>
                  </a:lnTo>
                  <a:lnTo>
                    <a:pt x="1199526" y="1430742"/>
                  </a:lnTo>
                  <a:lnTo>
                    <a:pt x="1200186" y="1430742"/>
                  </a:lnTo>
                  <a:lnTo>
                    <a:pt x="1200847" y="1430742"/>
                  </a:lnTo>
                  <a:lnTo>
                    <a:pt x="1201507" y="1379501"/>
                  </a:lnTo>
                  <a:lnTo>
                    <a:pt x="1202168" y="1307572"/>
                  </a:lnTo>
                  <a:lnTo>
                    <a:pt x="1202828" y="1273463"/>
                  </a:lnTo>
                  <a:lnTo>
                    <a:pt x="1203489" y="1257845"/>
                  </a:lnTo>
                  <a:lnTo>
                    <a:pt x="1204150" y="1257845"/>
                  </a:lnTo>
                  <a:lnTo>
                    <a:pt x="1204810" y="1290000"/>
                  </a:lnTo>
                  <a:lnTo>
                    <a:pt x="1205471" y="1357005"/>
                  </a:lnTo>
                  <a:lnTo>
                    <a:pt x="1206131" y="1403955"/>
                  </a:lnTo>
                  <a:lnTo>
                    <a:pt x="1206792" y="1430742"/>
                  </a:lnTo>
                  <a:lnTo>
                    <a:pt x="1207452" y="1430742"/>
                  </a:lnTo>
                  <a:lnTo>
                    <a:pt x="1208113" y="1430742"/>
                  </a:lnTo>
                  <a:lnTo>
                    <a:pt x="1208773" y="1430742"/>
                  </a:lnTo>
                  <a:lnTo>
                    <a:pt x="1209434" y="1403955"/>
                  </a:lnTo>
                  <a:lnTo>
                    <a:pt x="1210094" y="1379501"/>
                  </a:lnTo>
                  <a:lnTo>
                    <a:pt x="1210755" y="1357005"/>
                  </a:lnTo>
                  <a:lnTo>
                    <a:pt x="1211415" y="1337183"/>
                  </a:lnTo>
                  <a:lnTo>
                    <a:pt x="1212076" y="1299528"/>
                  </a:lnTo>
                  <a:lnTo>
                    <a:pt x="1212736" y="1282438"/>
                  </a:lnTo>
                  <a:lnTo>
                    <a:pt x="1213397" y="1282438"/>
                  </a:lnTo>
                  <a:lnTo>
                    <a:pt x="1214058" y="1282438"/>
                  </a:lnTo>
                  <a:lnTo>
                    <a:pt x="1214718" y="1298649"/>
                  </a:lnTo>
                  <a:lnTo>
                    <a:pt x="1215379" y="1336177"/>
                  </a:lnTo>
                  <a:lnTo>
                    <a:pt x="1216039" y="1379501"/>
                  </a:lnTo>
                  <a:lnTo>
                    <a:pt x="1216700" y="1403955"/>
                  </a:lnTo>
                  <a:lnTo>
                    <a:pt x="1217360" y="1430742"/>
                  </a:lnTo>
                  <a:lnTo>
                    <a:pt x="1218021" y="1430742"/>
                  </a:lnTo>
                  <a:lnTo>
                    <a:pt x="1218681" y="1430742"/>
                  </a:lnTo>
                  <a:lnTo>
                    <a:pt x="1219342" y="1430742"/>
                  </a:lnTo>
                  <a:lnTo>
                    <a:pt x="1220002" y="1430742"/>
                  </a:lnTo>
                  <a:lnTo>
                    <a:pt x="1220663" y="1430742"/>
                  </a:lnTo>
                  <a:lnTo>
                    <a:pt x="1221323" y="1430742"/>
                  </a:lnTo>
                  <a:lnTo>
                    <a:pt x="1221984" y="1430742"/>
                  </a:lnTo>
                  <a:lnTo>
                    <a:pt x="1222644" y="1430742"/>
                  </a:lnTo>
                  <a:lnTo>
                    <a:pt x="1223305" y="1430742"/>
                  </a:lnTo>
                  <a:lnTo>
                    <a:pt x="1223965" y="1430742"/>
                  </a:lnTo>
                  <a:lnTo>
                    <a:pt x="1224626" y="1430742"/>
                  </a:lnTo>
                  <a:lnTo>
                    <a:pt x="1225287" y="1430742"/>
                  </a:lnTo>
                  <a:lnTo>
                    <a:pt x="1225947" y="1430742"/>
                  </a:lnTo>
                  <a:lnTo>
                    <a:pt x="1226608" y="1430742"/>
                  </a:lnTo>
                  <a:lnTo>
                    <a:pt x="1227268" y="1430742"/>
                  </a:lnTo>
                  <a:lnTo>
                    <a:pt x="1227929" y="1430742"/>
                  </a:lnTo>
                  <a:lnTo>
                    <a:pt x="1228589" y="1430742"/>
                  </a:lnTo>
                  <a:lnTo>
                    <a:pt x="1229250" y="1430742"/>
                  </a:lnTo>
                  <a:lnTo>
                    <a:pt x="1229910" y="1430742"/>
                  </a:lnTo>
                  <a:lnTo>
                    <a:pt x="1230571" y="1430742"/>
                  </a:lnTo>
                  <a:lnTo>
                    <a:pt x="1231231" y="1427946"/>
                  </a:lnTo>
                  <a:lnTo>
                    <a:pt x="1231892" y="1401412"/>
                  </a:lnTo>
                  <a:lnTo>
                    <a:pt x="1232552" y="1354852"/>
                  </a:lnTo>
                  <a:lnTo>
                    <a:pt x="1233213" y="1334177"/>
                  </a:lnTo>
                  <a:lnTo>
                    <a:pt x="1233873" y="1314920"/>
                  </a:lnTo>
                  <a:lnTo>
                    <a:pt x="1234534" y="1316787"/>
                  </a:lnTo>
                  <a:lnTo>
                    <a:pt x="1235195" y="1336177"/>
                  </a:lnTo>
                  <a:lnTo>
                    <a:pt x="1235855" y="1379501"/>
                  </a:lnTo>
                  <a:lnTo>
                    <a:pt x="1236516" y="1403955"/>
                  </a:lnTo>
                  <a:lnTo>
                    <a:pt x="1237176" y="1430742"/>
                  </a:lnTo>
                  <a:lnTo>
                    <a:pt x="1237837" y="1430742"/>
                  </a:lnTo>
                  <a:lnTo>
                    <a:pt x="1238497" y="1430742"/>
                  </a:lnTo>
                  <a:lnTo>
                    <a:pt x="1239158" y="1430742"/>
                  </a:lnTo>
                  <a:lnTo>
                    <a:pt x="1239818" y="1430742"/>
                  </a:lnTo>
                  <a:lnTo>
                    <a:pt x="1240479" y="1430742"/>
                  </a:lnTo>
                  <a:lnTo>
                    <a:pt x="1241139" y="1430742"/>
                  </a:lnTo>
                  <a:lnTo>
                    <a:pt x="1241800" y="1430742"/>
                  </a:lnTo>
                  <a:lnTo>
                    <a:pt x="1242460" y="1430742"/>
                  </a:lnTo>
                  <a:lnTo>
                    <a:pt x="1243121" y="1430742"/>
                  </a:lnTo>
                  <a:lnTo>
                    <a:pt x="1243781" y="1430742"/>
                  </a:lnTo>
                  <a:lnTo>
                    <a:pt x="1244442" y="1430742"/>
                  </a:lnTo>
                  <a:lnTo>
                    <a:pt x="1245103" y="1430742"/>
                  </a:lnTo>
                  <a:lnTo>
                    <a:pt x="1245763" y="1430742"/>
                  </a:lnTo>
                  <a:lnTo>
                    <a:pt x="1246424" y="1430742"/>
                  </a:lnTo>
                  <a:lnTo>
                    <a:pt x="1247084" y="1430742"/>
                  </a:lnTo>
                  <a:lnTo>
                    <a:pt x="1247745" y="1403955"/>
                  </a:lnTo>
                  <a:lnTo>
                    <a:pt x="1248405" y="1357005"/>
                  </a:lnTo>
                  <a:lnTo>
                    <a:pt x="1249066" y="1336177"/>
                  </a:lnTo>
                  <a:lnTo>
                    <a:pt x="1249726" y="1336177"/>
                  </a:lnTo>
                  <a:lnTo>
                    <a:pt x="1250387" y="1336177"/>
                  </a:lnTo>
                  <a:lnTo>
                    <a:pt x="1251047" y="1357005"/>
                  </a:lnTo>
                  <a:lnTo>
                    <a:pt x="1251708" y="1403955"/>
                  </a:lnTo>
                  <a:lnTo>
                    <a:pt x="1252368" y="1430742"/>
                  </a:lnTo>
                  <a:lnTo>
                    <a:pt x="1253029" y="1430742"/>
                  </a:lnTo>
                  <a:lnTo>
                    <a:pt x="1253689" y="1430742"/>
                  </a:lnTo>
                  <a:lnTo>
                    <a:pt x="1254350" y="1430742"/>
                  </a:lnTo>
                  <a:lnTo>
                    <a:pt x="1255011" y="1430742"/>
                  </a:lnTo>
                  <a:lnTo>
                    <a:pt x="1255671" y="1430742"/>
                  </a:lnTo>
                  <a:lnTo>
                    <a:pt x="1256332" y="1430742"/>
                  </a:lnTo>
                  <a:lnTo>
                    <a:pt x="1256992" y="1430742"/>
                  </a:lnTo>
                  <a:lnTo>
                    <a:pt x="1257653" y="1430742"/>
                  </a:lnTo>
                  <a:lnTo>
                    <a:pt x="1258313" y="1430742"/>
                  </a:lnTo>
                  <a:lnTo>
                    <a:pt x="1258974" y="1430742"/>
                  </a:lnTo>
                  <a:lnTo>
                    <a:pt x="1259634" y="1430742"/>
                  </a:lnTo>
                  <a:lnTo>
                    <a:pt x="1260295" y="1430742"/>
                  </a:lnTo>
                  <a:lnTo>
                    <a:pt x="1260955" y="1430742"/>
                  </a:lnTo>
                  <a:lnTo>
                    <a:pt x="1261616" y="1430742"/>
                  </a:lnTo>
                  <a:lnTo>
                    <a:pt x="1262276" y="1430742"/>
                  </a:lnTo>
                  <a:lnTo>
                    <a:pt x="1262937" y="1430742"/>
                  </a:lnTo>
                  <a:lnTo>
                    <a:pt x="1263597" y="1430742"/>
                  </a:lnTo>
                  <a:lnTo>
                    <a:pt x="1264258" y="1430742"/>
                  </a:lnTo>
                  <a:lnTo>
                    <a:pt x="1264918" y="1430742"/>
                  </a:lnTo>
                  <a:lnTo>
                    <a:pt x="1265579" y="1430742"/>
                  </a:lnTo>
                  <a:lnTo>
                    <a:pt x="1266240" y="1430742"/>
                  </a:lnTo>
                  <a:lnTo>
                    <a:pt x="1266900" y="1430742"/>
                  </a:lnTo>
                  <a:lnTo>
                    <a:pt x="1267561" y="1430742"/>
                  </a:lnTo>
                  <a:lnTo>
                    <a:pt x="1268221" y="1430742"/>
                  </a:lnTo>
                  <a:lnTo>
                    <a:pt x="1268882" y="1430742"/>
                  </a:lnTo>
                  <a:lnTo>
                    <a:pt x="1269542" y="1430742"/>
                  </a:lnTo>
                  <a:lnTo>
                    <a:pt x="1270203" y="1430742"/>
                  </a:lnTo>
                  <a:lnTo>
                    <a:pt x="1270863" y="1430742"/>
                  </a:lnTo>
                  <a:lnTo>
                    <a:pt x="1271524" y="1430742"/>
                  </a:lnTo>
                  <a:lnTo>
                    <a:pt x="1272184" y="1430742"/>
                  </a:lnTo>
                  <a:lnTo>
                    <a:pt x="1272845" y="1430742"/>
                  </a:lnTo>
                  <a:lnTo>
                    <a:pt x="1273505" y="1430742"/>
                  </a:lnTo>
                  <a:lnTo>
                    <a:pt x="1274166" y="1430742"/>
                  </a:lnTo>
                  <a:lnTo>
                    <a:pt x="1274826" y="1430742"/>
                  </a:lnTo>
                  <a:lnTo>
                    <a:pt x="1275487" y="1430742"/>
                  </a:lnTo>
                  <a:lnTo>
                    <a:pt x="1276148" y="1430742"/>
                  </a:lnTo>
                  <a:lnTo>
                    <a:pt x="1276808" y="1430742"/>
                  </a:lnTo>
                  <a:lnTo>
                    <a:pt x="1277469" y="1430742"/>
                  </a:lnTo>
                  <a:lnTo>
                    <a:pt x="1278129" y="1430742"/>
                  </a:lnTo>
                  <a:lnTo>
                    <a:pt x="1278790" y="1430742"/>
                  </a:lnTo>
                  <a:lnTo>
                    <a:pt x="1279450" y="1430742"/>
                  </a:lnTo>
                  <a:lnTo>
                    <a:pt x="1280111" y="1430742"/>
                  </a:lnTo>
                  <a:lnTo>
                    <a:pt x="1280771" y="1430742"/>
                  </a:lnTo>
                  <a:lnTo>
                    <a:pt x="1281432" y="1430742"/>
                  </a:lnTo>
                  <a:lnTo>
                    <a:pt x="1282092" y="1430742"/>
                  </a:lnTo>
                  <a:lnTo>
                    <a:pt x="1282753" y="1403955"/>
                  </a:lnTo>
                  <a:lnTo>
                    <a:pt x="1283413" y="1357005"/>
                  </a:lnTo>
                  <a:lnTo>
                    <a:pt x="1284074" y="1336177"/>
                  </a:lnTo>
                  <a:lnTo>
                    <a:pt x="1284734" y="1316787"/>
                  </a:lnTo>
                  <a:lnTo>
                    <a:pt x="1285395" y="1298649"/>
                  </a:lnTo>
                  <a:lnTo>
                    <a:pt x="1286056" y="1281610"/>
                  </a:lnTo>
                  <a:lnTo>
                    <a:pt x="1286716" y="1294291"/>
                  </a:lnTo>
                  <a:lnTo>
                    <a:pt x="1287377" y="1294291"/>
                  </a:lnTo>
                  <a:lnTo>
                    <a:pt x="1288037" y="1312142"/>
                  </a:lnTo>
                  <a:lnTo>
                    <a:pt x="1288698" y="1331203"/>
                  </a:lnTo>
                  <a:lnTo>
                    <a:pt x="1289358" y="1373706"/>
                  </a:lnTo>
                  <a:lnTo>
                    <a:pt x="1290019" y="1403955"/>
                  </a:lnTo>
                  <a:lnTo>
                    <a:pt x="1290679" y="1430742"/>
                  </a:lnTo>
                  <a:lnTo>
                    <a:pt x="1291340" y="1403955"/>
                  </a:lnTo>
                  <a:lnTo>
                    <a:pt x="1292000" y="1357005"/>
                  </a:lnTo>
                  <a:lnTo>
                    <a:pt x="1292661" y="1316787"/>
                  </a:lnTo>
                  <a:lnTo>
                    <a:pt x="1293321" y="1303075"/>
                  </a:lnTo>
                  <a:lnTo>
                    <a:pt x="1293982" y="1303075"/>
                  </a:lnTo>
                  <a:lnTo>
                    <a:pt x="1294642" y="1321511"/>
                  </a:lnTo>
                  <a:lnTo>
                    <a:pt x="1295303" y="1362463"/>
                  </a:lnTo>
                  <a:lnTo>
                    <a:pt x="1295963" y="1410417"/>
                  </a:lnTo>
                  <a:lnTo>
                    <a:pt x="1296624" y="1430742"/>
                  </a:lnTo>
                  <a:lnTo>
                    <a:pt x="1297285" y="1430742"/>
                  </a:lnTo>
                  <a:lnTo>
                    <a:pt x="1297945" y="1430742"/>
                  </a:lnTo>
                  <a:lnTo>
                    <a:pt x="1298606" y="1430742"/>
                  </a:lnTo>
                  <a:lnTo>
                    <a:pt x="1299266" y="1430742"/>
                  </a:lnTo>
                  <a:lnTo>
                    <a:pt x="1299927" y="1430742"/>
                  </a:lnTo>
                  <a:lnTo>
                    <a:pt x="1300587" y="1430742"/>
                  </a:lnTo>
                  <a:lnTo>
                    <a:pt x="1301248" y="1430742"/>
                  </a:lnTo>
                  <a:lnTo>
                    <a:pt x="1301908" y="1430742"/>
                  </a:lnTo>
                  <a:lnTo>
                    <a:pt x="1302569" y="1430742"/>
                  </a:lnTo>
                  <a:lnTo>
                    <a:pt x="1303229" y="1430742"/>
                  </a:lnTo>
                  <a:lnTo>
                    <a:pt x="1303890" y="1403955"/>
                  </a:lnTo>
                  <a:lnTo>
                    <a:pt x="1304550" y="1362463"/>
                  </a:lnTo>
                  <a:lnTo>
                    <a:pt x="1305211" y="1321511"/>
                  </a:lnTo>
                  <a:lnTo>
                    <a:pt x="1305871" y="1303075"/>
                  </a:lnTo>
                  <a:lnTo>
                    <a:pt x="1306532" y="1285774"/>
                  </a:lnTo>
                  <a:lnTo>
                    <a:pt x="1307193" y="1269477"/>
                  </a:lnTo>
                  <a:lnTo>
                    <a:pt x="1307853" y="1250350"/>
                  </a:lnTo>
                  <a:lnTo>
                    <a:pt x="1308514" y="1243772"/>
                  </a:lnTo>
                  <a:lnTo>
                    <a:pt x="1309174" y="1229681"/>
                  </a:lnTo>
                  <a:lnTo>
                    <a:pt x="1309835" y="1229681"/>
                  </a:lnTo>
                  <a:lnTo>
                    <a:pt x="1310495" y="1258606"/>
                  </a:lnTo>
                  <a:lnTo>
                    <a:pt x="1311156" y="1308480"/>
                  </a:lnTo>
                  <a:lnTo>
                    <a:pt x="1311816" y="1357005"/>
                  </a:lnTo>
                  <a:lnTo>
                    <a:pt x="1312477" y="1403955"/>
                  </a:lnTo>
                  <a:lnTo>
                    <a:pt x="1313137" y="1430742"/>
                  </a:lnTo>
                  <a:lnTo>
                    <a:pt x="1313798" y="1430742"/>
                  </a:lnTo>
                  <a:lnTo>
                    <a:pt x="1314458" y="1430742"/>
                  </a:lnTo>
                  <a:lnTo>
                    <a:pt x="1315119" y="1403955"/>
                  </a:lnTo>
                  <a:lnTo>
                    <a:pt x="1315779" y="1357005"/>
                  </a:lnTo>
                  <a:lnTo>
                    <a:pt x="1316440" y="1316787"/>
                  </a:lnTo>
                  <a:lnTo>
                    <a:pt x="1317101" y="1316787"/>
                  </a:lnTo>
                  <a:lnTo>
                    <a:pt x="1317761" y="1316787"/>
                  </a:lnTo>
                  <a:lnTo>
                    <a:pt x="1318422" y="1336177"/>
                  </a:lnTo>
                  <a:lnTo>
                    <a:pt x="1319082" y="1379501"/>
                  </a:lnTo>
                  <a:lnTo>
                    <a:pt x="1319743" y="1430742"/>
                  </a:lnTo>
                  <a:lnTo>
                    <a:pt x="1320403" y="1430742"/>
                  </a:lnTo>
                  <a:lnTo>
                    <a:pt x="1321064" y="1430742"/>
                  </a:lnTo>
                  <a:lnTo>
                    <a:pt x="1321724" y="1430742"/>
                  </a:lnTo>
                  <a:lnTo>
                    <a:pt x="1322385" y="1430742"/>
                  </a:lnTo>
                  <a:lnTo>
                    <a:pt x="1323045" y="1430742"/>
                  </a:lnTo>
                  <a:lnTo>
                    <a:pt x="1323706" y="1430742"/>
                  </a:lnTo>
                  <a:lnTo>
                    <a:pt x="1324366" y="1430742"/>
                  </a:lnTo>
                  <a:lnTo>
                    <a:pt x="1325027" y="1430742"/>
                  </a:lnTo>
                  <a:lnTo>
                    <a:pt x="1325687" y="1430742"/>
                  </a:lnTo>
                  <a:lnTo>
                    <a:pt x="1326348" y="1430742"/>
                  </a:lnTo>
                  <a:lnTo>
                    <a:pt x="1327009" y="1430742"/>
                  </a:lnTo>
                  <a:lnTo>
                    <a:pt x="1327669" y="1430742"/>
                  </a:lnTo>
                  <a:lnTo>
                    <a:pt x="1328330" y="1430742"/>
                  </a:lnTo>
                  <a:lnTo>
                    <a:pt x="1328990" y="1430742"/>
                  </a:lnTo>
                  <a:lnTo>
                    <a:pt x="1329651" y="1430742"/>
                  </a:lnTo>
                  <a:lnTo>
                    <a:pt x="1330311" y="1430742"/>
                  </a:lnTo>
                  <a:lnTo>
                    <a:pt x="1330972" y="1403955"/>
                  </a:lnTo>
                  <a:lnTo>
                    <a:pt x="1331632" y="1379501"/>
                  </a:lnTo>
                  <a:lnTo>
                    <a:pt x="1332293" y="1357005"/>
                  </a:lnTo>
                  <a:lnTo>
                    <a:pt x="1332953" y="1336177"/>
                  </a:lnTo>
                  <a:lnTo>
                    <a:pt x="1333614" y="1336177"/>
                  </a:lnTo>
                  <a:lnTo>
                    <a:pt x="1334274" y="1357005"/>
                  </a:lnTo>
                  <a:lnTo>
                    <a:pt x="1334935" y="1379501"/>
                  </a:lnTo>
                  <a:lnTo>
                    <a:pt x="1335595" y="1403955"/>
                  </a:lnTo>
                  <a:lnTo>
                    <a:pt x="1336256" y="1430742"/>
                  </a:lnTo>
                  <a:lnTo>
                    <a:pt x="1336916" y="1430742"/>
                  </a:lnTo>
                  <a:lnTo>
                    <a:pt x="1337577" y="1430742"/>
                  </a:lnTo>
                  <a:lnTo>
                    <a:pt x="1338238" y="1430742"/>
                  </a:lnTo>
                  <a:lnTo>
                    <a:pt x="1338898" y="1430742"/>
                  </a:lnTo>
                  <a:lnTo>
                    <a:pt x="1339559" y="1430742"/>
                  </a:lnTo>
                  <a:lnTo>
                    <a:pt x="1340219" y="1430742"/>
                  </a:lnTo>
                  <a:lnTo>
                    <a:pt x="1340880" y="1430742"/>
                  </a:lnTo>
                  <a:lnTo>
                    <a:pt x="1341540" y="1430742"/>
                  </a:lnTo>
                  <a:lnTo>
                    <a:pt x="1342201" y="1430742"/>
                  </a:lnTo>
                  <a:lnTo>
                    <a:pt x="1342861" y="1430742"/>
                  </a:lnTo>
                  <a:lnTo>
                    <a:pt x="1343522" y="1430742"/>
                  </a:lnTo>
                  <a:lnTo>
                    <a:pt x="1344182" y="1430742"/>
                  </a:lnTo>
                  <a:lnTo>
                    <a:pt x="1344843" y="1430742"/>
                  </a:lnTo>
                  <a:lnTo>
                    <a:pt x="1345503" y="1430742"/>
                  </a:lnTo>
                  <a:lnTo>
                    <a:pt x="1346164" y="1379501"/>
                  </a:lnTo>
                  <a:lnTo>
                    <a:pt x="1346824" y="1316787"/>
                  </a:lnTo>
                  <a:lnTo>
                    <a:pt x="1347485" y="1250350"/>
                  </a:lnTo>
                  <a:lnTo>
                    <a:pt x="1348146" y="1222222"/>
                  </a:lnTo>
                  <a:lnTo>
                    <a:pt x="1348806" y="1196655"/>
                  </a:lnTo>
                  <a:lnTo>
                    <a:pt x="1349467" y="1209148"/>
                  </a:lnTo>
                  <a:lnTo>
                    <a:pt x="1350127" y="1250350"/>
                  </a:lnTo>
                  <a:lnTo>
                    <a:pt x="1350788" y="1281610"/>
                  </a:lnTo>
                  <a:lnTo>
                    <a:pt x="1351448" y="1265546"/>
                  </a:lnTo>
                  <a:lnTo>
                    <a:pt x="1352109" y="1265546"/>
                  </a:lnTo>
                  <a:lnTo>
                    <a:pt x="1352769" y="1250350"/>
                  </a:lnTo>
                  <a:lnTo>
                    <a:pt x="1353430" y="1235935"/>
                  </a:lnTo>
                  <a:lnTo>
                    <a:pt x="1354090" y="1265546"/>
                  </a:lnTo>
                  <a:lnTo>
                    <a:pt x="1354751" y="1316787"/>
                  </a:lnTo>
                  <a:lnTo>
                    <a:pt x="1355411" y="1357005"/>
                  </a:lnTo>
                  <a:lnTo>
                    <a:pt x="1356072" y="1403955"/>
                  </a:lnTo>
                  <a:lnTo>
                    <a:pt x="1356732" y="1430742"/>
                  </a:lnTo>
                  <a:lnTo>
                    <a:pt x="1357393" y="1430742"/>
                  </a:lnTo>
                  <a:lnTo>
                    <a:pt x="1358054" y="1379501"/>
                  </a:lnTo>
                  <a:lnTo>
                    <a:pt x="1358714" y="1281610"/>
                  </a:lnTo>
                  <a:lnTo>
                    <a:pt x="1359375" y="1222222"/>
                  </a:lnTo>
                  <a:lnTo>
                    <a:pt x="1360035" y="1209148"/>
                  </a:lnTo>
                  <a:lnTo>
                    <a:pt x="1360696" y="1184693"/>
                  </a:lnTo>
                  <a:lnTo>
                    <a:pt x="1361356" y="1141370"/>
                  </a:lnTo>
                  <a:lnTo>
                    <a:pt x="1362017" y="1134920"/>
                  </a:lnTo>
                  <a:lnTo>
                    <a:pt x="1362677" y="1146434"/>
                  </a:lnTo>
                  <a:lnTo>
                    <a:pt x="1363338" y="1126703"/>
                  </a:lnTo>
                  <a:lnTo>
                    <a:pt x="1363998" y="1117334"/>
                  </a:lnTo>
                  <a:lnTo>
                    <a:pt x="1364659" y="1136395"/>
                  </a:lnTo>
                  <a:lnTo>
                    <a:pt x="1365319" y="1163824"/>
                  </a:lnTo>
                  <a:lnTo>
                    <a:pt x="1365980" y="1184693"/>
                  </a:lnTo>
                  <a:lnTo>
                    <a:pt x="1366640" y="1209148"/>
                  </a:lnTo>
                  <a:lnTo>
                    <a:pt x="1367301" y="1222222"/>
                  </a:lnTo>
                  <a:lnTo>
                    <a:pt x="1367961" y="1224912"/>
                  </a:lnTo>
                  <a:lnTo>
                    <a:pt x="1368622" y="1204712"/>
                  </a:lnTo>
                  <a:lnTo>
                    <a:pt x="1369283" y="1180624"/>
                  </a:lnTo>
                  <a:lnTo>
                    <a:pt x="1369943" y="1180624"/>
                  </a:lnTo>
                  <a:lnTo>
                    <a:pt x="1370604" y="1204712"/>
                  </a:lnTo>
                  <a:lnTo>
                    <a:pt x="1371264" y="1242330"/>
                  </a:lnTo>
                  <a:lnTo>
                    <a:pt x="1371925" y="1298649"/>
                  </a:lnTo>
                  <a:lnTo>
                    <a:pt x="1372585" y="1336177"/>
                  </a:lnTo>
                  <a:lnTo>
                    <a:pt x="1373246" y="1336177"/>
                  </a:lnTo>
                  <a:lnTo>
                    <a:pt x="1373906" y="1336177"/>
                  </a:lnTo>
                  <a:lnTo>
                    <a:pt x="1374567" y="1357005"/>
                  </a:lnTo>
                  <a:lnTo>
                    <a:pt x="1375227" y="1379501"/>
                  </a:lnTo>
                  <a:lnTo>
                    <a:pt x="1375888" y="1403955"/>
                  </a:lnTo>
                  <a:lnTo>
                    <a:pt x="1376548" y="1430742"/>
                  </a:lnTo>
                  <a:lnTo>
                    <a:pt x="1377209" y="1403955"/>
                  </a:lnTo>
                  <a:lnTo>
                    <a:pt x="1377869" y="1357005"/>
                  </a:lnTo>
                  <a:lnTo>
                    <a:pt x="1378530" y="1256330"/>
                  </a:lnTo>
                  <a:lnTo>
                    <a:pt x="1379191" y="1189417"/>
                  </a:lnTo>
                  <a:lnTo>
                    <a:pt x="1379851" y="1178325"/>
                  </a:lnTo>
                  <a:lnTo>
                    <a:pt x="1380512" y="1190013"/>
                  </a:lnTo>
                  <a:lnTo>
                    <a:pt x="1381172" y="1202208"/>
                  </a:lnTo>
                  <a:lnTo>
                    <a:pt x="1381833" y="1251091"/>
                  </a:lnTo>
                  <a:lnTo>
                    <a:pt x="1382493" y="1270270"/>
                  </a:lnTo>
                  <a:lnTo>
                    <a:pt x="1383154" y="1223564"/>
                  </a:lnTo>
                  <a:lnTo>
                    <a:pt x="1383814" y="1163281"/>
                  </a:lnTo>
                  <a:lnTo>
                    <a:pt x="1384475" y="1132478"/>
                  </a:lnTo>
                  <a:lnTo>
                    <a:pt x="1385135" y="1120112"/>
                  </a:lnTo>
                  <a:lnTo>
                    <a:pt x="1385796" y="1136889"/>
                  </a:lnTo>
                  <a:lnTo>
                    <a:pt x="1386456" y="1181202"/>
                  </a:lnTo>
                  <a:lnTo>
                    <a:pt x="1387117" y="1245947"/>
                  </a:lnTo>
                  <a:lnTo>
                    <a:pt x="1387777" y="1311222"/>
                  </a:lnTo>
                  <a:lnTo>
                    <a:pt x="1388438" y="1379501"/>
                  </a:lnTo>
                  <a:lnTo>
                    <a:pt x="1389099" y="1403955"/>
                  </a:lnTo>
                  <a:lnTo>
                    <a:pt x="1389759" y="1371421"/>
                  </a:lnTo>
                  <a:lnTo>
                    <a:pt x="1390420" y="1349539"/>
                  </a:lnTo>
                  <a:lnTo>
                    <a:pt x="1391080" y="1329238"/>
                  </a:lnTo>
                  <a:lnTo>
                    <a:pt x="1391741" y="1329238"/>
                  </a:lnTo>
                  <a:lnTo>
                    <a:pt x="1392401" y="1349539"/>
                  </a:lnTo>
                  <a:lnTo>
                    <a:pt x="1393062" y="1359176"/>
                  </a:lnTo>
                  <a:lnTo>
                    <a:pt x="1393722" y="1338192"/>
                  </a:lnTo>
                  <a:lnTo>
                    <a:pt x="1394383" y="1300411"/>
                  </a:lnTo>
                  <a:lnTo>
                    <a:pt x="1395043" y="1251834"/>
                  </a:lnTo>
                  <a:lnTo>
                    <a:pt x="1395704" y="1210428"/>
                  </a:lnTo>
                  <a:lnTo>
                    <a:pt x="1396364" y="1173220"/>
                  </a:lnTo>
                  <a:lnTo>
                    <a:pt x="1397025" y="1151591"/>
                  </a:lnTo>
                  <a:lnTo>
                    <a:pt x="1397685" y="1151591"/>
                  </a:lnTo>
                  <a:lnTo>
                    <a:pt x="1398346" y="1151591"/>
                  </a:lnTo>
                  <a:lnTo>
                    <a:pt x="1399007" y="1173220"/>
                  </a:lnTo>
                  <a:lnTo>
                    <a:pt x="1399667" y="1222222"/>
                  </a:lnTo>
                  <a:lnTo>
                    <a:pt x="1400328" y="1281610"/>
                  </a:lnTo>
                  <a:lnTo>
                    <a:pt x="1400988" y="1301296"/>
                  </a:lnTo>
                  <a:lnTo>
                    <a:pt x="1401649" y="1270270"/>
                  </a:lnTo>
                  <a:lnTo>
                    <a:pt x="1402309" y="1205972"/>
                  </a:lnTo>
                  <a:lnTo>
                    <a:pt x="1402970" y="1153680"/>
                  </a:lnTo>
                  <a:lnTo>
                    <a:pt x="1403630" y="1123859"/>
                  </a:lnTo>
                  <a:lnTo>
                    <a:pt x="1404291" y="1113217"/>
                  </a:lnTo>
                  <a:lnTo>
                    <a:pt x="1404951" y="1130540"/>
                  </a:lnTo>
                  <a:lnTo>
                    <a:pt x="1405612" y="1167104"/>
                  </a:lnTo>
                  <a:lnTo>
                    <a:pt x="1406272" y="1209148"/>
                  </a:lnTo>
                  <a:lnTo>
                    <a:pt x="1406933" y="1235935"/>
                  </a:lnTo>
                  <a:lnTo>
                    <a:pt x="1407593" y="1265546"/>
                  </a:lnTo>
                  <a:lnTo>
                    <a:pt x="1408254" y="1316787"/>
                  </a:lnTo>
                  <a:lnTo>
                    <a:pt x="1408914" y="1336177"/>
                  </a:lnTo>
                  <a:lnTo>
                    <a:pt x="1409575" y="1336177"/>
                  </a:lnTo>
                  <a:lnTo>
                    <a:pt x="1410236" y="1336177"/>
                  </a:lnTo>
                  <a:lnTo>
                    <a:pt x="1410896" y="1357005"/>
                  </a:lnTo>
                  <a:lnTo>
                    <a:pt x="1411557" y="1357005"/>
                  </a:lnTo>
                  <a:lnTo>
                    <a:pt x="1412217" y="1357005"/>
                  </a:lnTo>
                  <a:lnTo>
                    <a:pt x="1412878" y="1336177"/>
                  </a:lnTo>
                  <a:lnTo>
                    <a:pt x="1413538" y="1336177"/>
                  </a:lnTo>
                  <a:lnTo>
                    <a:pt x="1414199" y="1316787"/>
                  </a:lnTo>
                  <a:lnTo>
                    <a:pt x="1414859" y="1316787"/>
                  </a:lnTo>
                  <a:lnTo>
                    <a:pt x="1415520" y="1336177"/>
                  </a:lnTo>
                  <a:lnTo>
                    <a:pt x="1416180" y="1379501"/>
                  </a:lnTo>
                  <a:lnTo>
                    <a:pt x="1416841" y="1403955"/>
                  </a:lnTo>
                  <a:lnTo>
                    <a:pt x="1417501" y="1430742"/>
                  </a:lnTo>
                  <a:lnTo>
                    <a:pt x="1418162" y="1379501"/>
                  </a:lnTo>
                  <a:lnTo>
                    <a:pt x="1418822" y="1291709"/>
                  </a:lnTo>
                  <a:lnTo>
                    <a:pt x="1419483" y="1216919"/>
                  </a:lnTo>
                  <a:lnTo>
                    <a:pt x="1420144" y="1180048"/>
                  </a:lnTo>
                  <a:lnTo>
                    <a:pt x="1420804" y="1168759"/>
                  </a:lnTo>
                  <a:lnTo>
                    <a:pt x="1421465" y="1168759"/>
                  </a:lnTo>
                  <a:lnTo>
                    <a:pt x="1422125" y="1173220"/>
                  </a:lnTo>
                  <a:lnTo>
                    <a:pt x="1422786" y="1184693"/>
                  </a:lnTo>
                  <a:lnTo>
                    <a:pt x="1423446" y="1196655"/>
                  </a:lnTo>
                  <a:lnTo>
                    <a:pt x="1424107" y="1209148"/>
                  </a:lnTo>
                  <a:lnTo>
                    <a:pt x="1424767" y="1235935"/>
                  </a:lnTo>
                  <a:lnTo>
                    <a:pt x="1425428" y="1298649"/>
                  </a:lnTo>
                  <a:lnTo>
                    <a:pt x="1426088" y="1379501"/>
                  </a:lnTo>
                  <a:lnTo>
                    <a:pt x="1426749" y="1430742"/>
                  </a:lnTo>
                  <a:lnTo>
                    <a:pt x="1427409" y="1430742"/>
                  </a:lnTo>
                  <a:lnTo>
                    <a:pt x="1428070" y="1430742"/>
                  </a:lnTo>
                  <a:lnTo>
                    <a:pt x="1428730" y="1414366"/>
                  </a:lnTo>
                  <a:lnTo>
                    <a:pt x="1429391" y="1365789"/>
                  </a:lnTo>
                  <a:lnTo>
                    <a:pt x="1430052" y="1324383"/>
                  </a:lnTo>
                  <a:lnTo>
                    <a:pt x="1430712" y="1288302"/>
                  </a:lnTo>
                  <a:lnTo>
                    <a:pt x="1431373" y="1256330"/>
                  </a:lnTo>
                  <a:lnTo>
                    <a:pt x="1432033" y="1250350"/>
                  </a:lnTo>
                  <a:lnTo>
                    <a:pt x="1432694" y="1281610"/>
                  </a:lnTo>
                  <a:lnTo>
                    <a:pt x="1433354" y="1316787"/>
                  </a:lnTo>
                  <a:lnTo>
                    <a:pt x="1434015" y="1357005"/>
                  </a:lnTo>
                  <a:lnTo>
                    <a:pt x="1434675" y="1403955"/>
                  </a:lnTo>
                  <a:lnTo>
                    <a:pt x="1435336" y="1430742"/>
                  </a:lnTo>
                  <a:lnTo>
                    <a:pt x="1435996" y="1430742"/>
                  </a:lnTo>
                  <a:lnTo>
                    <a:pt x="1436657" y="1403955"/>
                  </a:lnTo>
                  <a:lnTo>
                    <a:pt x="1437317" y="1316787"/>
                  </a:lnTo>
                  <a:lnTo>
                    <a:pt x="1437978" y="1250350"/>
                  </a:lnTo>
                  <a:lnTo>
                    <a:pt x="1438638" y="1235233"/>
                  </a:lnTo>
                  <a:lnTo>
                    <a:pt x="1439299" y="1208510"/>
                  </a:lnTo>
                  <a:lnTo>
                    <a:pt x="1439959" y="1172659"/>
                  </a:lnTo>
                  <a:lnTo>
                    <a:pt x="1440620" y="1162198"/>
                  </a:lnTo>
                  <a:lnTo>
                    <a:pt x="1441281" y="1173220"/>
                  </a:lnTo>
                  <a:lnTo>
                    <a:pt x="1441941" y="1162739"/>
                  </a:lnTo>
                  <a:lnTo>
                    <a:pt x="1442602" y="1173783"/>
                  </a:lnTo>
                  <a:lnTo>
                    <a:pt x="1443262" y="1209787"/>
                  </a:lnTo>
                  <a:lnTo>
                    <a:pt x="1443923" y="1235935"/>
                  </a:lnTo>
                  <a:lnTo>
                    <a:pt x="1444583" y="1222222"/>
                  </a:lnTo>
                  <a:lnTo>
                    <a:pt x="1445244" y="1209148"/>
                  </a:lnTo>
                  <a:lnTo>
                    <a:pt x="1445904" y="1209148"/>
                  </a:lnTo>
                  <a:lnTo>
                    <a:pt x="1446565" y="1196655"/>
                  </a:lnTo>
                  <a:lnTo>
                    <a:pt x="1447225" y="1209148"/>
                  </a:lnTo>
                  <a:lnTo>
                    <a:pt x="1447886" y="1235935"/>
                  </a:lnTo>
                  <a:lnTo>
                    <a:pt x="1448546" y="1250350"/>
                  </a:lnTo>
                  <a:lnTo>
                    <a:pt x="1449207" y="1250350"/>
                  </a:lnTo>
                  <a:lnTo>
                    <a:pt x="1449867" y="1209148"/>
                  </a:lnTo>
                  <a:lnTo>
                    <a:pt x="1450528" y="1162198"/>
                  </a:lnTo>
                  <a:lnTo>
                    <a:pt x="1451189" y="1114127"/>
                  </a:lnTo>
                  <a:lnTo>
                    <a:pt x="1451849" y="1079863"/>
                  </a:lnTo>
                  <a:lnTo>
                    <a:pt x="1452510" y="1071912"/>
                  </a:lnTo>
                  <a:lnTo>
                    <a:pt x="1453170" y="1097759"/>
                  </a:lnTo>
                  <a:lnTo>
                    <a:pt x="1453831" y="1139369"/>
                  </a:lnTo>
                  <a:lnTo>
                    <a:pt x="1454491" y="1180624"/>
                  </a:lnTo>
                  <a:lnTo>
                    <a:pt x="1455152" y="1180624"/>
                  </a:lnTo>
                  <a:lnTo>
                    <a:pt x="1455812" y="1128136"/>
                  </a:lnTo>
                  <a:lnTo>
                    <a:pt x="1456473" y="1093494"/>
                  </a:lnTo>
                  <a:lnTo>
                    <a:pt x="1457133" y="1069959"/>
                  </a:lnTo>
                  <a:lnTo>
                    <a:pt x="1457794" y="1077054"/>
                  </a:lnTo>
                  <a:lnTo>
                    <a:pt x="1458454" y="1081480"/>
                  </a:lnTo>
                  <a:lnTo>
                    <a:pt x="1459115" y="1081480"/>
                  </a:lnTo>
                  <a:lnTo>
                    <a:pt x="1459775" y="1083924"/>
                  </a:lnTo>
                  <a:lnTo>
                    <a:pt x="1460436" y="1087216"/>
                  </a:lnTo>
                  <a:lnTo>
                    <a:pt x="1461097" y="1088045"/>
                  </a:lnTo>
                  <a:lnTo>
                    <a:pt x="1461757" y="1137383"/>
                  </a:lnTo>
                  <a:lnTo>
                    <a:pt x="1462418" y="1216919"/>
                  </a:lnTo>
                  <a:lnTo>
                    <a:pt x="1463078" y="1298649"/>
                  </a:lnTo>
                  <a:lnTo>
                    <a:pt x="1463739" y="1298649"/>
                  </a:lnTo>
                  <a:lnTo>
                    <a:pt x="1464399" y="1235935"/>
                  </a:lnTo>
                  <a:lnTo>
                    <a:pt x="1465060" y="1139868"/>
                  </a:lnTo>
                  <a:lnTo>
                    <a:pt x="1465720" y="1019823"/>
                  </a:lnTo>
                  <a:lnTo>
                    <a:pt x="1466381" y="945810"/>
                  </a:lnTo>
                  <a:lnTo>
                    <a:pt x="1467041" y="931182"/>
                  </a:lnTo>
                  <a:lnTo>
                    <a:pt x="1467702" y="907719"/>
                  </a:lnTo>
                  <a:lnTo>
                    <a:pt x="1468362" y="895530"/>
                  </a:lnTo>
                  <a:lnTo>
                    <a:pt x="1469023" y="931182"/>
                  </a:lnTo>
                  <a:lnTo>
                    <a:pt x="1469683" y="983232"/>
                  </a:lnTo>
                  <a:lnTo>
                    <a:pt x="1470344" y="1013384"/>
                  </a:lnTo>
                  <a:lnTo>
                    <a:pt x="1471005" y="1070738"/>
                  </a:lnTo>
                  <a:lnTo>
                    <a:pt x="1471665" y="1116873"/>
                  </a:lnTo>
                  <a:lnTo>
                    <a:pt x="1472326" y="1135903"/>
                  </a:lnTo>
                  <a:lnTo>
                    <a:pt x="1472986" y="1113217"/>
                  </a:lnTo>
                  <a:lnTo>
                    <a:pt x="1473647" y="955485"/>
                  </a:lnTo>
                  <a:lnTo>
                    <a:pt x="1474307" y="779559"/>
                  </a:lnTo>
                  <a:lnTo>
                    <a:pt x="1474968" y="655759"/>
                  </a:lnTo>
                  <a:lnTo>
                    <a:pt x="1475628" y="549212"/>
                  </a:lnTo>
                  <a:lnTo>
                    <a:pt x="1476289" y="485779"/>
                  </a:lnTo>
                  <a:lnTo>
                    <a:pt x="1476949" y="462426"/>
                  </a:lnTo>
                  <a:lnTo>
                    <a:pt x="1477610" y="493531"/>
                  </a:lnTo>
                  <a:lnTo>
                    <a:pt x="1478270" y="556758"/>
                  </a:lnTo>
                  <a:lnTo>
                    <a:pt x="1478931" y="654159"/>
                  </a:lnTo>
                  <a:lnTo>
                    <a:pt x="1479591" y="750128"/>
                  </a:lnTo>
                  <a:lnTo>
                    <a:pt x="1480252" y="757842"/>
                  </a:lnTo>
                  <a:lnTo>
                    <a:pt x="1480912" y="650985"/>
                  </a:lnTo>
                  <a:lnTo>
                    <a:pt x="1481573" y="570374"/>
                  </a:lnTo>
                  <a:lnTo>
                    <a:pt x="1482234" y="531417"/>
                  </a:lnTo>
                  <a:lnTo>
                    <a:pt x="1482894" y="525185"/>
                  </a:lnTo>
                  <a:lnTo>
                    <a:pt x="1483555" y="548846"/>
                  </a:lnTo>
                  <a:lnTo>
                    <a:pt x="1484215" y="573085"/>
                  </a:lnTo>
                  <a:lnTo>
                    <a:pt x="1484876" y="576898"/>
                  </a:lnTo>
                  <a:lnTo>
                    <a:pt x="1485536" y="578180"/>
                  </a:lnTo>
                  <a:lnTo>
                    <a:pt x="1486197" y="583025"/>
                  </a:lnTo>
                  <a:lnTo>
                    <a:pt x="1486857" y="608589"/>
                  </a:lnTo>
                  <a:lnTo>
                    <a:pt x="1487518" y="692271"/>
                  </a:lnTo>
                  <a:lnTo>
                    <a:pt x="1488178" y="833109"/>
                  </a:lnTo>
                  <a:lnTo>
                    <a:pt x="1488839" y="1027080"/>
                  </a:lnTo>
                  <a:lnTo>
                    <a:pt x="1489499" y="1172659"/>
                  </a:lnTo>
                  <a:lnTo>
                    <a:pt x="1490160" y="1224912"/>
                  </a:lnTo>
                  <a:lnTo>
                    <a:pt x="1490820" y="1153680"/>
                  </a:lnTo>
                  <a:lnTo>
                    <a:pt x="1491481" y="1133452"/>
                  </a:lnTo>
                  <a:lnTo>
                    <a:pt x="1492142" y="1143384"/>
                  </a:lnTo>
                  <a:lnTo>
                    <a:pt x="1492802" y="1162198"/>
                  </a:lnTo>
                  <a:lnTo>
                    <a:pt x="1493463" y="1209148"/>
                  </a:lnTo>
                  <a:lnTo>
                    <a:pt x="1494123" y="1286614"/>
                  </a:lnTo>
                  <a:lnTo>
                    <a:pt x="1494784" y="1303968"/>
                  </a:lnTo>
                  <a:lnTo>
                    <a:pt x="1495444" y="1254823"/>
                  </a:lnTo>
                  <a:lnTo>
                    <a:pt x="1496105" y="1254823"/>
                  </a:lnTo>
                  <a:lnTo>
                    <a:pt x="1496765" y="1254823"/>
                  </a:lnTo>
                  <a:lnTo>
                    <a:pt x="1497426" y="1281610"/>
                  </a:lnTo>
                  <a:lnTo>
                    <a:pt x="1498086" y="1298649"/>
                  </a:lnTo>
                  <a:lnTo>
                    <a:pt x="1498747" y="1336177"/>
                  </a:lnTo>
                  <a:lnTo>
                    <a:pt x="1499407" y="1336177"/>
                  </a:lnTo>
                  <a:lnTo>
                    <a:pt x="1500068" y="1313991"/>
                  </a:lnTo>
                  <a:lnTo>
                    <a:pt x="1500728" y="1279141"/>
                  </a:lnTo>
                  <a:lnTo>
                    <a:pt x="1501389" y="1279141"/>
                  </a:lnTo>
                  <a:lnTo>
                    <a:pt x="1502050" y="1296026"/>
                  </a:lnTo>
                  <a:lnTo>
                    <a:pt x="1502710" y="1313991"/>
                  </a:lnTo>
                  <a:lnTo>
                    <a:pt x="1503371" y="1336177"/>
                  </a:lnTo>
                  <a:lnTo>
                    <a:pt x="1504031" y="1336177"/>
                  </a:lnTo>
                  <a:lnTo>
                    <a:pt x="1504692" y="1336177"/>
                  </a:lnTo>
                  <a:lnTo>
                    <a:pt x="1505352" y="1336177"/>
                  </a:lnTo>
                  <a:lnTo>
                    <a:pt x="1506013" y="1316787"/>
                  </a:lnTo>
                  <a:lnTo>
                    <a:pt x="1506673" y="1316787"/>
                  </a:lnTo>
                  <a:lnTo>
                    <a:pt x="1507334" y="1336177"/>
                  </a:lnTo>
                  <a:lnTo>
                    <a:pt x="1507994" y="1336177"/>
                  </a:lnTo>
                  <a:lnTo>
                    <a:pt x="1508655" y="1336177"/>
                  </a:lnTo>
                  <a:lnTo>
                    <a:pt x="1509315" y="1357005"/>
                  </a:lnTo>
                  <a:lnTo>
                    <a:pt x="1509976" y="1379501"/>
                  </a:lnTo>
                  <a:lnTo>
                    <a:pt x="1510636" y="1403955"/>
                  </a:lnTo>
                  <a:lnTo>
                    <a:pt x="1511297" y="1430742"/>
                  </a:lnTo>
                  <a:lnTo>
                    <a:pt x="1511957" y="1430742"/>
                  </a:lnTo>
                  <a:lnTo>
                    <a:pt x="1512618" y="1430742"/>
                  </a:lnTo>
                  <a:lnTo>
                    <a:pt x="1513279" y="1403955"/>
                  </a:lnTo>
                  <a:lnTo>
                    <a:pt x="1513939" y="1316787"/>
                  </a:lnTo>
                  <a:lnTo>
                    <a:pt x="1514600" y="1250350"/>
                  </a:lnTo>
                  <a:lnTo>
                    <a:pt x="1515260" y="1209148"/>
                  </a:lnTo>
                  <a:lnTo>
                    <a:pt x="1515921" y="1184693"/>
                  </a:lnTo>
                  <a:lnTo>
                    <a:pt x="1516581" y="1173220"/>
                  </a:lnTo>
                  <a:lnTo>
                    <a:pt x="1517242" y="1196655"/>
                  </a:lnTo>
                  <a:lnTo>
                    <a:pt x="1517902" y="1235935"/>
                  </a:lnTo>
                  <a:lnTo>
                    <a:pt x="1518563" y="1265546"/>
                  </a:lnTo>
                  <a:lnTo>
                    <a:pt x="1519223" y="1298649"/>
                  </a:lnTo>
                  <a:lnTo>
                    <a:pt x="1519884" y="1336177"/>
                  </a:lnTo>
                  <a:lnTo>
                    <a:pt x="1520544" y="1379501"/>
                  </a:lnTo>
                  <a:lnTo>
                    <a:pt x="1521205" y="1403955"/>
                  </a:lnTo>
                  <a:lnTo>
                    <a:pt x="1521865" y="1430742"/>
                  </a:lnTo>
                  <a:lnTo>
                    <a:pt x="1522526" y="1430742"/>
                  </a:lnTo>
                  <a:lnTo>
                    <a:pt x="1523187" y="1430742"/>
                  </a:lnTo>
                  <a:lnTo>
                    <a:pt x="1523847" y="1430742"/>
                  </a:lnTo>
                  <a:lnTo>
                    <a:pt x="1524508" y="1379501"/>
                  </a:lnTo>
                  <a:lnTo>
                    <a:pt x="1525168" y="1336177"/>
                  </a:lnTo>
                  <a:lnTo>
                    <a:pt x="1525829" y="1316787"/>
                  </a:lnTo>
                  <a:lnTo>
                    <a:pt x="1526489" y="1281610"/>
                  </a:lnTo>
                  <a:lnTo>
                    <a:pt x="1527150" y="1196655"/>
                  </a:lnTo>
                  <a:lnTo>
                    <a:pt x="1527810" y="1162198"/>
                  </a:lnTo>
                  <a:lnTo>
                    <a:pt x="1528471" y="1141370"/>
                  </a:lnTo>
                  <a:lnTo>
                    <a:pt x="1529131" y="1132965"/>
                  </a:lnTo>
                  <a:lnTo>
                    <a:pt x="1529792" y="1142879"/>
                  </a:lnTo>
                  <a:lnTo>
                    <a:pt x="1530452" y="1186455"/>
                  </a:lnTo>
                  <a:lnTo>
                    <a:pt x="1531113" y="1224237"/>
                  </a:lnTo>
                  <a:lnTo>
                    <a:pt x="1531773" y="1252578"/>
                  </a:lnTo>
                  <a:lnTo>
                    <a:pt x="1532434" y="1222222"/>
                  </a:lnTo>
                  <a:lnTo>
                    <a:pt x="1533095" y="1184693"/>
                  </a:lnTo>
                  <a:lnTo>
                    <a:pt x="1533755" y="1162198"/>
                  </a:lnTo>
                  <a:lnTo>
                    <a:pt x="1534416" y="1135903"/>
                  </a:lnTo>
                  <a:lnTo>
                    <a:pt x="1535076" y="1108267"/>
                  </a:lnTo>
                  <a:lnTo>
                    <a:pt x="1535737" y="1111859"/>
                  </a:lnTo>
                  <a:lnTo>
                    <a:pt x="1536397" y="1121044"/>
                  </a:lnTo>
                  <a:lnTo>
                    <a:pt x="1537058" y="1146945"/>
                  </a:lnTo>
                  <a:lnTo>
                    <a:pt x="1537718" y="1185867"/>
                  </a:lnTo>
                  <a:lnTo>
                    <a:pt x="1538379" y="1211071"/>
                  </a:lnTo>
                  <a:lnTo>
                    <a:pt x="1539039" y="1193616"/>
                  </a:lnTo>
                  <a:lnTo>
                    <a:pt x="1539700" y="1158439"/>
                  </a:lnTo>
                  <a:lnTo>
                    <a:pt x="1540360" y="1121979"/>
                  </a:lnTo>
                  <a:lnTo>
                    <a:pt x="1541021" y="1095193"/>
                  </a:lnTo>
                  <a:lnTo>
                    <a:pt x="1541681" y="1085977"/>
                  </a:lnTo>
                  <a:lnTo>
                    <a:pt x="1542342" y="1102964"/>
                  </a:lnTo>
                  <a:lnTo>
                    <a:pt x="1543003" y="1151591"/>
                  </a:lnTo>
                  <a:lnTo>
                    <a:pt x="1543663" y="1196655"/>
                  </a:lnTo>
                  <a:lnTo>
                    <a:pt x="1544324" y="1222222"/>
                  </a:lnTo>
                  <a:lnTo>
                    <a:pt x="1544984" y="1265546"/>
                  </a:lnTo>
                  <a:lnTo>
                    <a:pt x="1545645" y="1316787"/>
                  </a:lnTo>
                  <a:lnTo>
                    <a:pt x="1546305" y="1336177"/>
                  </a:lnTo>
                  <a:lnTo>
                    <a:pt x="1546966" y="1357005"/>
                  </a:lnTo>
                  <a:lnTo>
                    <a:pt x="1547626" y="1403955"/>
                  </a:lnTo>
                  <a:lnTo>
                    <a:pt x="1548287" y="1430742"/>
                  </a:lnTo>
                  <a:lnTo>
                    <a:pt x="1548947" y="1403955"/>
                  </a:lnTo>
                  <a:lnTo>
                    <a:pt x="1549608" y="1379501"/>
                  </a:lnTo>
                  <a:lnTo>
                    <a:pt x="1550268" y="1357005"/>
                  </a:lnTo>
                  <a:lnTo>
                    <a:pt x="1550929" y="1336177"/>
                  </a:lnTo>
                  <a:lnTo>
                    <a:pt x="1551589" y="1316787"/>
                  </a:lnTo>
                  <a:lnTo>
                    <a:pt x="1552250" y="1336177"/>
                  </a:lnTo>
                  <a:lnTo>
                    <a:pt x="1552910" y="1336177"/>
                  </a:lnTo>
                  <a:lnTo>
                    <a:pt x="1553571" y="1316787"/>
                  </a:lnTo>
                  <a:lnTo>
                    <a:pt x="1554232" y="1316787"/>
                  </a:lnTo>
                  <a:lnTo>
                    <a:pt x="1554892" y="1316787"/>
                  </a:lnTo>
                  <a:lnTo>
                    <a:pt x="1555553" y="1298649"/>
                  </a:lnTo>
                  <a:lnTo>
                    <a:pt x="1556213" y="1281610"/>
                  </a:lnTo>
                  <a:lnTo>
                    <a:pt x="1556874" y="1265546"/>
                  </a:lnTo>
                  <a:lnTo>
                    <a:pt x="1557534" y="1238050"/>
                  </a:lnTo>
                  <a:lnTo>
                    <a:pt x="1558195" y="1211071"/>
                  </a:lnTo>
                  <a:lnTo>
                    <a:pt x="1558855" y="1198494"/>
                  </a:lnTo>
                  <a:lnTo>
                    <a:pt x="1559516" y="1211071"/>
                  </a:lnTo>
                  <a:lnTo>
                    <a:pt x="1560176" y="1238050"/>
                  </a:lnTo>
                  <a:lnTo>
                    <a:pt x="1560837" y="1275883"/>
                  </a:lnTo>
                  <a:lnTo>
                    <a:pt x="1561497" y="1329238"/>
                  </a:lnTo>
                  <a:lnTo>
                    <a:pt x="1562158" y="1354852"/>
                  </a:lnTo>
                  <a:lnTo>
                    <a:pt x="1562818" y="1354852"/>
                  </a:lnTo>
                  <a:lnTo>
                    <a:pt x="1563479" y="1314920"/>
                  </a:lnTo>
                  <a:lnTo>
                    <a:pt x="1564140" y="1240182"/>
                  </a:lnTo>
                  <a:lnTo>
                    <a:pt x="1564800" y="1181781"/>
                  </a:lnTo>
                  <a:lnTo>
                    <a:pt x="1565461" y="1146434"/>
                  </a:lnTo>
                  <a:lnTo>
                    <a:pt x="1566121" y="1136395"/>
                  </a:lnTo>
                  <a:lnTo>
                    <a:pt x="1566782" y="1136395"/>
                  </a:lnTo>
                  <a:lnTo>
                    <a:pt x="1567442" y="1146945"/>
                  </a:lnTo>
                  <a:lnTo>
                    <a:pt x="1568103" y="1142375"/>
                  </a:lnTo>
                  <a:lnTo>
                    <a:pt x="1568763" y="1142375"/>
                  </a:lnTo>
                  <a:lnTo>
                    <a:pt x="1569424" y="1149000"/>
                  </a:lnTo>
                  <a:lnTo>
                    <a:pt x="1570084" y="1181781"/>
                  </a:lnTo>
                  <a:lnTo>
                    <a:pt x="1570745" y="1231059"/>
                  </a:lnTo>
                  <a:lnTo>
                    <a:pt x="1571405" y="1310305"/>
                  </a:lnTo>
                  <a:lnTo>
                    <a:pt x="1572066" y="1371421"/>
                  </a:lnTo>
                  <a:lnTo>
                    <a:pt x="1572726" y="1357005"/>
                  </a:lnTo>
                  <a:lnTo>
                    <a:pt x="1573387" y="1222222"/>
                  </a:lnTo>
                  <a:lnTo>
                    <a:pt x="1574048" y="995803"/>
                  </a:lnTo>
                  <a:lnTo>
                    <a:pt x="1574708" y="830606"/>
                  </a:lnTo>
                  <a:lnTo>
                    <a:pt x="1575369" y="730962"/>
                  </a:lnTo>
                  <a:lnTo>
                    <a:pt x="1576029" y="670119"/>
                  </a:lnTo>
                  <a:lnTo>
                    <a:pt x="1576690" y="645172"/>
                  </a:lnTo>
                  <a:lnTo>
                    <a:pt x="1577350" y="664544"/>
                  </a:lnTo>
                  <a:lnTo>
                    <a:pt x="1578011" y="731079"/>
                  </a:lnTo>
                  <a:lnTo>
                    <a:pt x="1578671" y="804455"/>
                  </a:lnTo>
                  <a:lnTo>
                    <a:pt x="1579332" y="843871"/>
                  </a:lnTo>
                  <a:lnTo>
                    <a:pt x="1579992" y="840066"/>
                  </a:lnTo>
                  <a:lnTo>
                    <a:pt x="1580653" y="830274"/>
                  </a:lnTo>
                  <a:lnTo>
                    <a:pt x="1581313" y="821777"/>
                  </a:lnTo>
                  <a:lnTo>
                    <a:pt x="1581974" y="829281"/>
                  </a:lnTo>
                  <a:lnTo>
                    <a:pt x="1582634" y="832607"/>
                  </a:lnTo>
                  <a:lnTo>
                    <a:pt x="1583295" y="829281"/>
                  </a:lnTo>
                  <a:lnTo>
                    <a:pt x="1583955" y="770965"/>
                  </a:lnTo>
                  <a:lnTo>
                    <a:pt x="1584616" y="660162"/>
                  </a:lnTo>
                  <a:lnTo>
                    <a:pt x="1585277" y="546600"/>
                  </a:lnTo>
                  <a:lnTo>
                    <a:pt x="1585937" y="480855"/>
                  </a:lnTo>
                  <a:lnTo>
                    <a:pt x="1586598" y="435644"/>
                  </a:lnTo>
                  <a:lnTo>
                    <a:pt x="1587258" y="416775"/>
                  </a:lnTo>
                  <a:lnTo>
                    <a:pt x="1587919" y="406893"/>
                  </a:lnTo>
                  <a:lnTo>
                    <a:pt x="1588579" y="399775"/>
                  </a:lnTo>
                  <a:lnTo>
                    <a:pt x="1589240" y="379909"/>
                  </a:lnTo>
                  <a:lnTo>
                    <a:pt x="1589900" y="356364"/>
                  </a:lnTo>
                  <a:lnTo>
                    <a:pt x="1590561" y="318019"/>
                  </a:lnTo>
                  <a:lnTo>
                    <a:pt x="1591221" y="291166"/>
                  </a:lnTo>
                  <a:lnTo>
                    <a:pt x="1591882" y="270864"/>
                  </a:lnTo>
                  <a:lnTo>
                    <a:pt x="1592542" y="248812"/>
                  </a:lnTo>
                  <a:lnTo>
                    <a:pt x="1593203" y="232783"/>
                  </a:lnTo>
                  <a:lnTo>
                    <a:pt x="1593863" y="230968"/>
                  </a:lnTo>
                  <a:lnTo>
                    <a:pt x="1594524" y="233477"/>
                  </a:lnTo>
                  <a:lnTo>
                    <a:pt x="1595185" y="248372"/>
                  </a:lnTo>
                  <a:lnTo>
                    <a:pt x="1595845" y="264765"/>
                  </a:lnTo>
                  <a:lnTo>
                    <a:pt x="1596506" y="268269"/>
                  </a:lnTo>
                  <a:lnTo>
                    <a:pt x="1597166" y="268180"/>
                  </a:lnTo>
                  <a:lnTo>
                    <a:pt x="1597827" y="265498"/>
                  </a:lnTo>
                  <a:lnTo>
                    <a:pt x="1598487" y="262226"/>
                  </a:lnTo>
                  <a:lnTo>
                    <a:pt x="1599148" y="277958"/>
                  </a:lnTo>
                  <a:lnTo>
                    <a:pt x="1599808" y="312891"/>
                  </a:lnTo>
                  <a:lnTo>
                    <a:pt x="1600469" y="350465"/>
                  </a:lnTo>
                  <a:lnTo>
                    <a:pt x="1601129" y="392763"/>
                  </a:lnTo>
                  <a:lnTo>
                    <a:pt x="1601790" y="430917"/>
                  </a:lnTo>
                  <a:lnTo>
                    <a:pt x="1602450" y="473301"/>
                  </a:lnTo>
                  <a:lnTo>
                    <a:pt x="1603111" y="517176"/>
                  </a:lnTo>
                  <a:lnTo>
                    <a:pt x="1603771" y="542757"/>
                  </a:lnTo>
                  <a:lnTo>
                    <a:pt x="1604432" y="534065"/>
                  </a:lnTo>
                  <a:lnTo>
                    <a:pt x="1605093" y="490543"/>
                  </a:lnTo>
                  <a:lnTo>
                    <a:pt x="1605753" y="436419"/>
                  </a:lnTo>
                  <a:lnTo>
                    <a:pt x="1606414" y="376951"/>
                  </a:lnTo>
                  <a:lnTo>
                    <a:pt x="1607074" y="326538"/>
                  </a:lnTo>
                  <a:lnTo>
                    <a:pt x="1607735" y="288064"/>
                  </a:lnTo>
                  <a:lnTo>
                    <a:pt x="1608395" y="258361"/>
                  </a:lnTo>
                  <a:lnTo>
                    <a:pt x="1609056" y="235449"/>
                  </a:lnTo>
                  <a:lnTo>
                    <a:pt x="1609716" y="226596"/>
                  </a:lnTo>
                  <a:lnTo>
                    <a:pt x="1610377" y="221416"/>
                  </a:lnTo>
                  <a:lnTo>
                    <a:pt x="1611037" y="232072"/>
                  </a:lnTo>
                  <a:lnTo>
                    <a:pt x="1611698" y="261830"/>
                  </a:lnTo>
                  <a:lnTo>
                    <a:pt x="1612358" y="291385"/>
                  </a:lnTo>
                  <a:lnTo>
                    <a:pt x="1613019" y="307210"/>
                  </a:lnTo>
                  <a:lnTo>
                    <a:pt x="1613679" y="328479"/>
                  </a:lnTo>
                  <a:lnTo>
                    <a:pt x="1614340" y="355199"/>
                  </a:lnTo>
                  <a:lnTo>
                    <a:pt x="1615001" y="373566"/>
                  </a:lnTo>
                  <a:lnTo>
                    <a:pt x="1615661" y="367139"/>
                  </a:lnTo>
                  <a:lnTo>
                    <a:pt x="1616322" y="358090"/>
                  </a:lnTo>
                  <a:lnTo>
                    <a:pt x="1616982" y="355015"/>
                  </a:lnTo>
                  <a:lnTo>
                    <a:pt x="1617643" y="338824"/>
                  </a:lnTo>
                  <a:lnTo>
                    <a:pt x="1618303" y="325710"/>
                  </a:lnTo>
                  <a:lnTo>
                    <a:pt x="1618964" y="328618"/>
                  </a:lnTo>
                  <a:lnTo>
                    <a:pt x="1619624" y="336696"/>
                  </a:lnTo>
                  <a:lnTo>
                    <a:pt x="1620285" y="333165"/>
                  </a:lnTo>
                  <a:lnTo>
                    <a:pt x="1620945" y="336352"/>
                  </a:lnTo>
                  <a:lnTo>
                    <a:pt x="1621606" y="346996"/>
                  </a:lnTo>
                  <a:lnTo>
                    <a:pt x="1622266" y="370253"/>
                  </a:lnTo>
                  <a:lnTo>
                    <a:pt x="1622927" y="416091"/>
                  </a:lnTo>
                  <a:lnTo>
                    <a:pt x="1623587" y="486218"/>
                  </a:lnTo>
                  <a:lnTo>
                    <a:pt x="1624248" y="531017"/>
                  </a:lnTo>
                  <a:lnTo>
                    <a:pt x="1624908" y="520793"/>
                  </a:lnTo>
                  <a:lnTo>
                    <a:pt x="1625569" y="483403"/>
                  </a:lnTo>
                  <a:lnTo>
                    <a:pt x="1626230" y="439500"/>
                  </a:lnTo>
                  <a:lnTo>
                    <a:pt x="1626890" y="396992"/>
                  </a:lnTo>
                  <a:lnTo>
                    <a:pt x="1627551" y="367043"/>
                  </a:lnTo>
                  <a:lnTo>
                    <a:pt x="1628211" y="360575"/>
                  </a:lnTo>
                  <a:lnTo>
                    <a:pt x="1628872" y="378709"/>
                  </a:lnTo>
                  <a:lnTo>
                    <a:pt x="1629532" y="394236"/>
                  </a:lnTo>
                  <a:lnTo>
                    <a:pt x="1630193" y="408221"/>
                  </a:lnTo>
                  <a:lnTo>
                    <a:pt x="1630853" y="415863"/>
                  </a:lnTo>
                  <a:lnTo>
                    <a:pt x="1631514" y="422199"/>
                  </a:lnTo>
                  <a:lnTo>
                    <a:pt x="1632174" y="415597"/>
                  </a:lnTo>
                  <a:lnTo>
                    <a:pt x="1632835" y="406967"/>
                  </a:lnTo>
                  <a:lnTo>
                    <a:pt x="1633495" y="416091"/>
                  </a:lnTo>
                  <a:lnTo>
                    <a:pt x="1634156" y="448439"/>
                  </a:lnTo>
                  <a:lnTo>
                    <a:pt x="1634816" y="470842"/>
                  </a:lnTo>
                  <a:lnTo>
                    <a:pt x="1635477" y="479899"/>
                  </a:lnTo>
                  <a:lnTo>
                    <a:pt x="1636138" y="484952"/>
                  </a:lnTo>
                  <a:lnTo>
                    <a:pt x="1636798" y="483065"/>
                  </a:lnTo>
                  <a:lnTo>
                    <a:pt x="1637459" y="475969"/>
                  </a:lnTo>
                  <a:lnTo>
                    <a:pt x="1638119" y="490147"/>
                  </a:lnTo>
                  <a:lnTo>
                    <a:pt x="1638780" y="521069"/>
                  </a:lnTo>
                  <a:lnTo>
                    <a:pt x="1639440" y="550313"/>
                  </a:lnTo>
                  <a:lnTo>
                    <a:pt x="1640101" y="540085"/>
                  </a:lnTo>
                  <a:lnTo>
                    <a:pt x="1640761" y="483741"/>
                  </a:lnTo>
                  <a:lnTo>
                    <a:pt x="1641422" y="423094"/>
                  </a:lnTo>
                  <a:lnTo>
                    <a:pt x="1642082" y="376027"/>
                  </a:lnTo>
                  <a:lnTo>
                    <a:pt x="1642743" y="348815"/>
                  </a:lnTo>
                  <a:lnTo>
                    <a:pt x="1643403" y="349954"/>
                  </a:lnTo>
                  <a:lnTo>
                    <a:pt x="1644064" y="379676"/>
                  </a:lnTo>
                  <a:lnTo>
                    <a:pt x="1644724" y="412166"/>
                  </a:lnTo>
                  <a:lnTo>
                    <a:pt x="1645385" y="445048"/>
                  </a:lnTo>
                  <a:lnTo>
                    <a:pt x="1646046" y="480329"/>
                  </a:lnTo>
                  <a:lnTo>
                    <a:pt x="1646706" y="495843"/>
                  </a:lnTo>
                  <a:lnTo>
                    <a:pt x="1647367" y="495641"/>
                  </a:lnTo>
                  <a:lnTo>
                    <a:pt x="1648027" y="510238"/>
                  </a:lnTo>
                  <a:lnTo>
                    <a:pt x="1648688" y="513981"/>
                  </a:lnTo>
                  <a:lnTo>
                    <a:pt x="1649348" y="517776"/>
                  </a:lnTo>
                  <a:lnTo>
                    <a:pt x="1650009" y="535108"/>
                  </a:lnTo>
                  <a:lnTo>
                    <a:pt x="1650669" y="568733"/>
                  </a:lnTo>
                  <a:lnTo>
                    <a:pt x="1651330" y="592404"/>
                  </a:lnTo>
                  <a:lnTo>
                    <a:pt x="1651990" y="641843"/>
                  </a:lnTo>
                  <a:lnTo>
                    <a:pt x="1652651" y="657728"/>
                  </a:lnTo>
                  <a:lnTo>
                    <a:pt x="1653311" y="644058"/>
                  </a:lnTo>
                  <a:lnTo>
                    <a:pt x="1653972" y="606711"/>
                  </a:lnTo>
                  <a:lnTo>
                    <a:pt x="1654632" y="560101"/>
                  </a:lnTo>
                  <a:lnTo>
                    <a:pt x="1655293" y="489850"/>
                  </a:lnTo>
                  <a:lnTo>
                    <a:pt x="1655953" y="434465"/>
                  </a:lnTo>
                  <a:lnTo>
                    <a:pt x="1656614" y="387153"/>
                  </a:lnTo>
                  <a:lnTo>
                    <a:pt x="1657275" y="348277"/>
                  </a:lnTo>
                  <a:lnTo>
                    <a:pt x="1657935" y="317643"/>
                  </a:lnTo>
                  <a:lnTo>
                    <a:pt x="1658596" y="311998"/>
                  </a:lnTo>
                  <a:lnTo>
                    <a:pt x="1659256" y="323514"/>
                  </a:lnTo>
                  <a:lnTo>
                    <a:pt x="1659917" y="351128"/>
                  </a:lnTo>
                  <a:lnTo>
                    <a:pt x="1660577" y="388941"/>
                  </a:lnTo>
                  <a:lnTo>
                    <a:pt x="1661238" y="442281"/>
                  </a:lnTo>
                  <a:lnTo>
                    <a:pt x="1661898" y="478567"/>
                  </a:lnTo>
                  <a:lnTo>
                    <a:pt x="1662559" y="514844"/>
                  </a:lnTo>
                  <a:lnTo>
                    <a:pt x="1663219" y="542697"/>
                  </a:lnTo>
                  <a:lnTo>
                    <a:pt x="1663880" y="557198"/>
                  </a:lnTo>
                  <a:lnTo>
                    <a:pt x="1664540" y="557323"/>
                  </a:lnTo>
                  <a:lnTo>
                    <a:pt x="1665201" y="565093"/>
                  </a:lnTo>
                  <a:lnTo>
                    <a:pt x="1665861" y="573350"/>
                  </a:lnTo>
                  <a:lnTo>
                    <a:pt x="1666522" y="578722"/>
                  </a:lnTo>
                  <a:lnTo>
                    <a:pt x="1667183" y="617941"/>
                  </a:lnTo>
                  <a:lnTo>
                    <a:pt x="1667843" y="683672"/>
                  </a:lnTo>
                  <a:lnTo>
                    <a:pt x="1668504" y="747768"/>
                  </a:lnTo>
                  <a:lnTo>
                    <a:pt x="1669164" y="771773"/>
                  </a:lnTo>
                  <a:lnTo>
                    <a:pt x="1669825" y="753769"/>
                  </a:lnTo>
                  <a:lnTo>
                    <a:pt x="1670485" y="691662"/>
                  </a:lnTo>
                  <a:lnTo>
                    <a:pt x="1671146" y="637131"/>
                  </a:lnTo>
                  <a:lnTo>
                    <a:pt x="1671806" y="606861"/>
                  </a:lnTo>
                  <a:lnTo>
                    <a:pt x="1672467" y="588797"/>
                  </a:lnTo>
                  <a:lnTo>
                    <a:pt x="1673127" y="599029"/>
                  </a:lnTo>
                  <a:lnTo>
                    <a:pt x="1673788" y="638637"/>
                  </a:lnTo>
                  <a:lnTo>
                    <a:pt x="1674448" y="683376"/>
                  </a:lnTo>
                  <a:lnTo>
                    <a:pt x="1675109" y="714445"/>
                  </a:lnTo>
                  <a:lnTo>
                    <a:pt x="1675769" y="690449"/>
                  </a:lnTo>
                  <a:lnTo>
                    <a:pt x="1676430" y="637214"/>
                  </a:lnTo>
                  <a:lnTo>
                    <a:pt x="1677091" y="588096"/>
                  </a:lnTo>
                  <a:lnTo>
                    <a:pt x="1677751" y="547266"/>
                  </a:lnTo>
                  <a:lnTo>
                    <a:pt x="1678412" y="526196"/>
                  </a:lnTo>
                  <a:lnTo>
                    <a:pt x="1679072" y="549518"/>
                  </a:lnTo>
                  <a:lnTo>
                    <a:pt x="1679733" y="597720"/>
                  </a:lnTo>
                  <a:lnTo>
                    <a:pt x="1680393" y="655225"/>
                  </a:lnTo>
                  <a:lnTo>
                    <a:pt x="1681054" y="715215"/>
                  </a:lnTo>
                  <a:lnTo>
                    <a:pt x="1681714" y="758998"/>
                  </a:lnTo>
                  <a:lnTo>
                    <a:pt x="1682375" y="756053"/>
                  </a:lnTo>
                  <a:lnTo>
                    <a:pt x="1683035" y="747026"/>
                  </a:lnTo>
                  <a:lnTo>
                    <a:pt x="1683696" y="728179"/>
                  </a:lnTo>
                  <a:lnTo>
                    <a:pt x="1684356" y="725082"/>
                  </a:lnTo>
                  <a:lnTo>
                    <a:pt x="1685017" y="726684"/>
                  </a:lnTo>
                  <a:lnTo>
                    <a:pt x="1685677" y="723035"/>
                  </a:lnTo>
                  <a:lnTo>
                    <a:pt x="1686338" y="694104"/>
                  </a:lnTo>
                  <a:lnTo>
                    <a:pt x="1686998" y="659800"/>
                  </a:lnTo>
                  <a:lnTo>
                    <a:pt x="1687659" y="620210"/>
                  </a:lnTo>
                  <a:lnTo>
                    <a:pt x="1688320" y="592261"/>
                  </a:lnTo>
                  <a:lnTo>
                    <a:pt x="1688980" y="604771"/>
                  </a:lnTo>
                  <a:lnTo>
                    <a:pt x="1689641" y="638469"/>
                  </a:lnTo>
                  <a:lnTo>
                    <a:pt x="1690301" y="655759"/>
                  </a:lnTo>
                  <a:lnTo>
                    <a:pt x="1690962" y="668901"/>
                  </a:lnTo>
                  <a:lnTo>
                    <a:pt x="1691622" y="656116"/>
                  </a:lnTo>
                  <a:lnTo>
                    <a:pt x="1692283" y="637131"/>
                  </a:lnTo>
                  <a:lnTo>
                    <a:pt x="1692943" y="629151"/>
                  </a:lnTo>
                  <a:lnTo>
                    <a:pt x="1693604" y="636880"/>
                  </a:lnTo>
                  <a:lnTo>
                    <a:pt x="1694264" y="629232"/>
                  </a:lnTo>
                  <a:lnTo>
                    <a:pt x="1694925" y="649673"/>
                  </a:lnTo>
                  <a:lnTo>
                    <a:pt x="1695585" y="668995"/>
                  </a:lnTo>
                  <a:lnTo>
                    <a:pt x="1696246" y="649673"/>
                  </a:lnTo>
                  <a:lnTo>
                    <a:pt x="1696906" y="605665"/>
                  </a:lnTo>
                  <a:lnTo>
                    <a:pt x="1697567" y="540973"/>
                  </a:lnTo>
                  <a:lnTo>
                    <a:pt x="1698228" y="453820"/>
                  </a:lnTo>
                  <a:lnTo>
                    <a:pt x="1698888" y="374679"/>
                  </a:lnTo>
                  <a:lnTo>
                    <a:pt x="1699549" y="334896"/>
                  </a:lnTo>
                  <a:lnTo>
                    <a:pt x="1700209" y="320064"/>
                  </a:lnTo>
                  <a:lnTo>
                    <a:pt x="1700870" y="324336"/>
                  </a:lnTo>
                  <a:lnTo>
                    <a:pt x="1701530" y="356795"/>
                  </a:lnTo>
                  <a:lnTo>
                    <a:pt x="1702191" y="394623"/>
                  </a:lnTo>
                  <a:lnTo>
                    <a:pt x="1702851" y="407814"/>
                  </a:lnTo>
                  <a:lnTo>
                    <a:pt x="1703512" y="415673"/>
                  </a:lnTo>
                  <a:lnTo>
                    <a:pt x="1704172" y="439376"/>
                  </a:lnTo>
                  <a:lnTo>
                    <a:pt x="1704833" y="460639"/>
                  </a:lnTo>
                  <a:lnTo>
                    <a:pt x="1705493" y="486266"/>
                  </a:lnTo>
                  <a:lnTo>
                    <a:pt x="1706154" y="530559"/>
                  </a:lnTo>
                  <a:lnTo>
                    <a:pt x="1706814" y="563484"/>
                  </a:lnTo>
                  <a:lnTo>
                    <a:pt x="1707475" y="545694"/>
                  </a:lnTo>
                  <a:lnTo>
                    <a:pt x="1708136" y="500320"/>
                  </a:lnTo>
                  <a:lnTo>
                    <a:pt x="1708796" y="442240"/>
                  </a:lnTo>
                  <a:lnTo>
                    <a:pt x="1709457" y="361168"/>
                  </a:lnTo>
                  <a:lnTo>
                    <a:pt x="1710117" y="300481"/>
                  </a:lnTo>
                  <a:lnTo>
                    <a:pt x="1710778" y="274377"/>
                  </a:lnTo>
                  <a:lnTo>
                    <a:pt x="1711438" y="268427"/>
                  </a:lnTo>
                  <a:lnTo>
                    <a:pt x="1712099" y="290776"/>
                  </a:lnTo>
                  <a:lnTo>
                    <a:pt x="1712759" y="360544"/>
                  </a:lnTo>
                  <a:lnTo>
                    <a:pt x="1713420" y="458643"/>
                  </a:lnTo>
                  <a:lnTo>
                    <a:pt x="1714080" y="584682"/>
                  </a:lnTo>
                  <a:lnTo>
                    <a:pt x="1714741" y="750128"/>
                  </a:lnTo>
                  <a:lnTo>
                    <a:pt x="1715401" y="913013"/>
                  </a:lnTo>
                  <a:lnTo>
                    <a:pt x="1716062" y="967390"/>
                  </a:lnTo>
                  <a:lnTo>
                    <a:pt x="1716722" y="999111"/>
                  </a:lnTo>
                  <a:lnTo>
                    <a:pt x="1717383" y="920460"/>
                  </a:lnTo>
                  <a:lnTo>
                    <a:pt x="1718044" y="833780"/>
                  </a:lnTo>
                  <a:lnTo>
                    <a:pt x="1718704" y="755925"/>
                  </a:lnTo>
                  <a:lnTo>
                    <a:pt x="1719365" y="683278"/>
                  </a:lnTo>
                  <a:lnTo>
                    <a:pt x="1720025" y="636381"/>
                  </a:lnTo>
                  <a:lnTo>
                    <a:pt x="1720686" y="595769"/>
                  </a:lnTo>
                  <a:lnTo>
                    <a:pt x="1721346" y="564255"/>
                  </a:lnTo>
                  <a:lnTo>
                    <a:pt x="1722007" y="554324"/>
                  </a:lnTo>
                  <a:lnTo>
                    <a:pt x="1722667" y="581515"/>
                  </a:lnTo>
                  <a:lnTo>
                    <a:pt x="1723328" y="601959"/>
                  </a:lnTo>
                  <a:lnTo>
                    <a:pt x="1723988" y="612843"/>
                  </a:lnTo>
                  <a:lnTo>
                    <a:pt x="1724649" y="567623"/>
                  </a:lnTo>
                  <a:lnTo>
                    <a:pt x="1725309" y="481574"/>
                  </a:lnTo>
                  <a:lnTo>
                    <a:pt x="1725970" y="391193"/>
                  </a:lnTo>
                  <a:lnTo>
                    <a:pt x="1726630" y="323542"/>
                  </a:lnTo>
                  <a:lnTo>
                    <a:pt x="1727291" y="290533"/>
                  </a:lnTo>
                  <a:lnTo>
                    <a:pt x="1727951" y="298398"/>
                  </a:lnTo>
                  <a:lnTo>
                    <a:pt x="1728612" y="336839"/>
                  </a:lnTo>
                  <a:lnTo>
                    <a:pt x="1729273" y="378510"/>
                  </a:lnTo>
                  <a:lnTo>
                    <a:pt x="1729933" y="379909"/>
                  </a:lnTo>
                  <a:lnTo>
                    <a:pt x="1730594" y="323159"/>
                  </a:lnTo>
                  <a:lnTo>
                    <a:pt x="1731254" y="248749"/>
                  </a:lnTo>
                  <a:lnTo>
                    <a:pt x="1731915" y="173163"/>
                  </a:lnTo>
                  <a:lnTo>
                    <a:pt x="1732575" y="117242"/>
                  </a:lnTo>
                  <a:lnTo>
                    <a:pt x="1733236" y="100247"/>
                  </a:lnTo>
                  <a:lnTo>
                    <a:pt x="1733896" y="112467"/>
                  </a:lnTo>
                  <a:lnTo>
                    <a:pt x="1734557" y="133978"/>
                  </a:lnTo>
                  <a:lnTo>
                    <a:pt x="1735217" y="164848"/>
                  </a:lnTo>
                  <a:lnTo>
                    <a:pt x="1735878" y="198901"/>
                  </a:lnTo>
                  <a:lnTo>
                    <a:pt x="1736538" y="211645"/>
                  </a:lnTo>
                  <a:lnTo>
                    <a:pt x="1737199" y="202131"/>
                  </a:lnTo>
                  <a:lnTo>
                    <a:pt x="1737859" y="187855"/>
                  </a:lnTo>
                  <a:lnTo>
                    <a:pt x="1738520" y="175850"/>
                  </a:lnTo>
                  <a:lnTo>
                    <a:pt x="1739181" y="172028"/>
                  </a:lnTo>
                  <a:lnTo>
                    <a:pt x="1739841" y="189497"/>
                  </a:lnTo>
                  <a:lnTo>
                    <a:pt x="1740502" y="229732"/>
                  </a:lnTo>
                  <a:lnTo>
                    <a:pt x="1741162" y="287294"/>
                  </a:lnTo>
                  <a:lnTo>
                    <a:pt x="1741823" y="349204"/>
                  </a:lnTo>
                  <a:lnTo>
                    <a:pt x="1742483" y="388562"/>
                  </a:lnTo>
                  <a:lnTo>
                    <a:pt x="1743144" y="363648"/>
                  </a:lnTo>
                  <a:lnTo>
                    <a:pt x="1743804" y="300304"/>
                  </a:lnTo>
                  <a:lnTo>
                    <a:pt x="1744465" y="230045"/>
                  </a:lnTo>
                  <a:lnTo>
                    <a:pt x="1745125" y="194686"/>
                  </a:lnTo>
                  <a:lnTo>
                    <a:pt x="1745786" y="176546"/>
                  </a:lnTo>
                  <a:lnTo>
                    <a:pt x="1746446" y="176157"/>
                  </a:lnTo>
                  <a:lnTo>
                    <a:pt x="1747107" y="185955"/>
                  </a:lnTo>
                  <a:lnTo>
                    <a:pt x="1747767" y="217377"/>
                  </a:lnTo>
                  <a:lnTo>
                    <a:pt x="1748428" y="232151"/>
                  </a:lnTo>
                  <a:lnTo>
                    <a:pt x="1749089" y="244362"/>
                  </a:lnTo>
                  <a:lnTo>
                    <a:pt x="1749749" y="252440"/>
                  </a:lnTo>
                  <a:lnTo>
                    <a:pt x="1750410" y="249672"/>
                  </a:lnTo>
                  <a:lnTo>
                    <a:pt x="1751070" y="209049"/>
                  </a:lnTo>
                  <a:lnTo>
                    <a:pt x="1751731" y="179855"/>
                  </a:lnTo>
                  <a:lnTo>
                    <a:pt x="1752391" y="157863"/>
                  </a:lnTo>
                  <a:lnTo>
                    <a:pt x="1753052" y="154097"/>
                  </a:lnTo>
                  <a:lnTo>
                    <a:pt x="1753712" y="162557"/>
                  </a:lnTo>
                  <a:lnTo>
                    <a:pt x="1754373" y="193135"/>
                  </a:lnTo>
                  <a:lnTo>
                    <a:pt x="1755033" y="213044"/>
                  </a:lnTo>
                  <a:lnTo>
                    <a:pt x="1755694" y="225071"/>
                  </a:lnTo>
                  <a:lnTo>
                    <a:pt x="1756354" y="206478"/>
                  </a:lnTo>
                  <a:lnTo>
                    <a:pt x="1757015" y="198954"/>
                  </a:lnTo>
                  <a:lnTo>
                    <a:pt x="1757675" y="204896"/>
                  </a:lnTo>
                  <a:lnTo>
                    <a:pt x="1758336" y="227566"/>
                  </a:lnTo>
                  <a:lnTo>
                    <a:pt x="1758996" y="271795"/>
                  </a:lnTo>
                  <a:lnTo>
                    <a:pt x="1759657" y="360544"/>
                  </a:lnTo>
                  <a:lnTo>
                    <a:pt x="1760318" y="461621"/>
                  </a:lnTo>
                  <a:lnTo>
                    <a:pt x="1760978" y="574150"/>
                  </a:lnTo>
                  <a:lnTo>
                    <a:pt x="1761639" y="691966"/>
                  </a:lnTo>
                  <a:lnTo>
                    <a:pt x="1762299" y="725082"/>
                  </a:lnTo>
                  <a:lnTo>
                    <a:pt x="1762960" y="648454"/>
                  </a:lnTo>
                  <a:lnTo>
                    <a:pt x="1763620" y="566583"/>
                  </a:lnTo>
                  <a:lnTo>
                    <a:pt x="1764281" y="527040"/>
                  </a:lnTo>
                  <a:lnTo>
                    <a:pt x="1764941" y="513336"/>
                  </a:lnTo>
                  <a:lnTo>
                    <a:pt x="1765602" y="465400"/>
                  </a:lnTo>
                  <a:lnTo>
                    <a:pt x="1766262" y="379042"/>
                  </a:lnTo>
                  <a:lnTo>
                    <a:pt x="1766923" y="293098"/>
                  </a:lnTo>
                  <a:lnTo>
                    <a:pt x="1767583" y="215844"/>
                  </a:lnTo>
                  <a:lnTo>
                    <a:pt x="1768244" y="162172"/>
                  </a:lnTo>
                  <a:lnTo>
                    <a:pt x="1768904" y="152724"/>
                  </a:lnTo>
                  <a:lnTo>
                    <a:pt x="1769565" y="176708"/>
                  </a:lnTo>
                  <a:lnTo>
                    <a:pt x="1770226" y="227256"/>
                  </a:lnTo>
                  <a:lnTo>
                    <a:pt x="1770886" y="287751"/>
                  </a:lnTo>
                  <a:lnTo>
                    <a:pt x="1771547" y="355597"/>
                  </a:lnTo>
                  <a:lnTo>
                    <a:pt x="1772207" y="398666"/>
                  </a:lnTo>
                  <a:lnTo>
                    <a:pt x="1772868" y="410782"/>
                  </a:lnTo>
                  <a:lnTo>
                    <a:pt x="1773528" y="383339"/>
                  </a:lnTo>
                  <a:lnTo>
                    <a:pt x="1774189" y="370480"/>
                  </a:lnTo>
                  <a:lnTo>
                    <a:pt x="1774849" y="350164"/>
                  </a:lnTo>
                  <a:lnTo>
                    <a:pt x="1775510" y="322396"/>
                  </a:lnTo>
                  <a:lnTo>
                    <a:pt x="1776170" y="316521"/>
                  </a:lnTo>
                  <a:lnTo>
                    <a:pt x="1776831" y="326787"/>
                  </a:lnTo>
                  <a:lnTo>
                    <a:pt x="1777491" y="336094"/>
                  </a:lnTo>
                  <a:lnTo>
                    <a:pt x="1778152" y="341842"/>
                  </a:lnTo>
                  <a:lnTo>
                    <a:pt x="1778812" y="354893"/>
                  </a:lnTo>
                  <a:lnTo>
                    <a:pt x="1779473" y="340358"/>
                  </a:lnTo>
                  <a:lnTo>
                    <a:pt x="1780134" y="325517"/>
                  </a:lnTo>
                  <a:lnTo>
                    <a:pt x="1780794" y="307313"/>
                  </a:lnTo>
                  <a:lnTo>
                    <a:pt x="1781455" y="287390"/>
                  </a:lnTo>
                  <a:lnTo>
                    <a:pt x="1782115" y="266211"/>
                  </a:lnTo>
                  <a:lnTo>
                    <a:pt x="1782776" y="279076"/>
                  </a:lnTo>
                  <a:lnTo>
                    <a:pt x="1783436" y="318932"/>
                  </a:lnTo>
                  <a:lnTo>
                    <a:pt x="1784097" y="383779"/>
                  </a:lnTo>
                  <a:lnTo>
                    <a:pt x="1784757" y="470243"/>
                  </a:lnTo>
                  <a:lnTo>
                    <a:pt x="1785418" y="578112"/>
                  </a:lnTo>
                  <a:lnTo>
                    <a:pt x="1786078" y="613379"/>
                  </a:lnTo>
                  <a:lnTo>
                    <a:pt x="1786739" y="578045"/>
                  </a:lnTo>
                  <a:lnTo>
                    <a:pt x="1787399" y="547630"/>
                  </a:lnTo>
                  <a:lnTo>
                    <a:pt x="1788060" y="559720"/>
                  </a:lnTo>
                  <a:lnTo>
                    <a:pt x="1788720" y="609420"/>
                  </a:lnTo>
                  <a:lnTo>
                    <a:pt x="1789381" y="719993"/>
                  </a:lnTo>
                  <a:lnTo>
                    <a:pt x="1790042" y="912568"/>
                  </a:lnTo>
                  <a:lnTo>
                    <a:pt x="1790702" y="1127180"/>
                  </a:lnTo>
                  <a:lnTo>
                    <a:pt x="1791363" y="1217577"/>
                  </a:lnTo>
                  <a:lnTo>
                    <a:pt x="1792023" y="1068019"/>
                  </a:lnTo>
                  <a:lnTo>
                    <a:pt x="1792684" y="913459"/>
                  </a:lnTo>
                  <a:lnTo>
                    <a:pt x="1793344" y="810420"/>
                  </a:lnTo>
                  <a:lnTo>
                    <a:pt x="1794005" y="736493"/>
                  </a:lnTo>
                  <a:lnTo>
                    <a:pt x="1794665" y="683376"/>
                  </a:lnTo>
                  <a:lnTo>
                    <a:pt x="1795326" y="666853"/>
                  </a:lnTo>
                  <a:lnTo>
                    <a:pt x="1795986" y="644915"/>
                  </a:lnTo>
                  <a:lnTo>
                    <a:pt x="1796647" y="610025"/>
                  </a:lnTo>
                  <a:lnTo>
                    <a:pt x="1797307" y="594762"/>
                  </a:lnTo>
                  <a:lnTo>
                    <a:pt x="1797968" y="589712"/>
                  </a:lnTo>
                  <a:lnTo>
                    <a:pt x="1798628" y="569257"/>
                  </a:lnTo>
                  <a:lnTo>
                    <a:pt x="1799289" y="554324"/>
                  </a:lnTo>
                  <a:lnTo>
                    <a:pt x="1799949" y="562970"/>
                  </a:lnTo>
                  <a:lnTo>
                    <a:pt x="1800610" y="560482"/>
                  </a:lnTo>
                  <a:lnTo>
                    <a:pt x="1801271" y="546842"/>
                  </a:lnTo>
                  <a:lnTo>
                    <a:pt x="1801931" y="546963"/>
                  </a:lnTo>
                  <a:lnTo>
                    <a:pt x="1802592" y="557826"/>
                  </a:lnTo>
                  <a:lnTo>
                    <a:pt x="1803252" y="544972"/>
                  </a:lnTo>
                  <a:lnTo>
                    <a:pt x="1803913" y="528681"/>
                  </a:lnTo>
                  <a:lnTo>
                    <a:pt x="1804573" y="517285"/>
                  </a:lnTo>
                  <a:lnTo>
                    <a:pt x="1805234" y="501709"/>
                  </a:lnTo>
                  <a:lnTo>
                    <a:pt x="1805894" y="498735"/>
                  </a:lnTo>
                  <a:lnTo>
                    <a:pt x="1806555" y="510823"/>
                  </a:lnTo>
                  <a:lnTo>
                    <a:pt x="1807215" y="533084"/>
                  </a:lnTo>
                  <a:lnTo>
                    <a:pt x="1807876" y="541863"/>
                  </a:lnTo>
                  <a:lnTo>
                    <a:pt x="1808536" y="534586"/>
                  </a:lnTo>
                  <a:lnTo>
                    <a:pt x="1809197" y="520408"/>
                  </a:lnTo>
                  <a:lnTo>
                    <a:pt x="1809857" y="511516"/>
                  </a:lnTo>
                  <a:lnTo>
                    <a:pt x="1810518" y="501502"/>
                  </a:lnTo>
                  <a:lnTo>
                    <a:pt x="1811179" y="462920"/>
                  </a:lnTo>
                  <a:lnTo>
                    <a:pt x="1811839" y="422394"/>
                  </a:lnTo>
                  <a:lnTo>
                    <a:pt x="1812500" y="349324"/>
                  </a:lnTo>
                  <a:lnTo>
                    <a:pt x="1813160" y="274538"/>
                  </a:lnTo>
                  <a:lnTo>
                    <a:pt x="1813821" y="208450"/>
                  </a:lnTo>
                  <a:lnTo>
                    <a:pt x="1814481" y="180610"/>
                  </a:lnTo>
                  <a:lnTo>
                    <a:pt x="1815142" y="164538"/>
                  </a:lnTo>
                  <a:lnTo>
                    <a:pt x="1815802" y="156577"/>
                  </a:lnTo>
                  <a:lnTo>
                    <a:pt x="1816463" y="155447"/>
                  </a:lnTo>
                  <a:lnTo>
                    <a:pt x="1817123" y="160192"/>
                  </a:lnTo>
                  <a:lnTo>
                    <a:pt x="1817784" y="160407"/>
                  </a:lnTo>
                  <a:lnTo>
                    <a:pt x="1818444" y="157817"/>
                  </a:lnTo>
                  <a:lnTo>
                    <a:pt x="1819105" y="161510"/>
                  </a:lnTo>
                  <a:lnTo>
                    <a:pt x="1819765" y="171486"/>
                  </a:lnTo>
                  <a:lnTo>
                    <a:pt x="1820426" y="188649"/>
                  </a:lnTo>
                  <a:lnTo>
                    <a:pt x="1821087" y="209359"/>
                  </a:lnTo>
                  <a:lnTo>
                    <a:pt x="1821747" y="248037"/>
                  </a:lnTo>
                  <a:lnTo>
                    <a:pt x="1822408" y="319066"/>
                  </a:lnTo>
                  <a:lnTo>
                    <a:pt x="1823068" y="397596"/>
                  </a:lnTo>
                  <a:lnTo>
                    <a:pt x="1823729" y="428364"/>
                  </a:lnTo>
                  <a:lnTo>
                    <a:pt x="1824389" y="367522"/>
                  </a:lnTo>
                  <a:lnTo>
                    <a:pt x="1825050" y="286790"/>
                  </a:lnTo>
                  <a:lnTo>
                    <a:pt x="1825710" y="236630"/>
                  </a:lnTo>
                  <a:lnTo>
                    <a:pt x="1826371" y="204914"/>
                  </a:lnTo>
                  <a:lnTo>
                    <a:pt x="1827031" y="208468"/>
                  </a:lnTo>
                  <a:lnTo>
                    <a:pt x="1827692" y="260167"/>
                  </a:lnTo>
                  <a:lnTo>
                    <a:pt x="1828352" y="347115"/>
                  </a:lnTo>
                  <a:lnTo>
                    <a:pt x="1829013" y="425402"/>
                  </a:lnTo>
                  <a:lnTo>
                    <a:pt x="1829673" y="518377"/>
                  </a:lnTo>
                  <a:lnTo>
                    <a:pt x="1830334" y="614455"/>
                  </a:lnTo>
                  <a:lnTo>
                    <a:pt x="1830994" y="706323"/>
                  </a:lnTo>
                  <a:lnTo>
                    <a:pt x="1831655" y="764327"/>
                  </a:lnTo>
                  <a:lnTo>
                    <a:pt x="1832316" y="740321"/>
                  </a:lnTo>
                  <a:lnTo>
                    <a:pt x="1832976" y="663259"/>
                  </a:lnTo>
                  <a:lnTo>
                    <a:pt x="1833637" y="570045"/>
                  </a:lnTo>
                  <a:lnTo>
                    <a:pt x="1834297" y="490939"/>
                  </a:lnTo>
                  <a:lnTo>
                    <a:pt x="1834958" y="430717"/>
                  </a:lnTo>
                  <a:lnTo>
                    <a:pt x="1835618" y="400601"/>
                  </a:lnTo>
                  <a:lnTo>
                    <a:pt x="1836279" y="374253"/>
                  </a:lnTo>
                  <a:lnTo>
                    <a:pt x="1836939" y="363554"/>
                  </a:lnTo>
                  <a:lnTo>
                    <a:pt x="1837600" y="371256"/>
                  </a:lnTo>
                  <a:lnTo>
                    <a:pt x="1838260" y="380713"/>
                  </a:lnTo>
                  <a:lnTo>
                    <a:pt x="1838921" y="372165"/>
                  </a:lnTo>
                  <a:lnTo>
                    <a:pt x="1839581" y="370060"/>
                  </a:lnTo>
                  <a:lnTo>
                    <a:pt x="1840242" y="381216"/>
                  </a:lnTo>
                  <a:lnTo>
                    <a:pt x="1840902" y="382090"/>
                  </a:lnTo>
                  <a:lnTo>
                    <a:pt x="1841563" y="371710"/>
                  </a:lnTo>
                  <a:lnTo>
                    <a:pt x="1842224" y="362139"/>
                  </a:lnTo>
                  <a:lnTo>
                    <a:pt x="1842884" y="362327"/>
                  </a:lnTo>
                  <a:lnTo>
                    <a:pt x="1843545" y="353734"/>
                  </a:lnTo>
                  <a:lnTo>
                    <a:pt x="1844205" y="348875"/>
                  </a:lnTo>
                  <a:lnTo>
                    <a:pt x="1844866" y="321336"/>
                  </a:lnTo>
                  <a:lnTo>
                    <a:pt x="1845526" y="265431"/>
                  </a:lnTo>
                  <a:lnTo>
                    <a:pt x="1846187" y="194790"/>
                  </a:lnTo>
                  <a:lnTo>
                    <a:pt x="1846847" y="142103"/>
                  </a:lnTo>
                  <a:lnTo>
                    <a:pt x="1847508" y="109681"/>
                  </a:lnTo>
                  <a:lnTo>
                    <a:pt x="1848168" y="105509"/>
                  </a:lnTo>
                  <a:lnTo>
                    <a:pt x="1848829" y="121914"/>
                  </a:lnTo>
                  <a:lnTo>
                    <a:pt x="1849489" y="157166"/>
                  </a:lnTo>
                  <a:lnTo>
                    <a:pt x="1850150" y="195101"/>
                  </a:lnTo>
                  <a:lnTo>
                    <a:pt x="1850810" y="214450"/>
                  </a:lnTo>
                  <a:lnTo>
                    <a:pt x="1851471" y="206333"/>
                  </a:lnTo>
                  <a:lnTo>
                    <a:pt x="1852132" y="193324"/>
                  </a:lnTo>
                  <a:lnTo>
                    <a:pt x="1852792" y="187703"/>
                  </a:lnTo>
                  <a:lnTo>
                    <a:pt x="1853453" y="174141"/>
                  </a:lnTo>
                  <a:lnTo>
                    <a:pt x="1854113" y="148747"/>
                  </a:lnTo>
                  <a:lnTo>
                    <a:pt x="1854774" y="122822"/>
                  </a:lnTo>
                  <a:lnTo>
                    <a:pt x="1855434" y="93811"/>
                  </a:lnTo>
                  <a:lnTo>
                    <a:pt x="1856095" y="62029"/>
                  </a:lnTo>
                  <a:lnTo>
                    <a:pt x="1856755" y="37076"/>
                  </a:lnTo>
                  <a:lnTo>
                    <a:pt x="1857416" y="40681"/>
                  </a:lnTo>
                  <a:lnTo>
                    <a:pt x="1858076" y="68607"/>
                  </a:lnTo>
                  <a:lnTo>
                    <a:pt x="1858737" y="128256"/>
                  </a:lnTo>
                  <a:lnTo>
                    <a:pt x="1859397" y="207561"/>
                  </a:lnTo>
                  <a:lnTo>
                    <a:pt x="1860058" y="281420"/>
                  </a:lnTo>
                  <a:lnTo>
                    <a:pt x="1860718" y="294401"/>
                  </a:lnTo>
                  <a:lnTo>
                    <a:pt x="1861379" y="264920"/>
                  </a:lnTo>
                  <a:lnTo>
                    <a:pt x="1862040" y="221587"/>
                  </a:lnTo>
                  <a:lnTo>
                    <a:pt x="1862700" y="195257"/>
                  </a:lnTo>
                  <a:lnTo>
                    <a:pt x="1863361" y="203929"/>
                  </a:lnTo>
                  <a:lnTo>
                    <a:pt x="1864021" y="254186"/>
                  </a:lnTo>
                  <a:lnTo>
                    <a:pt x="1864682" y="329036"/>
                  </a:lnTo>
                  <a:lnTo>
                    <a:pt x="1865342" y="423913"/>
                  </a:lnTo>
                  <a:lnTo>
                    <a:pt x="1866003" y="533660"/>
                  </a:lnTo>
                  <a:lnTo>
                    <a:pt x="1866663" y="617863"/>
                  </a:lnTo>
                  <a:lnTo>
                    <a:pt x="1867324" y="532106"/>
                  </a:lnTo>
                  <a:lnTo>
                    <a:pt x="1867984" y="397454"/>
                  </a:lnTo>
                  <a:lnTo>
                    <a:pt x="1868645" y="281278"/>
                  </a:lnTo>
                  <a:lnTo>
                    <a:pt x="1869305" y="195639"/>
                  </a:lnTo>
                  <a:lnTo>
                    <a:pt x="1869966" y="138612"/>
                  </a:lnTo>
                  <a:lnTo>
                    <a:pt x="1870626" y="105308"/>
                  </a:lnTo>
                  <a:lnTo>
                    <a:pt x="1871287" y="87095"/>
                  </a:lnTo>
                  <a:lnTo>
                    <a:pt x="1871947" y="67836"/>
                  </a:lnTo>
                  <a:lnTo>
                    <a:pt x="1872608" y="51666"/>
                  </a:lnTo>
                  <a:lnTo>
                    <a:pt x="1873269" y="43847"/>
                  </a:lnTo>
                  <a:lnTo>
                    <a:pt x="1873929" y="53993"/>
                  </a:lnTo>
                  <a:lnTo>
                    <a:pt x="1874590" y="80316"/>
                  </a:lnTo>
                  <a:lnTo>
                    <a:pt x="1875250" y="126528"/>
                  </a:lnTo>
                  <a:lnTo>
                    <a:pt x="1875911" y="183287"/>
                  </a:lnTo>
                  <a:lnTo>
                    <a:pt x="1876571" y="216366"/>
                  </a:lnTo>
                  <a:lnTo>
                    <a:pt x="1877232" y="210728"/>
                  </a:lnTo>
                  <a:lnTo>
                    <a:pt x="1877892" y="186156"/>
                  </a:lnTo>
                  <a:lnTo>
                    <a:pt x="1878553" y="177633"/>
                  </a:lnTo>
                  <a:lnTo>
                    <a:pt x="1879213" y="184568"/>
                  </a:lnTo>
                  <a:lnTo>
                    <a:pt x="1879874" y="215453"/>
                  </a:lnTo>
                  <a:lnTo>
                    <a:pt x="1880534" y="271841"/>
                  </a:lnTo>
                  <a:lnTo>
                    <a:pt x="1881195" y="356733"/>
                  </a:lnTo>
                  <a:lnTo>
                    <a:pt x="1881855" y="407630"/>
                  </a:lnTo>
                  <a:lnTo>
                    <a:pt x="1882516" y="415597"/>
                  </a:lnTo>
                  <a:lnTo>
                    <a:pt x="1883177" y="395822"/>
                  </a:lnTo>
                  <a:lnTo>
                    <a:pt x="1883837" y="340474"/>
                  </a:lnTo>
                  <a:lnTo>
                    <a:pt x="1884498" y="262072"/>
                  </a:lnTo>
                  <a:lnTo>
                    <a:pt x="1885158" y="221644"/>
                  </a:lnTo>
                  <a:lnTo>
                    <a:pt x="1885819" y="195430"/>
                  </a:lnTo>
                  <a:lnTo>
                    <a:pt x="1886479" y="165424"/>
                  </a:lnTo>
                  <a:lnTo>
                    <a:pt x="1887140" y="137256"/>
                  </a:lnTo>
                  <a:lnTo>
                    <a:pt x="1887800" y="128447"/>
                  </a:lnTo>
                  <a:lnTo>
                    <a:pt x="1888461" y="105698"/>
                  </a:lnTo>
                  <a:lnTo>
                    <a:pt x="1889121" y="87166"/>
                  </a:lnTo>
                  <a:lnTo>
                    <a:pt x="1889782" y="79374"/>
                  </a:lnTo>
                  <a:lnTo>
                    <a:pt x="1890442" y="94997"/>
                  </a:lnTo>
                  <a:lnTo>
                    <a:pt x="1891103" y="113903"/>
                  </a:lnTo>
                  <a:lnTo>
                    <a:pt x="1891763" y="126040"/>
                  </a:lnTo>
                  <a:lnTo>
                    <a:pt x="1892424" y="125851"/>
                  </a:lnTo>
                  <a:lnTo>
                    <a:pt x="1893085" y="122702"/>
                  </a:lnTo>
                  <a:lnTo>
                    <a:pt x="1893745" y="117860"/>
                  </a:lnTo>
                  <a:lnTo>
                    <a:pt x="1894406" y="125540"/>
                  </a:lnTo>
                  <a:lnTo>
                    <a:pt x="1895066" y="168179"/>
                  </a:lnTo>
                  <a:lnTo>
                    <a:pt x="1895727" y="234212"/>
                  </a:lnTo>
                  <a:lnTo>
                    <a:pt x="1896387" y="323596"/>
                  </a:lnTo>
                  <a:lnTo>
                    <a:pt x="1897048" y="419301"/>
                  </a:lnTo>
                  <a:lnTo>
                    <a:pt x="1897708" y="465944"/>
                  </a:lnTo>
                  <a:lnTo>
                    <a:pt x="1898369" y="419994"/>
                  </a:lnTo>
                  <a:lnTo>
                    <a:pt x="1899029" y="352761"/>
                  </a:lnTo>
                  <a:lnTo>
                    <a:pt x="1899690" y="294993"/>
                  </a:lnTo>
                  <a:lnTo>
                    <a:pt x="1900350" y="236791"/>
                  </a:lnTo>
                  <a:lnTo>
                    <a:pt x="1901011" y="179232"/>
                  </a:lnTo>
                  <a:lnTo>
                    <a:pt x="1901671" y="136608"/>
                  </a:lnTo>
                  <a:lnTo>
                    <a:pt x="1902332" y="108356"/>
                  </a:lnTo>
                  <a:lnTo>
                    <a:pt x="1902992" y="100482"/>
                  </a:lnTo>
                  <a:lnTo>
                    <a:pt x="1903653" y="120702"/>
                  </a:lnTo>
                  <a:lnTo>
                    <a:pt x="1904314" y="172603"/>
                  </a:lnTo>
                  <a:lnTo>
                    <a:pt x="1904974" y="241101"/>
                  </a:lnTo>
                  <a:lnTo>
                    <a:pt x="1905635" y="319362"/>
                  </a:lnTo>
                  <a:lnTo>
                    <a:pt x="1906295" y="360170"/>
                  </a:lnTo>
                  <a:lnTo>
                    <a:pt x="1906956" y="338420"/>
                  </a:lnTo>
                  <a:lnTo>
                    <a:pt x="1907616" y="264765"/>
                  </a:lnTo>
                  <a:lnTo>
                    <a:pt x="1908277" y="185553"/>
                  </a:lnTo>
                  <a:lnTo>
                    <a:pt x="1908937" y="119284"/>
                  </a:lnTo>
                  <a:lnTo>
                    <a:pt x="1909598" y="68652"/>
                  </a:lnTo>
                  <a:lnTo>
                    <a:pt x="1910258" y="33342"/>
                  </a:lnTo>
                  <a:lnTo>
                    <a:pt x="1910919" y="15134"/>
                  </a:lnTo>
                  <a:lnTo>
                    <a:pt x="1911579" y="16470"/>
                  </a:lnTo>
                  <a:lnTo>
                    <a:pt x="1912240" y="35355"/>
                  </a:lnTo>
                  <a:lnTo>
                    <a:pt x="1912900" y="66704"/>
                  </a:lnTo>
                  <a:lnTo>
                    <a:pt x="1913561" y="108432"/>
                  </a:lnTo>
                  <a:lnTo>
                    <a:pt x="1914222" y="153977"/>
                  </a:lnTo>
                  <a:lnTo>
                    <a:pt x="1914882" y="191865"/>
                  </a:lnTo>
                  <a:lnTo>
                    <a:pt x="1915543" y="197221"/>
                  </a:lnTo>
                  <a:lnTo>
                    <a:pt x="1916203" y="177211"/>
                  </a:lnTo>
                  <a:lnTo>
                    <a:pt x="1916864" y="129857"/>
                  </a:lnTo>
                  <a:lnTo>
                    <a:pt x="1917524" y="83243"/>
                  </a:lnTo>
                  <a:lnTo>
                    <a:pt x="1918185" y="59005"/>
                  </a:lnTo>
                  <a:lnTo>
                    <a:pt x="1918845" y="56964"/>
                  </a:lnTo>
                  <a:lnTo>
                    <a:pt x="1919506" y="75683"/>
                  </a:lnTo>
                  <a:lnTo>
                    <a:pt x="1920166" y="116705"/>
                  </a:lnTo>
                  <a:lnTo>
                    <a:pt x="1920827" y="186878"/>
                  </a:lnTo>
                  <a:lnTo>
                    <a:pt x="1921487" y="262820"/>
                  </a:lnTo>
                  <a:lnTo>
                    <a:pt x="1922148" y="344452"/>
                  </a:lnTo>
                  <a:lnTo>
                    <a:pt x="1922808" y="406783"/>
                  </a:lnTo>
                  <a:lnTo>
                    <a:pt x="1923469" y="448482"/>
                  </a:lnTo>
                  <a:lnTo>
                    <a:pt x="1924130" y="460729"/>
                  </a:lnTo>
                  <a:lnTo>
                    <a:pt x="1924790" y="439046"/>
                  </a:lnTo>
                  <a:lnTo>
                    <a:pt x="1925451" y="349384"/>
                  </a:lnTo>
                  <a:lnTo>
                    <a:pt x="1926111" y="274768"/>
                  </a:lnTo>
                  <a:lnTo>
                    <a:pt x="1926772" y="236289"/>
                  </a:lnTo>
                  <a:lnTo>
                    <a:pt x="1927432" y="220013"/>
                  </a:lnTo>
                  <a:lnTo>
                    <a:pt x="1928093" y="217433"/>
                  </a:lnTo>
                  <a:lnTo>
                    <a:pt x="1928753" y="245582"/>
                  </a:lnTo>
                  <a:lnTo>
                    <a:pt x="1929414" y="291556"/>
                  </a:lnTo>
                  <a:lnTo>
                    <a:pt x="1930074" y="337470"/>
                  </a:lnTo>
                  <a:lnTo>
                    <a:pt x="1930735" y="371256"/>
                  </a:lnTo>
                  <a:lnTo>
                    <a:pt x="1931395" y="390672"/>
                  </a:lnTo>
                  <a:lnTo>
                    <a:pt x="1932056" y="387633"/>
                  </a:lnTo>
                  <a:lnTo>
                    <a:pt x="1932716" y="364944"/>
                  </a:lnTo>
                  <a:lnTo>
                    <a:pt x="1933377" y="318824"/>
                  </a:lnTo>
                  <a:lnTo>
                    <a:pt x="1934038" y="272752"/>
                  </a:lnTo>
                  <a:lnTo>
                    <a:pt x="1934698" y="245602"/>
                  </a:lnTo>
                  <a:lnTo>
                    <a:pt x="1935359" y="242327"/>
                  </a:lnTo>
                  <a:lnTo>
                    <a:pt x="1936019" y="244362"/>
                  </a:lnTo>
                  <a:lnTo>
                    <a:pt x="1936680" y="253674"/>
                  </a:lnTo>
                  <a:lnTo>
                    <a:pt x="1937340" y="271250"/>
                  </a:lnTo>
                  <a:lnTo>
                    <a:pt x="1938001" y="284449"/>
                  </a:lnTo>
                  <a:lnTo>
                    <a:pt x="1938661" y="279917"/>
                  </a:lnTo>
                  <a:lnTo>
                    <a:pt x="1939322" y="272752"/>
                  </a:lnTo>
                  <a:lnTo>
                    <a:pt x="1939982" y="275804"/>
                  </a:lnTo>
                  <a:lnTo>
                    <a:pt x="1940643" y="258839"/>
                  </a:lnTo>
                  <a:lnTo>
                    <a:pt x="1941303" y="235369"/>
                  </a:lnTo>
                  <a:lnTo>
                    <a:pt x="1941964" y="230595"/>
                  </a:lnTo>
                  <a:lnTo>
                    <a:pt x="1942624" y="232487"/>
                  </a:lnTo>
                  <a:lnTo>
                    <a:pt x="1943285" y="234651"/>
                  </a:lnTo>
                  <a:lnTo>
                    <a:pt x="1943945" y="267865"/>
                  </a:lnTo>
                  <a:lnTo>
                    <a:pt x="1944606" y="310584"/>
                  </a:lnTo>
                  <a:lnTo>
                    <a:pt x="1945267" y="338968"/>
                  </a:lnTo>
                  <a:lnTo>
                    <a:pt x="1945927" y="370641"/>
                  </a:lnTo>
                  <a:lnTo>
                    <a:pt x="1946588" y="375829"/>
                  </a:lnTo>
                  <a:lnTo>
                    <a:pt x="1947248" y="316575"/>
                  </a:lnTo>
                  <a:lnTo>
                    <a:pt x="1947909" y="262578"/>
                  </a:lnTo>
                  <a:lnTo>
                    <a:pt x="1948569" y="234471"/>
                  </a:lnTo>
                  <a:lnTo>
                    <a:pt x="1949230" y="206965"/>
                  </a:lnTo>
                  <a:lnTo>
                    <a:pt x="1949890" y="180840"/>
                  </a:lnTo>
                  <a:lnTo>
                    <a:pt x="1950551" y="170058"/>
                  </a:lnTo>
                  <a:lnTo>
                    <a:pt x="1951211" y="162572"/>
                  </a:lnTo>
                  <a:lnTo>
                    <a:pt x="1951872" y="156275"/>
                  </a:lnTo>
                  <a:lnTo>
                    <a:pt x="1952532" y="168337"/>
                  </a:lnTo>
                  <a:lnTo>
                    <a:pt x="1953193" y="217096"/>
                  </a:lnTo>
                  <a:lnTo>
                    <a:pt x="1953853" y="288185"/>
                  </a:lnTo>
                  <a:lnTo>
                    <a:pt x="1954514" y="361324"/>
                  </a:lnTo>
                  <a:lnTo>
                    <a:pt x="1955175" y="382832"/>
                  </a:lnTo>
                  <a:lnTo>
                    <a:pt x="1955835" y="368612"/>
                  </a:lnTo>
                  <a:lnTo>
                    <a:pt x="1956496" y="342018"/>
                  </a:lnTo>
                  <a:lnTo>
                    <a:pt x="1957156" y="340532"/>
                  </a:lnTo>
                  <a:lnTo>
                    <a:pt x="1957817" y="378742"/>
                  </a:lnTo>
                  <a:lnTo>
                    <a:pt x="1958477" y="480472"/>
                  </a:lnTo>
                  <a:lnTo>
                    <a:pt x="1959138" y="627856"/>
                  </a:lnTo>
                  <a:lnTo>
                    <a:pt x="1959798" y="735425"/>
                  </a:lnTo>
                  <a:lnTo>
                    <a:pt x="1960459" y="688038"/>
                  </a:lnTo>
                  <a:lnTo>
                    <a:pt x="1961119" y="605143"/>
                  </a:lnTo>
                  <a:lnTo>
                    <a:pt x="1961780" y="541863"/>
                  </a:lnTo>
                  <a:lnTo>
                    <a:pt x="1962440" y="497869"/>
                  </a:lnTo>
                  <a:lnTo>
                    <a:pt x="1963101" y="487244"/>
                  </a:lnTo>
                  <a:lnTo>
                    <a:pt x="1963761" y="504297"/>
                  </a:lnTo>
                  <a:lnTo>
                    <a:pt x="1964422" y="486315"/>
                  </a:lnTo>
                  <a:lnTo>
                    <a:pt x="1965083" y="445892"/>
                  </a:lnTo>
                  <a:lnTo>
                    <a:pt x="1965743" y="425560"/>
                  </a:lnTo>
                  <a:lnTo>
                    <a:pt x="1966404" y="390498"/>
                  </a:lnTo>
                  <a:lnTo>
                    <a:pt x="1967064" y="365515"/>
                  </a:lnTo>
                  <a:lnTo>
                    <a:pt x="1967725" y="369544"/>
                  </a:lnTo>
                  <a:lnTo>
                    <a:pt x="1968385" y="385103"/>
                  </a:lnTo>
                  <a:lnTo>
                    <a:pt x="1969046" y="395363"/>
                  </a:lnTo>
                  <a:lnTo>
                    <a:pt x="1969706" y="432081"/>
                  </a:lnTo>
                  <a:lnTo>
                    <a:pt x="1970367" y="479232"/>
                  </a:lnTo>
                  <a:lnTo>
                    <a:pt x="1971027" y="533314"/>
                  </a:lnTo>
                  <a:lnTo>
                    <a:pt x="1971688" y="602106"/>
                  </a:lnTo>
                  <a:lnTo>
                    <a:pt x="1972348" y="663901"/>
                  </a:lnTo>
                  <a:lnTo>
                    <a:pt x="1973009" y="681513"/>
                  </a:lnTo>
                  <a:lnTo>
                    <a:pt x="1973669" y="675710"/>
                  </a:lnTo>
                  <a:lnTo>
                    <a:pt x="1974330" y="660797"/>
                  </a:lnTo>
                  <a:lnTo>
                    <a:pt x="1974990" y="652744"/>
                  </a:lnTo>
                  <a:lnTo>
                    <a:pt x="1975651" y="635550"/>
                  </a:lnTo>
                  <a:lnTo>
                    <a:pt x="1976312" y="610025"/>
                  </a:lnTo>
                  <a:lnTo>
                    <a:pt x="1976972" y="569782"/>
                  </a:lnTo>
                  <a:lnTo>
                    <a:pt x="1977633" y="543533"/>
                  </a:lnTo>
                  <a:lnTo>
                    <a:pt x="1978293" y="507068"/>
                  </a:lnTo>
                  <a:lnTo>
                    <a:pt x="1978954" y="481046"/>
                  </a:lnTo>
                  <a:lnTo>
                    <a:pt x="1979614" y="467583"/>
                  </a:lnTo>
                  <a:lnTo>
                    <a:pt x="1980275" y="461576"/>
                  </a:lnTo>
                  <a:lnTo>
                    <a:pt x="1980935" y="454168"/>
                  </a:lnTo>
                  <a:lnTo>
                    <a:pt x="1981596" y="474608"/>
                  </a:lnTo>
                  <a:lnTo>
                    <a:pt x="1982256" y="513928"/>
                  </a:lnTo>
                  <a:lnTo>
                    <a:pt x="1982917" y="576696"/>
                  </a:lnTo>
                  <a:lnTo>
                    <a:pt x="1983577" y="670682"/>
                  </a:lnTo>
                  <a:lnTo>
                    <a:pt x="1984238" y="773123"/>
                  </a:lnTo>
                  <a:lnTo>
                    <a:pt x="1984898" y="811970"/>
                  </a:lnTo>
                  <a:lnTo>
                    <a:pt x="1985559" y="796398"/>
                  </a:lnTo>
                  <a:lnTo>
                    <a:pt x="1986220" y="748139"/>
                  </a:lnTo>
                  <a:lnTo>
                    <a:pt x="1986880" y="646291"/>
                  </a:lnTo>
                  <a:lnTo>
                    <a:pt x="1987541" y="575554"/>
                  </a:lnTo>
                  <a:lnTo>
                    <a:pt x="1988201" y="559151"/>
                  </a:lnTo>
                  <a:lnTo>
                    <a:pt x="1988862" y="567493"/>
                  </a:lnTo>
                  <a:lnTo>
                    <a:pt x="1989522" y="564900"/>
                  </a:lnTo>
                  <a:lnTo>
                    <a:pt x="1990183" y="520463"/>
                  </a:lnTo>
                  <a:lnTo>
                    <a:pt x="1990843" y="454691"/>
                  </a:lnTo>
                  <a:lnTo>
                    <a:pt x="1991504" y="376357"/>
                  </a:lnTo>
                  <a:lnTo>
                    <a:pt x="1992164" y="314026"/>
                  </a:lnTo>
                  <a:lnTo>
                    <a:pt x="1992825" y="289006"/>
                  </a:lnTo>
                  <a:lnTo>
                    <a:pt x="1993485" y="301692"/>
                  </a:lnTo>
                  <a:lnTo>
                    <a:pt x="1994146" y="336295"/>
                  </a:lnTo>
                  <a:lnTo>
                    <a:pt x="1994806" y="381115"/>
                  </a:lnTo>
                  <a:lnTo>
                    <a:pt x="1995467" y="437196"/>
                  </a:lnTo>
                  <a:lnTo>
                    <a:pt x="1996128" y="457848"/>
                  </a:lnTo>
                  <a:lnTo>
                    <a:pt x="1996788" y="441573"/>
                  </a:lnTo>
                  <a:lnTo>
                    <a:pt x="1997449" y="402152"/>
                  </a:lnTo>
                  <a:lnTo>
                    <a:pt x="1998109" y="368131"/>
                  </a:lnTo>
                  <a:lnTo>
                    <a:pt x="1998770" y="346966"/>
                  </a:lnTo>
                  <a:lnTo>
                    <a:pt x="1999430" y="359392"/>
                  </a:lnTo>
                  <a:lnTo>
                    <a:pt x="2000091" y="412841"/>
                  </a:lnTo>
                  <a:lnTo>
                    <a:pt x="2000751" y="500628"/>
                  </a:lnTo>
                  <a:lnTo>
                    <a:pt x="2001412" y="620682"/>
                  </a:lnTo>
                  <a:lnTo>
                    <a:pt x="2002072" y="731312"/>
                  </a:lnTo>
                  <a:lnTo>
                    <a:pt x="2002733" y="748511"/>
                  </a:lnTo>
                  <a:lnTo>
                    <a:pt x="2003393" y="676094"/>
                  </a:lnTo>
                  <a:lnTo>
                    <a:pt x="2004054" y="582888"/>
                  </a:lnTo>
                  <a:lnTo>
                    <a:pt x="2004714" y="514305"/>
                  </a:lnTo>
                  <a:lnTo>
                    <a:pt x="2005375" y="460729"/>
                  </a:lnTo>
                  <a:lnTo>
                    <a:pt x="2006036" y="426150"/>
                  </a:lnTo>
                  <a:lnTo>
                    <a:pt x="2006696" y="406746"/>
                  </a:lnTo>
                  <a:lnTo>
                    <a:pt x="2007357" y="411417"/>
                  </a:lnTo>
                  <a:lnTo>
                    <a:pt x="2008017" y="432846"/>
                  </a:lnTo>
                  <a:lnTo>
                    <a:pt x="2008678" y="462695"/>
                  </a:lnTo>
                  <a:lnTo>
                    <a:pt x="2009338" y="485487"/>
                  </a:lnTo>
                  <a:lnTo>
                    <a:pt x="2009999" y="513390"/>
                  </a:lnTo>
                  <a:lnTo>
                    <a:pt x="2010659" y="531532"/>
                  </a:lnTo>
                  <a:lnTo>
                    <a:pt x="2011320" y="527718"/>
                  </a:lnTo>
                  <a:lnTo>
                    <a:pt x="2011980" y="513175"/>
                  </a:lnTo>
                  <a:lnTo>
                    <a:pt x="2012641" y="511783"/>
                  </a:lnTo>
                  <a:lnTo>
                    <a:pt x="2013301" y="521899"/>
                  </a:lnTo>
                  <a:lnTo>
                    <a:pt x="2013962" y="519308"/>
                  </a:lnTo>
                  <a:lnTo>
                    <a:pt x="2014622" y="527492"/>
                  </a:lnTo>
                  <a:lnTo>
                    <a:pt x="2015283" y="557512"/>
                  </a:lnTo>
                  <a:lnTo>
                    <a:pt x="2015943" y="584544"/>
                  </a:lnTo>
                  <a:lnTo>
                    <a:pt x="2016604" y="584060"/>
                  </a:lnTo>
                  <a:lnTo>
                    <a:pt x="2017265" y="595553"/>
                  </a:lnTo>
                  <a:lnTo>
                    <a:pt x="2017925" y="592546"/>
                  </a:lnTo>
                  <a:lnTo>
                    <a:pt x="2018586" y="581105"/>
                  </a:lnTo>
                  <a:lnTo>
                    <a:pt x="2019246" y="561628"/>
                  </a:lnTo>
                  <a:lnTo>
                    <a:pt x="2019907" y="566193"/>
                  </a:lnTo>
                  <a:lnTo>
                    <a:pt x="2020567" y="596779"/>
                  </a:lnTo>
                  <a:lnTo>
                    <a:pt x="2021228" y="653273"/>
                  </a:lnTo>
                  <a:lnTo>
                    <a:pt x="2021888" y="730148"/>
                  </a:lnTo>
                  <a:lnTo>
                    <a:pt x="2022549" y="845267"/>
                  </a:lnTo>
                  <a:lnTo>
                    <a:pt x="2023209" y="969560"/>
                  </a:lnTo>
                  <a:lnTo>
                    <a:pt x="2023870" y="1043243"/>
                  </a:lnTo>
                  <a:lnTo>
                    <a:pt x="2024530" y="1016263"/>
                  </a:lnTo>
                  <a:lnTo>
                    <a:pt x="2025191" y="944562"/>
                  </a:lnTo>
                  <a:lnTo>
                    <a:pt x="2025851" y="883647"/>
                  </a:lnTo>
                  <a:lnTo>
                    <a:pt x="2026512" y="844219"/>
                  </a:lnTo>
                  <a:lnTo>
                    <a:pt x="2027173" y="810420"/>
                  </a:lnTo>
                  <a:lnTo>
                    <a:pt x="2027833" y="787710"/>
                  </a:lnTo>
                  <a:lnTo>
                    <a:pt x="2028494" y="772717"/>
                  </a:lnTo>
                  <a:lnTo>
                    <a:pt x="2029154" y="757842"/>
                  </a:lnTo>
                  <a:lnTo>
                    <a:pt x="2029815" y="727603"/>
                  </a:lnTo>
                  <a:lnTo>
                    <a:pt x="2030475" y="714885"/>
                  </a:lnTo>
                  <a:lnTo>
                    <a:pt x="2031136" y="709868"/>
                  </a:lnTo>
                  <a:lnTo>
                    <a:pt x="2031796" y="679857"/>
                  </a:lnTo>
                  <a:lnTo>
                    <a:pt x="2032457" y="633318"/>
                  </a:lnTo>
                  <a:lnTo>
                    <a:pt x="2033117" y="593902"/>
                  </a:lnTo>
                  <a:lnTo>
                    <a:pt x="2033778" y="512799"/>
                  </a:lnTo>
                  <a:lnTo>
                    <a:pt x="2034438" y="435359"/>
                  </a:lnTo>
                  <a:lnTo>
                    <a:pt x="2035099" y="375763"/>
                  </a:lnTo>
                  <a:lnTo>
                    <a:pt x="2035759" y="344393"/>
                  </a:lnTo>
                  <a:lnTo>
                    <a:pt x="2036420" y="329986"/>
                  </a:lnTo>
                  <a:lnTo>
                    <a:pt x="2037081" y="333052"/>
                  </a:lnTo>
                  <a:lnTo>
                    <a:pt x="2037741" y="334413"/>
                  </a:lnTo>
                  <a:lnTo>
                    <a:pt x="2038402" y="330742"/>
                  </a:lnTo>
                  <a:lnTo>
                    <a:pt x="2039062" y="322069"/>
                  </a:lnTo>
                  <a:lnTo>
                    <a:pt x="2039723" y="314105"/>
                  </a:lnTo>
                  <a:lnTo>
                    <a:pt x="2040383" y="321471"/>
                  </a:lnTo>
                  <a:lnTo>
                    <a:pt x="2041044" y="351520"/>
                  </a:lnTo>
                  <a:lnTo>
                    <a:pt x="2041704" y="413443"/>
                  </a:lnTo>
                  <a:lnTo>
                    <a:pt x="2042365" y="504141"/>
                  </a:lnTo>
                  <a:lnTo>
                    <a:pt x="2043025" y="602475"/>
                  </a:lnTo>
                  <a:lnTo>
                    <a:pt x="2043686" y="700618"/>
                  </a:lnTo>
                  <a:lnTo>
                    <a:pt x="2044346" y="801294"/>
                  </a:lnTo>
                  <a:lnTo>
                    <a:pt x="2045007" y="869372"/>
                  </a:lnTo>
                  <a:lnTo>
                    <a:pt x="2045667" y="831938"/>
                  </a:lnTo>
                  <a:lnTo>
                    <a:pt x="2046328" y="771907"/>
                  </a:lnTo>
                  <a:lnTo>
                    <a:pt x="2046988" y="714445"/>
                  </a:lnTo>
                  <a:lnTo>
                    <a:pt x="2047649" y="663625"/>
                  </a:lnTo>
                  <a:lnTo>
                    <a:pt x="2048310" y="638385"/>
                  </a:lnTo>
                  <a:lnTo>
                    <a:pt x="2048970" y="645172"/>
                  </a:lnTo>
                  <a:lnTo>
                    <a:pt x="2049631" y="675998"/>
                  </a:lnTo>
                  <a:lnTo>
                    <a:pt x="2050291" y="744325"/>
                  </a:lnTo>
                  <a:lnTo>
                    <a:pt x="2050952" y="807345"/>
                  </a:lnTo>
                  <a:lnTo>
                    <a:pt x="2051612" y="846144"/>
                  </a:lnTo>
                  <a:lnTo>
                    <a:pt x="2052273" y="822099"/>
                  </a:lnTo>
                  <a:lnTo>
                    <a:pt x="2052933" y="751503"/>
                  </a:lnTo>
                  <a:lnTo>
                    <a:pt x="2053594" y="665742"/>
                  </a:lnTo>
                  <a:lnTo>
                    <a:pt x="2054254" y="639309"/>
                  </a:lnTo>
                  <a:lnTo>
                    <a:pt x="2054915" y="649848"/>
                  </a:lnTo>
                  <a:lnTo>
                    <a:pt x="2055575" y="694002"/>
                  </a:lnTo>
                  <a:lnTo>
                    <a:pt x="2056236" y="775981"/>
                  </a:lnTo>
                  <a:lnTo>
                    <a:pt x="2056896" y="880853"/>
                  </a:lnTo>
                  <a:lnTo>
                    <a:pt x="2057557" y="868800"/>
                  </a:lnTo>
                  <a:lnTo>
                    <a:pt x="2058218" y="766567"/>
                  </a:lnTo>
                  <a:lnTo>
                    <a:pt x="2058878" y="689241"/>
                  </a:lnTo>
                  <a:lnTo>
                    <a:pt x="2059539" y="666761"/>
                  </a:lnTo>
                  <a:lnTo>
                    <a:pt x="2060199" y="673043"/>
                  </a:lnTo>
                  <a:lnTo>
                    <a:pt x="2060860" y="726340"/>
                  </a:lnTo>
                  <a:lnTo>
                    <a:pt x="2061520" y="802043"/>
                  </a:lnTo>
                  <a:lnTo>
                    <a:pt x="2062181" y="879466"/>
                  </a:lnTo>
                  <a:lnTo>
                    <a:pt x="2062841" y="907064"/>
                  </a:lnTo>
                  <a:lnTo>
                    <a:pt x="2063502" y="928110"/>
                  </a:lnTo>
                  <a:lnTo>
                    <a:pt x="2064162" y="940112"/>
                  </a:lnTo>
                  <a:lnTo>
                    <a:pt x="2064823" y="977571"/>
                  </a:lnTo>
                  <a:lnTo>
                    <a:pt x="2065483" y="1035217"/>
                  </a:lnTo>
                  <a:lnTo>
                    <a:pt x="2066144" y="1088045"/>
                  </a:lnTo>
                  <a:lnTo>
                    <a:pt x="2066804" y="1114127"/>
                  </a:lnTo>
                  <a:lnTo>
                    <a:pt x="2067465" y="1142879"/>
                  </a:lnTo>
                  <a:lnTo>
                    <a:pt x="2068126" y="1178325"/>
                  </a:lnTo>
                  <a:lnTo>
                    <a:pt x="2068786" y="1151591"/>
                  </a:lnTo>
                  <a:lnTo>
                    <a:pt x="2069447" y="1088045"/>
                  </a:lnTo>
                  <a:lnTo>
                    <a:pt x="2070107" y="990765"/>
                  </a:lnTo>
                  <a:lnTo>
                    <a:pt x="2070768" y="912791"/>
                  </a:lnTo>
                  <a:lnTo>
                    <a:pt x="2071428" y="878873"/>
                  </a:lnTo>
                  <a:lnTo>
                    <a:pt x="2072089" y="865020"/>
                  </a:lnTo>
                  <a:lnTo>
                    <a:pt x="2072749" y="868230"/>
                  </a:lnTo>
                  <a:lnTo>
                    <a:pt x="2073410" y="909033"/>
                  </a:lnTo>
                  <a:lnTo>
                    <a:pt x="2074070" y="964433"/>
                  </a:lnTo>
                  <a:lnTo>
                    <a:pt x="2074731" y="993125"/>
                  </a:lnTo>
                  <a:lnTo>
                    <a:pt x="2075391" y="1020475"/>
                  </a:lnTo>
                  <a:lnTo>
                    <a:pt x="2076052" y="1040776"/>
                  </a:lnTo>
                  <a:lnTo>
                    <a:pt x="2076712" y="1055173"/>
                  </a:lnTo>
                  <a:lnTo>
                    <a:pt x="2077373" y="1069959"/>
                  </a:lnTo>
                  <a:lnTo>
                    <a:pt x="2078034" y="1094342"/>
                  </a:lnTo>
                  <a:lnTo>
                    <a:pt x="2078694" y="1104721"/>
                  </a:lnTo>
                  <a:lnTo>
                    <a:pt x="2079355" y="1096473"/>
                  </a:lnTo>
                  <a:lnTo>
                    <a:pt x="2080015" y="1071912"/>
                  </a:lnTo>
                  <a:lnTo>
                    <a:pt x="2080676" y="1056283"/>
                  </a:lnTo>
                  <a:lnTo>
                    <a:pt x="2081336" y="1048964"/>
                  </a:lnTo>
                  <a:lnTo>
                    <a:pt x="2081997" y="1052600"/>
                  </a:lnTo>
                  <a:lnTo>
                    <a:pt x="2082657" y="1083107"/>
                  </a:lnTo>
                  <a:lnTo>
                    <a:pt x="2083318" y="1127180"/>
                  </a:lnTo>
                  <a:lnTo>
                    <a:pt x="2083978" y="1167655"/>
                  </a:lnTo>
                  <a:lnTo>
                    <a:pt x="2084639" y="1178898"/>
                  </a:lnTo>
                  <a:lnTo>
                    <a:pt x="2085299" y="1166555"/>
                  </a:lnTo>
                  <a:lnTo>
                    <a:pt x="2085960" y="1118257"/>
                  </a:lnTo>
                  <a:lnTo>
                    <a:pt x="2086620" y="1044307"/>
                  </a:lnTo>
                  <a:lnTo>
                    <a:pt x="2087281" y="988717"/>
                  </a:lnTo>
                  <a:lnTo>
                    <a:pt x="2087941" y="933328"/>
                  </a:lnTo>
                  <a:lnTo>
                    <a:pt x="2088602" y="867282"/>
                  </a:lnTo>
                  <a:lnTo>
                    <a:pt x="2089263" y="818735"/>
                  </a:lnTo>
                  <a:lnTo>
                    <a:pt x="2089923" y="779836"/>
                  </a:lnTo>
                  <a:lnTo>
                    <a:pt x="2090584" y="736374"/>
                  </a:lnTo>
                  <a:lnTo>
                    <a:pt x="2091244" y="698741"/>
                  </a:lnTo>
                  <a:lnTo>
                    <a:pt x="2091905" y="677631"/>
                  </a:lnTo>
                  <a:lnTo>
                    <a:pt x="2092565" y="679663"/>
                  </a:lnTo>
                  <a:lnTo>
                    <a:pt x="2093226" y="686442"/>
                  </a:lnTo>
                  <a:lnTo>
                    <a:pt x="2093886" y="704197"/>
                  </a:lnTo>
                  <a:lnTo>
                    <a:pt x="2094547" y="750253"/>
                  </a:lnTo>
                  <a:lnTo>
                    <a:pt x="2095207" y="805212"/>
                  </a:lnTo>
                  <a:lnTo>
                    <a:pt x="2095868" y="843349"/>
                  </a:lnTo>
                  <a:lnTo>
                    <a:pt x="2096528" y="887688"/>
                  </a:lnTo>
                  <a:lnTo>
                    <a:pt x="2097189" y="920232"/>
                  </a:lnTo>
                  <a:lnTo>
                    <a:pt x="2097849" y="860365"/>
                  </a:lnTo>
                  <a:lnTo>
                    <a:pt x="2098510" y="793909"/>
                  </a:lnTo>
                  <a:lnTo>
                    <a:pt x="2099171" y="729915"/>
                  </a:lnTo>
                  <a:lnTo>
                    <a:pt x="2099831" y="703350"/>
                  </a:lnTo>
                  <a:lnTo>
                    <a:pt x="2100492" y="692880"/>
                  </a:lnTo>
                  <a:lnTo>
                    <a:pt x="2101152" y="709652"/>
                  </a:lnTo>
                  <a:lnTo>
                    <a:pt x="2101813" y="739239"/>
                  </a:lnTo>
                  <a:lnTo>
                    <a:pt x="2102473" y="769358"/>
                  </a:lnTo>
                  <a:lnTo>
                    <a:pt x="2103134" y="734126"/>
                  </a:lnTo>
                  <a:lnTo>
                    <a:pt x="2103794" y="687139"/>
                  </a:lnTo>
                  <a:lnTo>
                    <a:pt x="2104455" y="653450"/>
                  </a:lnTo>
                  <a:lnTo>
                    <a:pt x="2105115" y="641165"/>
                  </a:lnTo>
                  <a:lnTo>
                    <a:pt x="2105776" y="647673"/>
                  </a:lnTo>
                  <a:lnTo>
                    <a:pt x="2106436" y="700304"/>
                  </a:lnTo>
                  <a:lnTo>
                    <a:pt x="2107097" y="771638"/>
                  </a:lnTo>
                  <a:lnTo>
                    <a:pt x="2107757" y="804606"/>
                  </a:lnTo>
                  <a:lnTo>
                    <a:pt x="2108418" y="755544"/>
                  </a:lnTo>
                  <a:lnTo>
                    <a:pt x="2109079" y="683672"/>
                  </a:lnTo>
                  <a:lnTo>
                    <a:pt x="2109739" y="631595"/>
                  </a:lnTo>
                  <a:lnTo>
                    <a:pt x="2110400" y="601077"/>
                  </a:lnTo>
                  <a:lnTo>
                    <a:pt x="2111060" y="576830"/>
                  </a:lnTo>
                  <a:lnTo>
                    <a:pt x="2111721" y="559720"/>
                  </a:lnTo>
                  <a:lnTo>
                    <a:pt x="2112381" y="539554"/>
                  </a:lnTo>
                  <a:lnTo>
                    <a:pt x="2113042" y="511569"/>
                  </a:lnTo>
                  <a:lnTo>
                    <a:pt x="2113702" y="482727"/>
                  </a:lnTo>
                  <a:lnTo>
                    <a:pt x="2114363" y="476675"/>
                  </a:lnTo>
                  <a:lnTo>
                    <a:pt x="2115023" y="489061"/>
                  </a:lnTo>
                  <a:lnTo>
                    <a:pt x="2115684" y="525915"/>
                  </a:lnTo>
                  <a:lnTo>
                    <a:pt x="2116344" y="554262"/>
                  </a:lnTo>
                  <a:lnTo>
                    <a:pt x="2117005" y="576158"/>
                  </a:lnTo>
                  <a:lnTo>
                    <a:pt x="2117665" y="586419"/>
                  </a:lnTo>
                  <a:lnTo>
                    <a:pt x="2118326" y="599029"/>
                  </a:lnTo>
                  <a:lnTo>
                    <a:pt x="2118986" y="586907"/>
                  </a:lnTo>
                  <a:lnTo>
                    <a:pt x="2119647" y="553455"/>
                  </a:lnTo>
                  <a:lnTo>
                    <a:pt x="2120308" y="519363"/>
                  </a:lnTo>
                  <a:lnTo>
                    <a:pt x="2120968" y="505705"/>
                  </a:lnTo>
                  <a:lnTo>
                    <a:pt x="2121629" y="501039"/>
                  </a:lnTo>
                  <a:lnTo>
                    <a:pt x="2122289" y="518486"/>
                  </a:lnTo>
                  <a:lnTo>
                    <a:pt x="2122950" y="566583"/>
                  </a:lnTo>
                  <a:lnTo>
                    <a:pt x="2123610" y="622260"/>
                  </a:lnTo>
                  <a:lnTo>
                    <a:pt x="2124271" y="624964"/>
                  </a:lnTo>
                  <a:lnTo>
                    <a:pt x="2124931" y="576292"/>
                  </a:lnTo>
                  <a:lnTo>
                    <a:pt x="2125592" y="497463"/>
                  </a:lnTo>
                  <a:lnTo>
                    <a:pt x="2126252" y="454953"/>
                  </a:lnTo>
                  <a:lnTo>
                    <a:pt x="2126913" y="448652"/>
                  </a:lnTo>
                  <a:lnTo>
                    <a:pt x="2127573" y="473207"/>
                  </a:lnTo>
                  <a:lnTo>
                    <a:pt x="2128234" y="537498"/>
                  </a:lnTo>
                  <a:lnTo>
                    <a:pt x="2128894" y="653804"/>
                  </a:lnTo>
                  <a:lnTo>
                    <a:pt x="2129555" y="742741"/>
                  </a:lnTo>
                  <a:lnTo>
                    <a:pt x="2130216" y="723602"/>
                  </a:lnTo>
                  <a:lnTo>
                    <a:pt x="2130876" y="679566"/>
                  </a:lnTo>
                  <a:lnTo>
                    <a:pt x="2131537" y="606561"/>
                  </a:lnTo>
                  <a:lnTo>
                    <a:pt x="2132197" y="503726"/>
                  </a:lnTo>
                  <a:lnTo>
                    <a:pt x="2132858" y="416433"/>
                  </a:lnTo>
                  <a:lnTo>
                    <a:pt x="2133518" y="348367"/>
                  </a:lnTo>
                  <a:lnTo>
                    <a:pt x="2134179" y="300405"/>
                  </a:lnTo>
                  <a:lnTo>
                    <a:pt x="2134839" y="257042"/>
                  </a:lnTo>
                  <a:lnTo>
                    <a:pt x="2135500" y="230379"/>
                  </a:lnTo>
                  <a:lnTo>
                    <a:pt x="2136160" y="231460"/>
                  </a:lnTo>
                  <a:lnTo>
                    <a:pt x="2136821" y="262467"/>
                  </a:lnTo>
                  <a:lnTo>
                    <a:pt x="2137481" y="299274"/>
                  </a:lnTo>
                  <a:lnTo>
                    <a:pt x="2138142" y="357812"/>
                  </a:lnTo>
                  <a:lnTo>
                    <a:pt x="2138802" y="442991"/>
                  </a:lnTo>
                  <a:lnTo>
                    <a:pt x="2139463" y="537088"/>
                  </a:lnTo>
                  <a:lnTo>
                    <a:pt x="2140124" y="597430"/>
                  </a:lnTo>
                  <a:lnTo>
                    <a:pt x="2140784" y="630126"/>
                  </a:lnTo>
                  <a:lnTo>
                    <a:pt x="2141445" y="608967"/>
                  </a:lnTo>
                  <a:lnTo>
                    <a:pt x="2142105" y="567949"/>
                  </a:lnTo>
                  <a:lnTo>
                    <a:pt x="2142766" y="484661"/>
                  </a:lnTo>
                  <a:lnTo>
                    <a:pt x="2143426" y="429997"/>
                  </a:lnTo>
                  <a:lnTo>
                    <a:pt x="2144087" y="391124"/>
                  </a:lnTo>
                  <a:lnTo>
                    <a:pt x="2144747" y="383169"/>
                  </a:lnTo>
                  <a:lnTo>
                    <a:pt x="2145408" y="406452"/>
                  </a:lnTo>
                  <a:lnTo>
                    <a:pt x="2146068" y="458422"/>
                  </a:lnTo>
                  <a:lnTo>
                    <a:pt x="2146729" y="499962"/>
                  </a:lnTo>
                  <a:lnTo>
                    <a:pt x="2147389" y="536388"/>
                  </a:lnTo>
                  <a:lnTo>
                    <a:pt x="2148050" y="546479"/>
                  </a:lnTo>
                  <a:lnTo>
                    <a:pt x="2148710" y="488519"/>
                  </a:lnTo>
                  <a:lnTo>
                    <a:pt x="2149371" y="428841"/>
                  </a:lnTo>
                  <a:lnTo>
                    <a:pt x="2150032" y="394376"/>
                  </a:lnTo>
                  <a:lnTo>
                    <a:pt x="2150692" y="375566"/>
                  </a:lnTo>
                  <a:lnTo>
                    <a:pt x="2151353" y="365008"/>
                  </a:lnTo>
                  <a:lnTo>
                    <a:pt x="2152013" y="385512"/>
                  </a:lnTo>
                  <a:lnTo>
                    <a:pt x="2152674" y="423874"/>
                  </a:lnTo>
                  <a:lnTo>
                    <a:pt x="2153334" y="483741"/>
                  </a:lnTo>
                  <a:lnTo>
                    <a:pt x="2153995" y="551603"/>
                  </a:lnTo>
                  <a:lnTo>
                    <a:pt x="2154655" y="650197"/>
                  </a:lnTo>
                  <a:lnTo>
                    <a:pt x="2155316" y="745304"/>
                  </a:lnTo>
                  <a:lnTo>
                    <a:pt x="2155976" y="867851"/>
                  </a:lnTo>
                  <a:lnTo>
                    <a:pt x="2156637" y="913906"/>
                  </a:lnTo>
                  <a:lnTo>
                    <a:pt x="2157297" y="843175"/>
                  </a:lnTo>
                  <a:lnTo>
                    <a:pt x="2157958" y="646204"/>
                  </a:lnTo>
                  <a:lnTo>
                    <a:pt x="2158618" y="472928"/>
                  </a:lnTo>
                  <a:lnTo>
                    <a:pt x="2159279" y="348905"/>
                  </a:lnTo>
                  <a:lnTo>
                    <a:pt x="2159939" y="264189"/>
                  </a:lnTo>
                  <a:lnTo>
                    <a:pt x="2160600" y="223400"/>
                  </a:lnTo>
                  <a:lnTo>
                    <a:pt x="2161261" y="223553"/>
                  </a:lnTo>
                  <a:lnTo>
                    <a:pt x="2161921" y="246973"/>
                  </a:lnTo>
                  <a:lnTo>
                    <a:pt x="2162582" y="266032"/>
                  </a:lnTo>
                  <a:lnTo>
                    <a:pt x="2163242" y="270796"/>
                  </a:lnTo>
                  <a:lnTo>
                    <a:pt x="2163903" y="265854"/>
                  </a:lnTo>
                  <a:lnTo>
                    <a:pt x="2164563" y="246370"/>
                  </a:lnTo>
                  <a:lnTo>
                    <a:pt x="2165224" y="224455"/>
                  </a:lnTo>
                  <a:lnTo>
                    <a:pt x="2165884" y="218748"/>
                  </a:lnTo>
                  <a:lnTo>
                    <a:pt x="2166545" y="219861"/>
                  </a:lnTo>
                  <a:lnTo>
                    <a:pt x="2167205" y="206496"/>
                  </a:lnTo>
                  <a:lnTo>
                    <a:pt x="2167866" y="189598"/>
                  </a:lnTo>
                  <a:lnTo>
                    <a:pt x="2168526" y="158561"/>
                  </a:lnTo>
                  <a:lnTo>
                    <a:pt x="2169187" y="122889"/>
                  </a:lnTo>
                  <a:lnTo>
                    <a:pt x="2169847" y="106190"/>
                  </a:lnTo>
                  <a:lnTo>
                    <a:pt x="2170508" y="104843"/>
                  </a:lnTo>
                  <a:lnTo>
                    <a:pt x="2171169" y="101746"/>
                  </a:lnTo>
                  <a:lnTo>
                    <a:pt x="2171829" y="86165"/>
                  </a:lnTo>
                  <a:lnTo>
                    <a:pt x="2172490" y="72430"/>
                  </a:lnTo>
                  <a:lnTo>
                    <a:pt x="2173150" y="50360"/>
                  </a:lnTo>
                  <a:lnTo>
                    <a:pt x="2173811" y="28085"/>
                  </a:lnTo>
                  <a:lnTo>
                    <a:pt x="2174471" y="14196"/>
                  </a:lnTo>
                  <a:lnTo>
                    <a:pt x="2175132" y="29561"/>
                  </a:lnTo>
                  <a:lnTo>
                    <a:pt x="2175792" y="67968"/>
                  </a:lnTo>
                  <a:lnTo>
                    <a:pt x="2176453" y="124945"/>
                  </a:lnTo>
                  <a:lnTo>
                    <a:pt x="2177113" y="200555"/>
                  </a:lnTo>
                  <a:lnTo>
                    <a:pt x="2177774" y="294229"/>
                  </a:lnTo>
                  <a:lnTo>
                    <a:pt x="2178434" y="387393"/>
                  </a:lnTo>
                  <a:lnTo>
                    <a:pt x="2179095" y="431117"/>
                  </a:lnTo>
                  <a:lnTo>
                    <a:pt x="2179755" y="436828"/>
                  </a:lnTo>
                  <a:lnTo>
                    <a:pt x="2180416" y="406452"/>
                  </a:lnTo>
                  <a:lnTo>
                    <a:pt x="2181077" y="396353"/>
                  </a:lnTo>
                  <a:lnTo>
                    <a:pt x="2181737" y="423211"/>
                  </a:lnTo>
                  <a:lnTo>
                    <a:pt x="2182398" y="471351"/>
                  </a:lnTo>
                  <a:lnTo>
                    <a:pt x="2183058" y="529192"/>
                  </a:lnTo>
                  <a:lnTo>
                    <a:pt x="2183719" y="619817"/>
                  </a:lnTo>
                  <a:lnTo>
                    <a:pt x="2184379" y="689040"/>
                  </a:lnTo>
                  <a:lnTo>
                    <a:pt x="2185040" y="714116"/>
                  </a:lnTo>
                  <a:lnTo>
                    <a:pt x="2185700" y="734362"/>
                  </a:lnTo>
                  <a:lnTo>
                    <a:pt x="2186361" y="742256"/>
                  </a:lnTo>
                  <a:lnTo>
                    <a:pt x="2187021" y="714885"/>
                  </a:lnTo>
                  <a:lnTo>
                    <a:pt x="2187682" y="649237"/>
                  </a:lnTo>
                  <a:lnTo>
                    <a:pt x="2188342" y="561373"/>
                  </a:lnTo>
                  <a:lnTo>
                    <a:pt x="2189003" y="475828"/>
                  </a:lnTo>
                  <a:lnTo>
                    <a:pt x="2189663" y="405389"/>
                  </a:lnTo>
                  <a:lnTo>
                    <a:pt x="2190324" y="364185"/>
                  </a:lnTo>
                  <a:lnTo>
                    <a:pt x="2190984" y="313603"/>
                  </a:lnTo>
                  <a:lnTo>
                    <a:pt x="2191645" y="287030"/>
                  </a:lnTo>
                  <a:lnTo>
                    <a:pt x="2192306" y="311055"/>
                  </a:lnTo>
                  <a:lnTo>
                    <a:pt x="2192966" y="347502"/>
                  </a:lnTo>
                  <a:lnTo>
                    <a:pt x="2193627" y="372197"/>
                  </a:lnTo>
                  <a:lnTo>
                    <a:pt x="2194287" y="443913"/>
                  </a:lnTo>
                  <a:lnTo>
                    <a:pt x="2194948" y="540026"/>
                  </a:lnTo>
                  <a:lnTo>
                    <a:pt x="2195608" y="577369"/>
                  </a:lnTo>
                  <a:lnTo>
                    <a:pt x="2196269" y="620131"/>
                  </a:lnTo>
                  <a:lnTo>
                    <a:pt x="2196929" y="678404"/>
                  </a:lnTo>
                  <a:lnTo>
                    <a:pt x="2197590" y="730613"/>
                  </a:lnTo>
                  <a:lnTo>
                    <a:pt x="2198250" y="763279"/>
                  </a:lnTo>
                  <a:lnTo>
                    <a:pt x="2198911" y="775707"/>
                  </a:lnTo>
                  <a:lnTo>
                    <a:pt x="2199571" y="782763"/>
                  </a:lnTo>
                  <a:lnTo>
                    <a:pt x="2200232" y="803850"/>
                  </a:lnTo>
                  <a:lnTo>
                    <a:pt x="2200892" y="811659"/>
                  </a:lnTo>
                  <a:lnTo>
                    <a:pt x="2201553" y="828620"/>
                  </a:lnTo>
                  <a:lnTo>
                    <a:pt x="2202214" y="847375"/>
                  </a:lnTo>
                  <a:lnTo>
                    <a:pt x="2202874" y="840409"/>
                  </a:lnTo>
                  <a:lnTo>
                    <a:pt x="2203535" y="833612"/>
                  </a:lnTo>
                  <a:lnTo>
                    <a:pt x="2204195" y="769625"/>
                  </a:lnTo>
                  <a:lnTo>
                    <a:pt x="2204856" y="682100"/>
                  </a:lnTo>
                  <a:lnTo>
                    <a:pt x="2205516" y="595337"/>
                  </a:lnTo>
                  <a:lnTo>
                    <a:pt x="2206177" y="497819"/>
                  </a:lnTo>
                  <a:lnTo>
                    <a:pt x="2206837" y="417195"/>
                  </a:lnTo>
                  <a:lnTo>
                    <a:pt x="2207498" y="366342"/>
                  </a:lnTo>
                  <a:lnTo>
                    <a:pt x="2208158" y="326731"/>
                  </a:lnTo>
                  <a:lnTo>
                    <a:pt x="2208819" y="290679"/>
                  </a:lnTo>
                  <a:lnTo>
                    <a:pt x="2209479" y="288402"/>
                  </a:lnTo>
                  <a:lnTo>
                    <a:pt x="2210140" y="304693"/>
                  </a:lnTo>
                  <a:lnTo>
                    <a:pt x="2210800" y="334953"/>
                  </a:lnTo>
                  <a:lnTo>
                    <a:pt x="2211461" y="359578"/>
                  </a:lnTo>
                  <a:lnTo>
                    <a:pt x="2212122" y="383914"/>
                  </a:lnTo>
                  <a:lnTo>
                    <a:pt x="2212782" y="348516"/>
                  </a:lnTo>
                  <a:lnTo>
                    <a:pt x="2213443" y="272821"/>
                  </a:lnTo>
                  <a:lnTo>
                    <a:pt x="2214103" y="185788"/>
                  </a:lnTo>
                  <a:lnTo>
                    <a:pt x="2214764" y="132325"/>
                  </a:lnTo>
                  <a:lnTo>
                    <a:pt x="2215424" y="98720"/>
                  </a:lnTo>
                  <a:lnTo>
                    <a:pt x="2216085" y="97200"/>
                  </a:lnTo>
                  <a:lnTo>
                    <a:pt x="2216745" y="120543"/>
                  </a:lnTo>
                  <a:lnTo>
                    <a:pt x="2217406" y="168699"/>
                  </a:lnTo>
                  <a:lnTo>
                    <a:pt x="2218066" y="197920"/>
                  </a:lnTo>
                  <a:lnTo>
                    <a:pt x="2218727" y="219975"/>
                  </a:lnTo>
                  <a:lnTo>
                    <a:pt x="2219387" y="227761"/>
                  </a:lnTo>
                  <a:lnTo>
                    <a:pt x="2220048" y="231756"/>
                  </a:lnTo>
                  <a:lnTo>
                    <a:pt x="2220708" y="237334"/>
                  </a:lnTo>
                  <a:lnTo>
                    <a:pt x="2221369" y="248770"/>
                  </a:lnTo>
                  <a:lnTo>
                    <a:pt x="2222030" y="246433"/>
                  </a:lnTo>
                  <a:lnTo>
                    <a:pt x="2222690" y="224321"/>
                  </a:lnTo>
                  <a:lnTo>
                    <a:pt x="2223351" y="179822"/>
                  </a:lnTo>
                  <a:lnTo>
                    <a:pt x="2224011" y="131578"/>
                  </a:lnTo>
                  <a:lnTo>
                    <a:pt x="2224672" y="94271"/>
                  </a:lnTo>
                  <a:lnTo>
                    <a:pt x="2225332" y="55654"/>
                  </a:lnTo>
                  <a:lnTo>
                    <a:pt x="2225993" y="30340"/>
                  </a:lnTo>
                  <a:lnTo>
                    <a:pt x="2226653" y="16488"/>
                  </a:lnTo>
                  <a:lnTo>
                    <a:pt x="2227314" y="16754"/>
                  </a:lnTo>
                  <a:lnTo>
                    <a:pt x="2227974" y="35022"/>
                  </a:lnTo>
                  <a:lnTo>
                    <a:pt x="2228635" y="75887"/>
                  </a:lnTo>
                  <a:lnTo>
                    <a:pt x="2229295" y="128447"/>
                  </a:lnTo>
                  <a:lnTo>
                    <a:pt x="2229956" y="203465"/>
                  </a:lnTo>
                  <a:lnTo>
                    <a:pt x="2230616" y="275205"/>
                  </a:lnTo>
                  <a:lnTo>
                    <a:pt x="2231277" y="316895"/>
                  </a:lnTo>
                  <a:lnTo>
                    <a:pt x="2231937" y="333958"/>
                  </a:lnTo>
                  <a:lnTo>
                    <a:pt x="2232598" y="329790"/>
                  </a:lnTo>
                  <a:lnTo>
                    <a:pt x="2233259" y="314237"/>
                  </a:lnTo>
                  <a:lnTo>
                    <a:pt x="2233919" y="291239"/>
                  </a:lnTo>
                  <a:lnTo>
                    <a:pt x="2234580" y="277772"/>
                  </a:lnTo>
                  <a:lnTo>
                    <a:pt x="2235240" y="280386"/>
                  </a:lnTo>
                  <a:lnTo>
                    <a:pt x="2235901" y="261786"/>
                  </a:lnTo>
                  <a:lnTo>
                    <a:pt x="2236561" y="241325"/>
                  </a:lnTo>
                  <a:lnTo>
                    <a:pt x="2237222" y="231224"/>
                  </a:lnTo>
                  <a:lnTo>
                    <a:pt x="2237882" y="215025"/>
                  </a:lnTo>
                  <a:lnTo>
                    <a:pt x="2238543" y="179806"/>
                  </a:lnTo>
                  <a:lnTo>
                    <a:pt x="2239203" y="168541"/>
                  </a:lnTo>
                  <a:lnTo>
                    <a:pt x="2239864" y="174286"/>
                  </a:lnTo>
                  <a:lnTo>
                    <a:pt x="2240524" y="193548"/>
                  </a:lnTo>
                  <a:lnTo>
                    <a:pt x="2241185" y="227702"/>
                  </a:lnTo>
                  <a:lnTo>
                    <a:pt x="2241845" y="285306"/>
                  </a:lnTo>
                  <a:lnTo>
                    <a:pt x="2242506" y="355352"/>
                  </a:lnTo>
                  <a:lnTo>
                    <a:pt x="2243167" y="417233"/>
                  </a:lnTo>
                  <a:lnTo>
                    <a:pt x="2243827" y="466262"/>
                  </a:lnTo>
                  <a:lnTo>
                    <a:pt x="2244488" y="483017"/>
                  </a:lnTo>
                  <a:lnTo>
                    <a:pt x="2245148" y="475123"/>
                  </a:lnTo>
                  <a:lnTo>
                    <a:pt x="2245809" y="453777"/>
                  </a:lnTo>
                  <a:lnTo>
                    <a:pt x="2246469" y="417882"/>
                  </a:lnTo>
                  <a:lnTo>
                    <a:pt x="2247130" y="396672"/>
                  </a:lnTo>
                  <a:lnTo>
                    <a:pt x="2247790" y="410670"/>
                  </a:lnTo>
                  <a:lnTo>
                    <a:pt x="2248451" y="447545"/>
                  </a:lnTo>
                  <a:lnTo>
                    <a:pt x="2249111" y="494534"/>
                  </a:lnTo>
                  <a:lnTo>
                    <a:pt x="2249772" y="532163"/>
                  </a:lnTo>
                  <a:lnTo>
                    <a:pt x="2250432" y="542280"/>
                  </a:lnTo>
                  <a:lnTo>
                    <a:pt x="2251093" y="552836"/>
                  </a:lnTo>
                  <a:lnTo>
                    <a:pt x="2251753" y="562458"/>
                  </a:lnTo>
                  <a:lnTo>
                    <a:pt x="2252414" y="551603"/>
                  </a:lnTo>
                  <a:lnTo>
                    <a:pt x="2253075" y="562330"/>
                  </a:lnTo>
                  <a:lnTo>
                    <a:pt x="2253735" y="587605"/>
                  </a:lnTo>
                  <a:lnTo>
                    <a:pt x="2254396" y="592831"/>
                  </a:lnTo>
                  <a:lnTo>
                    <a:pt x="2255056" y="600124"/>
                  </a:lnTo>
                  <a:lnTo>
                    <a:pt x="2255717" y="647240"/>
                  </a:lnTo>
                  <a:lnTo>
                    <a:pt x="2256377" y="709868"/>
                  </a:lnTo>
                  <a:lnTo>
                    <a:pt x="2257038" y="754909"/>
                  </a:lnTo>
                  <a:lnTo>
                    <a:pt x="2257698" y="798613"/>
                  </a:lnTo>
                  <a:lnTo>
                    <a:pt x="2258359" y="843349"/>
                  </a:lnTo>
                  <a:lnTo>
                    <a:pt x="2259019" y="840581"/>
                  </a:lnTo>
                  <a:lnTo>
                    <a:pt x="2259680" y="796105"/>
                  </a:lnTo>
                  <a:lnTo>
                    <a:pt x="2260340" y="776117"/>
                  </a:lnTo>
                  <a:lnTo>
                    <a:pt x="2261001" y="784449"/>
                  </a:lnTo>
                  <a:lnTo>
                    <a:pt x="2261661" y="788424"/>
                  </a:lnTo>
                  <a:lnTo>
                    <a:pt x="2262322" y="780669"/>
                  </a:lnTo>
                  <a:lnTo>
                    <a:pt x="2262982" y="790001"/>
                  </a:lnTo>
                  <a:lnTo>
                    <a:pt x="2263643" y="712147"/>
                  </a:lnTo>
                  <a:lnTo>
                    <a:pt x="2264304" y="558204"/>
                  </a:lnTo>
                  <a:lnTo>
                    <a:pt x="2264964" y="435318"/>
                  </a:lnTo>
                  <a:lnTo>
                    <a:pt x="2265625" y="366024"/>
                  </a:lnTo>
                  <a:lnTo>
                    <a:pt x="2266285" y="335809"/>
                  </a:lnTo>
                  <a:lnTo>
                    <a:pt x="2266946" y="349864"/>
                  </a:lnTo>
                  <a:lnTo>
                    <a:pt x="2267606" y="388803"/>
                  </a:lnTo>
                  <a:lnTo>
                    <a:pt x="2268267" y="441116"/>
                  </a:lnTo>
                  <a:lnTo>
                    <a:pt x="2268927" y="432806"/>
                  </a:lnTo>
                  <a:lnTo>
                    <a:pt x="2269588" y="355444"/>
                  </a:lnTo>
                  <a:lnTo>
                    <a:pt x="2270248" y="266590"/>
                  </a:lnTo>
                  <a:lnTo>
                    <a:pt x="2270909" y="223937"/>
                  </a:lnTo>
                  <a:lnTo>
                    <a:pt x="2271569" y="198761"/>
                  </a:lnTo>
                  <a:lnTo>
                    <a:pt x="2272230" y="204914"/>
                  </a:lnTo>
                  <a:lnTo>
                    <a:pt x="2272890" y="228189"/>
                  </a:lnTo>
                  <a:lnTo>
                    <a:pt x="2273551" y="266858"/>
                  </a:lnTo>
                  <a:lnTo>
                    <a:pt x="2274212" y="293613"/>
                  </a:lnTo>
                  <a:lnTo>
                    <a:pt x="2274872" y="321499"/>
                  </a:lnTo>
                  <a:lnTo>
                    <a:pt x="2275533" y="356764"/>
                  </a:lnTo>
                  <a:lnTo>
                    <a:pt x="2276193" y="393078"/>
                  </a:lnTo>
                  <a:lnTo>
                    <a:pt x="2276854" y="378975"/>
                  </a:lnTo>
                  <a:lnTo>
                    <a:pt x="2277514" y="322450"/>
                  </a:lnTo>
                  <a:lnTo>
                    <a:pt x="2278175" y="239434"/>
                  </a:lnTo>
                  <a:lnTo>
                    <a:pt x="2278835" y="167708"/>
                  </a:lnTo>
                  <a:lnTo>
                    <a:pt x="2279496" y="104906"/>
                  </a:lnTo>
                  <a:lnTo>
                    <a:pt x="2280156" y="68696"/>
                  </a:lnTo>
                  <a:lnTo>
                    <a:pt x="2280817" y="55960"/>
                  </a:lnTo>
                  <a:lnTo>
                    <a:pt x="2281477" y="63218"/>
                  </a:lnTo>
                  <a:lnTo>
                    <a:pt x="2282138" y="81331"/>
                  </a:lnTo>
                  <a:lnTo>
                    <a:pt x="2282798" y="123680"/>
                  </a:lnTo>
                  <a:lnTo>
                    <a:pt x="2283459" y="171757"/>
                  </a:lnTo>
                  <a:lnTo>
                    <a:pt x="2284120" y="212196"/>
                  </a:lnTo>
                  <a:lnTo>
                    <a:pt x="2284780" y="256352"/>
                  </a:lnTo>
                  <a:lnTo>
                    <a:pt x="2285441" y="294746"/>
                  </a:lnTo>
                  <a:lnTo>
                    <a:pt x="2286101" y="319039"/>
                  </a:lnTo>
                  <a:lnTo>
                    <a:pt x="2286762" y="330406"/>
                  </a:lnTo>
                  <a:lnTo>
                    <a:pt x="2287422" y="341114"/>
                  </a:lnTo>
                  <a:lnTo>
                    <a:pt x="2288083" y="339055"/>
                  </a:lnTo>
                  <a:lnTo>
                    <a:pt x="2288743" y="321173"/>
                  </a:lnTo>
                  <a:lnTo>
                    <a:pt x="2289404" y="261633"/>
                  </a:lnTo>
                  <a:lnTo>
                    <a:pt x="2290064" y="218560"/>
                  </a:lnTo>
                  <a:lnTo>
                    <a:pt x="2290725" y="192740"/>
                  </a:lnTo>
                  <a:lnTo>
                    <a:pt x="2291385" y="194151"/>
                  </a:lnTo>
                  <a:lnTo>
                    <a:pt x="2292046" y="212638"/>
                  </a:lnTo>
                  <a:lnTo>
                    <a:pt x="2292706" y="273552"/>
                  </a:lnTo>
                  <a:lnTo>
                    <a:pt x="2293367" y="359113"/>
                  </a:lnTo>
                  <a:lnTo>
                    <a:pt x="2294028" y="449037"/>
                  </a:lnTo>
                  <a:lnTo>
                    <a:pt x="2294688" y="437401"/>
                  </a:lnTo>
                  <a:lnTo>
                    <a:pt x="2295349" y="344363"/>
                  </a:lnTo>
                  <a:lnTo>
                    <a:pt x="2296009" y="245644"/>
                  </a:lnTo>
                  <a:lnTo>
                    <a:pt x="2296670" y="177341"/>
                  </a:lnTo>
                  <a:lnTo>
                    <a:pt x="2297330" y="141587"/>
                  </a:lnTo>
                  <a:lnTo>
                    <a:pt x="2297991" y="143252"/>
                  </a:lnTo>
                  <a:lnTo>
                    <a:pt x="2298651" y="168730"/>
                  </a:lnTo>
                  <a:lnTo>
                    <a:pt x="2299312" y="227489"/>
                  </a:lnTo>
                  <a:lnTo>
                    <a:pt x="2299972" y="307934"/>
                  </a:lnTo>
                  <a:lnTo>
                    <a:pt x="2300633" y="383711"/>
                  </a:lnTo>
                  <a:lnTo>
                    <a:pt x="2301293" y="440493"/>
                  </a:lnTo>
                  <a:lnTo>
                    <a:pt x="2301954" y="509866"/>
                  </a:lnTo>
                  <a:lnTo>
                    <a:pt x="2302614" y="559974"/>
                  </a:lnTo>
                  <a:lnTo>
                    <a:pt x="2303275" y="569257"/>
                  </a:lnTo>
                  <a:lnTo>
                    <a:pt x="2303935" y="540026"/>
                  </a:lnTo>
                  <a:lnTo>
                    <a:pt x="2304596" y="468405"/>
                  </a:lnTo>
                  <a:lnTo>
                    <a:pt x="2305257" y="388838"/>
                  </a:lnTo>
                  <a:lnTo>
                    <a:pt x="2305917" y="325490"/>
                  </a:lnTo>
                  <a:lnTo>
                    <a:pt x="2306578" y="280269"/>
                  </a:lnTo>
                  <a:lnTo>
                    <a:pt x="2307238" y="260079"/>
                  </a:lnTo>
                  <a:lnTo>
                    <a:pt x="2307899" y="271295"/>
                  </a:lnTo>
                  <a:lnTo>
                    <a:pt x="2308559" y="318878"/>
                  </a:lnTo>
                  <a:lnTo>
                    <a:pt x="2309220" y="367107"/>
                  </a:lnTo>
                  <a:lnTo>
                    <a:pt x="2309880" y="400349"/>
                  </a:lnTo>
                  <a:lnTo>
                    <a:pt x="2310541" y="399560"/>
                  </a:lnTo>
                  <a:lnTo>
                    <a:pt x="2311201" y="376390"/>
                  </a:lnTo>
                  <a:lnTo>
                    <a:pt x="2311862" y="343217"/>
                  </a:lnTo>
                  <a:lnTo>
                    <a:pt x="2312522" y="331979"/>
                  </a:lnTo>
                  <a:lnTo>
                    <a:pt x="2313183" y="342047"/>
                  </a:lnTo>
                  <a:lnTo>
                    <a:pt x="2313843" y="365040"/>
                  </a:lnTo>
                  <a:lnTo>
                    <a:pt x="2314504" y="386023"/>
                  </a:lnTo>
                  <a:lnTo>
                    <a:pt x="2315165" y="401538"/>
                  </a:lnTo>
                  <a:lnTo>
                    <a:pt x="2315825" y="403167"/>
                  </a:lnTo>
                  <a:lnTo>
                    <a:pt x="2316486" y="404586"/>
                  </a:lnTo>
                  <a:lnTo>
                    <a:pt x="2317146" y="405829"/>
                  </a:lnTo>
                  <a:lnTo>
                    <a:pt x="2317807" y="398809"/>
                  </a:lnTo>
                  <a:lnTo>
                    <a:pt x="2318467" y="381518"/>
                  </a:lnTo>
                  <a:lnTo>
                    <a:pt x="2319128" y="341784"/>
                  </a:lnTo>
                  <a:lnTo>
                    <a:pt x="2319788" y="261282"/>
                  </a:lnTo>
                  <a:lnTo>
                    <a:pt x="2320449" y="206856"/>
                  </a:lnTo>
                  <a:lnTo>
                    <a:pt x="2321109" y="162434"/>
                  </a:lnTo>
                  <a:lnTo>
                    <a:pt x="2321770" y="129487"/>
                  </a:lnTo>
                  <a:lnTo>
                    <a:pt x="2322430" y="97359"/>
                  </a:lnTo>
                  <a:lnTo>
                    <a:pt x="2323091" y="95155"/>
                  </a:lnTo>
                  <a:lnTo>
                    <a:pt x="2323751" y="107543"/>
                  </a:lnTo>
                  <a:lnTo>
                    <a:pt x="2324412" y="145579"/>
                  </a:lnTo>
                  <a:lnTo>
                    <a:pt x="2325073" y="196942"/>
                  </a:lnTo>
                  <a:lnTo>
                    <a:pt x="2325733" y="292705"/>
                  </a:lnTo>
                  <a:lnTo>
                    <a:pt x="2326394" y="413217"/>
                  </a:lnTo>
                  <a:lnTo>
                    <a:pt x="2327054" y="526702"/>
                  </a:lnTo>
                  <a:lnTo>
                    <a:pt x="2327715" y="538671"/>
                  </a:lnTo>
                  <a:lnTo>
                    <a:pt x="2328375" y="446866"/>
                  </a:lnTo>
                  <a:lnTo>
                    <a:pt x="2329036" y="355934"/>
                  </a:lnTo>
                  <a:lnTo>
                    <a:pt x="2329696" y="308866"/>
                  </a:lnTo>
                  <a:lnTo>
                    <a:pt x="2330357" y="281090"/>
                  </a:lnTo>
                  <a:lnTo>
                    <a:pt x="2331017" y="269643"/>
                  </a:lnTo>
                  <a:lnTo>
                    <a:pt x="2331678" y="261063"/>
                  </a:lnTo>
                  <a:lnTo>
                    <a:pt x="2332338" y="224321"/>
                  </a:lnTo>
                  <a:lnTo>
                    <a:pt x="2332999" y="151580"/>
                  </a:lnTo>
                  <a:lnTo>
                    <a:pt x="2333659" y="87673"/>
                  </a:lnTo>
                  <a:lnTo>
                    <a:pt x="2334320" y="40351"/>
                  </a:lnTo>
                  <a:lnTo>
                    <a:pt x="2334980" y="25072"/>
                  </a:lnTo>
                  <a:lnTo>
                    <a:pt x="2335641" y="29043"/>
                  </a:lnTo>
                  <a:lnTo>
                    <a:pt x="2336302" y="49358"/>
                  </a:lnTo>
                  <a:lnTo>
                    <a:pt x="2336962" y="65195"/>
                  </a:lnTo>
                  <a:lnTo>
                    <a:pt x="2337623" y="76431"/>
                  </a:lnTo>
                  <a:lnTo>
                    <a:pt x="2338283" y="61458"/>
                  </a:lnTo>
                  <a:lnTo>
                    <a:pt x="2338944" y="38957"/>
                  </a:lnTo>
                  <a:lnTo>
                    <a:pt x="2339604" y="25517"/>
                  </a:lnTo>
                  <a:lnTo>
                    <a:pt x="2340265" y="36111"/>
                  </a:lnTo>
                  <a:lnTo>
                    <a:pt x="2340925" y="66979"/>
                  </a:lnTo>
                  <a:lnTo>
                    <a:pt x="2341586" y="128406"/>
                  </a:lnTo>
                  <a:lnTo>
                    <a:pt x="2342246" y="225977"/>
                  </a:lnTo>
                  <a:lnTo>
                    <a:pt x="2342907" y="342807"/>
                  </a:lnTo>
                  <a:lnTo>
                    <a:pt x="2343567" y="433493"/>
                  </a:lnTo>
                  <a:lnTo>
                    <a:pt x="2344228" y="443913"/>
                  </a:lnTo>
                  <a:lnTo>
                    <a:pt x="2344888" y="399775"/>
                  </a:lnTo>
                  <a:lnTo>
                    <a:pt x="2345549" y="331838"/>
                  </a:lnTo>
                  <a:lnTo>
                    <a:pt x="2346210" y="283736"/>
                  </a:lnTo>
                  <a:lnTo>
                    <a:pt x="2346870" y="253461"/>
                  </a:lnTo>
                  <a:lnTo>
                    <a:pt x="2347531" y="233140"/>
                  </a:lnTo>
                  <a:lnTo>
                    <a:pt x="2348191" y="191814"/>
                  </a:lnTo>
                  <a:lnTo>
                    <a:pt x="2348852" y="146991"/>
                  </a:lnTo>
                  <a:lnTo>
                    <a:pt x="2349512" y="110769"/>
                  </a:lnTo>
                  <a:lnTo>
                    <a:pt x="2350173" y="83569"/>
                  </a:lnTo>
                  <a:lnTo>
                    <a:pt x="2350833" y="64629"/>
                  </a:lnTo>
                  <a:lnTo>
                    <a:pt x="2351494" y="70779"/>
                  </a:lnTo>
                  <a:lnTo>
                    <a:pt x="2352154" y="100470"/>
                  </a:lnTo>
                  <a:lnTo>
                    <a:pt x="2352815" y="129240"/>
                  </a:lnTo>
                  <a:lnTo>
                    <a:pt x="2353475" y="154247"/>
                  </a:lnTo>
                  <a:lnTo>
                    <a:pt x="2354136" y="202362"/>
                  </a:lnTo>
                  <a:lnTo>
                    <a:pt x="2354796" y="248079"/>
                  </a:lnTo>
                  <a:lnTo>
                    <a:pt x="2355457" y="291849"/>
                  </a:lnTo>
                  <a:lnTo>
                    <a:pt x="2356118" y="363712"/>
                  </a:lnTo>
                  <a:lnTo>
                    <a:pt x="2356778" y="469414"/>
                  </a:lnTo>
                  <a:lnTo>
                    <a:pt x="2357439" y="542637"/>
                  </a:lnTo>
                  <a:lnTo>
                    <a:pt x="2358099" y="579877"/>
                  </a:lnTo>
                  <a:lnTo>
                    <a:pt x="2358760" y="533603"/>
                  </a:lnTo>
                  <a:lnTo>
                    <a:pt x="2359420" y="448567"/>
                  </a:lnTo>
                  <a:lnTo>
                    <a:pt x="2360081" y="394764"/>
                  </a:lnTo>
                  <a:lnTo>
                    <a:pt x="2360741" y="374843"/>
                  </a:lnTo>
                  <a:lnTo>
                    <a:pt x="2361402" y="377481"/>
                  </a:lnTo>
                  <a:lnTo>
                    <a:pt x="2362062" y="395858"/>
                  </a:lnTo>
                  <a:lnTo>
                    <a:pt x="2362723" y="428762"/>
                  </a:lnTo>
                  <a:lnTo>
                    <a:pt x="2363383" y="424148"/>
                  </a:lnTo>
                  <a:lnTo>
                    <a:pt x="2364044" y="338478"/>
                  </a:lnTo>
                  <a:lnTo>
                    <a:pt x="2364704" y="230359"/>
                  </a:lnTo>
                  <a:lnTo>
                    <a:pt x="2365365" y="140801"/>
                  </a:lnTo>
                  <a:lnTo>
                    <a:pt x="2366026" y="77865"/>
                  </a:lnTo>
                  <a:lnTo>
                    <a:pt x="2366686" y="39753"/>
                  </a:lnTo>
                  <a:lnTo>
                    <a:pt x="2367347" y="28353"/>
                  </a:lnTo>
                  <a:lnTo>
                    <a:pt x="2368007" y="31818"/>
                  </a:lnTo>
                  <a:lnTo>
                    <a:pt x="2368668" y="50463"/>
                  </a:lnTo>
                  <a:lnTo>
                    <a:pt x="2369328" y="72744"/>
                  </a:lnTo>
                  <a:lnTo>
                    <a:pt x="2369989" y="92955"/>
                  </a:lnTo>
                  <a:lnTo>
                    <a:pt x="2370649" y="117374"/>
                  </a:lnTo>
                  <a:lnTo>
                    <a:pt x="2371310" y="156728"/>
                  </a:lnTo>
                  <a:lnTo>
                    <a:pt x="2371970" y="199551"/>
                  </a:lnTo>
                  <a:lnTo>
                    <a:pt x="2372631" y="238968"/>
                  </a:lnTo>
                  <a:lnTo>
                    <a:pt x="2373291" y="269959"/>
                  </a:lnTo>
                  <a:lnTo>
                    <a:pt x="2373952" y="279356"/>
                  </a:lnTo>
                  <a:lnTo>
                    <a:pt x="2374612" y="274148"/>
                  </a:lnTo>
                  <a:lnTo>
                    <a:pt x="2375273" y="255514"/>
                  </a:lnTo>
                  <a:lnTo>
                    <a:pt x="2375933" y="255492"/>
                  </a:lnTo>
                  <a:lnTo>
                    <a:pt x="2376594" y="271932"/>
                  </a:lnTo>
                  <a:lnTo>
                    <a:pt x="2377255" y="286287"/>
                  </a:lnTo>
                  <a:lnTo>
                    <a:pt x="2377915" y="279356"/>
                  </a:lnTo>
                  <a:lnTo>
                    <a:pt x="2378576" y="264965"/>
                  </a:lnTo>
                  <a:lnTo>
                    <a:pt x="2379236" y="229243"/>
                  </a:lnTo>
                  <a:lnTo>
                    <a:pt x="2379897" y="183735"/>
                  </a:lnTo>
                  <a:lnTo>
                    <a:pt x="2380557" y="148806"/>
                  </a:lnTo>
                  <a:lnTo>
                    <a:pt x="2381218" y="141644"/>
                  </a:lnTo>
                  <a:lnTo>
                    <a:pt x="2381878" y="146364"/>
                  </a:lnTo>
                  <a:lnTo>
                    <a:pt x="2382539" y="153529"/>
                  </a:lnTo>
                  <a:lnTo>
                    <a:pt x="2383199" y="162418"/>
                  </a:lnTo>
                  <a:lnTo>
                    <a:pt x="2383860" y="165939"/>
                  </a:lnTo>
                  <a:lnTo>
                    <a:pt x="2384520" y="144869"/>
                  </a:lnTo>
                  <a:lnTo>
                    <a:pt x="2385181" y="124851"/>
                  </a:lnTo>
                  <a:lnTo>
                    <a:pt x="2385841" y="115698"/>
                  </a:lnTo>
                  <a:lnTo>
                    <a:pt x="2386502" y="120968"/>
                  </a:lnTo>
                  <a:lnTo>
                    <a:pt x="2387163" y="138301"/>
                  </a:lnTo>
                  <a:lnTo>
                    <a:pt x="2387823" y="169425"/>
                  </a:lnTo>
                  <a:lnTo>
                    <a:pt x="2388484" y="184401"/>
                  </a:lnTo>
                  <a:lnTo>
                    <a:pt x="2389144" y="187282"/>
                  </a:lnTo>
                  <a:lnTo>
                    <a:pt x="2389805" y="172907"/>
                  </a:lnTo>
                  <a:lnTo>
                    <a:pt x="2390465" y="153126"/>
                  </a:lnTo>
                  <a:lnTo>
                    <a:pt x="2391126" y="138768"/>
                  </a:lnTo>
                  <a:lnTo>
                    <a:pt x="2391786" y="149777"/>
                  </a:lnTo>
                  <a:lnTo>
                    <a:pt x="2392447" y="169298"/>
                  </a:lnTo>
                  <a:lnTo>
                    <a:pt x="2393107" y="190721"/>
                  </a:lnTo>
                  <a:lnTo>
                    <a:pt x="2393768" y="204950"/>
                  </a:lnTo>
                  <a:lnTo>
                    <a:pt x="2394428" y="207073"/>
                  </a:lnTo>
                  <a:lnTo>
                    <a:pt x="2395089" y="198340"/>
                  </a:lnTo>
                  <a:lnTo>
                    <a:pt x="2395749" y="187771"/>
                  </a:lnTo>
                  <a:lnTo>
                    <a:pt x="2396410" y="174575"/>
                  </a:lnTo>
                  <a:lnTo>
                    <a:pt x="2397071" y="167159"/>
                  </a:lnTo>
                  <a:lnTo>
                    <a:pt x="2397731" y="176773"/>
                  </a:lnTo>
                  <a:lnTo>
                    <a:pt x="2398392" y="191147"/>
                  </a:lnTo>
                  <a:lnTo>
                    <a:pt x="2399052" y="204591"/>
                  </a:lnTo>
                  <a:lnTo>
                    <a:pt x="2399713" y="219446"/>
                  </a:lnTo>
                  <a:lnTo>
                    <a:pt x="2400373" y="236610"/>
                  </a:lnTo>
                  <a:lnTo>
                    <a:pt x="2401034" y="248749"/>
                  </a:lnTo>
                  <a:lnTo>
                    <a:pt x="2401694" y="251359"/>
                  </a:lnTo>
                  <a:lnTo>
                    <a:pt x="2402355" y="235249"/>
                  </a:lnTo>
                  <a:lnTo>
                    <a:pt x="2403015" y="234750"/>
                  </a:lnTo>
                  <a:lnTo>
                    <a:pt x="2403676" y="252546"/>
                  </a:lnTo>
                  <a:lnTo>
                    <a:pt x="2404336" y="274768"/>
                  </a:lnTo>
                  <a:lnTo>
                    <a:pt x="2404997" y="303291"/>
                  </a:lnTo>
                  <a:lnTo>
                    <a:pt x="2405657" y="357195"/>
                  </a:lnTo>
                  <a:lnTo>
                    <a:pt x="2406318" y="397988"/>
                  </a:lnTo>
                  <a:lnTo>
                    <a:pt x="2406978" y="412128"/>
                  </a:lnTo>
                  <a:lnTo>
                    <a:pt x="2407639" y="428881"/>
                  </a:lnTo>
                  <a:lnTo>
                    <a:pt x="2408300" y="439005"/>
                  </a:lnTo>
                  <a:lnTo>
                    <a:pt x="2408960" y="415331"/>
                  </a:lnTo>
                  <a:lnTo>
                    <a:pt x="2409621" y="379142"/>
                  </a:lnTo>
                  <a:lnTo>
                    <a:pt x="2410281" y="337930"/>
                  </a:lnTo>
                  <a:lnTo>
                    <a:pt x="2410942" y="290242"/>
                  </a:lnTo>
                  <a:lnTo>
                    <a:pt x="2411602" y="255106"/>
                  </a:lnTo>
                  <a:lnTo>
                    <a:pt x="2412263" y="236650"/>
                  </a:lnTo>
                  <a:lnTo>
                    <a:pt x="2412923" y="214320"/>
                  </a:lnTo>
                  <a:lnTo>
                    <a:pt x="2413584" y="193513"/>
                  </a:lnTo>
                  <a:lnTo>
                    <a:pt x="2414244" y="159398"/>
                  </a:lnTo>
                  <a:lnTo>
                    <a:pt x="2414905" y="115933"/>
                  </a:lnTo>
                  <a:lnTo>
                    <a:pt x="2415565" y="83837"/>
                  </a:lnTo>
                  <a:lnTo>
                    <a:pt x="2416226" y="71303"/>
                  </a:lnTo>
                  <a:lnTo>
                    <a:pt x="2416886" y="74215"/>
                  </a:lnTo>
                  <a:lnTo>
                    <a:pt x="2417547" y="94101"/>
                  </a:lnTo>
                  <a:lnTo>
                    <a:pt x="2418208" y="123815"/>
                  </a:lnTo>
                  <a:lnTo>
                    <a:pt x="2418868" y="152903"/>
                  </a:lnTo>
                  <a:lnTo>
                    <a:pt x="2419529" y="160407"/>
                  </a:lnTo>
                  <a:lnTo>
                    <a:pt x="2420189" y="147663"/>
                  </a:lnTo>
                  <a:lnTo>
                    <a:pt x="2420850" y="129665"/>
                  </a:lnTo>
                  <a:lnTo>
                    <a:pt x="2421510" y="109604"/>
                  </a:lnTo>
                  <a:lnTo>
                    <a:pt x="2422171" y="85907"/>
                  </a:lnTo>
                  <a:lnTo>
                    <a:pt x="2422831" y="73058"/>
                  </a:lnTo>
                  <a:lnTo>
                    <a:pt x="2423492" y="76238"/>
                  </a:lnTo>
                  <a:lnTo>
                    <a:pt x="2424152" y="78287"/>
                  </a:lnTo>
                  <a:lnTo>
                    <a:pt x="2424813" y="78264"/>
                  </a:lnTo>
                  <a:lnTo>
                    <a:pt x="2425473" y="83185"/>
                  </a:lnTo>
                  <a:lnTo>
                    <a:pt x="2426134" y="89546"/>
                  </a:lnTo>
                  <a:lnTo>
                    <a:pt x="2426794" y="86330"/>
                  </a:lnTo>
                  <a:lnTo>
                    <a:pt x="2427455" y="82025"/>
                  </a:lnTo>
                  <a:lnTo>
                    <a:pt x="2428116" y="85391"/>
                  </a:lnTo>
                  <a:lnTo>
                    <a:pt x="2428776" y="94017"/>
                  </a:lnTo>
                  <a:lnTo>
                    <a:pt x="2429437" y="103728"/>
                  </a:lnTo>
                  <a:lnTo>
                    <a:pt x="2430097" y="99064"/>
                  </a:lnTo>
                  <a:lnTo>
                    <a:pt x="2430758" y="91934"/>
                  </a:lnTo>
                  <a:lnTo>
                    <a:pt x="2431418" y="77511"/>
                  </a:lnTo>
                  <a:lnTo>
                    <a:pt x="2432079" y="57866"/>
                  </a:lnTo>
                  <a:lnTo>
                    <a:pt x="2432739" y="32002"/>
                  </a:lnTo>
                  <a:lnTo>
                    <a:pt x="2433400" y="17526"/>
                  </a:lnTo>
                  <a:lnTo>
                    <a:pt x="2434060" y="7643"/>
                  </a:lnTo>
                  <a:lnTo>
                    <a:pt x="2434721" y="3060"/>
                  </a:lnTo>
                  <a:lnTo>
                    <a:pt x="2435381" y="0"/>
                  </a:lnTo>
                  <a:lnTo>
                    <a:pt x="2436042" y="7714"/>
                  </a:lnTo>
                  <a:lnTo>
                    <a:pt x="2436702" y="19318"/>
                  </a:lnTo>
                  <a:lnTo>
                    <a:pt x="2437363" y="34865"/>
                  </a:lnTo>
                  <a:lnTo>
                    <a:pt x="2438024" y="47591"/>
                  </a:lnTo>
                  <a:lnTo>
                    <a:pt x="2438684" y="49709"/>
                  </a:lnTo>
                  <a:lnTo>
                    <a:pt x="2439345" y="42224"/>
                  </a:lnTo>
                  <a:lnTo>
                    <a:pt x="2440005" y="41361"/>
                  </a:lnTo>
                  <a:lnTo>
                    <a:pt x="2440666" y="51531"/>
                  </a:lnTo>
                  <a:lnTo>
                    <a:pt x="2441326" y="64422"/>
                  </a:lnTo>
                  <a:lnTo>
                    <a:pt x="2441987" y="84747"/>
                  </a:lnTo>
                  <a:lnTo>
                    <a:pt x="2442647" y="111167"/>
                  </a:lnTo>
                  <a:lnTo>
                    <a:pt x="2443308" y="126813"/>
                  </a:lnTo>
                  <a:lnTo>
                    <a:pt x="2443968" y="122114"/>
                  </a:lnTo>
                  <a:lnTo>
                    <a:pt x="2444629" y="134521"/>
                  </a:lnTo>
                  <a:lnTo>
                    <a:pt x="2445289" y="147604"/>
                  </a:lnTo>
                  <a:lnTo>
                    <a:pt x="2445950" y="146583"/>
                  </a:lnTo>
                  <a:lnTo>
                    <a:pt x="2446610" y="133379"/>
                  </a:lnTo>
                  <a:lnTo>
                    <a:pt x="2447271" y="123627"/>
                  </a:lnTo>
                  <a:lnTo>
                    <a:pt x="2447931" y="102231"/>
                  </a:lnTo>
                  <a:lnTo>
                    <a:pt x="2448592" y="101721"/>
                  </a:lnTo>
                  <a:lnTo>
                    <a:pt x="2449253" y="125810"/>
                  </a:lnTo>
                  <a:lnTo>
                    <a:pt x="2449913" y="154606"/>
                  </a:lnTo>
                  <a:lnTo>
                    <a:pt x="2450574" y="171582"/>
                  </a:lnTo>
                  <a:lnTo>
                    <a:pt x="2451234" y="178041"/>
                  </a:lnTo>
                  <a:lnTo>
                    <a:pt x="2451895" y="157166"/>
                  </a:lnTo>
                  <a:lnTo>
                    <a:pt x="2452555" y="127860"/>
                  </a:lnTo>
                  <a:lnTo>
                    <a:pt x="2453216" y="133074"/>
                  </a:lnTo>
                  <a:lnTo>
                    <a:pt x="2453876" y="180134"/>
                  </a:lnTo>
                  <a:lnTo>
                    <a:pt x="2454537" y="257603"/>
                  </a:lnTo>
                  <a:lnTo>
                    <a:pt x="2455197" y="383102"/>
                  </a:lnTo>
                  <a:lnTo>
                    <a:pt x="2455858" y="591480"/>
                  </a:lnTo>
                  <a:lnTo>
                    <a:pt x="2456518" y="836990"/>
                  </a:lnTo>
                  <a:lnTo>
                    <a:pt x="2457179" y="848081"/>
                  </a:lnTo>
                  <a:lnTo>
                    <a:pt x="2457839" y="779421"/>
                  </a:lnTo>
                  <a:lnTo>
                    <a:pt x="2458500" y="746287"/>
                  </a:lnTo>
                  <a:lnTo>
                    <a:pt x="2459161" y="766567"/>
                  </a:lnTo>
                  <a:lnTo>
                    <a:pt x="2459821" y="798317"/>
                  </a:lnTo>
                  <a:lnTo>
                    <a:pt x="2460482" y="867661"/>
                  </a:lnTo>
                  <a:lnTo>
                    <a:pt x="2461142" y="936215"/>
                  </a:lnTo>
                  <a:lnTo>
                    <a:pt x="2461803" y="864645"/>
                  </a:lnTo>
                  <a:lnTo>
                    <a:pt x="2462463" y="738042"/>
                  </a:lnTo>
                  <a:lnTo>
                    <a:pt x="2463124" y="676573"/>
                  </a:lnTo>
                  <a:lnTo>
                    <a:pt x="2463784" y="645946"/>
                  </a:lnTo>
                  <a:lnTo>
                    <a:pt x="2464445" y="645946"/>
                  </a:lnTo>
                  <a:lnTo>
                    <a:pt x="2465105" y="680928"/>
                  </a:lnTo>
                  <a:lnTo>
                    <a:pt x="2465766" y="633648"/>
                  </a:lnTo>
                  <a:lnTo>
                    <a:pt x="2466426" y="524402"/>
                  </a:lnTo>
                  <a:lnTo>
                    <a:pt x="2467087" y="419801"/>
                  </a:lnTo>
                  <a:lnTo>
                    <a:pt x="2467747" y="349624"/>
                  </a:lnTo>
                  <a:lnTo>
                    <a:pt x="2468408" y="291507"/>
                  </a:lnTo>
                  <a:lnTo>
                    <a:pt x="2469069" y="260647"/>
                  </a:lnTo>
                  <a:lnTo>
                    <a:pt x="2469729" y="238907"/>
                  </a:lnTo>
                  <a:lnTo>
                    <a:pt x="2470390" y="215099"/>
                  </a:lnTo>
                  <a:lnTo>
                    <a:pt x="2471050" y="184868"/>
                  </a:lnTo>
                  <a:lnTo>
                    <a:pt x="2471711" y="169583"/>
                  </a:lnTo>
                  <a:lnTo>
                    <a:pt x="2472371" y="159018"/>
                  </a:lnTo>
                  <a:lnTo>
                    <a:pt x="2473032" y="162110"/>
                  </a:lnTo>
                  <a:lnTo>
                    <a:pt x="2473692" y="185135"/>
                  </a:lnTo>
                  <a:lnTo>
                    <a:pt x="2474353" y="225418"/>
                  </a:lnTo>
                  <a:lnTo>
                    <a:pt x="2475013" y="274906"/>
                  </a:lnTo>
                  <a:lnTo>
                    <a:pt x="2475674" y="336954"/>
                  </a:lnTo>
                  <a:lnTo>
                    <a:pt x="2476334" y="408924"/>
                  </a:lnTo>
                  <a:lnTo>
                    <a:pt x="2476995" y="494483"/>
                  </a:lnTo>
                  <a:lnTo>
                    <a:pt x="2477655" y="586628"/>
                  </a:lnTo>
                  <a:lnTo>
                    <a:pt x="2478316" y="650110"/>
                  </a:lnTo>
                  <a:lnTo>
                    <a:pt x="2478976" y="739600"/>
                  </a:lnTo>
                  <a:lnTo>
                    <a:pt x="2479637" y="834959"/>
                  </a:lnTo>
                  <a:lnTo>
                    <a:pt x="2480298" y="882446"/>
                  </a:lnTo>
                  <a:lnTo>
                    <a:pt x="2480958" y="855423"/>
                  </a:lnTo>
                  <a:lnTo>
                    <a:pt x="2481619" y="813842"/>
                  </a:lnTo>
                  <a:lnTo>
                    <a:pt x="2482279" y="738760"/>
                  </a:lnTo>
                  <a:lnTo>
                    <a:pt x="2482940" y="690853"/>
                  </a:lnTo>
                  <a:lnTo>
                    <a:pt x="2483600" y="660888"/>
                  </a:lnTo>
                  <a:lnTo>
                    <a:pt x="2484261" y="625044"/>
                  </a:lnTo>
                  <a:lnTo>
                    <a:pt x="2484921" y="570571"/>
                  </a:lnTo>
                  <a:lnTo>
                    <a:pt x="2485582" y="537615"/>
                  </a:lnTo>
                  <a:lnTo>
                    <a:pt x="2486242" y="508754"/>
                  </a:lnTo>
                  <a:lnTo>
                    <a:pt x="2486903" y="473394"/>
                  </a:lnTo>
                  <a:lnTo>
                    <a:pt x="2487563" y="421114"/>
                  </a:lnTo>
                  <a:lnTo>
                    <a:pt x="2488224" y="376819"/>
                  </a:lnTo>
                  <a:lnTo>
                    <a:pt x="2488884" y="326483"/>
                  </a:lnTo>
                  <a:lnTo>
                    <a:pt x="2489545" y="294032"/>
                  </a:lnTo>
                  <a:lnTo>
                    <a:pt x="2490206" y="283949"/>
                  </a:lnTo>
                  <a:lnTo>
                    <a:pt x="2490866" y="299801"/>
                  </a:lnTo>
                  <a:lnTo>
                    <a:pt x="2491527" y="321661"/>
                  </a:lnTo>
                  <a:lnTo>
                    <a:pt x="2492187" y="357596"/>
                  </a:lnTo>
                  <a:lnTo>
                    <a:pt x="2492848" y="387771"/>
                  </a:lnTo>
                  <a:lnTo>
                    <a:pt x="2493508" y="402768"/>
                  </a:lnTo>
                  <a:lnTo>
                    <a:pt x="2494169" y="423523"/>
                  </a:lnTo>
                  <a:lnTo>
                    <a:pt x="2494829" y="457099"/>
                  </a:lnTo>
                  <a:lnTo>
                    <a:pt x="2495490" y="470381"/>
                  </a:lnTo>
                  <a:lnTo>
                    <a:pt x="2496150" y="463010"/>
                  </a:lnTo>
                  <a:lnTo>
                    <a:pt x="2496811" y="439955"/>
                  </a:lnTo>
                  <a:lnTo>
                    <a:pt x="2497471" y="397845"/>
                  </a:lnTo>
                  <a:lnTo>
                    <a:pt x="2498132" y="356241"/>
                  </a:lnTo>
                  <a:lnTo>
                    <a:pt x="2498792" y="317536"/>
                  </a:lnTo>
                  <a:lnTo>
                    <a:pt x="2499453" y="293024"/>
                  </a:lnTo>
                  <a:lnTo>
                    <a:pt x="2500114" y="290849"/>
                  </a:lnTo>
                  <a:lnTo>
                    <a:pt x="2500774" y="290558"/>
                  </a:lnTo>
                  <a:lnTo>
                    <a:pt x="2501435" y="297699"/>
                  </a:lnTo>
                  <a:lnTo>
                    <a:pt x="2502095" y="326980"/>
                  </a:lnTo>
                  <a:lnTo>
                    <a:pt x="2502756" y="366469"/>
                  </a:lnTo>
                  <a:lnTo>
                    <a:pt x="2503416" y="391611"/>
                  </a:lnTo>
                  <a:lnTo>
                    <a:pt x="2504077" y="437032"/>
                  </a:lnTo>
                  <a:lnTo>
                    <a:pt x="2504737" y="486218"/>
                  </a:lnTo>
                  <a:lnTo>
                    <a:pt x="2505398" y="518431"/>
                  </a:lnTo>
                  <a:lnTo>
                    <a:pt x="2506058" y="504558"/>
                  </a:lnTo>
                  <a:lnTo>
                    <a:pt x="2506719" y="461532"/>
                  </a:lnTo>
                  <a:lnTo>
                    <a:pt x="2507379" y="433129"/>
                  </a:lnTo>
                  <a:lnTo>
                    <a:pt x="2508040" y="406599"/>
                  </a:lnTo>
                  <a:lnTo>
                    <a:pt x="2508700" y="408739"/>
                  </a:lnTo>
                  <a:lnTo>
                    <a:pt x="2509361" y="443242"/>
                  </a:lnTo>
                  <a:lnTo>
                    <a:pt x="2510022" y="474795"/>
                  </a:lnTo>
                  <a:lnTo>
                    <a:pt x="2510682" y="442657"/>
                  </a:lnTo>
                  <a:lnTo>
                    <a:pt x="2511343" y="392798"/>
                  </a:lnTo>
                  <a:lnTo>
                    <a:pt x="2512003" y="359921"/>
                  </a:lnTo>
                  <a:lnTo>
                    <a:pt x="2512664" y="343804"/>
                  </a:lnTo>
                  <a:lnTo>
                    <a:pt x="2513324" y="358276"/>
                  </a:lnTo>
                  <a:lnTo>
                    <a:pt x="2513985" y="415597"/>
                  </a:lnTo>
                  <a:lnTo>
                    <a:pt x="2514645" y="515331"/>
                  </a:lnTo>
                  <a:lnTo>
                    <a:pt x="2515306" y="578586"/>
                  </a:lnTo>
                  <a:lnTo>
                    <a:pt x="2515966" y="581105"/>
                  </a:lnTo>
                  <a:lnTo>
                    <a:pt x="2516627" y="580899"/>
                  </a:lnTo>
                  <a:lnTo>
                    <a:pt x="2517287" y="581995"/>
                  </a:lnTo>
                  <a:lnTo>
                    <a:pt x="2517948" y="594117"/>
                  </a:lnTo>
                  <a:lnTo>
                    <a:pt x="2518608" y="632660"/>
                  </a:lnTo>
                  <a:lnTo>
                    <a:pt x="2519269" y="675137"/>
                  </a:lnTo>
                  <a:lnTo>
                    <a:pt x="2519929" y="687040"/>
                  </a:lnTo>
                  <a:lnTo>
                    <a:pt x="2520590" y="674278"/>
                  </a:lnTo>
                  <a:lnTo>
                    <a:pt x="2521251" y="662893"/>
                  </a:lnTo>
                  <a:lnTo>
                    <a:pt x="2521911" y="645258"/>
                  </a:lnTo>
                  <a:lnTo>
                    <a:pt x="2522572" y="654869"/>
                  </a:lnTo>
                  <a:lnTo>
                    <a:pt x="2523232" y="690348"/>
                  </a:lnTo>
                  <a:lnTo>
                    <a:pt x="2523893" y="695333"/>
                  </a:lnTo>
                  <a:lnTo>
                    <a:pt x="2524553" y="690550"/>
                  </a:lnTo>
                  <a:lnTo>
                    <a:pt x="2525214" y="714116"/>
                  </a:lnTo>
                  <a:lnTo>
                    <a:pt x="2525874" y="757970"/>
                  </a:lnTo>
                  <a:lnTo>
                    <a:pt x="2526535" y="787710"/>
                  </a:lnTo>
                  <a:lnTo>
                    <a:pt x="2527195" y="848612"/>
                  </a:lnTo>
                  <a:lnTo>
                    <a:pt x="2527856" y="906628"/>
                  </a:lnTo>
                  <a:lnTo>
                    <a:pt x="2528516" y="926470"/>
                  </a:lnTo>
                  <a:lnTo>
                    <a:pt x="2529177" y="931419"/>
                  </a:lnTo>
                  <a:lnTo>
                    <a:pt x="2529837" y="926704"/>
                  </a:lnTo>
                  <a:lnTo>
                    <a:pt x="2530498" y="972297"/>
                  </a:lnTo>
                  <a:lnTo>
                    <a:pt x="2531159" y="1047523"/>
                  </a:lnTo>
                  <a:lnTo>
                    <a:pt x="2531819" y="1141872"/>
                  </a:lnTo>
                  <a:lnTo>
                    <a:pt x="2532480" y="1145414"/>
                  </a:lnTo>
                  <a:lnTo>
                    <a:pt x="2533140" y="1066093"/>
                  </a:lnTo>
                  <a:lnTo>
                    <a:pt x="2533801" y="948577"/>
                  </a:lnTo>
                  <a:lnTo>
                    <a:pt x="2534461" y="885458"/>
                  </a:lnTo>
                  <a:lnTo>
                    <a:pt x="2535122" y="824527"/>
                  </a:lnTo>
                  <a:lnTo>
                    <a:pt x="2535782" y="789570"/>
                  </a:lnTo>
                  <a:lnTo>
                    <a:pt x="2536443" y="783605"/>
                  </a:lnTo>
                  <a:lnTo>
                    <a:pt x="2537103" y="807039"/>
                  </a:lnTo>
                  <a:lnTo>
                    <a:pt x="2537764" y="800995"/>
                  </a:lnTo>
                  <a:lnTo>
                    <a:pt x="2538424" y="827468"/>
                  </a:lnTo>
                  <a:lnTo>
                    <a:pt x="2539085" y="885863"/>
                  </a:lnTo>
                  <a:lnTo>
                    <a:pt x="2539745" y="954709"/>
                  </a:lnTo>
                  <a:lnTo>
                    <a:pt x="2540406" y="1011797"/>
                  </a:lnTo>
                  <a:lnTo>
                    <a:pt x="2541067" y="1137383"/>
                  </a:lnTo>
                  <a:lnTo>
                    <a:pt x="2541727" y="1265546"/>
                  </a:lnTo>
                  <a:lnTo>
                    <a:pt x="2542388" y="1316787"/>
                  </a:lnTo>
                  <a:lnTo>
                    <a:pt x="2543048" y="1379501"/>
                  </a:lnTo>
                  <a:lnTo>
                    <a:pt x="2543709" y="1403955"/>
                  </a:lnTo>
                  <a:lnTo>
                    <a:pt x="2544369" y="1379501"/>
                  </a:lnTo>
                  <a:lnTo>
                    <a:pt x="2545030" y="1316787"/>
                  </a:lnTo>
                  <a:lnTo>
                    <a:pt x="2545690" y="1281610"/>
                  </a:lnTo>
                  <a:lnTo>
                    <a:pt x="2546351" y="1235935"/>
                  </a:lnTo>
                  <a:lnTo>
                    <a:pt x="2547011" y="1235935"/>
                  </a:lnTo>
                  <a:lnTo>
                    <a:pt x="2547672" y="1196655"/>
                  </a:lnTo>
                  <a:lnTo>
                    <a:pt x="2548332" y="1152112"/>
                  </a:lnTo>
                  <a:lnTo>
                    <a:pt x="2548993" y="1087216"/>
                  </a:lnTo>
                  <a:lnTo>
                    <a:pt x="2549653" y="1018847"/>
                  </a:lnTo>
                  <a:lnTo>
                    <a:pt x="2550314" y="949843"/>
                  </a:lnTo>
                  <a:lnTo>
                    <a:pt x="2550974" y="930944"/>
                  </a:lnTo>
                  <a:lnTo>
                    <a:pt x="2551635" y="950351"/>
                  </a:lnTo>
                  <a:lnTo>
                    <a:pt x="2552296" y="988426"/>
                  </a:lnTo>
                  <a:lnTo>
                    <a:pt x="2552956" y="1034873"/>
                  </a:lnTo>
                  <a:lnTo>
                    <a:pt x="2553617" y="1071912"/>
                  </a:lnTo>
                  <a:lnTo>
                    <a:pt x="2554277" y="1041127"/>
                  </a:lnTo>
                  <a:lnTo>
                    <a:pt x="2554938" y="982946"/>
                  </a:lnTo>
                  <a:lnTo>
                    <a:pt x="2555598" y="920460"/>
                  </a:lnTo>
                  <a:lnTo>
                    <a:pt x="2556259" y="869372"/>
                  </a:lnTo>
                  <a:lnTo>
                    <a:pt x="2556919" y="847375"/>
                  </a:lnTo>
                  <a:lnTo>
                    <a:pt x="2557580" y="823715"/>
                  </a:lnTo>
                  <a:lnTo>
                    <a:pt x="2558240" y="806581"/>
                  </a:lnTo>
                  <a:lnTo>
                    <a:pt x="2558901" y="819852"/>
                  </a:lnTo>
                  <a:lnTo>
                    <a:pt x="2559561" y="850924"/>
                  </a:lnTo>
                  <a:lnTo>
                    <a:pt x="2560222" y="883447"/>
                  </a:lnTo>
                  <a:lnTo>
                    <a:pt x="2560882" y="956263"/>
                  </a:lnTo>
                  <a:lnTo>
                    <a:pt x="2561543" y="1059640"/>
                  </a:lnTo>
                  <a:lnTo>
                    <a:pt x="2562204" y="1146945"/>
                  </a:lnTo>
                  <a:lnTo>
                    <a:pt x="2562864" y="1244495"/>
                  </a:lnTo>
                  <a:lnTo>
                    <a:pt x="2563525" y="1336177"/>
                  </a:lnTo>
                  <a:lnTo>
                    <a:pt x="2564185" y="1403955"/>
                  </a:lnTo>
                  <a:lnTo>
                    <a:pt x="2564846" y="1430742"/>
                  </a:lnTo>
                  <a:lnTo>
                    <a:pt x="2565506" y="1430742"/>
                  </a:lnTo>
                  <a:lnTo>
                    <a:pt x="2566167" y="1430742"/>
                  </a:lnTo>
                  <a:lnTo>
                    <a:pt x="2566827" y="1430742"/>
                  </a:lnTo>
                  <a:lnTo>
                    <a:pt x="2567488" y="1403955"/>
                  </a:lnTo>
                  <a:lnTo>
                    <a:pt x="2568148" y="1336177"/>
                  </a:lnTo>
                  <a:lnTo>
                    <a:pt x="2568809" y="1281610"/>
                  </a:lnTo>
                  <a:lnTo>
                    <a:pt x="2569469" y="1245947"/>
                  </a:lnTo>
                  <a:lnTo>
                    <a:pt x="2570130" y="1245947"/>
                  </a:lnTo>
                  <a:lnTo>
                    <a:pt x="2570790" y="1260900"/>
                  </a:lnTo>
                  <a:lnTo>
                    <a:pt x="2571451" y="1293428"/>
                  </a:lnTo>
                  <a:lnTo>
                    <a:pt x="2572112" y="1311222"/>
                  </a:lnTo>
                  <a:lnTo>
                    <a:pt x="2572772" y="1336177"/>
                  </a:lnTo>
                  <a:lnTo>
                    <a:pt x="2573433" y="1336177"/>
                  </a:lnTo>
                  <a:lnTo>
                    <a:pt x="2574093" y="1336177"/>
                  </a:lnTo>
                  <a:lnTo>
                    <a:pt x="2574754" y="1357005"/>
                  </a:lnTo>
                  <a:lnTo>
                    <a:pt x="2575414" y="1403955"/>
                  </a:lnTo>
                  <a:lnTo>
                    <a:pt x="2576075" y="1403955"/>
                  </a:lnTo>
                  <a:lnTo>
                    <a:pt x="2576735" y="1345359"/>
                  </a:lnTo>
                  <a:lnTo>
                    <a:pt x="2577396" y="1215609"/>
                  </a:lnTo>
                  <a:lnTo>
                    <a:pt x="2578056" y="1082699"/>
                  </a:lnTo>
                  <a:lnTo>
                    <a:pt x="2578717" y="867851"/>
                  </a:lnTo>
                  <a:lnTo>
                    <a:pt x="2579377" y="726340"/>
                  </a:lnTo>
                  <a:lnTo>
                    <a:pt x="2580038" y="607686"/>
                  </a:lnTo>
                  <a:lnTo>
                    <a:pt x="2580698" y="521622"/>
                  </a:lnTo>
                  <a:lnTo>
                    <a:pt x="2581359" y="476675"/>
                  </a:lnTo>
                  <a:lnTo>
                    <a:pt x="2582020" y="488716"/>
                  </a:lnTo>
                  <a:lnTo>
                    <a:pt x="2582680" y="530388"/>
                  </a:lnTo>
                  <a:lnTo>
                    <a:pt x="2583341" y="605814"/>
                  </a:lnTo>
                  <a:lnTo>
                    <a:pt x="2584001" y="736018"/>
                  </a:lnTo>
                  <a:lnTo>
                    <a:pt x="2584662" y="856332"/>
                  </a:lnTo>
                  <a:lnTo>
                    <a:pt x="2585322" y="887281"/>
                  </a:lnTo>
                  <a:lnTo>
                    <a:pt x="2585983" y="836481"/>
                  </a:lnTo>
                  <a:lnTo>
                    <a:pt x="2586643" y="790289"/>
                  </a:lnTo>
                  <a:lnTo>
                    <a:pt x="2587304" y="754528"/>
                  </a:lnTo>
                  <a:lnTo>
                    <a:pt x="2587964" y="750253"/>
                  </a:lnTo>
                  <a:lnTo>
                    <a:pt x="2588625" y="753643"/>
                  </a:lnTo>
                  <a:lnTo>
                    <a:pt x="2589285" y="743106"/>
                  </a:lnTo>
                  <a:lnTo>
                    <a:pt x="2589946" y="728988"/>
                  </a:lnTo>
                  <a:lnTo>
                    <a:pt x="2590606" y="687139"/>
                  </a:lnTo>
                  <a:lnTo>
                    <a:pt x="2591267" y="656563"/>
                  </a:lnTo>
                  <a:lnTo>
                    <a:pt x="2591927" y="643801"/>
                  </a:lnTo>
                  <a:lnTo>
                    <a:pt x="2592588" y="647154"/>
                  </a:lnTo>
                  <a:lnTo>
                    <a:pt x="2593249" y="652391"/>
                  </a:lnTo>
                  <a:lnTo>
                    <a:pt x="2593909" y="674659"/>
                  </a:lnTo>
                  <a:lnTo>
                    <a:pt x="2594570" y="699469"/>
                  </a:lnTo>
                  <a:lnTo>
                    <a:pt x="2595230" y="717094"/>
                  </a:lnTo>
                  <a:lnTo>
                    <a:pt x="2595891" y="755417"/>
                  </a:lnTo>
                  <a:lnTo>
                    <a:pt x="2596551" y="800547"/>
                  </a:lnTo>
                  <a:lnTo>
                    <a:pt x="2597212" y="848258"/>
                  </a:lnTo>
                  <a:lnTo>
                    <a:pt x="2597872" y="879071"/>
                  </a:lnTo>
                  <a:lnTo>
                    <a:pt x="2598533" y="874179"/>
                  </a:lnTo>
                  <a:lnTo>
                    <a:pt x="2599193" y="859996"/>
                  </a:lnTo>
                  <a:lnTo>
                    <a:pt x="2599854" y="862032"/>
                  </a:lnTo>
                  <a:lnTo>
                    <a:pt x="2600514" y="877496"/>
                  </a:lnTo>
                  <a:lnTo>
                    <a:pt x="2601175" y="919775"/>
                  </a:lnTo>
                  <a:lnTo>
                    <a:pt x="2601835" y="1010849"/>
                  </a:lnTo>
                  <a:lnTo>
                    <a:pt x="2602496" y="1114583"/>
                  </a:lnTo>
                  <a:lnTo>
                    <a:pt x="2603157" y="1222222"/>
                  </a:lnTo>
                  <a:lnTo>
                    <a:pt x="2603817" y="1336177"/>
                  </a:lnTo>
                  <a:lnTo>
                    <a:pt x="2604478" y="1403955"/>
                  </a:lnTo>
                  <a:lnTo>
                    <a:pt x="2605138" y="1417030"/>
                  </a:lnTo>
                  <a:lnTo>
                    <a:pt x="2605799" y="1313064"/>
                  </a:lnTo>
                  <a:lnTo>
                    <a:pt x="2606459" y="1170981"/>
                  </a:lnTo>
                  <a:lnTo>
                    <a:pt x="2607120" y="1069181"/>
                  </a:lnTo>
                  <a:lnTo>
                    <a:pt x="2607780" y="991353"/>
                  </a:lnTo>
                  <a:lnTo>
                    <a:pt x="2608441" y="882846"/>
                  </a:lnTo>
                  <a:lnTo>
                    <a:pt x="2609101" y="786288"/>
                  </a:lnTo>
                  <a:lnTo>
                    <a:pt x="2609762" y="761845"/>
                  </a:lnTo>
                  <a:lnTo>
                    <a:pt x="2610422" y="754148"/>
                  </a:lnTo>
                  <a:lnTo>
                    <a:pt x="2611083" y="763279"/>
                  </a:lnTo>
                  <a:lnTo>
                    <a:pt x="2611743" y="798613"/>
                  </a:lnTo>
                  <a:lnTo>
                    <a:pt x="2612404" y="890758"/>
                  </a:lnTo>
                  <a:lnTo>
                    <a:pt x="2613065" y="945060"/>
                  </a:lnTo>
                  <a:lnTo>
                    <a:pt x="2613725" y="1006157"/>
                  </a:lnTo>
                  <a:lnTo>
                    <a:pt x="2614386" y="1053333"/>
                  </a:lnTo>
                  <a:lnTo>
                    <a:pt x="2615046" y="1131507"/>
                  </a:lnTo>
                  <a:lnTo>
                    <a:pt x="2615707" y="1209148"/>
                  </a:lnTo>
                  <a:lnTo>
                    <a:pt x="2616367" y="1316787"/>
                  </a:lnTo>
                  <a:lnTo>
                    <a:pt x="2617028" y="1336177"/>
                  </a:lnTo>
                  <a:lnTo>
                    <a:pt x="2617688" y="1281610"/>
                  </a:lnTo>
                  <a:lnTo>
                    <a:pt x="2618349" y="1182361"/>
                  </a:lnTo>
                  <a:lnTo>
                    <a:pt x="2619009" y="1069181"/>
                  </a:lnTo>
                  <a:lnTo>
                    <a:pt x="2619670" y="982946"/>
                  </a:lnTo>
                  <a:lnTo>
                    <a:pt x="2620330" y="945560"/>
                  </a:lnTo>
                  <a:lnTo>
                    <a:pt x="2620991" y="940603"/>
                  </a:lnTo>
                  <a:lnTo>
                    <a:pt x="2621651" y="955226"/>
                  </a:lnTo>
                  <a:lnTo>
                    <a:pt x="2622312" y="982375"/>
                  </a:lnTo>
                  <a:lnTo>
                    <a:pt x="2622972" y="1032138"/>
                  </a:lnTo>
                  <a:lnTo>
                    <a:pt x="2623633" y="1032138"/>
                  </a:lnTo>
                  <a:lnTo>
                    <a:pt x="2624294" y="988135"/>
                  </a:lnTo>
                  <a:lnTo>
                    <a:pt x="2624954" y="956523"/>
                  </a:lnTo>
                  <a:lnTo>
                    <a:pt x="2625615" y="951371"/>
                  </a:lnTo>
                  <a:lnTo>
                    <a:pt x="2626275" y="953677"/>
                  </a:lnTo>
                  <a:lnTo>
                    <a:pt x="2626936" y="992238"/>
                  </a:lnTo>
                  <a:lnTo>
                    <a:pt x="2627596" y="1032479"/>
                  </a:lnTo>
                  <a:lnTo>
                    <a:pt x="2628257" y="1085154"/>
                  </a:lnTo>
                  <a:lnTo>
                    <a:pt x="2628917" y="1089711"/>
                  </a:lnTo>
                  <a:lnTo>
                    <a:pt x="2629578" y="1062279"/>
                  </a:lnTo>
                  <a:lnTo>
                    <a:pt x="2630238" y="1020475"/>
                  </a:lnTo>
                  <a:lnTo>
                    <a:pt x="2630899" y="1005537"/>
                  </a:lnTo>
                  <a:lnTo>
                    <a:pt x="2631559" y="953935"/>
                  </a:lnTo>
                  <a:lnTo>
                    <a:pt x="2632220" y="895321"/>
                  </a:lnTo>
                  <a:lnTo>
                    <a:pt x="2632880" y="845617"/>
                  </a:lnTo>
                  <a:lnTo>
                    <a:pt x="2633541" y="809340"/>
                  </a:lnTo>
                  <a:lnTo>
                    <a:pt x="2634202" y="809340"/>
                  </a:lnTo>
                  <a:lnTo>
                    <a:pt x="2634862" y="839037"/>
                  </a:lnTo>
                  <a:lnTo>
                    <a:pt x="2635523" y="897631"/>
                  </a:lnTo>
                  <a:lnTo>
                    <a:pt x="2636183" y="980954"/>
                  </a:lnTo>
                  <a:lnTo>
                    <a:pt x="2636844" y="1083515"/>
                  </a:lnTo>
                  <a:lnTo>
                    <a:pt x="2637504" y="1118257"/>
                  </a:lnTo>
                  <a:lnTo>
                    <a:pt x="2638165" y="1109161"/>
                  </a:lnTo>
                  <a:lnTo>
                    <a:pt x="2638825" y="1130057"/>
                  </a:lnTo>
                  <a:lnTo>
                    <a:pt x="2639486" y="1159508"/>
                  </a:lnTo>
                  <a:lnTo>
                    <a:pt x="2640146" y="1191809"/>
                  </a:lnTo>
                  <a:lnTo>
                    <a:pt x="2640807" y="1230369"/>
                  </a:lnTo>
                  <a:lnTo>
                    <a:pt x="2641467" y="1291709"/>
                  </a:lnTo>
                  <a:lnTo>
                    <a:pt x="2642128" y="1316787"/>
                  </a:lnTo>
                  <a:lnTo>
                    <a:pt x="2642788" y="1316787"/>
                  </a:lnTo>
                  <a:lnTo>
                    <a:pt x="2643449" y="1336177"/>
                  </a:lnTo>
                  <a:lnTo>
                    <a:pt x="2644110" y="1336177"/>
                  </a:lnTo>
                  <a:lnTo>
                    <a:pt x="2644770" y="1316787"/>
                  </a:lnTo>
                  <a:lnTo>
                    <a:pt x="2645431" y="1298649"/>
                  </a:lnTo>
                  <a:lnTo>
                    <a:pt x="2646091" y="1265546"/>
                  </a:lnTo>
                  <a:lnTo>
                    <a:pt x="2646752" y="1199109"/>
                  </a:lnTo>
                  <a:lnTo>
                    <a:pt x="2647412" y="1105603"/>
                  </a:lnTo>
                  <a:lnTo>
                    <a:pt x="2648073" y="1034873"/>
                  </a:lnTo>
                  <a:lnTo>
                    <a:pt x="2648733" y="1021456"/>
                  </a:lnTo>
                  <a:lnTo>
                    <a:pt x="2649394" y="1021456"/>
                  </a:lnTo>
                  <a:lnTo>
                    <a:pt x="2650054" y="1054804"/>
                  </a:lnTo>
                  <a:lnTo>
                    <a:pt x="2650715" y="1140368"/>
                  </a:lnTo>
                  <a:lnTo>
                    <a:pt x="2651375" y="1281610"/>
                  </a:lnTo>
                  <a:lnTo>
                    <a:pt x="2652036" y="1336177"/>
                  </a:lnTo>
                  <a:lnTo>
                    <a:pt x="2652696" y="1336177"/>
                  </a:lnTo>
                  <a:lnTo>
                    <a:pt x="2653357" y="1256330"/>
                  </a:lnTo>
                  <a:lnTo>
                    <a:pt x="2654018" y="1214305"/>
                  </a:lnTo>
                  <a:lnTo>
                    <a:pt x="2654678" y="1200964"/>
                  </a:lnTo>
                  <a:lnTo>
                    <a:pt x="2655339" y="1200964"/>
                  </a:lnTo>
                  <a:lnTo>
                    <a:pt x="2655999" y="1226946"/>
                  </a:lnTo>
                  <a:lnTo>
                    <a:pt x="2656660" y="1264766"/>
                  </a:lnTo>
                  <a:lnTo>
                    <a:pt x="2657320" y="1235233"/>
                  </a:lnTo>
                  <a:lnTo>
                    <a:pt x="2657981" y="1176045"/>
                  </a:lnTo>
                  <a:lnTo>
                    <a:pt x="2658641" y="1133941"/>
                  </a:lnTo>
                  <a:lnTo>
                    <a:pt x="2659302" y="1097330"/>
                  </a:lnTo>
                  <a:lnTo>
                    <a:pt x="2659962" y="1042889"/>
                  </a:lnTo>
                  <a:lnTo>
                    <a:pt x="2660623" y="997302"/>
                  </a:lnTo>
                  <a:lnTo>
                    <a:pt x="2661283" y="973123"/>
                  </a:lnTo>
                  <a:lnTo>
                    <a:pt x="2661944" y="978694"/>
                  </a:lnTo>
                  <a:lnTo>
                    <a:pt x="2662604" y="978694"/>
                  </a:lnTo>
                  <a:lnTo>
                    <a:pt x="2663265" y="1002153"/>
                  </a:lnTo>
                  <a:lnTo>
                    <a:pt x="2663925" y="990765"/>
                  </a:lnTo>
                  <a:lnTo>
                    <a:pt x="2664586" y="962567"/>
                  </a:lnTo>
                  <a:lnTo>
                    <a:pt x="2665247" y="912346"/>
                  </a:lnTo>
                  <a:lnTo>
                    <a:pt x="2665907" y="907937"/>
                  </a:lnTo>
                  <a:lnTo>
                    <a:pt x="2666568" y="907937"/>
                  </a:lnTo>
                  <a:lnTo>
                    <a:pt x="2667228" y="954967"/>
                  </a:lnTo>
                  <a:lnTo>
                    <a:pt x="2667889" y="999717"/>
                  </a:lnTo>
                  <a:lnTo>
                    <a:pt x="2668549" y="997602"/>
                  </a:lnTo>
                  <a:lnTo>
                    <a:pt x="2669210" y="911016"/>
                  </a:lnTo>
                  <a:lnTo>
                    <a:pt x="2669870" y="851460"/>
                  </a:lnTo>
                  <a:lnTo>
                    <a:pt x="2670531" y="816357"/>
                  </a:lnTo>
                  <a:lnTo>
                    <a:pt x="2671191" y="813216"/>
                  </a:lnTo>
                  <a:lnTo>
                    <a:pt x="2671852" y="833780"/>
                  </a:lnTo>
                  <a:lnTo>
                    <a:pt x="2672512" y="876712"/>
                  </a:lnTo>
                  <a:lnTo>
                    <a:pt x="2673173" y="921836"/>
                  </a:lnTo>
                  <a:lnTo>
                    <a:pt x="2673833" y="910574"/>
                  </a:lnTo>
                  <a:lnTo>
                    <a:pt x="2674494" y="845267"/>
                  </a:lnTo>
                  <a:lnTo>
                    <a:pt x="2675155" y="774072"/>
                  </a:lnTo>
                  <a:lnTo>
                    <a:pt x="2675815" y="693084"/>
                  </a:lnTo>
                  <a:lnTo>
                    <a:pt x="2676476" y="624964"/>
                  </a:lnTo>
                  <a:lnTo>
                    <a:pt x="2677136" y="593545"/>
                  </a:lnTo>
                  <a:lnTo>
                    <a:pt x="2677797" y="575487"/>
                  </a:lnTo>
                  <a:lnTo>
                    <a:pt x="2678457" y="569519"/>
                  </a:lnTo>
                  <a:lnTo>
                    <a:pt x="2679118" y="596418"/>
                  </a:lnTo>
                  <a:lnTo>
                    <a:pt x="2679778" y="637883"/>
                  </a:lnTo>
                  <a:lnTo>
                    <a:pt x="2680439" y="663901"/>
                  </a:lnTo>
                  <a:lnTo>
                    <a:pt x="2681099" y="696774"/>
                  </a:lnTo>
                  <a:lnTo>
                    <a:pt x="2681760" y="719433"/>
                  </a:lnTo>
                  <a:lnTo>
                    <a:pt x="2682420" y="734362"/>
                  </a:lnTo>
                  <a:lnTo>
                    <a:pt x="2683081" y="757970"/>
                  </a:lnTo>
                  <a:lnTo>
                    <a:pt x="2683741" y="787710"/>
                  </a:lnTo>
                  <a:lnTo>
                    <a:pt x="2684402" y="813998"/>
                  </a:lnTo>
                  <a:lnTo>
                    <a:pt x="2685063" y="844394"/>
                  </a:lnTo>
                  <a:lnTo>
                    <a:pt x="2685723" y="841962"/>
                  </a:lnTo>
                  <a:lnTo>
                    <a:pt x="2686384" y="751002"/>
                  </a:lnTo>
                  <a:lnTo>
                    <a:pt x="2687044" y="630696"/>
                  </a:lnTo>
                  <a:lnTo>
                    <a:pt x="2687705" y="518541"/>
                  </a:lnTo>
                  <a:lnTo>
                    <a:pt x="2688365" y="434546"/>
                  </a:lnTo>
                  <a:lnTo>
                    <a:pt x="2689026" y="405755"/>
                  </a:lnTo>
                  <a:lnTo>
                    <a:pt x="2689686" y="406085"/>
                  </a:lnTo>
                  <a:lnTo>
                    <a:pt x="2690347" y="420033"/>
                  </a:lnTo>
                  <a:lnTo>
                    <a:pt x="2691007" y="438099"/>
                  </a:lnTo>
                  <a:lnTo>
                    <a:pt x="2691668" y="455914"/>
                  </a:lnTo>
                  <a:lnTo>
                    <a:pt x="2692328" y="431157"/>
                  </a:lnTo>
                  <a:lnTo>
                    <a:pt x="2692989" y="409443"/>
                  </a:lnTo>
                  <a:lnTo>
                    <a:pt x="2693649" y="394517"/>
                  </a:lnTo>
                  <a:lnTo>
                    <a:pt x="2694310" y="392588"/>
                  </a:lnTo>
                  <a:lnTo>
                    <a:pt x="2694970" y="376918"/>
                  </a:lnTo>
                  <a:lnTo>
                    <a:pt x="2695631" y="363585"/>
                  </a:lnTo>
                  <a:lnTo>
                    <a:pt x="2696292" y="343716"/>
                  </a:lnTo>
                  <a:lnTo>
                    <a:pt x="2696952" y="322968"/>
                  </a:lnTo>
                  <a:lnTo>
                    <a:pt x="2697613" y="305692"/>
                  </a:lnTo>
                  <a:lnTo>
                    <a:pt x="2698273" y="302985"/>
                  </a:lnTo>
                  <a:lnTo>
                    <a:pt x="2698934" y="300204"/>
                  </a:lnTo>
                  <a:lnTo>
                    <a:pt x="2699594" y="313313"/>
                  </a:lnTo>
                  <a:lnTo>
                    <a:pt x="2700255" y="323186"/>
                  </a:lnTo>
                  <a:lnTo>
                    <a:pt x="2700915" y="327812"/>
                  </a:lnTo>
                  <a:lnTo>
                    <a:pt x="2701576" y="335580"/>
                  </a:lnTo>
                  <a:lnTo>
                    <a:pt x="2702236" y="360325"/>
                  </a:lnTo>
                  <a:lnTo>
                    <a:pt x="2702897" y="350887"/>
                  </a:lnTo>
                  <a:lnTo>
                    <a:pt x="2703557" y="320307"/>
                  </a:lnTo>
                  <a:lnTo>
                    <a:pt x="2704218" y="274584"/>
                  </a:lnTo>
                  <a:lnTo>
                    <a:pt x="2704878" y="225418"/>
                  </a:lnTo>
                  <a:lnTo>
                    <a:pt x="2705539" y="171359"/>
                  </a:lnTo>
                  <a:lnTo>
                    <a:pt x="2706200" y="120410"/>
                  </a:lnTo>
                  <a:lnTo>
                    <a:pt x="2706860" y="96895"/>
                  </a:lnTo>
                  <a:lnTo>
                    <a:pt x="2707521" y="100791"/>
                  </a:lnTo>
                  <a:lnTo>
                    <a:pt x="2708181" y="119139"/>
                  </a:lnTo>
                  <a:lnTo>
                    <a:pt x="2708842" y="141130"/>
                  </a:lnTo>
                  <a:lnTo>
                    <a:pt x="2709502" y="183253"/>
                  </a:lnTo>
                  <a:lnTo>
                    <a:pt x="2710163" y="222368"/>
                  </a:lnTo>
                  <a:lnTo>
                    <a:pt x="2710823" y="239373"/>
                  </a:lnTo>
                  <a:lnTo>
                    <a:pt x="2711484" y="236972"/>
                  </a:lnTo>
                  <a:lnTo>
                    <a:pt x="2712144" y="233795"/>
                  </a:lnTo>
                  <a:lnTo>
                    <a:pt x="2712805" y="228286"/>
                  </a:lnTo>
                  <a:lnTo>
                    <a:pt x="2713465" y="202220"/>
                  </a:lnTo>
                  <a:lnTo>
                    <a:pt x="2714126" y="175300"/>
                  </a:lnTo>
                  <a:lnTo>
                    <a:pt x="2714786" y="152441"/>
                  </a:lnTo>
                  <a:lnTo>
                    <a:pt x="2715447" y="134507"/>
                  </a:lnTo>
                  <a:lnTo>
                    <a:pt x="2716108" y="111939"/>
                  </a:lnTo>
                  <a:lnTo>
                    <a:pt x="2716768" y="104918"/>
                  </a:lnTo>
                  <a:lnTo>
                    <a:pt x="2717429" y="110923"/>
                  </a:lnTo>
                  <a:lnTo>
                    <a:pt x="2718089" y="139790"/>
                  </a:lnTo>
                  <a:lnTo>
                    <a:pt x="2718750" y="191404"/>
                  </a:lnTo>
                  <a:lnTo>
                    <a:pt x="2719410" y="259992"/>
                  </a:lnTo>
                  <a:lnTo>
                    <a:pt x="2720071" y="334043"/>
                  </a:lnTo>
                  <a:lnTo>
                    <a:pt x="2720731" y="400601"/>
                  </a:lnTo>
                  <a:lnTo>
                    <a:pt x="2721392" y="426110"/>
                  </a:lnTo>
                  <a:lnTo>
                    <a:pt x="2722052" y="415787"/>
                  </a:lnTo>
                  <a:lnTo>
                    <a:pt x="2722713" y="416737"/>
                  </a:lnTo>
                  <a:lnTo>
                    <a:pt x="2723373" y="425992"/>
                  </a:lnTo>
                  <a:lnTo>
                    <a:pt x="2724034" y="448354"/>
                  </a:lnTo>
                  <a:lnTo>
                    <a:pt x="2724694" y="471027"/>
                  </a:lnTo>
                  <a:lnTo>
                    <a:pt x="2725355" y="466535"/>
                  </a:lnTo>
                  <a:lnTo>
                    <a:pt x="2726016" y="454255"/>
                  </a:lnTo>
                  <a:lnTo>
                    <a:pt x="2726676" y="445343"/>
                  </a:lnTo>
                  <a:lnTo>
                    <a:pt x="2727337" y="429877"/>
                  </a:lnTo>
                  <a:lnTo>
                    <a:pt x="2727997" y="437976"/>
                  </a:lnTo>
                  <a:lnTo>
                    <a:pt x="2728658" y="463729"/>
                  </a:lnTo>
                  <a:lnTo>
                    <a:pt x="2729318" y="471814"/>
                  </a:lnTo>
                  <a:lnTo>
                    <a:pt x="2729979" y="472092"/>
                  </a:lnTo>
                  <a:lnTo>
                    <a:pt x="2730639" y="455521"/>
                  </a:lnTo>
                  <a:lnTo>
                    <a:pt x="2731300" y="405536"/>
                  </a:lnTo>
                  <a:lnTo>
                    <a:pt x="2731960" y="365388"/>
                  </a:lnTo>
                  <a:lnTo>
                    <a:pt x="2732621" y="350405"/>
                  </a:lnTo>
                  <a:lnTo>
                    <a:pt x="2733281" y="367586"/>
                  </a:lnTo>
                  <a:lnTo>
                    <a:pt x="2733942" y="400026"/>
                  </a:lnTo>
                  <a:lnTo>
                    <a:pt x="2734602" y="432242"/>
                  </a:lnTo>
                  <a:lnTo>
                    <a:pt x="2735263" y="455302"/>
                  </a:lnTo>
                  <a:lnTo>
                    <a:pt x="2735923" y="475170"/>
                  </a:lnTo>
                  <a:lnTo>
                    <a:pt x="2736584" y="467994"/>
                  </a:lnTo>
                  <a:lnTo>
                    <a:pt x="2737245" y="482390"/>
                  </a:lnTo>
                  <a:lnTo>
                    <a:pt x="2737905" y="534412"/>
                  </a:lnTo>
                  <a:lnTo>
                    <a:pt x="2738566" y="577774"/>
                  </a:lnTo>
                  <a:lnTo>
                    <a:pt x="2739226" y="595481"/>
                  </a:lnTo>
                  <a:lnTo>
                    <a:pt x="2739887" y="626487"/>
                  </a:lnTo>
                  <a:lnTo>
                    <a:pt x="2740547" y="614301"/>
                  </a:lnTo>
                  <a:lnTo>
                    <a:pt x="2741208" y="554822"/>
                  </a:lnTo>
                  <a:lnTo>
                    <a:pt x="2741868" y="483017"/>
                  </a:lnTo>
                  <a:lnTo>
                    <a:pt x="2742529" y="399238"/>
                  </a:lnTo>
                  <a:lnTo>
                    <a:pt x="2743189" y="322314"/>
                  </a:lnTo>
                  <a:lnTo>
                    <a:pt x="2743850" y="268427"/>
                  </a:lnTo>
                  <a:lnTo>
                    <a:pt x="2744510" y="238483"/>
                  </a:lnTo>
                  <a:lnTo>
                    <a:pt x="2745171" y="228813"/>
                  </a:lnTo>
                  <a:lnTo>
                    <a:pt x="2745831" y="238321"/>
                  </a:lnTo>
                  <a:lnTo>
                    <a:pt x="2746492" y="251253"/>
                  </a:lnTo>
                  <a:lnTo>
                    <a:pt x="2747153" y="255943"/>
                  </a:lnTo>
                  <a:lnTo>
                    <a:pt x="2747813" y="239029"/>
                  </a:lnTo>
                  <a:lnTo>
                    <a:pt x="2748474" y="211479"/>
                  </a:lnTo>
                  <a:lnTo>
                    <a:pt x="2749134" y="196525"/>
                  </a:lnTo>
                  <a:lnTo>
                    <a:pt x="2749795" y="190295"/>
                  </a:lnTo>
                  <a:lnTo>
                    <a:pt x="2750455" y="180857"/>
                  </a:lnTo>
                  <a:lnTo>
                    <a:pt x="2751116" y="190210"/>
                  </a:lnTo>
                  <a:lnTo>
                    <a:pt x="2751776" y="217021"/>
                  </a:lnTo>
                  <a:lnTo>
                    <a:pt x="2752437" y="231303"/>
                  </a:lnTo>
                  <a:lnTo>
                    <a:pt x="2753097" y="238624"/>
                  </a:lnTo>
                  <a:lnTo>
                    <a:pt x="2753758" y="267216"/>
                  </a:lnTo>
                  <a:lnTo>
                    <a:pt x="2754418" y="311028"/>
                  </a:lnTo>
                  <a:lnTo>
                    <a:pt x="2755079" y="350917"/>
                  </a:lnTo>
                  <a:lnTo>
                    <a:pt x="2755739" y="371159"/>
                  </a:lnTo>
                  <a:lnTo>
                    <a:pt x="2756400" y="337097"/>
                  </a:lnTo>
                  <a:lnTo>
                    <a:pt x="2757061" y="264765"/>
                  </a:lnTo>
                  <a:lnTo>
                    <a:pt x="2757721" y="208014"/>
                  </a:lnTo>
                  <a:lnTo>
                    <a:pt x="2758382" y="171200"/>
                  </a:lnTo>
                  <a:lnTo>
                    <a:pt x="2759042" y="166251"/>
                  </a:lnTo>
                  <a:lnTo>
                    <a:pt x="2759703" y="196751"/>
                  </a:lnTo>
                  <a:lnTo>
                    <a:pt x="2760363" y="254443"/>
                  </a:lnTo>
                  <a:lnTo>
                    <a:pt x="2761024" y="280550"/>
                  </a:lnTo>
                  <a:lnTo>
                    <a:pt x="2761684" y="277516"/>
                  </a:lnTo>
                  <a:lnTo>
                    <a:pt x="2762345" y="246225"/>
                  </a:lnTo>
                  <a:lnTo>
                    <a:pt x="2763005" y="218767"/>
                  </a:lnTo>
                  <a:lnTo>
                    <a:pt x="2763666" y="200944"/>
                  </a:lnTo>
                  <a:lnTo>
                    <a:pt x="2764326" y="214097"/>
                  </a:lnTo>
                  <a:lnTo>
                    <a:pt x="2764987" y="251105"/>
                  </a:lnTo>
                  <a:lnTo>
                    <a:pt x="2765647" y="286095"/>
                  </a:lnTo>
                  <a:lnTo>
                    <a:pt x="2766308" y="308736"/>
                  </a:lnTo>
                  <a:lnTo>
                    <a:pt x="2766968" y="347502"/>
                  </a:lnTo>
                  <a:lnTo>
                    <a:pt x="2767629" y="374286"/>
                  </a:lnTo>
                  <a:lnTo>
                    <a:pt x="2768290" y="381652"/>
                  </a:lnTo>
                  <a:lnTo>
                    <a:pt x="2768950" y="399955"/>
                  </a:lnTo>
                  <a:lnTo>
                    <a:pt x="2769611" y="443159"/>
                  </a:lnTo>
                  <a:lnTo>
                    <a:pt x="2770271" y="427809"/>
                  </a:lnTo>
                  <a:lnTo>
                    <a:pt x="2770932" y="388769"/>
                  </a:lnTo>
                  <a:lnTo>
                    <a:pt x="2771592" y="364691"/>
                  </a:lnTo>
                  <a:lnTo>
                    <a:pt x="2772253" y="353460"/>
                  </a:lnTo>
                  <a:lnTo>
                    <a:pt x="2772913" y="320091"/>
                  </a:lnTo>
                  <a:lnTo>
                    <a:pt x="2773574" y="272684"/>
                  </a:lnTo>
                  <a:lnTo>
                    <a:pt x="2774234" y="225553"/>
                  </a:lnTo>
                  <a:lnTo>
                    <a:pt x="2774895" y="182772"/>
                  </a:lnTo>
                  <a:lnTo>
                    <a:pt x="2775555" y="147444"/>
                  </a:lnTo>
                  <a:lnTo>
                    <a:pt x="2776216" y="124151"/>
                  </a:lnTo>
                  <a:lnTo>
                    <a:pt x="2776876" y="112751"/>
                  </a:lnTo>
                  <a:lnTo>
                    <a:pt x="2777537" y="112016"/>
                  </a:lnTo>
                  <a:lnTo>
                    <a:pt x="2778198" y="112712"/>
                  </a:lnTo>
                  <a:lnTo>
                    <a:pt x="2778858" y="120848"/>
                  </a:lnTo>
                  <a:lnTo>
                    <a:pt x="2779519" y="142275"/>
                  </a:lnTo>
                  <a:lnTo>
                    <a:pt x="2780179" y="189530"/>
                  </a:lnTo>
                  <a:lnTo>
                    <a:pt x="2780840" y="252865"/>
                  </a:lnTo>
                  <a:lnTo>
                    <a:pt x="2781500" y="334612"/>
                  </a:lnTo>
                  <a:lnTo>
                    <a:pt x="2782161" y="423562"/>
                  </a:lnTo>
                  <a:lnTo>
                    <a:pt x="2782821" y="483644"/>
                  </a:lnTo>
                  <a:lnTo>
                    <a:pt x="2783482" y="497361"/>
                  </a:lnTo>
                  <a:lnTo>
                    <a:pt x="2784142" y="456265"/>
                  </a:lnTo>
                  <a:lnTo>
                    <a:pt x="2784803" y="384933"/>
                  </a:lnTo>
                  <a:lnTo>
                    <a:pt x="2785463" y="343100"/>
                  </a:lnTo>
                  <a:lnTo>
                    <a:pt x="2786124" y="323761"/>
                  </a:lnTo>
                  <a:lnTo>
                    <a:pt x="2786784" y="307882"/>
                  </a:lnTo>
                  <a:lnTo>
                    <a:pt x="2787445" y="292216"/>
                  </a:lnTo>
                  <a:lnTo>
                    <a:pt x="2788106" y="281373"/>
                  </a:lnTo>
                  <a:lnTo>
                    <a:pt x="2788766" y="243600"/>
                  </a:lnTo>
                  <a:lnTo>
                    <a:pt x="2789427" y="200820"/>
                  </a:lnTo>
                  <a:lnTo>
                    <a:pt x="2790087" y="166939"/>
                  </a:lnTo>
                  <a:lnTo>
                    <a:pt x="2790748" y="158592"/>
                  </a:lnTo>
                  <a:lnTo>
                    <a:pt x="2791408" y="159673"/>
                  </a:lnTo>
                  <a:lnTo>
                    <a:pt x="2792069" y="167284"/>
                  </a:lnTo>
                  <a:lnTo>
                    <a:pt x="2792729" y="150514"/>
                  </a:lnTo>
                  <a:lnTo>
                    <a:pt x="2793390" y="128912"/>
                  </a:lnTo>
                  <a:lnTo>
                    <a:pt x="2794050" y="110154"/>
                  </a:lnTo>
                  <a:lnTo>
                    <a:pt x="2794711" y="99138"/>
                  </a:lnTo>
                  <a:lnTo>
                    <a:pt x="2795371" y="88549"/>
                  </a:lnTo>
                  <a:lnTo>
                    <a:pt x="2796032" y="101250"/>
                  </a:lnTo>
                  <a:lnTo>
                    <a:pt x="2796692" y="116312"/>
                  </a:lnTo>
                  <a:lnTo>
                    <a:pt x="2797353" y="115177"/>
                  </a:lnTo>
                  <a:lnTo>
                    <a:pt x="2798014" y="119059"/>
                  </a:lnTo>
                  <a:lnTo>
                    <a:pt x="2798674" y="144782"/>
                  </a:lnTo>
                  <a:lnTo>
                    <a:pt x="2799335" y="189480"/>
                  </a:lnTo>
                  <a:lnTo>
                    <a:pt x="2799995" y="256158"/>
                  </a:lnTo>
                  <a:lnTo>
                    <a:pt x="2800656" y="362202"/>
                  </a:lnTo>
                  <a:lnTo>
                    <a:pt x="2801316" y="483306"/>
                  </a:lnTo>
                  <a:lnTo>
                    <a:pt x="2801977" y="551849"/>
                  </a:lnTo>
                  <a:lnTo>
                    <a:pt x="2802637" y="503052"/>
                  </a:lnTo>
                  <a:lnTo>
                    <a:pt x="2803298" y="404185"/>
                  </a:lnTo>
                  <a:lnTo>
                    <a:pt x="2803958" y="288909"/>
                  </a:lnTo>
                  <a:lnTo>
                    <a:pt x="2804619" y="212527"/>
                  </a:lnTo>
                  <a:lnTo>
                    <a:pt x="2805279" y="181384"/>
                  </a:lnTo>
                  <a:lnTo>
                    <a:pt x="2805940" y="177910"/>
                  </a:lnTo>
                  <a:lnTo>
                    <a:pt x="2806600" y="194876"/>
                  </a:lnTo>
                  <a:lnTo>
                    <a:pt x="2807261" y="241183"/>
                  </a:lnTo>
                  <a:lnTo>
                    <a:pt x="2807921" y="299776"/>
                  </a:lnTo>
                  <a:lnTo>
                    <a:pt x="2808582" y="339489"/>
                  </a:lnTo>
                  <a:lnTo>
                    <a:pt x="2809243" y="372750"/>
                  </a:lnTo>
                  <a:lnTo>
                    <a:pt x="2809903" y="417195"/>
                  </a:lnTo>
                  <a:lnTo>
                    <a:pt x="2810564" y="483693"/>
                  </a:lnTo>
                  <a:lnTo>
                    <a:pt x="2811224" y="551111"/>
                  </a:lnTo>
                  <a:lnTo>
                    <a:pt x="2811885" y="624166"/>
                  </a:lnTo>
                  <a:lnTo>
                    <a:pt x="2812545" y="699886"/>
                  </a:lnTo>
                  <a:lnTo>
                    <a:pt x="2813206" y="746041"/>
                  </a:lnTo>
                  <a:lnTo>
                    <a:pt x="2813866" y="749380"/>
                  </a:lnTo>
                  <a:lnTo>
                    <a:pt x="2814527" y="756563"/>
                  </a:lnTo>
                  <a:lnTo>
                    <a:pt x="2815187" y="780391"/>
                  </a:lnTo>
                  <a:lnTo>
                    <a:pt x="2815848" y="786004"/>
                  </a:lnTo>
                  <a:lnTo>
                    <a:pt x="2816508" y="768158"/>
                  </a:lnTo>
                  <a:lnTo>
                    <a:pt x="2817169" y="742620"/>
                  </a:lnTo>
                  <a:lnTo>
                    <a:pt x="2817829" y="706430"/>
                  </a:lnTo>
                  <a:lnTo>
                    <a:pt x="2818490" y="637883"/>
                  </a:lnTo>
                  <a:lnTo>
                    <a:pt x="2819151" y="564771"/>
                  </a:lnTo>
                  <a:lnTo>
                    <a:pt x="2819811" y="521622"/>
                  </a:lnTo>
                  <a:lnTo>
                    <a:pt x="2820472" y="506019"/>
                  </a:lnTo>
                  <a:lnTo>
                    <a:pt x="2821132" y="483113"/>
                  </a:lnTo>
                  <a:lnTo>
                    <a:pt x="2821793" y="453864"/>
                  </a:lnTo>
                  <a:lnTo>
                    <a:pt x="2822453" y="422782"/>
                  </a:lnTo>
                  <a:lnTo>
                    <a:pt x="2823114" y="377812"/>
                  </a:lnTo>
                  <a:lnTo>
                    <a:pt x="2823774" y="314052"/>
                  </a:lnTo>
                  <a:lnTo>
                    <a:pt x="2824435" y="256567"/>
                  </a:lnTo>
                  <a:lnTo>
                    <a:pt x="2825095" y="212675"/>
                  </a:lnTo>
                  <a:lnTo>
                    <a:pt x="2825756" y="180199"/>
                  </a:lnTo>
                  <a:lnTo>
                    <a:pt x="2826416" y="169409"/>
                  </a:lnTo>
                  <a:lnTo>
                    <a:pt x="2827077" y="168463"/>
                  </a:lnTo>
                  <a:lnTo>
                    <a:pt x="2827737" y="195171"/>
                  </a:lnTo>
                  <a:lnTo>
                    <a:pt x="2828398" y="248916"/>
                  </a:lnTo>
                  <a:lnTo>
                    <a:pt x="2829059" y="324720"/>
                  </a:lnTo>
                  <a:lnTo>
                    <a:pt x="2829719" y="403675"/>
                  </a:lnTo>
                  <a:lnTo>
                    <a:pt x="2830380" y="503934"/>
                  </a:lnTo>
                  <a:lnTo>
                    <a:pt x="2831040" y="537088"/>
                  </a:lnTo>
                  <a:lnTo>
                    <a:pt x="2831701" y="494684"/>
                  </a:lnTo>
                  <a:lnTo>
                    <a:pt x="2832361" y="413744"/>
                  </a:lnTo>
                  <a:lnTo>
                    <a:pt x="2833022" y="348666"/>
                  </a:lnTo>
                  <a:lnTo>
                    <a:pt x="2833682" y="291581"/>
                  </a:lnTo>
                  <a:lnTo>
                    <a:pt x="2834343" y="262930"/>
                  </a:lnTo>
                  <a:lnTo>
                    <a:pt x="2835003" y="237072"/>
                  </a:lnTo>
                  <a:lnTo>
                    <a:pt x="2835664" y="217433"/>
                  </a:lnTo>
                  <a:lnTo>
                    <a:pt x="2836324" y="210033"/>
                  </a:lnTo>
                  <a:lnTo>
                    <a:pt x="2836985" y="223017"/>
                  </a:lnTo>
                  <a:lnTo>
                    <a:pt x="2837645" y="231795"/>
                  </a:lnTo>
                  <a:lnTo>
                    <a:pt x="2838306" y="243517"/>
                  </a:lnTo>
                  <a:lnTo>
                    <a:pt x="2838966" y="265565"/>
                  </a:lnTo>
                  <a:lnTo>
                    <a:pt x="2839627" y="288667"/>
                  </a:lnTo>
                  <a:lnTo>
                    <a:pt x="2840288" y="320118"/>
                  </a:lnTo>
                  <a:lnTo>
                    <a:pt x="2840948" y="348217"/>
                  </a:lnTo>
                  <a:lnTo>
                    <a:pt x="2841609" y="385035"/>
                  </a:lnTo>
                  <a:lnTo>
                    <a:pt x="2842269" y="428841"/>
                  </a:lnTo>
                  <a:lnTo>
                    <a:pt x="2842930" y="435929"/>
                  </a:lnTo>
                  <a:lnTo>
                    <a:pt x="2843590" y="351551"/>
                  </a:lnTo>
                  <a:lnTo>
                    <a:pt x="2844251" y="276798"/>
                  </a:lnTo>
                  <a:lnTo>
                    <a:pt x="2844911" y="225765"/>
                  </a:lnTo>
                  <a:lnTo>
                    <a:pt x="2845572" y="189938"/>
                  </a:lnTo>
                  <a:lnTo>
                    <a:pt x="2846232" y="174286"/>
                  </a:lnTo>
                  <a:lnTo>
                    <a:pt x="2846893" y="208250"/>
                  </a:lnTo>
                  <a:lnTo>
                    <a:pt x="2847553" y="273323"/>
                  </a:lnTo>
                  <a:lnTo>
                    <a:pt x="2848214" y="324638"/>
                  </a:lnTo>
                  <a:lnTo>
                    <a:pt x="2848874" y="326455"/>
                  </a:lnTo>
                  <a:lnTo>
                    <a:pt x="2849535" y="283973"/>
                  </a:lnTo>
                  <a:lnTo>
                    <a:pt x="2850196" y="217527"/>
                  </a:lnTo>
                  <a:lnTo>
                    <a:pt x="2850856" y="155086"/>
                  </a:lnTo>
                  <a:lnTo>
                    <a:pt x="2851517" y="120795"/>
                  </a:lnTo>
                  <a:lnTo>
                    <a:pt x="2852177" y="119747"/>
                  </a:lnTo>
                  <a:lnTo>
                    <a:pt x="2852838" y="132256"/>
                  </a:lnTo>
                  <a:lnTo>
                    <a:pt x="2853498" y="154232"/>
                  </a:lnTo>
                  <a:lnTo>
                    <a:pt x="2854159" y="188193"/>
                  </a:lnTo>
                  <a:lnTo>
                    <a:pt x="2854819" y="225881"/>
                  </a:lnTo>
                  <a:lnTo>
                    <a:pt x="2855480" y="254229"/>
                  </a:lnTo>
                  <a:lnTo>
                    <a:pt x="2856140" y="296305"/>
                  </a:lnTo>
                  <a:lnTo>
                    <a:pt x="2856801" y="338882"/>
                  </a:lnTo>
                  <a:lnTo>
                    <a:pt x="2857461" y="382326"/>
                  </a:lnTo>
                  <a:lnTo>
                    <a:pt x="2858122" y="417424"/>
                  </a:lnTo>
                  <a:lnTo>
                    <a:pt x="2858782" y="448908"/>
                  </a:lnTo>
                  <a:lnTo>
                    <a:pt x="2859443" y="434343"/>
                  </a:lnTo>
                  <a:lnTo>
                    <a:pt x="2860104" y="393183"/>
                  </a:lnTo>
                  <a:lnTo>
                    <a:pt x="2860764" y="363869"/>
                  </a:lnTo>
                  <a:lnTo>
                    <a:pt x="2861425" y="359827"/>
                  </a:lnTo>
                  <a:lnTo>
                    <a:pt x="2862085" y="352246"/>
                  </a:lnTo>
                  <a:lnTo>
                    <a:pt x="2862746" y="352701"/>
                  </a:lnTo>
                  <a:lnTo>
                    <a:pt x="2863406" y="354282"/>
                  </a:lnTo>
                  <a:lnTo>
                    <a:pt x="2864067" y="305256"/>
                  </a:lnTo>
                  <a:lnTo>
                    <a:pt x="2864727" y="240999"/>
                  </a:lnTo>
                  <a:lnTo>
                    <a:pt x="2865388" y="184885"/>
                  </a:lnTo>
                  <a:lnTo>
                    <a:pt x="2866048" y="141201"/>
                  </a:lnTo>
                  <a:lnTo>
                    <a:pt x="2866709" y="119416"/>
                  </a:lnTo>
                  <a:lnTo>
                    <a:pt x="2867369" y="124878"/>
                  </a:lnTo>
                  <a:lnTo>
                    <a:pt x="2868030" y="131192"/>
                  </a:lnTo>
                  <a:lnTo>
                    <a:pt x="2868690" y="126867"/>
                  </a:lnTo>
                  <a:lnTo>
                    <a:pt x="2869351" y="124743"/>
                  </a:lnTo>
                  <a:lnTo>
                    <a:pt x="2870012" y="124972"/>
                  </a:lnTo>
                  <a:lnTo>
                    <a:pt x="2870672" y="127670"/>
                  </a:lnTo>
                  <a:lnTo>
                    <a:pt x="2871333" y="142045"/>
                  </a:lnTo>
                  <a:lnTo>
                    <a:pt x="2871993" y="185821"/>
                  </a:lnTo>
                  <a:lnTo>
                    <a:pt x="2872654" y="234551"/>
                  </a:lnTo>
                  <a:lnTo>
                    <a:pt x="2873314" y="265876"/>
                  </a:lnTo>
                  <a:lnTo>
                    <a:pt x="2873975" y="256115"/>
                  </a:lnTo>
                  <a:lnTo>
                    <a:pt x="2874635" y="220562"/>
                  </a:lnTo>
                  <a:lnTo>
                    <a:pt x="2875296" y="185152"/>
                  </a:lnTo>
                  <a:lnTo>
                    <a:pt x="2875956" y="185052"/>
                  </a:lnTo>
                  <a:lnTo>
                    <a:pt x="2876617" y="212307"/>
                  </a:lnTo>
                  <a:lnTo>
                    <a:pt x="2877277" y="265298"/>
                  </a:lnTo>
                  <a:lnTo>
                    <a:pt x="2877938" y="341172"/>
                  </a:lnTo>
                  <a:lnTo>
                    <a:pt x="2878598" y="399130"/>
                  </a:lnTo>
                  <a:lnTo>
                    <a:pt x="2879259" y="356395"/>
                  </a:lnTo>
                  <a:lnTo>
                    <a:pt x="2879919" y="252588"/>
                  </a:lnTo>
                  <a:lnTo>
                    <a:pt x="2880580" y="163437"/>
                  </a:lnTo>
                  <a:lnTo>
                    <a:pt x="2881241" y="99803"/>
                  </a:lnTo>
                  <a:lnTo>
                    <a:pt x="2881901" y="76794"/>
                  </a:lnTo>
                  <a:lnTo>
                    <a:pt x="2882562" y="77876"/>
                  </a:lnTo>
                  <a:lnTo>
                    <a:pt x="2883222" y="95616"/>
                  </a:lnTo>
                  <a:lnTo>
                    <a:pt x="2883883" y="114721"/>
                  </a:lnTo>
                  <a:lnTo>
                    <a:pt x="2884543" y="147195"/>
                  </a:lnTo>
                  <a:lnTo>
                    <a:pt x="2885204" y="167174"/>
                  </a:lnTo>
                  <a:lnTo>
                    <a:pt x="2885864" y="185670"/>
                  </a:lnTo>
                  <a:lnTo>
                    <a:pt x="2886525" y="216422"/>
                  </a:lnTo>
                  <a:lnTo>
                    <a:pt x="2887185" y="260888"/>
                  </a:lnTo>
                  <a:lnTo>
                    <a:pt x="2887846" y="282150"/>
                  </a:lnTo>
                  <a:lnTo>
                    <a:pt x="2888506" y="307882"/>
                  </a:lnTo>
                  <a:lnTo>
                    <a:pt x="2889167" y="339518"/>
                  </a:lnTo>
                  <a:lnTo>
                    <a:pt x="2889827" y="376258"/>
                  </a:lnTo>
                  <a:lnTo>
                    <a:pt x="2890488" y="421772"/>
                  </a:lnTo>
                  <a:lnTo>
                    <a:pt x="2891149" y="483017"/>
                  </a:lnTo>
                  <a:lnTo>
                    <a:pt x="2891809" y="517721"/>
                  </a:lnTo>
                  <a:lnTo>
                    <a:pt x="2892470" y="523900"/>
                  </a:lnTo>
                  <a:lnTo>
                    <a:pt x="2893130" y="497717"/>
                  </a:lnTo>
                  <a:lnTo>
                    <a:pt x="2893791" y="474889"/>
                  </a:lnTo>
                  <a:lnTo>
                    <a:pt x="2894451" y="455608"/>
                  </a:lnTo>
                  <a:lnTo>
                    <a:pt x="2895112" y="423718"/>
                  </a:lnTo>
                  <a:lnTo>
                    <a:pt x="2895772" y="391890"/>
                  </a:lnTo>
                  <a:lnTo>
                    <a:pt x="2896433" y="370286"/>
                  </a:lnTo>
                  <a:lnTo>
                    <a:pt x="2897093" y="337671"/>
                  </a:lnTo>
                  <a:lnTo>
                    <a:pt x="2897754" y="321336"/>
                  </a:lnTo>
                  <a:lnTo>
                    <a:pt x="2898414" y="311578"/>
                  </a:lnTo>
                  <a:lnTo>
                    <a:pt x="2899075" y="289756"/>
                  </a:lnTo>
                  <a:lnTo>
                    <a:pt x="2899735" y="260451"/>
                  </a:lnTo>
                  <a:lnTo>
                    <a:pt x="2900396" y="238099"/>
                  </a:lnTo>
                  <a:lnTo>
                    <a:pt x="2901057" y="203269"/>
                  </a:lnTo>
                  <a:lnTo>
                    <a:pt x="2901717" y="170771"/>
                  </a:lnTo>
                  <a:lnTo>
                    <a:pt x="2902378" y="148351"/>
                  </a:lnTo>
                  <a:lnTo>
                    <a:pt x="2903038" y="144594"/>
                  </a:lnTo>
                  <a:lnTo>
                    <a:pt x="2903699" y="141001"/>
                  </a:lnTo>
                  <a:lnTo>
                    <a:pt x="2904359" y="148073"/>
                  </a:lnTo>
                  <a:lnTo>
                    <a:pt x="2905020" y="156275"/>
                  </a:lnTo>
                  <a:lnTo>
                    <a:pt x="2905680" y="167943"/>
                  </a:lnTo>
                  <a:lnTo>
                    <a:pt x="2906341" y="166142"/>
                  </a:lnTo>
                  <a:lnTo>
                    <a:pt x="2907001" y="160453"/>
                  </a:lnTo>
                  <a:lnTo>
                    <a:pt x="2907662" y="147955"/>
                  </a:lnTo>
                  <a:lnTo>
                    <a:pt x="2908322" y="143108"/>
                  </a:lnTo>
                  <a:lnTo>
                    <a:pt x="2908983" y="148117"/>
                  </a:lnTo>
                  <a:lnTo>
                    <a:pt x="2909643" y="155657"/>
                  </a:lnTo>
                  <a:lnTo>
                    <a:pt x="2910304" y="176157"/>
                  </a:lnTo>
                  <a:lnTo>
                    <a:pt x="2910964" y="212214"/>
                  </a:lnTo>
                  <a:lnTo>
                    <a:pt x="2911625" y="255857"/>
                  </a:lnTo>
                  <a:lnTo>
                    <a:pt x="2912286" y="294352"/>
                  </a:lnTo>
                  <a:lnTo>
                    <a:pt x="2912946" y="331023"/>
                  </a:lnTo>
                  <a:lnTo>
                    <a:pt x="2913607" y="365103"/>
                  </a:lnTo>
                  <a:lnTo>
                    <a:pt x="2914267" y="373403"/>
                  </a:lnTo>
                  <a:lnTo>
                    <a:pt x="2914928" y="339113"/>
                  </a:lnTo>
                  <a:lnTo>
                    <a:pt x="2915588" y="289151"/>
                  </a:lnTo>
                  <a:lnTo>
                    <a:pt x="2916249" y="252971"/>
                  </a:lnTo>
                  <a:lnTo>
                    <a:pt x="2916909" y="220353"/>
                  </a:lnTo>
                  <a:lnTo>
                    <a:pt x="2917570" y="205416"/>
                  </a:lnTo>
                  <a:lnTo>
                    <a:pt x="2918230" y="203127"/>
                  </a:lnTo>
                  <a:lnTo>
                    <a:pt x="2918891" y="203572"/>
                  </a:lnTo>
                  <a:lnTo>
                    <a:pt x="2919551" y="192054"/>
                  </a:lnTo>
                  <a:lnTo>
                    <a:pt x="2920212" y="196420"/>
                  </a:lnTo>
                  <a:lnTo>
                    <a:pt x="2920872" y="215565"/>
                  </a:lnTo>
                  <a:lnTo>
                    <a:pt x="2921533" y="253077"/>
                  </a:lnTo>
                  <a:lnTo>
                    <a:pt x="2922194" y="314369"/>
                  </a:lnTo>
                  <a:lnTo>
                    <a:pt x="2922854" y="410447"/>
                  </a:lnTo>
                  <a:lnTo>
                    <a:pt x="2923515" y="506019"/>
                  </a:lnTo>
                  <a:lnTo>
                    <a:pt x="2924175" y="574150"/>
                  </a:lnTo>
                  <a:lnTo>
                    <a:pt x="2924836" y="606262"/>
                  </a:lnTo>
                  <a:lnTo>
                    <a:pt x="2925496" y="593045"/>
                  </a:lnTo>
                  <a:lnTo>
                    <a:pt x="2926157" y="584198"/>
                  </a:lnTo>
                  <a:lnTo>
                    <a:pt x="2926817" y="525522"/>
                  </a:lnTo>
                  <a:lnTo>
                    <a:pt x="2927478" y="409851"/>
                  </a:lnTo>
                  <a:lnTo>
                    <a:pt x="2928138" y="310898"/>
                  </a:lnTo>
                  <a:lnTo>
                    <a:pt x="2928799" y="237676"/>
                  </a:lnTo>
                  <a:lnTo>
                    <a:pt x="2929459" y="174543"/>
                  </a:lnTo>
                  <a:lnTo>
                    <a:pt x="2930120" y="147546"/>
                  </a:lnTo>
                  <a:lnTo>
                    <a:pt x="2930780" y="167519"/>
                  </a:lnTo>
                  <a:lnTo>
                    <a:pt x="2931441" y="215174"/>
                  </a:lnTo>
                  <a:lnTo>
                    <a:pt x="2932102" y="277981"/>
                  </a:lnTo>
                  <a:lnTo>
                    <a:pt x="2932762" y="350736"/>
                  </a:lnTo>
                  <a:lnTo>
                    <a:pt x="2933423" y="385750"/>
                  </a:lnTo>
                  <a:lnTo>
                    <a:pt x="2934083" y="341085"/>
                  </a:lnTo>
                  <a:lnTo>
                    <a:pt x="2934744" y="243703"/>
                  </a:lnTo>
                  <a:lnTo>
                    <a:pt x="2935404" y="169868"/>
                  </a:lnTo>
                  <a:lnTo>
                    <a:pt x="2936065" y="120689"/>
                  </a:lnTo>
                  <a:lnTo>
                    <a:pt x="2936725" y="90248"/>
                  </a:lnTo>
                  <a:lnTo>
                    <a:pt x="2937386" y="72240"/>
                  </a:lnTo>
                  <a:lnTo>
                    <a:pt x="2938046" y="78584"/>
                  </a:lnTo>
                  <a:lnTo>
                    <a:pt x="2938707" y="84397"/>
                  </a:lnTo>
                  <a:lnTo>
                    <a:pt x="2939367" y="76510"/>
                  </a:lnTo>
                  <a:lnTo>
                    <a:pt x="2940028" y="63619"/>
                  </a:lnTo>
                  <a:lnTo>
                    <a:pt x="2940688" y="61308"/>
                  </a:lnTo>
                  <a:lnTo>
                    <a:pt x="2941349" y="64716"/>
                  </a:lnTo>
                  <a:lnTo>
                    <a:pt x="2942010" y="78161"/>
                  </a:lnTo>
                  <a:lnTo>
                    <a:pt x="2942670" y="112480"/>
                  </a:lnTo>
                  <a:lnTo>
                    <a:pt x="2943331" y="152664"/>
                  </a:lnTo>
                  <a:lnTo>
                    <a:pt x="2943991" y="182971"/>
                  </a:lnTo>
                  <a:lnTo>
                    <a:pt x="2944652" y="203733"/>
                  </a:lnTo>
                  <a:lnTo>
                    <a:pt x="2945312" y="211663"/>
                  </a:lnTo>
                  <a:lnTo>
                    <a:pt x="2945973" y="210527"/>
                  </a:lnTo>
                  <a:lnTo>
                    <a:pt x="2946633" y="234471"/>
                  </a:lnTo>
                  <a:lnTo>
                    <a:pt x="2947294" y="279450"/>
                  </a:lnTo>
                  <a:lnTo>
                    <a:pt x="2947954" y="323761"/>
                  </a:lnTo>
                  <a:lnTo>
                    <a:pt x="2948615" y="358183"/>
                  </a:lnTo>
                  <a:lnTo>
                    <a:pt x="2949275" y="371126"/>
                  </a:lnTo>
                  <a:lnTo>
                    <a:pt x="2949936" y="332628"/>
                  </a:lnTo>
                  <a:lnTo>
                    <a:pt x="2950596" y="288088"/>
                  </a:lnTo>
                  <a:lnTo>
                    <a:pt x="2951257" y="278912"/>
                  </a:lnTo>
                  <a:lnTo>
                    <a:pt x="2951917" y="290485"/>
                  </a:lnTo>
                  <a:lnTo>
                    <a:pt x="2952578" y="311893"/>
                  </a:lnTo>
                  <a:lnTo>
                    <a:pt x="2953239" y="342953"/>
                  </a:lnTo>
                  <a:lnTo>
                    <a:pt x="2953899" y="363459"/>
                  </a:lnTo>
                  <a:lnTo>
                    <a:pt x="2954560" y="359983"/>
                  </a:lnTo>
                  <a:lnTo>
                    <a:pt x="2955220" y="363617"/>
                  </a:lnTo>
                  <a:lnTo>
                    <a:pt x="2955881" y="368323"/>
                  </a:lnTo>
                  <a:lnTo>
                    <a:pt x="2956541" y="356795"/>
                  </a:lnTo>
                  <a:lnTo>
                    <a:pt x="2957202" y="316228"/>
                  </a:lnTo>
                  <a:lnTo>
                    <a:pt x="2957862" y="261107"/>
                  </a:lnTo>
                  <a:lnTo>
                    <a:pt x="2958523" y="211939"/>
                  </a:lnTo>
                  <a:lnTo>
                    <a:pt x="2959183" y="187636"/>
                  </a:lnTo>
                  <a:lnTo>
                    <a:pt x="2959844" y="172395"/>
                  </a:lnTo>
                  <a:lnTo>
                    <a:pt x="2960504" y="165908"/>
                  </a:lnTo>
                  <a:lnTo>
                    <a:pt x="2961165" y="156275"/>
                  </a:lnTo>
                  <a:lnTo>
                    <a:pt x="2961825" y="146262"/>
                  </a:lnTo>
                  <a:lnTo>
                    <a:pt x="2962486" y="138909"/>
                  </a:lnTo>
                  <a:lnTo>
                    <a:pt x="2963147" y="143814"/>
                  </a:lnTo>
                  <a:lnTo>
                    <a:pt x="2963807" y="158668"/>
                  </a:lnTo>
                  <a:lnTo>
                    <a:pt x="2964468" y="178089"/>
                  </a:lnTo>
                  <a:lnTo>
                    <a:pt x="2965128" y="200308"/>
                  </a:lnTo>
                  <a:lnTo>
                    <a:pt x="2965789" y="213339"/>
                  </a:lnTo>
                  <a:lnTo>
                    <a:pt x="2966449" y="214784"/>
                  </a:lnTo>
                  <a:lnTo>
                    <a:pt x="2967110" y="205937"/>
                  </a:lnTo>
                  <a:lnTo>
                    <a:pt x="2967770" y="206622"/>
                  </a:lnTo>
                  <a:lnTo>
                    <a:pt x="2968431" y="200803"/>
                  </a:lnTo>
                  <a:lnTo>
                    <a:pt x="2969091" y="189344"/>
                  </a:lnTo>
                  <a:lnTo>
                    <a:pt x="2969752" y="200203"/>
                  </a:lnTo>
                  <a:lnTo>
                    <a:pt x="2970412" y="227819"/>
                  </a:lnTo>
                  <a:lnTo>
                    <a:pt x="2971073" y="263437"/>
                  </a:lnTo>
                  <a:lnTo>
                    <a:pt x="2971733" y="301313"/>
                  </a:lnTo>
                  <a:lnTo>
                    <a:pt x="2972394" y="324445"/>
                  </a:lnTo>
                  <a:lnTo>
                    <a:pt x="2973055" y="302960"/>
                  </a:lnTo>
                  <a:lnTo>
                    <a:pt x="2973715" y="248330"/>
                  </a:lnTo>
                  <a:lnTo>
                    <a:pt x="2974376" y="204287"/>
                  </a:lnTo>
                  <a:lnTo>
                    <a:pt x="2975036" y="170993"/>
                  </a:lnTo>
                  <a:lnTo>
                    <a:pt x="2975697" y="133518"/>
                  </a:lnTo>
                  <a:lnTo>
                    <a:pt x="2976357" y="106619"/>
                  </a:lnTo>
                  <a:lnTo>
                    <a:pt x="2977018" y="108292"/>
                  </a:lnTo>
                  <a:lnTo>
                    <a:pt x="2977678" y="111797"/>
                  </a:lnTo>
                  <a:lnTo>
                    <a:pt x="2978339" y="116338"/>
                  </a:lnTo>
                  <a:lnTo>
                    <a:pt x="2978999" y="141988"/>
                  </a:lnTo>
                  <a:lnTo>
                    <a:pt x="2979660" y="178824"/>
                  </a:lnTo>
                  <a:lnTo>
                    <a:pt x="2980320" y="213653"/>
                  </a:lnTo>
                  <a:lnTo>
                    <a:pt x="2980981" y="251338"/>
                  </a:lnTo>
                  <a:lnTo>
                    <a:pt x="2981641" y="304106"/>
                  </a:lnTo>
                  <a:lnTo>
                    <a:pt x="2982302" y="365484"/>
                  </a:lnTo>
                  <a:lnTo>
                    <a:pt x="2982962" y="418380"/>
                  </a:lnTo>
                  <a:lnTo>
                    <a:pt x="2983623" y="462113"/>
                  </a:lnTo>
                  <a:lnTo>
                    <a:pt x="2984284" y="508754"/>
                  </a:lnTo>
                  <a:lnTo>
                    <a:pt x="2984944" y="548237"/>
                  </a:lnTo>
                  <a:lnTo>
                    <a:pt x="2985605" y="592974"/>
                  </a:lnTo>
                  <a:lnTo>
                    <a:pt x="2986265" y="635882"/>
                  </a:lnTo>
                  <a:lnTo>
                    <a:pt x="2986926" y="670400"/>
                  </a:lnTo>
                  <a:lnTo>
                    <a:pt x="2987586" y="665096"/>
                  </a:lnTo>
                  <a:lnTo>
                    <a:pt x="2988247" y="616774"/>
                  </a:lnTo>
                  <a:lnTo>
                    <a:pt x="2988907" y="556696"/>
                  </a:lnTo>
                  <a:lnTo>
                    <a:pt x="2989568" y="515439"/>
                  </a:lnTo>
                  <a:lnTo>
                    <a:pt x="2990228" y="496247"/>
                  </a:lnTo>
                  <a:lnTo>
                    <a:pt x="2990889" y="496905"/>
                  </a:lnTo>
                  <a:lnTo>
                    <a:pt x="2991549" y="520077"/>
                  </a:lnTo>
                  <a:lnTo>
                    <a:pt x="2992210" y="549151"/>
                  </a:lnTo>
                  <a:lnTo>
                    <a:pt x="2992870" y="558835"/>
                  </a:lnTo>
                  <a:lnTo>
                    <a:pt x="2993531" y="518815"/>
                  </a:lnTo>
                  <a:lnTo>
                    <a:pt x="2994192" y="437688"/>
                  </a:lnTo>
                  <a:lnTo>
                    <a:pt x="2994852" y="340358"/>
                  </a:lnTo>
                  <a:lnTo>
                    <a:pt x="2995513" y="267820"/>
                  </a:lnTo>
                  <a:lnTo>
                    <a:pt x="2996173" y="218033"/>
                  </a:lnTo>
                  <a:lnTo>
                    <a:pt x="2996834" y="188954"/>
                  </a:lnTo>
                  <a:lnTo>
                    <a:pt x="2997494" y="179085"/>
                  </a:lnTo>
                  <a:lnTo>
                    <a:pt x="2998155" y="188328"/>
                  </a:lnTo>
                  <a:lnTo>
                    <a:pt x="2998815" y="211076"/>
                  </a:lnTo>
                  <a:lnTo>
                    <a:pt x="2999476" y="253653"/>
                  </a:lnTo>
                  <a:lnTo>
                    <a:pt x="3000136" y="290922"/>
                  </a:lnTo>
                  <a:lnTo>
                    <a:pt x="3000797" y="302300"/>
                  </a:lnTo>
                  <a:lnTo>
                    <a:pt x="3001457" y="290460"/>
                  </a:lnTo>
                  <a:lnTo>
                    <a:pt x="3002118" y="247348"/>
                  </a:lnTo>
                  <a:lnTo>
                    <a:pt x="3002778" y="193307"/>
                  </a:lnTo>
                  <a:lnTo>
                    <a:pt x="3003439" y="171184"/>
                  </a:lnTo>
                  <a:lnTo>
                    <a:pt x="3004100" y="182574"/>
                  </a:lnTo>
                  <a:lnTo>
                    <a:pt x="3004760" y="216273"/>
                  </a:lnTo>
                  <a:lnTo>
                    <a:pt x="3005421" y="277377"/>
                  </a:lnTo>
                  <a:lnTo>
                    <a:pt x="3006081" y="367267"/>
                  </a:lnTo>
                  <a:lnTo>
                    <a:pt x="3006742" y="451828"/>
                  </a:lnTo>
                  <a:lnTo>
                    <a:pt x="3007402" y="499603"/>
                  </a:lnTo>
                  <a:lnTo>
                    <a:pt x="3008063" y="518650"/>
                  </a:lnTo>
                  <a:lnTo>
                    <a:pt x="3008723" y="515439"/>
                  </a:lnTo>
                  <a:lnTo>
                    <a:pt x="3009384" y="487195"/>
                  </a:lnTo>
                  <a:lnTo>
                    <a:pt x="3010044" y="421501"/>
                  </a:lnTo>
                  <a:lnTo>
                    <a:pt x="3010705" y="357781"/>
                  </a:lnTo>
                  <a:lnTo>
                    <a:pt x="3011365" y="309282"/>
                  </a:lnTo>
                  <a:lnTo>
                    <a:pt x="3012026" y="260691"/>
                  </a:lnTo>
                  <a:lnTo>
                    <a:pt x="3012686" y="236209"/>
                  </a:lnTo>
                  <a:lnTo>
                    <a:pt x="3013347" y="245416"/>
                  </a:lnTo>
                  <a:lnTo>
                    <a:pt x="3014008" y="272501"/>
                  </a:lnTo>
                  <a:lnTo>
                    <a:pt x="3014668" y="289466"/>
                  </a:lnTo>
                  <a:lnTo>
                    <a:pt x="3015329" y="305975"/>
                  </a:lnTo>
                  <a:lnTo>
                    <a:pt x="3015989" y="323596"/>
                  </a:lnTo>
                  <a:lnTo>
                    <a:pt x="3016650" y="340474"/>
                  </a:lnTo>
                  <a:lnTo>
                    <a:pt x="3017310" y="367906"/>
                  </a:lnTo>
                  <a:lnTo>
                    <a:pt x="3017971" y="417271"/>
                  </a:lnTo>
                  <a:lnTo>
                    <a:pt x="3018631" y="518431"/>
                  </a:lnTo>
                  <a:lnTo>
                    <a:pt x="3019292" y="611240"/>
                  </a:lnTo>
                  <a:lnTo>
                    <a:pt x="3019952" y="615303"/>
                  </a:lnTo>
                  <a:lnTo>
                    <a:pt x="3020613" y="559341"/>
                  </a:lnTo>
                  <a:lnTo>
                    <a:pt x="3021273" y="558078"/>
                  </a:lnTo>
                  <a:lnTo>
                    <a:pt x="3021934" y="578315"/>
                  </a:lnTo>
                  <a:lnTo>
                    <a:pt x="3022594" y="592333"/>
                  </a:lnTo>
                  <a:lnTo>
                    <a:pt x="3023255" y="639141"/>
                  </a:lnTo>
                  <a:lnTo>
                    <a:pt x="3023915" y="712365"/>
                  </a:lnTo>
                  <a:lnTo>
                    <a:pt x="3024576" y="690954"/>
                  </a:lnTo>
                  <a:lnTo>
                    <a:pt x="3025237" y="579333"/>
                  </a:lnTo>
                  <a:lnTo>
                    <a:pt x="3025897" y="494082"/>
                  </a:lnTo>
                  <a:lnTo>
                    <a:pt x="3026558" y="435725"/>
                  </a:lnTo>
                  <a:lnTo>
                    <a:pt x="3027218" y="393078"/>
                  </a:lnTo>
                  <a:lnTo>
                    <a:pt x="3027879" y="358802"/>
                  </a:lnTo>
                  <a:lnTo>
                    <a:pt x="3028539" y="344717"/>
                  </a:lnTo>
                  <a:lnTo>
                    <a:pt x="3029200" y="329538"/>
                  </a:lnTo>
                  <a:lnTo>
                    <a:pt x="3029860" y="302757"/>
                  </a:lnTo>
                  <a:lnTo>
                    <a:pt x="3030521" y="284806"/>
                  </a:lnTo>
                  <a:lnTo>
                    <a:pt x="3031181" y="267776"/>
                  </a:lnTo>
                  <a:lnTo>
                    <a:pt x="3031842" y="254272"/>
                  </a:lnTo>
                  <a:lnTo>
                    <a:pt x="3032502" y="259687"/>
                  </a:lnTo>
                  <a:lnTo>
                    <a:pt x="3033163" y="279683"/>
                  </a:lnTo>
                  <a:lnTo>
                    <a:pt x="3033823" y="272821"/>
                  </a:lnTo>
                  <a:lnTo>
                    <a:pt x="3034484" y="254272"/>
                  </a:lnTo>
                  <a:lnTo>
                    <a:pt x="3035145" y="214635"/>
                  </a:lnTo>
                  <a:lnTo>
                    <a:pt x="3035805" y="170835"/>
                  </a:lnTo>
                  <a:lnTo>
                    <a:pt x="3036466" y="131896"/>
                  </a:lnTo>
                  <a:lnTo>
                    <a:pt x="3037126" y="124959"/>
                  </a:lnTo>
                  <a:lnTo>
                    <a:pt x="3037787" y="136061"/>
                  </a:lnTo>
                  <a:lnTo>
                    <a:pt x="3038447" y="160575"/>
                  </a:lnTo>
                  <a:lnTo>
                    <a:pt x="3039108" y="173179"/>
                  </a:lnTo>
                  <a:lnTo>
                    <a:pt x="3039768" y="192843"/>
                  </a:lnTo>
                  <a:lnTo>
                    <a:pt x="3040429" y="200291"/>
                  </a:lnTo>
                  <a:lnTo>
                    <a:pt x="3041089" y="203340"/>
                  </a:lnTo>
                  <a:lnTo>
                    <a:pt x="3041750" y="205722"/>
                  </a:lnTo>
                  <a:lnTo>
                    <a:pt x="3042410" y="221302"/>
                  </a:lnTo>
                  <a:lnTo>
                    <a:pt x="3043071" y="222025"/>
                  </a:lnTo>
                  <a:lnTo>
                    <a:pt x="3043731" y="216852"/>
                  </a:lnTo>
                  <a:lnTo>
                    <a:pt x="3044392" y="223687"/>
                  </a:lnTo>
                  <a:lnTo>
                    <a:pt x="3045053" y="259317"/>
                  </a:lnTo>
                  <a:lnTo>
                    <a:pt x="3045713" y="320037"/>
                  </a:lnTo>
                  <a:lnTo>
                    <a:pt x="3046374" y="408664"/>
                  </a:lnTo>
                  <a:lnTo>
                    <a:pt x="3047034" y="518049"/>
                  </a:lnTo>
                  <a:lnTo>
                    <a:pt x="3047695" y="575621"/>
                  </a:lnTo>
                  <a:lnTo>
                    <a:pt x="3048355" y="505915"/>
                  </a:lnTo>
                  <a:lnTo>
                    <a:pt x="3049016" y="362767"/>
                  </a:lnTo>
                  <a:lnTo>
                    <a:pt x="3049676" y="265854"/>
                  </a:lnTo>
                  <a:lnTo>
                    <a:pt x="3050337" y="210143"/>
                  </a:lnTo>
                  <a:lnTo>
                    <a:pt x="3050997" y="186458"/>
                  </a:lnTo>
                  <a:lnTo>
                    <a:pt x="3051658" y="183569"/>
                  </a:lnTo>
                  <a:lnTo>
                    <a:pt x="3052318" y="211149"/>
                  </a:lnTo>
                  <a:lnTo>
                    <a:pt x="3052979" y="249567"/>
                  </a:lnTo>
                  <a:lnTo>
                    <a:pt x="3053639" y="285116"/>
                  </a:lnTo>
                  <a:lnTo>
                    <a:pt x="3054300" y="317536"/>
                  </a:lnTo>
                  <a:lnTo>
                    <a:pt x="3054960" y="368547"/>
                  </a:lnTo>
                  <a:lnTo>
                    <a:pt x="3055621" y="432202"/>
                  </a:lnTo>
                  <a:lnTo>
                    <a:pt x="3056282" y="496500"/>
                  </a:lnTo>
                  <a:lnTo>
                    <a:pt x="3056942" y="554697"/>
                  </a:lnTo>
                  <a:lnTo>
                    <a:pt x="3057603" y="597793"/>
                  </a:lnTo>
                  <a:lnTo>
                    <a:pt x="3058263" y="601297"/>
                  </a:lnTo>
                  <a:lnTo>
                    <a:pt x="3058924" y="599685"/>
                  </a:lnTo>
                  <a:lnTo>
                    <a:pt x="3059584" y="601738"/>
                  </a:lnTo>
                  <a:lnTo>
                    <a:pt x="3060245" y="603880"/>
                  </a:lnTo>
                  <a:lnTo>
                    <a:pt x="3060905" y="578857"/>
                  </a:lnTo>
                  <a:lnTo>
                    <a:pt x="3061566" y="557323"/>
                  </a:lnTo>
                  <a:lnTo>
                    <a:pt x="3062226" y="554759"/>
                  </a:lnTo>
                  <a:lnTo>
                    <a:pt x="3062887" y="563355"/>
                  </a:lnTo>
                  <a:lnTo>
                    <a:pt x="3063547" y="569979"/>
                  </a:lnTo>
                  <a:lnTo>
                    <a:pt x="3064208" y="585445"/>
                  </a:lnTo>
                  <a:lnTo>
                    <a:pt x="3064868" y="576426"/>
                  </a:lnTo>
                  <a:lnTo>
                    <a:pt x="3065529" y="542816"/>
                  </a:lnTo>
                  <a:lnTo>
                    <a:pt x="3066190" y="498378"/>
                  </a:lnTo>
                  <a:lnTo>
                    <a:pt x="3066850" y="469047"/>
                  </a:lnTo>
                  <a:lnTo>
                    <a:pt x="3067511" y="445132"/>
                  </a:lnTo>
                  <a:lnTo>
                    <a:pt x="3068171" y="427413"/>
                  </a:lnTo>
                  <a:lnTo>
                    <a:pt x="3068832" y="415445"/>
                  </a:lnTo>
                  <a:lnTo>
                    <a:pt x="3069492" y="421772"/>
                  </a:lnTo>
                  <a:lnTo>
                    <a:pt x="3070153" y="402695"/>
                  </a:lnTo>
                  <a:lnTo>
                    <a:pt x="3070813" y="371872"/>
                  </a:lnTo>
                  <a:lnTo>
                    <a:pt x="3071474" y="346343"/>
                  </a:lnTo>
                  <a:lnTo>
                    <a:pt x="3072134" y="333590"/>
                  </a:lnTo>
                  <a:lnTo>
                    <a:pt x="3072795" y="330462"/>
                  </a:lnTo>
                  <a:lnTo>
                    <a:pt x="3073455" y="361731"/>
                  </a:lnTo>
                  <a:lnTo>
                    <a:pt x="3074116" y="418227"/>
                  </a:lnTo>
                  <a:lnTo>
                    <a:pt x="3074776" y="481094"/>
                  </a:lnTo>
                  <a:lnTo>
                    <a:pt x="3075437" y="518322"/>
                  </a:lnTo>
                  <a:lnTo>
                    <a:pt x="3076098" y="495188"/>
                  </a:lnTo>
                  <a:lnTo>
                    <a:pt x="3076758" y="448908"/>
                  </a:lnTo>
                  <a:lnTo>
                    <a:pt x="3077419" y="399596"/>
                  </a:lnTo>
                  <a:lnTo>
                    <a:pt x="3078079" y="366437"/>
                  </a:lnTo>
                  <a:lnTo>
                    <a:pt x="3078740" y="351520"/>
                  </a:lnTo>
                  <a:lnTo>
                    <a:pt x="3079400" y="355168"/>
                  </a:lnTo>
                  <a:lnTo>
                    <a:pt x="3080061" y="346313"/>
                  </a:lnTo>
                  <a:lnTo>
                    <a:pt x="3080721" y="345219"/>
                  </a:lnTo>
                  <a:lnTo>
                    <a:pt x="3081382" y="353187"/>
                  </a:lnTo>
                  <a:lnTo>
                    <a:pt x="3082042" y="371094"/>
                  </a:lnTo>
                  <a:lnTo>
                    <a:pt x="3082703" y="406159"/>
                  </a:lnTo>
                  <a:lnTo>
                    <a:pt x="3083363" y="476816"/>
                  </a:lnTo>
                  <a:lnTo>
                    <a:pt x="3084024" y="572620"/>
                  </a:lnTo>
                  <a:lnTo>
                    <a:pt x="3084684" y="684263"/>
                  </a:lnTo>
                  <a:lnTo>
                    <a:pt x="3085345" y="815726"/>
                  </a:lnTo>
                  <a:lnTo>
                    <a:pt x="3086006" y="947316"/>
                  </a:lnTo>
                  <a:lnTo>
                    <a:pt x="3086666" y="1039027"/>
                  </a:lnTo>
                  <a:lnTo>
                    <a:pt x="3087327" y="1041478"/>
                  </a:lnTo>
                  <a:lnTo>
                    <a:pt x="3087987" y="1030104"/>
                  </a:lnTo>
                  <a:lnTo>
                    <a:pt x="3088648" y="984378"/>
                  </a:lnTo>
                  <a:lnTo>
                    <a:pt x="3089308" y="927406"/>
                  </a:lnTo>
                  <a:lnTo>
                    <a:pt x="3089969" y="887078"/>
                  </a:lnTo>
                  <a:lnTo>
                    <a:pt x="3090629" y="845968"/>
                  </a:lnTo>
                  <a:lnTo>
                    <a:pt x="3091290" y="802043"/>
                  </a:lnTo>
                  <a:lnTo>
                    <a:pt x="3091950" y="771638"/>
                  </a:lnTo>
                  <a:lnTo>
                    <a:pt x="3092611" y="771369"/>
                  </a:lnTo>
                  <a:lnTo>
                    <a:pt x="3093271" y="770428"/>
                  </a:lnTo>
                  <a:lnTo>
                    <a:pt x="3093932" y="775434"/>
                  </a:lnTo>
                  <a:lnTo>
                    <a:pt x="3094592" y="761325"/>
                  </a:lnTo>
                  <a:lnTo>
                    <a:pt x="3095253" y="701036"/>
                  </a:lnTo>
                  <a:lnTo>
                    <a:pt x="3095913" y="623053"/>
                  </a:lnTo>
                  <a:lnTo>
                    <a:pt x="3096574" y="561436"/>
                  </a:lnTo>
                  <a:lnTo>
                    <a:pt x="3097235" y="502224"/>
                  </a:lnTo>
                  <a:lnTo>
                    <a:pt x="3097895" y="457716"/>
                  </a:lnTo>
                  <a:lnTo>
                    <a:pt x="3098556" y="437073"/>
                  </a:lnTo>
                  <a:lnTo>
                    <a:pt x="3099216" y="413669"/>
                  </a:lnTo>
                  <a:lnTo>
                    <a:pt x="3099877" y="403094"/>
                  </a:lnTo>
                  <a:lnTo>
                    <a:pt x="3100537" y="396460"/>
                  </a:lnTo>
                  <a:lnTo>
                    <a:pt x="3101198" y="376588"/>
                  </a:lnTo>
                  <a:lnTo>
                    <a:pt x="3101858" y="350827"/>
                  </a:lnTo>
                  <a:lnTo>
                    <a:pt x="3102519" y="350495"/>
                  </a:lnTo>
                  <a:lnTo>
                    <a:pt x="3103179" y="355658"/>
                  </a:lnTo>
                  <a:lnTo>
                    <a:pt x="3103840" y="374712"/>
                  </a:lnTo>
                  <a:lnTo>
                    <a:pt x="3104500" y="398594"/>
                  </a:lnTo>
                  <a:lnTo>
                    <a:pt x="3105161" y="430436"/>
                  </a:lnTo>
                  <a:lnTo>
                    <a:pt x="3105821" y="452563"/>
                  </a:lnTo>
                  <a:lnTo>
                    <a:pt x="3106482" y="469185"/>
                  </a:lnTo>
                  <a:lnTo>
                    <a:pt x="3107143" y="466353"/>
                  </a:lnTo>
                  <a:lnTo>
                    <a:pt x="3107803" y="490692"/>
                  </a:lnTo>
                  <a:lnTo>
                    <a:pt x="3108464" y="530274"/>
                  </a:lnTo>
                  <a:lnTo>
                    <a:pt x="3109124" y="549701"/>
                  </a:lnTo>
                  <a:lnTo>
                    <a:pt x="3109785" y="498073"/>
                  </a:lnTo>
                  <a:lnTo>
                    <a:pt x="3110445" y="438181"/>
                  </a:lnTo>
                  <a:lnTo>
                    <a:pt x="3111106" y="373501"/>
                  </a:lnTo>
                  <a:lnTo>
                    <a:pt x="3111766" y="309646"/>
                  </a:lnTo>
                  <a:lnTo>
                    <a:pt x="3112427" y="271341"/>
                  </a:lnTo>
                  <a:lnTo>
                    <a:pt x="3113087" y="288571"/>
                  </a:lnTo>
                  <a:lnTo>
                    <a:pt x="3113748" y="340707"/>
                  </a:lnTo>
                  <a:lnTo>
                    <a:pt x="3114408" y="420225"/>
                  </a:lnTo>
                  <a:lnTo>
                    <a:pt x="3115069" y="530160"/>
                  </a:lnTo>
                  <a:lnTo>
                    <a:pt x="3115729" y="633318"/>
                  </a:lnTo>
                  <a:lnTo>
                    <a:pt x="3116390" y="620131"/>
                  </a:lnTo>
                  <a:lnTo>
                    <a:pt x="3117051" y="517885"/>
                  </a:lnTo>
                  <a:lnTo>
                    <a:pt x="3117711" y="455783"/>
                  </a:lnTo>
                  <a:lnTo>
                    <a:pt x="3118372" y="432403"/>
                  </a:lnTo>
                  <a:lnTo>
                    <a:pt x="3119032" y="437853"/>
                  </a:lnTo>
                  <a:lnTo>
                    <a:pt x="3119693" y="446569"/>
                  </a:lnTo>
                  <a:lnTo>
                    <a:pt x="3120353" y="473907"/>
                  </a:lnTo>
                  <a:lnTo>
                    <a:pt x="3121014" y="467400"/>
                  </a:lnTo>
                  <a:lnTo>
                    <a:pt x="3121674" y="438757"/>
                  </a:lnTo>
                  <a:lnTo>
                    <a:pt x="3122335" y="429997"/>
                  </a:lnTo>
                  <a:lnTo>
                    <a:pt x="3122995" y="443075"/>
                  </a:lnTo>
                  <a:lnTo>
                    <a:pt x="3123656" y="457451"/>
                  </a:lnTo>
                  <a:lnTo>
                    <a:pt x="3124316" y="477383"/>
                  </a:lnTo>
                  <a:lnTo>
                    <a:pt x="3124977" y="515277"/>
                  </a:lnTo>
                  <a:lnTo>
                    <a:pt x="3125637" y="534412"/>
                  </a:lnTo>
                  <a:lnTo>
                    <a:pt x="3126298" y="529249"/>
                  </a:lnTo>
                  <a:lnTo>
                    <a:pt x="3126958" y="540973"/>
                  </a:lnTo>
                  <a:lnTo>
                    <a:pt x="3127619" y="564126"/>
                  </a:lnTo>
                  <a:lnTo>
                    <a:pt x="3128280" y="594906"/>
                  </a:lnTo>
                  <a:lnTo>
                    <a:pt x="3128940" y="603806"/>
                  </a:lnTo>
                  <a:lnTo>
                    <a:pt x="3129601" y="630778"/>
                  </a:lnTo>
                  <a:lnTo>
                    <a:pt x="3130261" y="649324"/>
                  </a:lnTo>
                  <a:lnTo>
                    <a:pt x="3130922" y="655047"/>
                  </a:lnTo>
                  <a:lnTo>
                    <a:pt x="3131582" y="624805"/>
                  </a:lnTo>
                  <a:lnTo>
                    <a:pt x="3132243" y="597141"/>
                  </a:lnTo>
                  <a:lnTo>
                    <a:pt x="3132903" y="565158"/>
                  </a:lnTo>
                  <a:lnTo>
                    <a:pt x="3133564" y="549640"/>
                  </a:lnTo>
                  <a:lnTo>
                    <a:pt x="3134224" y="551356"/>
                  </a:lnTo>
                  <a:lnTo>
                    <a:pt x="3134885" y="549029"/>
                  </a:lnTo>
                  <a:lnTo>
                    <a:pt x="3135545" y="537381"/>
                  </a:lnTo>
                  <a:lnTo>
                    <a:pt x="3136206" y="531933"/>
                  </a:lnTo>
                  <a:lnTo>
                    <a:pt x="3136866" y="545273"/>
                  </a:lnTo>
                  <a:lnTo>
                    <a:pt x="3137527" y="565999"/>
                  </a:lnTo>
                  <a:lnTo>
                    <a:pt x="3138188" y="605963"/>
                  </a:lnTo>
                  <a:lnTo>
                    <a:pt x="3138848" y="668155"/>
                  </a:lnTo>
                  <a:lnTo>
                    <a:pt x="3139509" y="728757"/>
                  </a:lnTo>
                  <a:lnTo>
                    <a:pt x="3140169" y="731079"/>
                  </a:lnTo>
                  <a:lnTo>
                    <a:pt x="3140830" y="710626"/>
                  </a:lnTo>
                  <a:lnTo>
                    <a:pt x="3141490" y="669931"/>
                  </a:lnTo>
                  <a:lnTo>
                    <a:pt x="3142151" y="625124"/>
                  </a:lnTo>
                  <a:lnTo>
                    <a:pt x="3142811" y="596562"/>
                  </a:lnTo>
                  <a:lnTo>
                    <a:pt x="3143472" y="592475"/>
                  </a:lnTo>
                  <a:lnTo>
                    <a:pt x="3144132" y="615072"/>
                  </a:lnTo>
                  <a:lnTo>
                    <a:pt x="3144793" y="656473"/>
                  </a:lnTo>
                  <a:lnTo>
                    <a:pt x="3145453" y="704833"/>
                  </a:lnTo>
                  <a:lnTo>
                    <a:pt x="3146114" y="783184"/>
                  </a:lnTo>
                  <a:lnTo>
                    <a:pt x="3146774" y="890346"/>
                  </a:lnTo>
                  <a:lnTo>
                    <a:pt x="3147435" y="965236"/>
                  </a:lnTo>
                  <a:lnTo>
                    <a:pt x="3148096" y="1045731"/>
                  </a:lnTo>
                  <a:lnTo>
                    <a:pt x="3148756" y="1171539"/>
                  </a:lnTo>
                  <a:lnTo>
                    <a:pt x="3149417" y="1106488"/>
                  </a:lnTo>
                  <a:lnTo>
                    <a:pt x="3150077" y="910795"/>
                  </a:lnTo>
                  <a:lnTo>
                    <a:pt x="3150738" y="784731"/>
                  </a:lnTo>
                  <a:lnTo>
                    <a:pt x="3151398" y="721003"/>
                  </a:lnTo>
                  <a:lnTo>
                    <a:pt x="3152059" y="701036"/>
                  </a:lnTo>
                  <a:lnTo>
                    <a:pt x="3152719" y="716540"/>
                  </a:lnTo>
                  <a:lnTo>
                    <a:pt x="3153380" y="748387"/>
                  </a:lnTo>
                  <a:lnTo>
                    <a:pt x="3154040" y="777077"/>
                  </a:lnTo>
                  <a:lnTo>
                    <a:pt x="3154701" y="767361"/>
                  </a:lnTo>
                  <a:lnTo>
                    <a:pt x="3155361" y="764590"/>
                  </a:lnTo>
                  <a:lnTo>
                    <a:pt x="3156022" y="744447"/>
                  </a:lnTo>
                  <a:lnTo>
                    <a:pt x="3156682" y="743471"/>
                  </a:lnTo>
                  <a:lnTo>
                    <a:pt x="3157343" y="744447"/>
                  </a:lnTo>
                  <a:lnTo>
                    <a:pt x="3158004" y="769893"/>
                  </a:lnTo>
                  <a:lnTo>
                    <a:pt x="3158664" y="760160"/>
                  </a:lnTo>
                  <a:lnTo>
                    <a:pt x="3159325" y="756563"/>
                  </a:lnTo>
                  <a:lnTo>
                    <a:pt x="3159985" y="758613"/>
                  </a:lnTo>
                  <a:lnTo>
                    <a:pt x="3160646" y="770429"/>
                  </a:lnTo>
                  <a:lnTo>
                    <a:pt x="3161306" y="750003"/>
                  </a:lnTo>
                  <a:lnTo>
                    <a:pt x="3161967" y="725310"/>
                  </a:lnTo>
                  <a:lnTo>
                    <a:pt x="3162627" y="720217"/>
                  </a:lnTo>
                  <a:lnTo>
                    <a:pt x="3163288" y="729451"/>
                  </a:lnTo>
                  <a:lnTo>
                    <a:pt x="3163948" y="729336"/>
                  </a:lnTo>
                  <a:lnTo>
                    <a:pt x="3164609" y="743837"/>
                  </a:lnTo>
                  <a:lnTo>
                    <a:pt x="3165269" y="766964"/>
                  </a:lnTo>
                  <a:lnTo>
                    <a:pt x="3165930" y="785721"/>
                  </a:lnTo>
                  <a:lnTo>
                    <a:pt x="3166590" y="809186"/>
                  </a:lnTo>
                  <a:lnTo>
                    <a:pt x="3167251" y="860181"/>
                  </a:lnTo>
                  <a:lnTo>
                    <a:pt x="3167911" y="931182"/>
                  </a:lnTo>
                  <a:lnTo>
                    <a:pt x="3168572" y="994907"/>
                  </a:lnTo>
                  <a:lnTo>
                    <a:pt x="3169233" y="1027749"/>
                  </a:lnTo>
                  <a:lnTo>
                    <a:pt x="3169893" y="1002153"/>
                  </a:lnTo>
                  <a:lnTo>
                    <a:pt x="3170554" y="991943"/>
                  </a:lnTo>
                  <a:lnTo>
                    <a:pt x="3171214" y="1010534"/>
                  </a:lnTo>
                  <a:lnTo>
                    <a:pt x="3171875" y="1051140"/>
                  </a:lnTo>
                  <a:lnTo>
                    <a:pt x="3172535" y="1086389"/>
                  </a:lnTo>
                  <a:lnTo>
                    <a:pt x="3173196" y="1086389"/>
                  </a:lnTo>
                  <a:lnTo>
                    <a:pt x="3173856" y="1023098"/>
                  </a:lnTo>
                  <a:lnTo>
                    <a:pt x="3174517" y="942575"/>
                  </a:lnTo>
                  <a:lnTo>
                    <a:pt x="3175177" y="882646"/>
                  </a:lnTo>
                  <a:lnTo>
                    <a:pt x="3175838" y="855787"/>
                  </a:lnTo>
                  <a:lnTo>
                    <a:pt x="3176498" y="878479"/>
                  </a:lnTo>
                  <a:lnTo>
                    <a:pt x="3177159" y="936942"/>
                  </a:lnTo>
                  <a:lnTo>
                    <a:pt x="3177819" y="1015300"/>
                  </a:lnTo>
                  <a:lnTo>
                    <a:pt x="3178480" y="1092227"/>
                  </a:lnTo>
                  <a:lnTo>
                    <a:pt x="3179141" y="1127657"/>
                  </a:lnTo>
                  <a:lnTo>
                    <a:pt x="3179801" y="1079460"/>
                  </a:lnTo>
                  <a:lnTo>
                    <a:pt x="3180462" y="972847"/>
                  </a:lnTo>
                  <a:lnTo>
                    <a:pt x="3181122" y="889321"/>
                  </a:lnTo>
                  <a:lnTo>
                    <a:pt x="3181783" y="827961"/>
                  </a:lnTo>
                  <a:lnTo>
                    <a:pt x="3182443" y="765774"/>
                  </a:lnTo>
                  <a:lnTo>
                    <a:pt x="3183104" y="734598"/>
                  </a:lnTo>
                  <a:lnTo>
                    <a:pt x="3183764" y="726684"/>
                  </a:lnTo>
                  <a:lnTo>
                    <a:pt x="3184425" y="719098"/>
                  </a:lnTo>
                  <a:lnTo>
                    <a:pt x="3185085" y="728526"/>
                  </a:lnTo>
                  <a:lnTo>
                    <a:pt x="3185746" y="771638"/>
                  </a:lnTo>
                  <a:lnTo>
                    <a:pt x="3186406" y="815883"/>
                  </a:lnTo>
                  <a:lnTo>
                    <a:pt x="3187067" y="880853"/>
                  </a:lnTo>
                  <a:lnTo>
                    <a:pt x="3187727" y="936215"/>
                  </a:lnTo>
                  <a:lnTo>
                    <a:pt x="3188388" y="937914"/>
                  </a:lnTo>
                  <a:lnTo>
                    <a:pt x="3189049" y="884853"/>
                  </a:lnTo>
                  <a:lnTo>
                    <a:pt x="3189709" y="843001"/>
                  </a:lnTo>
                  <a:lnTo>
                    <a:pt x="3190370" y="804909"/>
                  </a:lnTo>
                  <a:lnTo>
                    <a:pt x="3191030" y="798613"/>
                  </a:lnTo>
                  <a:lnTo>
                    <a:pt x="3191691" y="785579"/>
                  </a:lnTo>
                  <a:lnTo>
                    <a:pt x="3192351" y="773394"/>
                  </a:lnTo>
                  <a:lnTo>
                    <a:pt x="3193012" y="777489"/>
                  </a:lnTo>
                  <a:lnTo>
                    <a:pt x="3193672" y="799058"/>
                  </a:lnTo>
                  <a:lnTo>
                    <a:pt x="3194333" y="818894"/>
                  </a:lnTo>
                  <a:lnTo>
                    <a:pt x="3194993" y="850389"/>
                  </a:lnTo>
                  <a:lnTo>
                    <a:pt x="3195654" y="895739"/>
                  </a:lnTo>
                  <a:lnTo>
                    <a:pt x="3196314" y="917503"/>
                  </a:lnTo>
                  <a:lnTo>
                    <a:pt x="3196975" y="913906"/>
                  </a:lnTo>
                  <a:lnTo>
                    <a:pt x="3197635" y="907719"/>
                  </a:lnTo>
                  <a:lnTo>
                    <a:pt x="3198296" y="920232"/>
                  </a:lnTo>
                  <a:lnTo>
                    <a:pt x="3198956" y="932372"/>
                  </a:lnTo>
                  <a:lnTo>
                    <a:pt x="3199617" y="929996"/>
                  </a:lnTo>
                  <a:lnTo>
                    <a:pt x="3200278" y="934768"/>
                  </a:lnTo>
                  <a:lnTo>
                    <a:pt x="3200938" y="951626"/>
                  </a:lnTo>
                  <a:lnTo>
                    <a:pt x="3201599" y="999414"/>
                  </a:lnTo>
                  <a:lnTo>
                    <a:pt x="3202259" y="1086802"/>
                  </a:lnTo>
                  <a:lnTo>
                    <a:pt x="3202920" y="1209148"/>
                  </a:lnTo>
                  <a:lnTo>
                    <a:pt x="3203580" y="1298649"/>
                  </a:lnTo>
                  <a:lnTo>
                    <a:pt x="3204241" y="1237343"/>
                  </a:lnTo>
                  <a:lnTo>
                    <a:pt x="3204901" y="1096046"/>
                  </a:lnTo>
                  <a:lnTo>
                    <a:pt x="3205562" y="1018523"/>
                  </a:lnTo>
                  <a:lnTo>
                    <a:pt x="3206222" y="954967"/>
                  </a:lnTo>
                  <a:lnTo>
                    <a:pt x="3206883" y="892615"/>
                  </a:lnTo>
                  <a:lnTo>
                    <a:pt x="3207543" y="859628"/>
                  </a:lnTo>
                  <a:lnTo>
                    <a:pt x="3208204" y="838866"/>
                  </a:lnTo>
                  <a:lnTo>
                    <a:pt x="3208864" y="793036"/>
                  </a:lnTo>
                  <a:lnTo>
                    <a:pt x="3209525" y="747520"/>
                  </a:lnTo>
                  <a:lnTo>
                    <a:pt x="3210186" y="709220"/>
                  </a:lnTo>
                  <a:lnTo>
                    <a:pt x="3210846" y="668995"/>
                  </a:lnTo>
                  <a:lnTo>
                    <a:pt x="3211507" y="635882"/>
                  </a:lnTo>
                  <a:lnTo>
                    <a:pt x="3212167" y="621391"/>
                  </a:lnTo>
                  <a:lnTo>
                    <a:pt x="3212828" y="617240"/>
                  </a:lnTo>
                  <a:lnTo>
                    <a:pt x="3213488" y="628341"/>
                  </a:lnTo>
                  <a:lnTo>
                    <a:pt x="3214149" y="658807"/>
                  </a:lnTo>
                  <a:lnTo>
                    <a:pt x="3214809" y="711929"/>
                  </a:lnTo>
                  <a:lnTo>
                    <a:pt x="3215470" y="772312"/>
                  </a:lnTo>
                  <a:lnTo>
                    <a:pt x="3216130" y="841098"/>
                  </a:lnTo>
                  <a:lnTo>
                    <a:pt x="3216791" y="886267"/>
                  </a:lnTo>
                  <a:lnTo>
                    <a:pt x="3217451" y="901879"/>
                  </a:lnTo>
                  <a:lnTo>
                    <a:pt x="3218112" y="925304"/>
                  </a:lnTo>
                  <a:lnTo>
                    <a:pt x="3218772" y="963632"/>
                  </a:lnTo>
                  <a:lnTo>
                    <a:pt x="3219433" y="986105"/>
                  </a:lnTo>
                  <a:lnTo>
                    <a:pt x="3220094" y="1038330"/>
                  </a:lnTo>
                  <a:lnTo>
                    <a:pt x="3220754" y="1107376"/>
                  </a:lnTo>
                  <a:lnTo>
                    <a:pt x="3221415" y="1112311"/>
                  </a:lnTo>
                  <a:lnTo>
                    <a:pt x="3222075" y="1076655"/>
                  </a:lnTo>
                  <a:lnTo>
                    <a:pt x="3222736" y="1061145"/>
                  </a:lnTo>
                  <a:lnTo>
                    <a:pt x="3223396" y="1059265"/>
                  </a:lnTo>
                  <a:lnTo>
                    <a:pt x="3224057" y="1103402"/>
                  </a:lnTo>
                  <a:lnTo>
                    <a:pt x="3224717" y="1151071"/>
                  </a:lnTo>
                  <a:lnTo>
                    <a:pt x="3225378" y="1164368"/>
                  </a:lnTo>
                  <a:lnTo>
                    <a:pt x="3226038" y="1175478"/>
                  </a:lnTo>
                  <a:lnTo>
                    <a:pt x="3226699" y="1153680"/>
                  </a:lnTo>
                  <a:lnTo>
                    <a:pt x="3227359" y="1093071"/>
                  </a:lnTo>
                  <a:lnTo>
                    <a:pt x="3228020" y="1039376"/>
                  </a:lnTo>
                  <a:lnTo>
                    <a:pt x="3228680" y="1020801"/>
                  </a:lnTo>
                  <a:lnTo>
                    <a:pt x="3229341" y="988135"/>
                  </a:lnTo>
                  <a:lnTo>
                    <a:pt x="3230002" y="965773"/>
                  </a:lnTo>
                  <a:lnTo>
                    <a:pt x="3230662" y="939622"/>
                  </a:lnTo>
                  <a:lnTo>
                    <a:pt x="3231323" y="909693"/>
                  </a:lnTo>
                  <a:lnTo>
                    <a:pt x="3231983" y="888503"/>
                  </a:lnTo>
                  <a:lnTo>
                    <a:pt x="3232644" y="902308"/>
                  </a:lnTo>
                  <a:lnTo>
                    <a:pt x="3233304" y="930470"/>
                  </a:lnTo>
                  <a:lnTo>
                    <a:pt x="3233965" y="982946"/>
                  </a:lnTo>
                  <a:lnTo>
                    <a:pt x="3234625" y="1057398"/>
                  </a:lnTo>
                  <a:lnTo>
                    <a:pt x="3235286" y="1143890"/>
                  </a:lnTo>
                  <a:lnTo>
                    <a:pt x="3235946" y="1197266"/>
                  </a:lnTo>
                  <a:lnTo>
                    <a:pt x="3236607" y="1206604"/>
                  </a:lnTo>
                  <a:lnTo>
                    <a:pt x="3237267" y="1206604"/>
                  </a:lnTo>
                  <a:lnTo>
                    <a:pt x="3237928" y="1233138"/>
                  </a:lnTo>
                  <a:lnTo>
                    <a:pt x="3238588" y="1233138"/>
                  </a:lnTo>
                  <a:lnTo>
                    <a:pt x="3239249" y="1250350"/>
                  </a:lnTo>
                  <a:lnTo>
                    <a:pt x="3239909" y="1298649"/>
                  </a:lnTo>
                  <a:lnTo>
                    <a:pt x="3240570" y="1336177"/>
                  </a:lnTo>
                  <a:lnTo>
                    <a:pt x="3241231" y="1357005"/>
                  </a:lnTo>
                  <a:lnTo>
                    <a:pt x="3241891" y="1403955"/>
                  </a:lnTo>
                  <a:lnTo>
                    <a:pt x="3242552" y="1430742"/>
                  </a:lnTo>
                  <a:lnTo>
                    <a:pt x="3243212" y="1387820"/>
                  </a:lnTo>
                  <a:lnTo>
                    <a:pt x="3243873" y="1304865"/>
                  </a:lnTo>
                  <a:lnTo>
                    <a:pt x="3244533" y="1207873"/>
                  </a:lnTo>
                  <a:lnTo>
                    <a:pt x="3245194" y="1140368"/>
                  </a:lnTo>
                  <a:lnTo>
                    <a:pt x="3245854" y="1104721"/>
                  </a:lnTo>
                  <a:lnTo>
                    <a:pt x="3246515" y="1093071"/>
                  </a:lnTo>
                  <a:lnTo>
                    <a:pt x="3247175" y="1101654"/>
                  </a:lnTo>
                  <a:lnTo>
                    <a:pt x="3247836" y="1133452"/>
                  </a:lnTo>
                  <a:lnTo>
                    <a:pt x="3248496" y="1175478"/>
                  </a:lnTo>
                  <a:lnTo>
                    <a:pt x="3249157" y="1216263"/>
                  </a:lnTo>
                  <a:lnTo>
                    <a:pt x="3249817" y="1258606"/>
                  </a:lnTo>
                  <a:lnTo>
                    <a:pt x="3250478" y="1308480"/>
                  </a:lnTo>
                  <a:lnTo>
                    <a:pt x="3251139" y="1369155"/>
                  </a:lnTo>
                  <a:lnTo>
                    <a:pt x="3251799" y="1418371"/>
                  </a:lnTo>
                  <a:lnTo>
                    <a:pt x="3252460" y="1430742"/>
                  </a:lnTo>
                  <a:lnTo>
                    <a:pt x="3253120" y="1430742"/>
                  </a:lnTo>
                  <a:lnTo>
                    <a:pt x="3253781" y="1430742"/>
                  </a:lnTo>
                  <a:lnTo>
                    <a:pt x="3254441" y="1430742"/>
                  </a:lnTo>
                  <a:lnTo>
                    <a:pt x="3255102" y="1357005"/>
                  </a:lnTo>
                  <a:lnTo>
                    <a:pt x="3255762" y="1278323"/>
                  </a:lnTo>
                  <a:lnTo>
                    <a:pt x="3256423" y="1232443"/>
                  </a:lnTo>
                  <a:lnTo>
                    <a:pt x="3257083" y="1157375"/>
                  </a:lnTo>
                  <a:lnTo>
                    <a:pt x="3257744" y="1081075"/>
                  </a:lnTo>
                  <a:lnTo>
                    <a:pt x="3258404" y="1050413"/>
                  </a:lnTo>
                  <a:lnTo>
                    <a:pt x="3259065" y="1051869"/>
                  </a:lnTo>
                  <a:lnTo>
                    <a:pt x="3259725" y="1037983"/>
                  </a:lnTo>
                  <a:lnTo>
                    <a:pt x="3260386" y="1046447"/>
                  </a:lnTo>
                  <a:lnTo>
                    <a:pt x="3261047" y="1050050"/>
                  </a:lnTo>
                  <a:lnTo>
                    <a:pt x="3261707" y="1050050"/>
                  </a:lnTo>
                  <a:lnTo>
                    <a:pt x="3262368" y="1035906"/>
                  </a:lnTo>
                  <a:lnTo>
                    <a:pt x="3263028" y="1042889"/>
                  </a:lnTo>
                  <a:lnTo>
                    <a:pt x="3263689" y="1072697"/>
                  </a:lnTo>
                  <a:lnTo>
                    <a:pt x="3264349" y="1116873"/>
                  </a:lnTo>
                  <a:lnTo>
                    <a:pt x="3265010" y="1145923"/>
                  </a:lnTo>
                  <a:lnTo>
                    <a:pt x="3265670" y="1178325"/>
                  </a:lnTo>
                  <a:lnTo>
                    <a:pt x="3266331" y="1214956"/>
                  </a:lnTo>
                  <a:lnTo>
                    <a:pt x="3266991" y="1228310"/>
                  </a:lnTo>
                  <a:lnTo>
                    <a:pt x="3267652" y="1265546"/>
                  </a:lnTo>
                  <a:lnTo>
                    <a:pt x="3268312" y="1336177"/>
                  </a:lnTo>
                  <a:lnTo>
                    <a:pt x="3268973" y="1403955"/>
                  </a:lnTo>
                  <a:lnTo>
                    <a:pt x="3269633" y="1430742"/>
                  </a:lnTo>
                  <a:lnTo>
                    <a:pt x="3270294" y="1430742"/>
                  </a:lnTo>
                  <a:lnTo>
                    <a:pt x="3270954" y="1403955"/>
                  </a:lnTo>
                  <a:lnTo>
                    <a:pt x="3271615" y="1379501"/>
                  </a:lnTo>
                  <a:lnTo>
                    <a:pt x="3272276" y="1331203"/>
                  </a:lnTo>
                  <a:lnTo>
                    <a:pt x="3272936" y="1277507"/>
                  </a:lnTo>
                  <a:lnTo>
                    <a:pt x="3273597" y="1261669"/>
                  </a:lnTo>
                  <a:lnTo>
                    <a:pt x="3274257" y="1261669"/>
                  </a:lnTo>
                  <a:lnTo>
                    <a:pt x="3274918" y="1277507"/>
                  </a:lnTo>
                  <a:lnTo>
                    <a:pt x="3275578" y="1316787"/>
                  </a:lnTo>
                  <a:lnTo>
                    <a:pt x="3276239" y="1357005"/>
                  </a:lnTo>
                  <a:lnTo>
                    <a:pt x="3276899" y="1357005"/>
                  </a:lnTo>
                  <a:lnTo>
                    <a:pt x="3277560" y="1357005"/>
                  </a:lnTo>
                  <a:lnTo>
                    <a:pt x="3278220" y="1336177"/>
                  </a:lnTo>
                  <a:lnTo>
                    <a:pt x="3278881" y="1316787"/>
                  </a:lnTo>
                  <a:lnTo>
                    <a:pt x="3279541" y="1309391"/>
                  </a:lnTo>
                  <a:lnTo>
                    <a:pt x="3280202" y="1275074"/>
                  </a:lnTo>
                  <a:lnTo>
                    <a:pt x="3280862" y="1230369"/>
                  </a:lnTo>
                  <a:lnTo>
                    <a:pt x="3281523" y="1230369"/>
                  </a:lnTo>
                  <a:lnTo>
                    <a:pt x="3282184" y="1244495"/>
                  </a:lnTo>
                  <a:lnTo>
                    <a:pt x="3282844" y="1265546"/>
                  </a:lnTo>
                  <a:lnTo>
                    <a:pt x="3283505" y="1316787"/>
                  </a:lnTo>
                  <a:lnTo>
                    <a:pt x="3284165" y="1403955"/>
                  </a:lnTo>
                  <a:lnTo>
                    <a:pt x="3284826" y="1430742"/>
                  </a:lnTo>
                  <a:lnTo>
                    <a:pt x="3285486" y="1430742"/>
                  </a:lnTo>
                  <a:lnTo>
                    <a:pt x="3286147" y="1430742"/>
                  </a:lnTo>
                  <a:lnTo>
                    <a:pt x="3286807" y="1430742"/>
                  </a:lnTo>
                  <a:lnTo>
                    <a:pt x="3287468" y="1403955"/>
                  </a:lnTo>
                  <a:lnTo>
                    <a:pt x="3288128" y="1371421"/>
                  </a:lnTo>
                  <a:lnTo>
                    <a:pt x="3288789" y="1292567"/>
                  </a:lnTo>
                  <a:lnTo>
                    <a:pt x="3289449" y="1217577"/>
                  </a:lnTo>
                  <a:lnTo>
                    <a:pt x="3290110" y="1192410"/>
                  </a:lnTo>
                  <a:lnTo>
                    <a:pt x="3290770" y="1181781"/>
                  </a:lnTo>
                  <a:lnTo>
                    <a:pt x="3291431" y="1163281"/>
                  </a:lnTo>
                  <a:lnTo>
                    <a:pt x="3292092" y="1163281"/>
                  </a:lnTo>
                  <a:lnTo>
                    <a:pt x="3292752" y="1174347"/>
                  </a:lnTo>
                  <a:lnTo>
                    <a:pt x="3293413" y="1185867"/>
                  </a:lnTo>
                  <a:lnTo>
                    <a:pt x="3294073" y="1209148"/>
                  </a:lnTo>
                  <a:lnTo>
                    <a:pt x="3294734" y="1250350"/>
                  </a:lnTo>
                  <a:lnTo>
                    <a:pt x="3295394" y="1316787"/>
                  </a:lnTo>
                  <a:lnTo>
                    <a:pt x="3296055" y="1379501"/>
                  </a:lnTo>
                  <a:lnTo>
                    <a:pt x="3296715" y="1379501"/>
                  </a:lnTo>
                  <a:lnTo>
                    <a:pt x="3297376" y="1336177"/>
                  </a:lnTo>
                  <a:lnTo>
                    <a:pt x="3298036" y="1265546"/>
                  </a:lnTo>
                  <a:lnTo>
                    <a:pt x="3298697" y="1222222"/>
                  </a:lnTo>
                  <a:lnTo>
                    <a:pt x="3299357" y="1162198"/>
                  </a:lnTo>
                  <a:lnTo>
                    <a:pt x="3300018" y="1121979"/>
                  </a:lnTo>
                  <a:lnTo>
                    <a:pt x="3300678" y="1112764"/>
                  </a:lnTo>
                  <a:lnTo>
                    <a:pt x="3301339" y="1111407"/>
                  </a:lnTo>
                  <a:lnTo>
                    <a:pt x="3301999" y="1069570"/>
                  </a:lnTo>
                  <a:lnTo>
                    <a:pt x="3302660" y="1010533"/>
                  </a:lnTo>
                  <a:lnTo>
                    <a:pt x="3303321" y="920689"/>
                  </a:lnTo>
                  <a:lnTo>
                    <a:pt x="3303981" y="817623"/>
                  </a:lnTo>
                  <a:lnTo>
                    <a:pt x="3304642" y="763410"/>
                  </a:lnTo>
                  <a:lnTo>
                    <a:pt x="3305302" y="768158"/>
                  </a:lnTo>
                  <a:lnTo>
                    <a:pt x="3305963" y="809494"/>
                  </a:lnTo>
                  <a:lnTo>
                    <a:pt x="3306623" y="886267"/>
                  </a:lnTo>
                  <a:lnTo>
                    <a:pt x="3307284" y="1039725"/>
                  </a:lnTo>
                  <a:lnTo>
                    <a:pt x="3307944" y="1233138"/>
                  </a:lnTo>
                  <a:lnTo>
                    <a:pt x="3308605" y="1281610"/>
                  </a:lnTo>
                  <a:lnTo>
                    <a:pt x="3309265" y="1265546"/>
                  </a:lnTo>
                  <a:lnTo>
                    <a:pt x="3309926" y="1222222"/>
                  </a:lnTo>
                  <a:lnTo>
                    <a:pt x="3310586" y="1168207"/>
                  </a:lnTo>
                  <a:lnTo>
                    <a:pt x="3311247" y="1124331"/>
                  </a:lnTo>
                  <a:lnTo>
                    <a:pt x="3311907" y="1103402"/>
                  </a:lnTo>
                  <a:lnTo>
                    <a:pt x="3312568" y="1078254"/>
                  </a:lnTo>
                  <a:lnTo>
                    <a:pt x="3313229" y="1070348"/>
                  </a:lnTo>
                  <a:lnTo>
                    <a:pt x="3313889" y="1054067"/>
                  </a:lnTo>
                  <a:lnTo>
                    <a:pt x="3314550" y="996401"/>
                  </a:lnTo>
                  <a:lnTo>
                    <a:pt x="3315210" y="929052"/>
                  </a:lnTo>
                  <a:lnTo>
                    <a:pt x="3315871" y="877300"/>
                  </a:lnTo>
                  <a:lnTo>
                    <a:pt x="3316531" y="862032"/>
                  </a:lnTo>
                  <a:lnTo>
                    <a:pt x="3317192" y="868040"/>
                  </a:lnTo>
                  <a:lnTo>
                    <a:pt x="3317852" y="887688"/>
                  </a:lnTo>
                  <a:lnTo>
                    <a:pt x="3318513" y="900172"/>
                  </a:lnTo>
                  <a:lnTo>
                    <a:pt x="3319173" y="863149"/>
                  </a:lnTo>
                  <a:lnTo>
                    <a:pt x="3319834" y="812126"/>
                  </a:lnTo>
                  <a:lnTo>
                    <a:pt x="3320494" y="779282"/>
                  </a:lnTo>
                  <a:lnTo>
                    <a:pt x="3321155" y="762627"/>
                  </a:lnTo>
                  <a:lnTo>
                    <a:pt x="3321815" y="755798"/>
                  </a:lnTo>
                  <a:lnTo>
                    <a:pt x="3322476" y="769091"/>
                  </a:lnTo>
                  <a:lnTo>
                    <a:pt x="3323137" y="769091"/>
                  </a:lnTo>
                  <a:lnTo>
                    <a:pt x="3323797" y="736493"/>
                  </a:lnTo>
                  <a:lnTo>
                    <a:pt x="3324458" y="700304"/>
                  </a:lnTo>
                  <a:lnTo>
                    <a:pt x="3325118" y="675615"/>
                  </a:lnTo>
                  <a:lnTo>
                    <a:pt x="3325779" y="674183"/>
                  </a:lnTo>
                  <a:lnTo>
                    <a:pt x="3326439" y="680538"/>
                  </a:lnTo>
                  <a:lnTo>
                    <a:pt x="3327100" y="706110"/>
                  </a:lnTo>
                  <a:lnTo>
                    <a:pt x="3327760" y="743959"/>
                  </a:lnTo>
                  <a:lnTo>
                    <a:pt x="3328421" y="757202"/>
                  </a:lnTo>
                  <a:lnTo>
                    <a:pt x="3329081" y="732950"/>
                  </a:lnTo>
                  <a:lnTo>
                    <a:pt x="3329742" y="721566"/>
                  </a:lnTo>
                  <a:lnTo>
                    <a:pt x="3330402" y="723035"/>
                  </a:lnTo>
                  <a:lnTo>
                    <a:pt x="3331063" y="731662"/>
                  </a:lnTo>
                  <a:lnTo>
                    <a:pt x="3331723" y="761196"/>
                  </a:lnTo>
                  <a:lnTo>
                    <a:pt x="3332384" y="810420"/>
                  </a:lnTo>
                  <a:lnTo>
                    <a:pt x="3333045" y="853255"/>
                  </a:lnTo>
                  <a:lnTo>
                    <a:pt x="3333705" y="883447"/>
                  </a:lnTo>
                  <a:lnTo>
                    <a:pt x="3334366" y="913459"/>
                  </a:lnTo>
                  <a:lnTo>
                    <a:pt x="3335026" y="955226"/>
                  </a:lnTo>
                  <a:lnTo>
                    <a:pt x="3335687" y="1003072"/>
                  </a:lnTo>
                  <a:lnTo>
                    <a:pt x="3336347" y="1063038"/>
                  </a:lnTo>
                  <a:lnTo>
                    <a:pt x="3337008" y="1103841"/>
                  </a:lnTo>
                  <a:lnTo>
                    <a:pt x="3337668" y="1121511"/>
                  </a:lnTo>
                  <a:lnTo>
                    <a:pt x="3338329" y="1086389"/>
                  </a:lnTo>
                  <a:lnTo>
                    <a:pt x="3338989" y="1071129"/>
                  </a:lnTo>
                  <a:lnTo>
                    <a:pt x="3339650" y="1030442"/>
                  </a:lnTo>
                  <a:lnTo>
                    <a:pt x="3340310" y="975338"/>
                  </a:lnTo>
                  <a:lnTo>
                    <a:pt x="3340971" y="876517"/>
                  </a:lnTo>
                  <a:lnTo>
                    <a:pt x="3341631" y="820012"/>
                  </a:lnTo>
                  <a:lnTo>
                    <a:pt x="3342292" y="770027"/>
                  </a:lnTo>
                  <a:lnTo>
                    <a:pt x="3342952" y="749754"/>
                  </a:lnTo>
                  <a:lnTo>
                    <a:pt x="3343613" y="722695"/>
                  </a:lnTo>
                  <a:lnTo>
                    <a:pt x="3344274" y="737445"/>
                  </a:lnTo>
                  <a:lnTo>
                    <a:pt x="3344934" y="760289"/>
                  </a:lnTo>
                  <a:lnTo>
                    <a:pt x="3345595" y="755162"/>
                  </a:lnTo>
                  <a:lnTo>
                    <a:pt x="3346255" y="715767"/>
                  </a:lnTo>
                  <a:lnTo>
                    <a:pt x="3346916" y="705258"/>
                  </a:lnTo>
                  <a:lnTo>
                    <a:pt x="3347576" y="698222"/>
                  </a:lnTo>
                  <a:lnTo>
                    <a:pt x="3348237" y="708359"/>
                  </a:lnTo>
                  <a:lnTo>
                    <a:pt x="3348897" y="752131"/>
                  </a:lnTo>
                  <a:lnTo>
                    <a:pt x="3349558" y="813998"/>
                  </a:lnTo>
                  <a:lnTo>
                    <a:pt x="3350218" y="861290"/>
                  </a:lnTo>
                  <a:lnTo>
                    <a:pt x="3350879" y="875151"/>
                  </a:lnTo>
                  <a:lnTo>
                    <a:pt x="3351539" y="821777"/>
                  </a:lnTo>
                  <a:lnTo>
                    <a:pt x="3352200" y="770965"/>
                  </a:lnTo>
                  <a:lnTo>
                    <a:pt x="3352860" y="727488"/>
                  </a:lnTo>
                  <a:lnTo>
                    <a:pt x="3353521" y="708251"/>
                  </a:lnTo>
                  <a:lnTo>
                    <a:pt x="3354182" y="703350"/>
                  </a:lnTo>
                  <a:lnTo>
                    <a:pt x="3354842" y="739600"/>
                  </a:lnTo>
                  <a:lnTo>
                    <a:pt x="3355503" y="777627"/>
                  </a:lnTo>
                  <a:lnTo>
                    <a:pt x="3356163" y="830440"/>
                  </a:lnTo>
                  <a:lnTo>
                    <a:pt x="3356824" y="869562"/>
                  </a:lnTo>
                  <a:lnTo>
                    <a:pt x="3357484" y="878282"/>
                  </a:lnTo>
                  <a:lnTo>
                    <a:pt x="3358145" y="822099"/>
                  </a:lnTo>
                  <a:lnTo>
                    <a:pt x="3358805" y="781924"/>
                  </a:lnTo>
                  <a:lnTo>
                    <a:pt x="3359466" y="735425"/>
                  </a:lnTo>
                  <a:lnTo>
                    <a:pt x="3360126" y="687638"/>
                  </a:lnTo>
                  <a:lnTo>
                    <a:pt x="3360787" y="683081"/>
                  </a:lnTo>
                  <a:lnTo>
                    <a:pt x="3361447" y="705790"/>
                  </a:lnTo>
                  <a:lnTo>
                    <a:pt x="3362108" y="719321"/>
                  </a:lnTo>
                  <a:lnTo>
                    <a:pt x="3362768" y="742620"/>
                  </a:lnTo>
                  <a:lnTo>
                    <a:pt x="3363429" y="765116"/>
                  </a:lnTo>
                  <a:lnTo>
                    <a:pt x="3364090" y="741287"/>
                  </a:lnTo>
                  <a:lnTo>
                    <a:pt x="3364750" y="690146"/>
                  </a:lnTo>
                  <a:lnTo>
                    <a:pt x="3365411" y="667503"/>
                  </a:lnTo>
                  <a:lnTo>
                    <a:pt x="3366071" y="653185"/>
                  </a:lnTo>
                  <a:lnTo>
                    <a:pt x="3366732" y="639898"/>
                  </a:lnTo>
                  <a:lnTo>
                    <a:pt x="3367392" y="639645"/>
                  </a:lnTo>
                  <a:lnTo>
                    <a:pt x="3368053" y="671530"/>
                  </a:lnTo>
                  <a:lnTo>
                    <a:pt x="3368713" y="713130"/>
                  </a:lnTo>
                  <a:lnTo>
                    <a:pt x="3369374" y="754782"/>
                  </a:lnTo>
                  <a:lnTo>
                    <a:pt x="3370034" y="819532"/>
                  </a:lnTo>
                  <a:lnTo>
                    <a:pt x="3370695" y="907500"/>
                  </a:lnTo>
                  <a:lnTo>
                    <a:pt x="3371355" y="944811"/>
                  </a:lnTo>
                  <a:lnTo>
                    <a:pt x="3372016" y="921147"/>
                  </a:lnTo>
                  <a:lnTo>
                    <a:pt x="3372676" y="900385"/>
                  </a:lnTo>
                  <a:lnTo>
                    <a:pt x="3373337" y="857426"/>
                  </a:lnTo>
                  <a:lnTo>
                    <a:pt x="3373997" y="783886"/>
                  </a:lnTo>
                  <a:lnTo>
                    <a:pt x="3374658" y="712038"/>
                  </a:lnTo>
                  <a:lnTo>
                    <a:pt x="3375319" y="644572"/>
                  </a:lnTo>
                  <a:lnTo>
                    <a:pt x="3375979" y="595913"/>
                  </a:lnTo>
                  <a:lnTo>
                    <a:pt x="3376640" y="556696"/>
                  </a:lnTo>
                  <a:lnTo>
                    <a:pt x="3377300" y="517667"/>
                  </a:lnTo>
                  <a:lnTo>
                    <a:pt x="3377961" y="495944"/>
                  </a:lnTo>
                  <a:lnTo>
                    <a:pt x="3378621" y="497819"/>
                  </a:lnTo>
                  <a:lnTo>
                    <a:pt x="3379282" y="506963"/>
                  </a:lnTo>
                  <a:lnTo>
                    <a:pt x="3379942" y="520297"/>
                  </a:lnTo>
                  <a:lnTo>
                    <a:pt x="3380603" y="547327"/>
                  </a:lnTo>
                  <a:lnTo>
                    <a:pt x="3381263" y="581858"/>
                  </a:lnTo>
                  <a:lnTo>
                    <a:pt x="3381924" y="602991"/>
                  </a:lnTo>
                  <a:lnTo>
                    <a:pt x="3382584" y="617162"/>
                  </a:lnTo>
                  <a:lnTo>
                    <a:pt x="3383245" y="638134"/>
                  </a:lnTo>
                  <a:lnTo>
                    <a:pt x="3383905" y="646636"/>
                  </a:lnTo>
                  <a:lnTo>
                    <a:pt x="3384566" y="623450"/>
                  </a:lnTo>
                  <a:lnTo>
                    <a:pt x="3385227" y="586349"/>
                  </a:lnTo>
                  <a:lnTo>
                    <a:pt x="3385887" y="570111"/>
                  </a:lnTo>
                  <a:lnTo>
                    <a:pt x="3386548" y="565093"/>
                  </a:lnTo>
                  <a:lnTo>
                    <a:pt x="3387208" y="568995"/>
                  </a:lnTo>
                  <a:lnTo>
                    <a:pt x="3387869" y="590065"/>
                  </a:lnTo>
                  <a:lnTo>
                    <a:pt x="3388529" y="612614"/>
                  </a:lnTo>
                  <a:lnTo>
                    <a:pt x="3389190" y="572753"/>
                  </a:lnTo>
                  <a:lnTo>
                    <a:pt x="3389850" y="478330"/>
                  </a:lnTo>
                  <a:lnTo>
                    <a:pt x="3390511" y="405243"/>
                  </a:lnTo>
                  <a:lnTo>
                    <a:pt x="3391171" y="359144"/>
                  </a:lnTo>
                  <a:lnTo>
                    <a:pt x="3391832" y="319147"/>
                  </a:lnTo>
                  <a:lnTo>
                    <a:pt x="3392492" y="286215"/>
                  </a:lnTo>
                  <a:lnTo>
                    <a:pt x="3393153" y="290387"/>
                  </a:lnTo>
                  <a:lnTo>
                    <a:pt x="3393813" y="318528"/>
                  </a:lnTo>
                  <a:lnTo>
                    <a:pt x="3394474" y="319308"/>
                  </a:lnTo>
                  <a:lnTo>
                    <a:pt x="3395135" y="306309"/>
                  </a:lnTo>
                  <a:lnTo>
                    <a:pt x="3395795" y="302655"/>
                  </a:lnTo>
                  <a:lnTo>
                    <a:pt x="3396456" y="291825"/>
                  </a:lnTo>
                  <a:lnTo>
                    <a:pt x="3397116" y="282245"/>
                  </a:lnTo>
                  <a:lnTo>
                    <a:pt x="3397777" y="300682"/>
                  </a:lnTo>
                  <a:lnTo>
                    <a:pt x="3398437" y="336753"/>
                  </a:lnTo>
                  <a:lnTo>
                    <a:pt x="3399098" y="371353"/>
                  </a:lnTo>
                  <a:lnTo>
                    <a:pt x="3399758" y="405024"/>
                  </a:lnTo>
                  <a:lnTo>
                    <a:pt x="3400419" y="422316"/>
                  </a:lnTo>
                  <a:lnTo>
                    <a:pt x="3401079" y="422044"/>
                  </a:lnTo>
                  <a:lnTo>
                    <a:pt x="3401740" y="423445"/>
                  </a:lnTo>
                  <a:lnTo>
                    <a:pt x="3402400" y="425795"/>
                  </a:lnTo>
                  <a:lnTo>
                    <a:pt x="3403061" y="409257"/>
                  </a:lnTo>
                  <a:lnTo>
                    <a:pt x="3403721" y="382663"/>
                  </a:lnTo>
                  <a:lnTo>
                    <a:pt x="3404382" y="363617"/>
                  </a:lnTo>
                  <a:lnTo>
                    <a:pt x="3405043" y="361825"/>
                  </a:lnTo>
                  <a:lnTo>
                    <a:pt x="3405703" y="387290"/>
                  </a:lnTo>
                  <a:lnTo>
                    <a:pt x="3406364" y="450923"/>
                  </a:lnTo>
                  <a:lnTo>
                    <a:pt x="3407024" y="542101"/>
                  </a:lnTo>
                  <a:lnTo>
                    <a:pt x="3407685" y="670212"/>
                  </a:lnTo>
                  <a:lnTo>
                    <a:pt x="3408345" y="843001"/>
                  </a:lnTo>
                  <a:lnTo>
                    <a:pt x="3409006" y="1009590"/>
                  </a:lnTo>
                  <a:lnTo>
                    <a:pt x="3409666" y="908375"/>
                  </a:lnTo>
                  <a:lnTo>
                    <a:pt x="3410327" y="761325"/>
                  </a:lnTo>
                  <a:lnTo>
                    <a:pt x="3410987" y="660525"/>
                  </a:lnTo>
                  <a:lnTo>
                    <a:pt x="3411648" y="595769"/>
                  </a:lnTo>
                  <a:lnTo>
                    <a:pt x="3412308" y="551418"/>
                  </a:lnTo>
                  <a:lnTo>
                    <a:pt x="3412969" y="558456"/>
                  </a:lnTo>
                  <a:lnTo>
                    <a:pt x="3413629" y="587745"/>
                  </a:lnTo>
                  <a:lnTo>
                    <a:pt x="3414290" y="591126"/>
                  </a:lnTo>
                  <a:lnTo>
                    <a:pt x="3414950" y="584267"/>
                  </a:lnTo>
                  <a:lnTo>
                    <a:pt x="3415611" y="564964"/>
                  </a:lnTo>
                  <a:lnTo>
                    <a:pt x="3416272" y="549579"/>
                  </a:lnTo>
                  <a:lnTo>
                    <a:pt x="3416932" y="525073"/>
                  </a:lnTo>
                  <a:lnTo>
                    <a:pt x="3417593" y="508226"/>
                  </a:lnTo>
                  <a:lnTo>
                    <a:pt x="3418253" y="479613"/>
                  </a:lnTo>
                  <a:lnTo>
                    <a:pt x="3418914" y="463279"/>
                  </a:lnTo>
                  <a:lnTo>
                    <a:pt x="3419574" y="439541"/>
                  </a:lnTo>
                  <a:lnTo>
                    <a:pt x="3420235" y="430436"/>
                  </a:lnTo>
                  <a:lnTo>
                    <a:pt x="3420895" y="455914"/>
                  </a:lnTo>
                  <a:lnTo>
                    <a:pt x="3421556" y="507068"/>
                  </a:lnTo>
                  <a:lnTo>
                    <a:pt x="3422216" y="561118"/>
                  </a:lnTo>
                  <a:lnTo>
                    <a:pt x="3422877" y="623530"/>
                  </a:lnTo>
                  <a:lnTo>
                    <a:pt x="3423537" y="714665"/>
                  </a:lnTo>
                  <a:lnTo>
                    <a:pt x="3424198" y="790432"/>
                  </a:lnTo>
                  <a:lnTo>
                    <a:pt x="3424858" y="844917"/>
                  </a:lnTo>
                  <a:lnTo>
                    <a:pt x="3425519" y="919092"/>
                  </a:lnTo>
                  <a:lnTo>
                    <a:pt x="3426180" y="1051140"/>
                  </a:lnTo>
                  <a:lnTo>
                    <a:pt x="3426840" y="1146434"/>
                  </a:lnTo>
                  <a:lnTo>
                    <a:pt x="3427501" y="1156844"/>
                  </a:lnTo>
                  <a:lnTo>
                    <a:pt x="3428161" y="1146434"/>
                  </a:lnTo>
                  <a:lnTo>
                    <a:pt x="3428822" y="1155258"/>
                  </a:lnTo>
                  <a:lnTo>
                    <a:pt x="3429482" y="1110057"/>
                  </a:lnTo>
                  <a:lnTo>
                    <a:pt x="3430143" y="1069570"/>
                  </a:lnTo>
                  <a:lnTo>
                    <a:pt x="3430803" y="919775"/>
                  </a:lnTo>
                  <a:lnTo>
                    <a:pt x="3431464" y="760936"/>
                  </a:lnTo>
                  <a:lnTo>
                    <a:pt x="3432124" y="660706"/>
                  </a:lnTo>
                  <a:lnTo>
                    <a:pt x="3432785" y="636297"/>
                  </a:lnTo>
                  <a:lnTo>
                    <a:pt x="3433445" y="621944"/>
                  </a:lnTo>
                  <a:lnTo>
                    <a:pt x="3434106" y="640657"/>
                  </a:lnTo>
                  <a:lnTo>
                    <a:pt x="3434766" y="696156"/>
                  </a:lnTo>
                  <a:lnTo>
                    <a:pt x="3435427" y="781087"/>
                  </a:lnTo>
                  <a:lnTo>
                    <a:pt x="3436088" y="813060"/>
                  </a:lnTo>
                  <a:lnTo>
                    <a:pt x="3436748" y="831438"/>
                  </a:lnTo>
                  <a:lnTo>
                    <a:pt x="3437409" y="855787"/>
                  </a:lnTo>
                  <a:lnTo>
                    <a:pt x="3438069" y="891788"/>
                  </a:lnTo>
                  <a:lnTo>
                    <a:pt x="3438730" y="860550"/>
                  </a:lnTo>
                  <a:lnTo>
                    <a:pt x="3439390" y="826484"/>
                  </a:lnTo>
                  <a:lnTo>
                    <a:pt x="3440051" y="802494"/>
                  </a:lnTo>
                  <a:lnTo>
                    <a:pt x="3440711" y="790721"/>
                  </a:lnTo>
                  <a:lnTo>
                    <a:pt x="3441372" y="795517"/>
                  </a:lnTo>
                  <a:lnTo>
                    <a:pt x="3442032" y="839037"/>
                  </a:lnTo>
                  <a:lnTo>
                    <a:pt x="3442693" y="876712"/>
                  </a:lnTo>
                  <a:lnTo>
                    <a:pt x="3443353" y="862032"/>
                  </a:lnTo>
                  <a:lnTo>
                    <a:pt x="3444014" y="798762"/>
                  </a:lnTo>
                  <a:lnTo>
                    <a:pt x="3444674" y="719881"/>
                  </a:lnTo>
                  <a:lnTo>
                    <a:pt x="3445335" y="667132"/>
                  </a:lnTo>
                  <a:lnTo>
                    <a:pt x="3445995" y="613303"/>
                  </a:lnTo>
                  <a:lnTo>
                    <a:pt x="3446656" y="576628"/>
                  </a:lnTo>
                  <a:lnTo>
                    <a:pt x="3447317" y="539731"/>
                  </a:lnTo>
                  <a:lnTo>
                    <a:pt x="3447977" y="488569"/>
                  </a:lnTo>
                  <a:lnTo>
                    <a:pt x="3448638" y="416281"/>
                  </a:lnTo>
                  <a:lnTo>
                    <a:pt x="3449298" y="361106"/>
                  </a:lnTo>
                  <a:lnTo>
                    <a:pt x="3449959" y="319821"/>
                  </a:lnTo>
                  <a:lnTo>
                    <a:pt x="3450619" y="293417"/>
                  </a:lnTo>
                  <a:lnTo>
                    <a:pt x="3451280" y="285378"/>
                  </a:lnTo>
                  <a:lnTo>
                    <a:pt x="3451940" y="297150"/>
                  </a:lnTo>
                  <a:lnTo>
                    <a:pt x="3452601" y="323925"/>
                  </a:lnTo>
                  <a:lnTo>
                    <a:pt x="3453261" y="354893"/>
                  </a:lnTo>
                  <a:lnTo>
                    <a:pt x="3453922" y="384661"/>
                  </a:lnTo>
                  <a:lnTo>
                    <a:pt x="3454582" y="416623"/>
                  </a:lnTo>
                  <a:lnTo>
                    <a:pt x="3455243" y="447417"/>
                  </a:lnTo>
                  <a:lnTo>
                    <a:pt x="3455903" y="460951"/>
                  </a:lnTo>
                  <a:lnTo>
                    <a:pt x="3456564" y="487440"/>
                  </a:lnTo>
                  <a:lnTo>
                    <a:pt x="3457225" y="524234"/>
                  </a:lnTo>
                  <a:lnTo>
                    <a:pt x="3457885" y="539849"/>
                  </a:lnTo>
                  <a:lnTo>
                    <a:pt x="3458546" y="527266"/>
                  </a:lnTo>
                  <a:lnTo>
                    <a:pt x="3459206" y="505392"/>
                  </a:lnTo>
                  <a:lnTo>
                    <a:pt x="3459867" y="474140"/>
                  </a:lnTo>
                  <a:lnTo>
                    <a:pt x="3460527" y="458554"/>
                  </a:lnTo>
                  <a:lnTo>
                    <a:pt x="3461188" y="456879"/>
                  </a:lnTo>
                  <a:lnTo>
                    <a:pt x="3461848" y="477667"/>
                  </a:lnTo>
                  <a:lnTo>
                    <a:pt x="3462509" y="512532"/>
                  </a:lnTo>
                  <a:lnTo>
                    <a:pt x="3463169" y="525410"/>
                  </a:lnTo>
                  <a:lnTo>
                    <a:pt x="3463830" y="497361"/>
                  </a:lnTo>
                  <a:lnTo>
                    <a:pt x="3464490" y="452866"/>
                  </a:lnTo>
                  <a:lnTo>
                    <a:pt x="3465151" y="423367"/>
                  </a:lnTo>
                  <a:lnTo>
                    <a:pt x="3465811" y="400709"/>
                  </a:lnTo>
                  <a:lnTo>
                    <a:pt x="3466472" y="404768"/>
                  </a:lnTo>
                  <a:lnTo>
                    <a:pt x="3467133" y="428801"/>
                  </a:lnTo>
                  <a:lnTo>
                    <a:pt x="3467793" y="478900"/>
                  </a:lnTo>
                  <a:lnTo>
                    <a:pt x="3468454" y="513121"/>
                  </a:lnTo>
                  <a:lnTo>
                    <a:pt x="3469114" y="536679"/>
                  </a:lnTo>
                  <a:lnTo>
                    <a:pt x="3469775" y="515331"/>
                  </a:lnTo>
                  <a:lnTo>
                    <a:pt x="3470435" y="471490"/>
                  </a:lnTo>
                  <a:lnTo>
                    <a:pt x="3471096" y="419532"/>
                  </a:lnTo>
                  <a:lnTo>
                    <a:pt x="3471756" y="371775"/>
                  </a:lnTo>
                  <a:lnTo>
                    <a:pt x="3472417" y="343129"/>
                  </a:lnTo>
                  <a:lnTo>
                    <a:pt x="3473077" y="344157"/>
                  </a:lnTo>
                  <a:lnTo>
                    <a:pt x="3473738" y="352246"/>
                  </a:lnTo>
                  <a:lnTo>
                    <a:pt x="3474398" y="361137"/>
                  </a:lnTo>
                  <a:lnTo>
                    <a:pt x="3475059" y="376093"/>
                  </a:lnTo>
                  <a:lnTo>
                    <a:pt x="3475719" y="388080"/>
                  </a:lnTo>
                  <a:lnTo>
                    <a:pt x="3476380" y="379375"/>
                  </a:lnTo>
                  <a:lnTo>
                    <a:pt x="3477041" y="370124"/>
                  </a:lnTo>
                  <a:lnTo>
                    <a:pt x="3477701" y="353247"/>
                  </a:lnTo>
                  <a:lnTo>
                    <a:pt x="3478362" y="336810"/>
                  </a:lnTo>
                  <a:lnTo>
                    <a:pt x="3479022" y="313524"/>
                  </a:lnTo>
                  <a:lnTo>
                    <a:pt x="3479683" y="299500"/>
                  </a:lnTo>
                  <a:lnTo>
                    <a:pt x="3480343" y="295240"/>
                  </a:lnTo>
                  <a:lnTo>
                    <a:pt x="3481004" y="312760"/>
                  </a:lnTo>
                  <a:lnTo>
                    <a:pt x="3481664" y="347740"/>
                  </a:lnTo>
                  <a:lnTo>
                    <a:pt x="3482325" y="409035"/>
                  </a:lnTo>
                  <a:lnTo>
                    <a:pt x="3482985" y="481622"/>
                  </a:lnTo>
                  <a:lnTo>
                    <a:pt x="3483646" y="572819"/>
                  </a:lnTo>
                  <a:lnTo>
                    <a:pt x="3484306" y="690348"/>
                  </a:lnTo>
                  <a:lnTo>
                    <a:pt x="3484967" y="809957"/>
                  </a:lnTo>
                  <a:lnTo>
                    <a:pt x="3485627" y="845968"/>
                  </a:lnTo>
                  <a:lnTo>
                    <a:pt x="3486288" y="800995"/>
                  </a:lnTo>
                  <a:lnTo>
                    <a:pt x="3486948" y="702401"/>
                  </a:lnTo>
                  <a:lnTo>
                    <a:pt x="3487609" y="589290"/>
                  </a:lnTo>
                  <a:lnTo>
                    <a:pt x="3488270" y="460639"/>
                  </a:lnTo>
                  <a:lnTo>
                    <a:pt x="3488930" y="385853"/>
                  </a:lnTo>
                  <a:lnTo>
                    <a:pt x="3489591" y="381014"/>
                  </a:lnTo>
                  <a:lnTo>
                    <a:pt x="3490251" y="400493"/>
                  </a:lnTo>
                  <a:lnTo>
                    <a:pt x="3490912" y="432766"/>
                  </a:lnTo>
                  <a:lnTo>
                    <a:pt x="3491572" y="524179"/>
                  </a:lnTo>
                  <a:lnTo>
                    <a:pt x="3492233" y="652039"/>
                  </a:lnTo>
                  <a:lnTo>
                    <a:pt x="3492893" y="682885"/>
                  </a:lnTo>
                  <a:lnTo>
                    <a:pt x="3493554" y="661070"/>
                  </a:lnTo>
                  <a:lnTo>
                    <a:pt x="3494214" y="664268"/>
                  </a:lnTo>
                  <a:lnTo>
                    <a:pt x="3494875" y="695436"/>
                  </a:lnTo>
                  <a:lnTo>
                    <a:pt x="3495535" y="726913"/>
                  </a:lnTo>
                  <a:lnTo>
                    <a:pt x="3496196" y="751880"/>
                  </a:lnTo>
                  <a:lnTo>
                    <a:pt x="3496856" y="742134"/>
                  </a:lnTo>
                  <a:lnTo>
                    <a:pt x="3497517" y="655848"/>
                  </a:lnTo>
                  <a:lnTo>
                    <a:pt x="3498178" y="532623"/>
                  </a:lnTo>
                  <a:lnTo>
                    <a:pt x="3498838" y="407704"/>
                  </a:lnTo>
                  <a:lnTo>
                    <a:pt x="3499499" y="312470"/>
                  </a:lnTo>
                  <a:lnTo>
                    <a:pt x="3500159" y="257539"/>
                  </a:lnTo>
                  <a:lnTo>
                    <a:pt x="3500820" y="234950"/>
                  </a:lnTo>
                  <a:lnTo>
                    <a:pt x="3501480" y="235609"/>
                  </a:lnTo>
                  <a:lnTo>
                    <a:pt x="3502141" y="266501"/>
                  </a:lnTo>
                  <a:lnTo>
                    <a:pt x="3502801" y="324445"/>
                  </a:lnTo>
                  <a:lnTo>
                    <a:pt x="3503462" y="389840"/>
                  </a:lnTo>
                  <a:lnTo>
                    <a:pt x="3504122" y="438264"/>
                  </a:lnTo>
                  <a:lnTo>
                    <a:pt x="3504783" y="485925"/>
                  </a:lnTo>
                  <a:lnTo>
                    <a:pt x="3505443" y="538436"/>
                  </a:lnTo>
                  <a:lnTo>
                    <a:pt x="3506104" y="560863"/>
                  </a:lnTo>
                  <a:lnTo>
                    <a:pt x="3506764" y="578451"/>
                  </a:lnTo>
                  <a:lnTo>
                    <a:pt x="3507425" y="608740"/>
                  </a:lnTo>
                  <a:lnTo>
                    <a:pt x="3508086" y="611088"/>
                  </a:lnTo>
                  <a:lnTo>
                    <a:pt x="3508746" y="556445"/>
                  </a:lnTo>
                  <a:lnTo>
                    <a:pt x="3509407" y="538847"/>
                  </a:lnTo>
                  <a:lnTo>
                    <a:pt x="3510067" y="547873"/>
                  </a:lnTo>
                  <a:lnTo>
                    <a:pt x="3510728" y="570505"/>
                  </a:lnTo>
                  <a:lnTo>
                    <a:pt x="3511388" y="593831"/>
                  </a:lnTo>
                  <a:lnTo>
                    <a:pt x="3512049" y="654514"/>
                  </a:lnTo>
                  <a:lnTo>
                    <a:pt x="3512709" y="712365"/>
                  </a:lnTo>
                  <a:lnTo>
                    <a:pt x="3513370" y="751128"/>
                  </a:lnTo>
                  <a:lnTo>
                    <a:pt x="3514030" y="782064"/>
                  </a:lnTo>
                  <a:lnTo>
                    <a:pt x="3514691" y="831772"/>
                  </a:lnTo>
                  <a:lnTo>
                    <a:pt x="3515351" y="859444"/>
                  </a:lnTo>
                  <a:lnTo>
                    <a:pt x="3516012" y="874179"/>
                  </a:lnTo>
                  <a:lnTo>
                    <a:pt x="3516672" y="864458"/>
                  </a:lnTo>
                  <a:lnTo>
                    <a:pt x="3517333" y="816357"/>
                  </a:lnTo>
                  <a:lnTo>
                    <a:pt x="3517993" y="797577"/>
                  </a:lnTo>
                  <a:lnTo>
                    <a:pt x="3518654" y="806887"/>
                  </a:lnTo>
                  <a:lnTo>
                    <a:pt x="3519315" y="816199"/>
                  </a:lnTo>
                  <a:lnTo>
                    <a:pt x="3519975" y="856879"/>
                  </a:lnTo>
                  <a:lnTo>
                    <a:pt x="3520636" y="917730"/>
                  </a:lnTo>
                  <a:lnTo>
                    <a:pt x="3521296" y="957826"/>
                  </a:lnTo>
                  <a:lnTo>
                    <a:pt x="3521957" y="969560"/>
                  </a:lnTo>
                  <a:lnTo>
                    <a:pt x="3522617" y="930707"/>
                  </a:lnTo>
                  <a:lnTo>
                    <a:pt x="3523278" y="796398"/>
                  </a:lnTo>
                  <a:lnTo>
                    <a:pt x="3523938" y="679275"/>
                  </a:lnTo>
                  <a:lnTo>
                    <a:pt x="3524599" y="615999"/>
                  </a:lnTo>
                  <a:lnTo>
                    <a:pt x="3525259" y="563869"/>
                  </a:lnTo>
                  <a:lnTo>
                    <a:pt x="3525920" y="513712"/>
                  </a:lnTo>
                  <a:lnTo>
                    <a:pt x="3526580" y="459351"/>
                  </a:lnTo>
                  <a:lnTo>
                    <a:pt x="3527241" y="415939"/>
                  </a:lnTo>
                  <a:lnTo>
                    <a:pt x="3527901" y="374876"/>
                  </a:lnTo>
                  <a:lnTo>
                    <a:pt x="3528562" y="360856"/>
                  </a:lnTo>
                  <a:lnTo>
                    <a:pt x="3529223" y="372555"/>
                  </a:lnTo>
                  <a:lnTo>
                    <a:pt x="3529883" y="418457"/>
                  </a:lnTo>
                  <a:lnTo>
                    <a:pt x="3530544" y="487097"/>
                  </a:lnTo>
                  <a:lnTo>
                    <a:pt x="3531204" y="577572"/>
                  </a:lnTo>
                  <a:lnTo>
                    <a:pt x="3531865" y="663167"/>
                  </a:lnTo>
                  <a:lnTo>
                    <a:pt x="3532525" y="733537"/>
                  </a:lnTo>
                  <a:lnTo>
                    <a:pt x="3533186" y="750627"/>
                  </a:lnTo>
                  <a:lnTo>
                    <a:pt x="3533846" y="708789"/>
                  </a:lnTo>
                  <a:lnTo>
                    <a:pt x="3534507" y="638469"/>
                  </a:lnTo>
                  <a:lnTo>
                    <a:pt x="3535167" y="552898"/>
                  </a:lnTo>
                  <a:lnTo>
                    <a:pt x="3535828" y="480807"/>
                  </a:lnTo>
                  <a:lnTo>
                    <a:pt x="3536488" y="455127"/>
                  </a:lnTo>
                  <a:lnTo>
                    <a:pt x="3537149" y="459085"/>
                  </a:lnTo>
                  <a:lnTo>
                    <a:pt x="3537809" y="454212"/>
                  </a:lnTo>
                  <a:lnTo>
                    <a:pt x="3538470" y="466990"/>
                  </a:lnTo>
                  <a:lnTo>
                    <a:pt x="3539131" y="485681"/>
                  </a:lnTo>
                  <a:lnTo>
                    <a:pt x="3539791" y="482824"/>
                  </a:lnTo>
                  <a:lnTo>
                    <a:pt x="3540452" y="459041"/>
                  </a:lnTo>
                  <a:lnTo>
                    <a:pt x="3541112" y="479042"/>
                  </a:lnTo>
                  <a:lnTo>
                    <a:pt x="3541773" y="504037"/>
                  </a:lnTo>
                  <a:lnTo>
                    <a:pt x="3542433" y="526364"/>
                  </a:lnTo>
                  <a:lnTo>
                    <a:pt x="3543094" y="550742"/>
                  </a:lnTo>
                  <a:lnTo>
                    <a:pt x="3543754" y="587046"/>
                  </a:lnTo>
                  <a:lnTo>
                    <a:pt x="3544415" y="589290"/>
                  </a:lnTo>
                  <a:lnTo>
                    <a:pt x="3545075" y="589008"/>
                  </a:lnTo>
                  <a:lnTo>
                    <a:pt x="3545736" y="571296"/>
                  </a:lnTo>
                  <a:lnTo>
                    <a:pt x="3546396" y="526477"/>
                  </a:lnTo>
                  <a:lnTo>
                    <a:pt x="3547057" y="517994"/>
                  </a:lnTo>
                  <a:lnTo>
                    <a:pt x="3547717" y="510291"/>
                  </a:lnTo>
                  <a:lnTo>
                    <a:pt x="3548378" y="502070"/>
                  </a:lnTo>
                  <a:lnTo>
                    <a:pt x="3549039" y="500526"/>
                  </a:lnTo>
                  <a:lnTo>
                    <a:pt x="3549699" y="510503"/>
                  </a:lnTo>
                  <a:lnTo>
                    <a:pt x="3550360" y="485681"/>
                  </a:lnTo>
                  <a:lnTo>
                    <a:pt x="3551020" y="454996"/>
                  </a:lnTo>
                  <a:lnTo>
                    <a:pt x="3551681" y="441948"/>
                  </a:lnTo>
                  <a:lnTo>
                    <a:pt x="3552341" y="452217"/>
                  </a:lnTo>
                  <a:lnTo>
                    <a:pt x="3553002" y="475123"/>
                  </a:lnTo>
                  <a:lnTo>
                    <a:pt x="3553662" y="522231"/>
                  </a:lnTo>
                  <a:lnTo>
                    <a:pt x="3554323" y="589079"/>
                  </a:lnTo>
                  <a:lnTo>
                    <a:pt x="3554983" y="638385"/>
                  </a:lnTo>
                  <a:lnTo>
                    <a:pt x="3555644" y="667782"/>
                  </a:lnTo>
                  <a:lnTo>
                    <a:pt x="3556304" y="686542"/>
                  </a:lnTo>
                  <a:lnTo>
                    <a:pt x="3556965" y="677246"/>
                  </a:lnTo>
                  <a:lnTo>
                    <a:pt x="3557625" y="662893"/>
                  </a:lnTo>
                  <a:lnTo>
                    <a:pt x="3558286" y="648802"/>
                  </a:lnTo>
                  <a:lnTo>
                    <a:pt x="3558946" y="625124"/>
                  </a:lnTo>
                  <a:lnTo>
                    <a:pt x="3559607" y="580285"/>
                  </a:lnTo>
                  <a:lnTo>
                    <a:pt x="3560268" y="531303"/>
                  </a:lnTo>
                  <a:lnTo>
                    <a:pt x="3560928" y="487195"/>
                  </a:lnTo>
                  <a:lnTo>
                    <a:pt x="3561589" y="458024"/>
                  </a:lnTo>
                  <a:lnTo>
                    <a:pt x="3562249" y="452866"/>
                  </a:lnTo>
                  <a:lnTo>
                    <a:pt x="3562910" y="445301"/>
                  </a:lnTo>
                  <a:lnTo>
                    <a:pt x="3563570" y="442281"/>
                  </a:lnTo>
                  <a:lnTo>
                    <a:pt x="3564231" y="436869"/>
                  </a:lnTo>
                  <a:lnTo>
                    <a:pt x="3564891" y="432725"/>
                  </a:lnTo>
                  <a:lnTo>
                    <a:pt x="3565552" y="411529"/>
                  </a:lnTo>
                  <a:lnTo>
                    <a:pt x="3566212" y="408073"/>
                  </a:lnTo>
                  <a:lnTo>
                    <a:pt x="3566873" y="404987"/>
                  </a:lnTo>
                  <a:lnTo>
                    <a:pt x="3567533" y="403493"/>
                  </a:lnTo>
                  <a:lnTo>
                    <a:pt x="3568194" y="377746"/>
                  </a:lnTo>
                  <a:lnTo>
                    <a:pt x="3568854" y="346640"/>
                  </a:lnTo>
                  <a:lnTo>
                    <a:pt x="3569515" y="327313"/>
                  </a:lnTo>
                  <a:lnTo>
                    <a:pt x="3570176" y="325958"/>
                  </a:lnTo>
                  <a:lnTo>
                    <a:pt x="3570836" y="339923"/>
                  </a:lnTo>
                  <a:lnTo>
                    <a:pt x="3571497" y="380143"/>
                  </a:lnTo>
                  <a:lnTo>
                    <a:pt x="3572157" y="434871"/>
                  </a:lnTo>
                  <a:lnTo>
                    <a:pt x="3572818" y="489949"/>
                  </a:lnTo>
                  <a:lnTo>
                    <a:pt x="3573478" y="563355"/>
                  </a:lnTo>
                  <a:lnTo>
                    <a:pt x="3574139" y="627937"/>
                  </a:lnTo>
                  <a:lnTo>
                    <a:pt x="3574799" y="682590"/>
                  </a:lnTo>
                  <a:lnTo>
                    <a:pt x="3575460" y="752634"/>
                  </a:lnTo>
                  <a:lnTo>
                    <a:pt x="3576120" y="792746"/>
                  </a:lnTo>
                  <a:lnTo>
                    <a:pt x="3576781" y="727949"/>
                  </a:lnTo>
                  <a:lnTo>
                    <a:pt x="3577441" y="664360"/>
                  </a:lnTo>
                  <a:lnTo>
                    <a:pt x="3578102" y="597648"/>
                  </a:lnTo>
                  <a:lnTo>
                    <a:pt x="3578762" y="526252"/>
                  </a:lnTo>
                  <a:lnTo>
                    <a:pt x="3579423" y="473207"/>
                  </a:lnTo>
                  <a:lnTo>
                    <a:pt x="3580084" y="434221"/>
                  </a:lnTo>
                  <a:lnTo>
                    <a:pt x="3580744" y="400421"/>
                  </a:lnTo>
                  <a:lnTo>
                    <a:pt x="3581405" y="363428"/>
                  </a:lnTo>
                  <a:lnTo>
                    <a:pt x="3582065" y="351309"/>
                  </a:lnTo>
                  <a:lnTo>
                    <a:pt x="3582726" y="371483"/>
                  </a:lnTo>
                  <a:lnTo>
                    <a:pt x="3583386" y="417921"/>
                  </a:lnTo>
                  <a:lnTo>
                    <a:pt x="3584047" y="491287"/>
                  </a:lnTo>
                  <a:lnTo>
                    <a:pt x="3584707" y="622181"/>
                  </a:lnTo>
                  <a:lnTo>
                    <a:pt x="3585368" y="794639"/>
                  </a:lnTo>
                  <a:lnTo>
                    <a:pt x="3586028" y="913459"/>
                  </a:lnTo>
                  <a:lnTo>
                    <a:pt x="3586689" y="937427"/>
                  </a:lnTo>
                  <a:lnTo>
                    <a:pt x="3587349" y="912346"/>
                  </a:lnTo>
                  <a:lnTo>
                    <a:pt x="3588010" y="867282"/>
                  </a:lnTo>
                  <a:lnTo>
                    <a:pt x="3588670" y="819532"/>
                  </a:lnTo>
                  <a:lnTo>
                    <a:pt x="3589331" y="777627"/>
                  </a:lnTo>
                  <a:lnTo>
                    <a:pt x="3589991" y="748635"/>
                  </a:lnTo>
                  <a:lnTo>
                    <a:pt x="3590652" y="718763"/>
                  </a:lnTo>
                  <a:lnTo>
                    <a:pt x="3591313" y="707822"/>
                  </a:lnTo>
                  <a:lnTo>
                    <a:pt x="3591973" y="697911"/>
                  </a:lnTo>
                  <a:lnTo>
                    <a:pt x="3592634" y="678597"/>
                  </a:lnTo>
                  <a:lnTo>
                    <a:pt x="3593294" y="641504"/>
                  </a:lnTo>
                  <a:lnTo>
                    <a:pt x="3593955" y="611240"/>
                  </a:lnTo>
                  <a:lnTo>
                    <a:pt x="3594615" y="599320"/>
                  </a:lnTo>
                  <a:lnTo>
                    <a:pt x="3595276" y="586837"/>
                  </a:lnTo>
                  <a:lnTo>
                    <a:pt x="3595936" y="563869"/>
                  </a:lnTo>
                  <a:lnTo>
                    <a:pt x="3596597" y="550742"/>
                  </a:lnTo>
                  <a:lnTo>
                    <a:pt x="3597257" y="525297"/>
                  </a:lnTo>
                  <a:lnTo>
                    <a:pt x="3597918" y="488421"/>
                  </a:lnTo>
                  <a:lnTo>
                    <a:pt x="3598578" y="462920"/>
                  </a:lnTo>
                  <a:lnTo>
                    <a:pt x="3599239" y="460461"/>
                  </a:lnTo>
                  <a:lnTo>
                    <a:pt x="3599899" y="474187"/>
                  </a:lnTo>
                  <a:lnTo>
                    <a:pt x="3600560" y="500218"/>
                  </a:lnTo>
                  <a:lnTo>
                    <a:pt x="3601221" y="537264"/>
                  </a:lnTo>
                  <a:lnTo>
                    <a:pt x="3601881" y="589994"/>
                  </a:lnTo>
                  <a:lnTo>
                    <a:pt x="3602542" y="660434"/>
                  </a:lnTo>
                  <a:lnTo>
                    <a:pt x="3603202" y="718094"/>
                  </a:lnTo>
                  <a:lnTo>
                    <a:pt x="3603863" y="764590"/>
                  </a:lnTo>
                  <a:lnTo>
                    <a:pt x="3604523" y="820492"/>
                  </a:lnTo>
                  <a:lnTo>
                    <a:pt x="3605184" y="841098"/>
                  </a:lnTo>
                  <a:lnTo>
                    <a:pt x="3605844" y="804455"/>
                  </a:lnTo>
                  <a:lnTo>
                    <a:pt x="3606505" y="750253"/>
                  </a:lnTo>
                  <a:lnTo>
                    <a:pt x="3607165" y="680928"/>
                  </a:lnTo>
                  <a:lnTo>
                    <a:pt x="3607826" y="578315"/>
                  </a:lnTo>
                  <a:lnTo>
                    <a:pt x="3608486" y="493280"/>
                  </a:lnTo>
                  <a:lnTo>
                    <a:pt x="3609147" y="443075"/>
                  </a:lnTo>
                  <a:lnTo>
                    <a:pt x="3609807" y="409926"/>
                  </a:lnTo>
                  <a:lnTo>
                    <a:pt x="3610468" y="389114"/>
                  </a:lnTo>
                  <a:lnTo>
                    <a:pt x="3611129" y="396708"/>
                  </a:lnTo>
                  <a:lnTo>
                    <a:pt x="3611789" y="431518"/>
                  </a:lnTo>
                  <a:lnTo>
                    <a:pt x="3612450" y="449892"/>
                  </a:lnTo>
                  <a:lnTo>
                    <a:pt x="3613110" y="451354"/>
                  </a:lnTo>
                  <a:lnTo>
                    <a:pt x="3613771" y="460506"/>
                  </a:lnTo>
                  <a:lnTo>
                    <a:pt x="3614431" y="447375"/>
                  </a:lnTo>
                  <a:lnTo>
                    <a:pt x="3615092" y="417157"/>
                  </a:lnTo>
                  <a:lnTo>
                    <a:pt x="3615752" y="419071"/>
                  </a:lnTo>
                  <a:lnTo>
                    <a:pt x="3616413" y="442866"/>
                  </a:lnTo>
                  <a:lnTo>
                    <a:pt x="3617073" y="475828"/>
                  </a:lnTo>
                  <a:lnTo>
                    <a:pt x="3617734" y="529021"/>
                  </a:lnTo>
                  <a:lnTo>
                    <a:pt x="3618394" y="587815"/>
                  </a:lnTo>
                  <a:lnTo>
                    <a:pt x="3619055" y="608288"/>
                  </a:lnTo>
                  <a:lnTo>
                    <a:pt x="3619715" y="557386"/>
                  </a:lnTo>
                  <a:lnTo>
                    <a:pt x="3620376" y="484031"/>
                  </a:lnTo>
                  <a:lnTo>
                    <a:pt x="3621037" y="424265"/>
                  </a:lnTo>
                  <a:lnTo>
                    <a:pt x="3621697" y="383914"/>
                  </a:lnTo>
                  <a:lnTo>
                    <a:pt x="3622358" y="370738"/>
                  </a:lnTo>
                  <a:lnTo>
                    <a:pt x="3623018" y="388080"/>
                  </a:lnTo>
                  <a:lnTo>
                    <a:pt x="3623679" y="417653"/>
                  </a:lnTo>
                  <a:lnTo>
                    <a:pt x="3624339" y="441698"/>
                  </a:lnTo>
                  <a:lnTo>
                    <a:pt x="3625000" y="460372"/>
                  </a:lnTo>
                  <a:lnTo>
                    <a:pt x="3625660" y="459440"/>
                  </a:lnTo>
                  <a:lnTo>
                    <a:pt x="3626321" y="446230"/>
                  </a:lnTo>
                  <a:lnTo>
                    <a:pt x="3626981" y="419840"/>
                  </a:lnTo>
                  <a:lnTo>
                    <a:pt x="3627642" y="384423"/>
                  </a:lnTo>
                  <a:lnTo>
                    <a:pt x="3628302" y="360544"/>
                  </a:lnTo>
                  <a:lnTo>
                    <a:pt x="3628963" y="348188"/>
                  </a:lnTo>
                  <a:lnTo>
                    <a:pt x="3629623" y="346669"/>
                  </a:lnTo>
                  <a:lnTo>
                    <a:pt x="3630284" y="360014"/>
                  </a:lnTo>
                  <a:lnTo>
                    <a:pt x="3630944" y="389494"/>
                  </a:lnTo>
                  <a:lnTo>
                    <a:pt x="3631605" y="407335"/>
                  </a:lnTo>
                  <a:lnTo>
                    <a:pt x="3632266" y="412766"/>
                  </a:lnTo>
                  <a:lnTo>
                    <a:pt x="3632926" y="418418"/>
                  </a:lnTo>
                  <a:lnTo>
                    <a:pt x="3633587" y="429319"/>
                  </a:lnTo>
                  <a:lnTo>
                    <a:pt x="3634247" y="457848"/>
                  </a:lnTo>
                  <a:lnTo>
                    <a:pt x="3634908" y="510450"/>
                  </a:lnTo>
                  <a:lnTo>
                    <a:pt x="3635568" y="581789"/>
                  </a:lnTo>
                  <a:lnTo>
                    <a:pt x="3636229" y="655403"/>
                  </a:lnTo>
                  <a:lnTo>
                    <a:pt x="3636889" y="727488"/>
                  </a:lnTo>
                  <a:lnTo>
                    <a:pt x="3637550" y="760936"/>
                  </a:lnTo>
                  <a:lnTo>
                    <a:pt x="3638210" y="775707"/>
                  </a:lnTo>
                  <a:lnTo>
                    <a:pt x="3638871" y="784168"/>
                  </a:lnTo>
                  <a:lnTo>
                    <a:pt x="3639531" y="816357"/>
                  </a:lnTo>
                  <a:lnTo>
                    <a:pt x="3640192" y="851818"/>
                  </a:lnTo>
                  <a:lnTo>
                    <a:pt x="3640852" y="878676"/>
                  </a:lnTo>
                  <a:lnTo>
                    <a:pt x="3641513" y="905542"/>
                  </a:lnTo>
                  <a:lnTo>
                    <a:pt x="3642174" y="935009"/>
                  </a:lnTo>
                  <a:lnTo>
                    <a:pt x="3642834" y="909693"/>
                  </a:lnTo>
                  <a:lnTo>
                    <a:pt x="3643495" y="809494"/>
                  </a:lnTo>
                  <a:lnTo>
                    <a:pt x="3644155" y="723602"/>
                  </a:lnTo>
                  <a:lnTo>
                    <a:pt x="3644816" y="667503"/>
                  </a:lnTo>
                  <a:lnTo>
                    <a:pt x="3645476" y="628098"/>
                  </a:lnTo>
                  <a:lnTo>
                    <a:pt x="3646137" y="609042"/>
                  </a:lnTo>
                  <a:lnTo>
                    <a:pt x="3646797" y="628907"/>
                  </a:lnTo>
                  <a:lnTo>
                    <a:pt x="3647458" y="651599"/>
                  </a:lnTo>
                  <a:lnTo>
                    <a:pt x="3648118" y="674278"/>
                  </a:lnTo>
                  <a:lnTo>
                    <a:pt x="3648779" y="696053"/>
                  </a:lnTo>
                  <a:lnTo>
                    <a:pt x="3649439" y="721228"/>
                  </a:lnTo>
                  <a:lnTo>
                    <a:pt x="3650100" y="747273"/>
                  </a:lnTo>
                  <a:lnTo>
                    <a:pt x="3650760" y="802043"/>
                  </a:lnTo>
                  <a:lnTo>
                    <a:pt x="3651421" y="858525"/>
                  </a:lnTo>
                  <a:lnTo>
                    <a:pt x="3652082" y="919775"/>
                  </a:lnTo>
                  <a:lnTo>
                    <a:pt x="3652742" y="964166"/>
                  </a:lnTo>
                  <a:lnTo>
                    <a:pt x="3653403" y="972022"/>
                  </a:lnTo>
                  <a:lnTo>
                    <a:pt x="3654063" y="980104"/>
                  </a:lnTo>
                  <a:lnTo>
                    <a:pt x="3654724" y="969016"/>
                  </a:lnTo>
                  <a:lnTo>
                    <a:pt x="3655384" y="948072"/>
                  </a:lnTo>
                  <a:lnTo>
                    <a:pt x="3656045" y="923680"/>
                  </a:lnTo>
                  <a:lnTo>
                    <a:pt x="3656705" y="894903"/>
                  </a:lnTo>
                  <a:lnTo>
                    <a:pt x="3657366" y="869563"/>
                  </a:lnTo>
                  <a:lnTo>
                    <a:pt x="3658026" y="877300"/>
                  </a:lnTo>
                  <a:lnTo>
                    <a:pt x="3658687" y="863522"/>
                  </a:lnTo>
                  <a:lnTo>
                    <a:pt x="3659347" y="875151"/>
                  </a:lnTo>
                  <a:lnTo>
                    <a:pt x="3660008" y="930233"/>
                  </a:lnTo>
                  <a:lnTo>
                    <a:pt x="3660668" y="944313"/>
                  </a:lnTo>
                  <a:lnTo>
                    <a:pt x="3661329" y="851818"/>
                  </a:lnTo>
                  <a:lnTo>
                    <a:pt x="3661989" y="769224"/>
                  </a:lnTo>
                  <a:lnTo>
                    <a:pt x="3662650" y="650022"/>
                  </a:lnTo>
                  <a:lnTo>
                    <a:pt x="3663311" y="556508"/>
                  </a:lnTo>
                  <a:lnTo>
                    <a:pt x="3663971" y="520573"/>
                  </a:lnTo>
                  <a:lnTo>
                    <a:pt x="3664632" y="523287"/>
                  </a:lnTo>
                  <a:lnTo>
                    <a:pt x="3665292" y="552095"/>
                  </a:lnTo>
                  <a:lnTo>
                    <a:pt x="3665953" y="635467"/>
                  </a:lnTo>
                  <a:lnTo>
                    <a:pt x="3666613" y="761845"/>
                  </a:lnTo>
                  <a:lnTo>
                    <a:pt x="3667274" y="890141"/>
                  </a:lnTo>
                  <a:lnTo>
                    <a:pt x="3667934" y="1028084"/>
                  </a:lnTo>
                  <a:lnTo>
                    <a:pt x="3668595" y="1094342"/>
                  </a:lnTo>
                  <a:lnTo>
                    <a:pt x="3669255" y="1031458"/>
                  </a:lnTo>
                  <a:lnTo>
                    <a:pt x="3669916" y="954709"/>
                  </a:lnTo>
                  <a:lnTo>
                    <a:pt x="3670576" y="894486"/>
                  </a:lnTo>
                  <a:lnTo>
                    <a:pt x="3671237" y="839037"/>
                  </a:lnTo>
                  <a:lnTo>
                    <a:pt x="3671897" y="780114"/>
                  </a:lnTo>
                  <a:lnTo>
                    <a:pt x="3672558" y="745304"/>
                  </a:lnTo>
                  <a:lnTo>
                    <a:pt x="3673219" y="735425"/>
                  </a:lnTo>
                  <a:lnTo>
                    <a:pt x="3673879" y="748883"/>
                  </a:lnTo>
                  <a:lnTo>
                    <a:pt x="3674540" y="774072"/>
                  </a:lnTo>
                  <a:lnTo>
                    <a:pt x="3675200" y="803246"/>
                  </a:lnTo>
                  <a:lnTo>
                    <a:pt x="3675861" y="806429"/>
                  </a:lnTo>
                  <a:lnTo>
                    <a:pt x="3676521" y="765116"/>
                  </a:lnTo>
                  <a:lnTo>
                    <a:pt x="3677182" y="697394"/>
                  </a:lnTo>
                  <a:lnTo>
                    <a:pt x="3677842" y="648541"/>
                  </a:lnTo>
                  <a:lnTo>
                    <a:pt x="3678503" y="639898"/>
                  </a:lnTo>
                  <a:lnTo>
                    <a:pt x="3679163" y="658537"/>
                  </a:lnTo>
                  <a:lnTo>
                    <a:pt x="3679824" y="711168"/>
                  </a:lnTo>
                  <a:lnTo>
                    <a:pt x="3680484" y="797282"/>
                  </a:lnTo>
                  <a:lnTo>
                    <a:pt x="3681145" y="870327"/>
                  </a:lnTo>
                  <a:lnTo>
                    <a:pt x="3681805" y="857061"/>
                  </a:lnTo>
                  <a:lnTo>
                    <a:pt x="3682466" y="824364"/>
                  </a:lnTo>
                  <a:lnTo>
                    <a:pt x="3683127" y="792166"/>
                  </a:lnTo>
                  <a:lnTo>
                    <a:pt x="3683787" y="783465"/>
                  </a:lnTo>
                  <a:lnTo>
                    <a:pt x="3684448" y="799802"/>
                  </a:lnTo>
                  <a:lnTo>
                    <a:pt x="3685108" y="836481"/>
                  </a:lnTo>
                  <a:lnTo>
                    <a:pt x="3685769" y="859444"/>
                  </a:lnTo>
                  <a:lnTo>
                    <a:pt x="3686429" y="884652"/>
                  </a:lnTo>
                  <a:lnTo>
                    <a:pt x="3687090" y="866904"/>
                  </a:lnTo>
                  <a:lnTo>
                    <a:pt x="3687750" y="865396"/>
                  </a:lnTo>
                  <a:lnTo>
                    <a:pt x="3688411" y="897209"/>
                  </a:lnTo>
                  <a:lnTo>
                    <a:pt x="3689071" y="968744"/>
                  </a:lnTo>
                  <a:lnTo>
                    <a:pt x="3689732" y="1042889"/>
                  </a:lnTo>
                  <a:lnTo>
                    <a:pt x="3690392" y="1143890"/>
                  </a:lnTo>
                  <a:lnTo>
                    <a:pt x="3691053" y="1184693"/>
                  </a:lnTo>
                  <a:lnTo>
                    <a:pt x="3691713" y="1209148"/>
                  </a:lnTo>
                  <a:lnTo>
                    <a:pt x="3692374" y="1222222"/>
                  </a:lnTo>
                  <a:lnTo>
                    <a:pt x="3693035" y="1265546"/>
                  </a:lnTo>
                  <a:lnTo>
                    <a:pt x="3693695" y="1316787"/>
                  </a:lnTo>
                  <a:lnTo>
                    <a:pt x="3694356" y="1379501"/>
                  </a:lnTo>
                  <a:lnTo>
                    <a:pt x="3695016" y="1316787"/>
                  </a:lnTo>
                  <a:lnTo>
                    <a:pt x="3695677" y="1235935"/>
                  </a:lnTo>
                  <a:lnTo>
                    <a:pt x="3696337" y="1141370"/>
                  </a:lnTo>
                  <a:lnTo>
                    <a:pt x="3696998" y="1066093"/>
                  </a:lnTo>
                  <a:lnTo>
                    <a:pt x="3697658" y="1004610"/>
                  </a:lnTo>
                  <a:lnTo>
                    <a:pt x="3698319" y="988717"/>
                  </a:lnTo>
                  <a:lnTo>
                    <a:pt x="3698979" y="1013065"/>
                  </a:lnTo>
                  <a:lnTo>
                    <a:pt x="3699640" y="1061523"/>
                  </a:lnTo>
                  <a:lnTo>
                    <a:pt x="3700300" y="1125752"/>
                  </a:lnTo>
                  <a:lnTo>
                    <a:pt x="3700961" y="1200964"/>
                  </a:lnTo>
                  <a:lnTo>
                    <a:pt x="3701621" y="1281610"/>
                  </a:lnTo>
                  <a:lnTo>
                    <a:pt x="3702282" y="1296026"/>
                  </a:lnTo>
                  <a:lnTo>
                    <a:pt x="3702942" y="1279141"/>
                  </a:lnTo>
                  <a:lnTo>
                    <a:pt x="3703603" y="1263214"/>
                  </a:lnTo>
                  <a:lnTo>
                    <a:pt x="3704264" y="1248140"/>
                  </a:lnTo>
                  <a:lnTo>
                    <a:pt x="3704924" y="1207238"/>
                  </a:lnTo>
                  <a:lnTo>
                    <a:pt x="3705585" y="1108267"/>
                  </a:lnTo>
                  <a:lnTo>
                    <a:pt x="3706245" y="999111"/>
                  </a:lnTo>
                  <a:lnTo>
                    <a:pt x="3706906" y="879071"/>
                  </a:lnTo>
                  <a:lnTo>
                    <a:pt x="3707566" y="803850"/>
                  </a:lnTo>
                  <a:lnTo>
                    <a:pt x="3708227" y="767096"/>
                  </a:lnTo>
                  <a:lnTo>
                    <a:pt x="3708887" y="763018"/>
                  </a:lnTo>
                  <a:lnTo>
                    <a:pt x="3709548" y="781924"/>
                  </a:lnTo>
                  <a:lnTo>
                    <a:pt x="3710208" y="850389"/>
                  </a:lnTo>
                  <a:lnTo>
                    <a:pt x="3710869" y="927172"/>
                  </a:lnTo>
                  <a:lnTo>
                    <a:pt x="3711529" y="943815"/>
                  </a:lnTo>
                  <a:lnTo>
                    <a:pt x="3712190" y="929524"/>
                  </a:lnTo>
                  <a:lnTo>
                    <a:pt x="3712850" y="923680"/>
                  </a:lnTo>
                  <a:lnTo>
                    <a:pt x="3713511" y="937914"/>
                  </a:lnTo>
                  <a:lnTo>
                    <a:pt x="3714172" y="958087"/>
                  </a:lnTo>
                  <a:lnTo>
                    <a:pt x="3714832" y="1026079"/>
                  </a:lnTo>
                  <a:lnTo>
                    <a:pt x="3715493" y="1117334"/>
                  </a:lnTo>
                  <a:lnTo>
                    <a:pt x="3716153" y="1191209"/>
                  </a:lnTo>
                  <a:lnTo>
                    <a:pt x="3716814" y="1179473"/>
                  </a:lnTo>
                  <a:lnTo>
                    <a:pt x="3717474" y="1179473"/>
                  </a:lnTo>
                  <a:lnTo>
                    <a:pt x="3718135" y="1168207"/>
                  </a:lnTo>
                  <a:lnTo>
                    <a:pt x="3718795" y="1143384"/>
                  </a:lnTo>
                  <a:lnTo>
                    <a:pt x="3719456" y="1134920"/>
                  </a:lnTo>
                  <a:lnTo>
                    <a:pt x="3720116" y="1071912"/>
                  </a:lnTo>
                  <a:lnTo>
                    <a:pt x="3720777" y="1001237"/>
                  </a:lnTo>
                  <a:lnTo>
                    <a:pt x="3721437" y="941095"/>
                  </a:lnTo>
                  <a:lnTo>
                    <a:pt x="3722098" y="927406"/>
                  </a:lnTo>
                  <a:lnTo>
                    <a:pt x="3722758" y="918864"/>
                  </a:lnTo>
                  <a:lnTo>
                    <a:pt x="3723419" y="939622"/>
                  </a:lnTo>
                  <a:lnTo>
                    <a:pt x="3724080" y="949336"/>
                  </a:lnTo>
                  <a:lnTo>
                    <a:pt x="3724740" y="907064"/>
                  </a:lnTo>
                  <a:lnTo>
                    <a:pt x="3725401" y="876126"/>
                  </a:lnTo>
                  <a:lnTo>
                    <a:pt x="3726061" y="864083"/>
                  </a:lnTo>
                  <a:lnTo>
                    <a:pt x="3726722" y="859628"/>
                  </a:lnTo>
                  <a:lnTo>
                    <a:pt x="3727382" y="882246"/>
                  </a:lnTo>
                  <a:lnTo>
                    <a:pt x="3728043" y="972297"/>
                  </a:lnTo>
                  <a:lnTo>
                    <a:pt x="3728703" y="1038678"/>
                  </a:lnTo>
                  <a:lnTo>
                    <a:pt x="3729364" y="1038678"/>
                  </a:lnTo>
                  <a:lnTo>
                    <a:pt x="3730024" y="1017229"/>
                  </a:lnTo>
                  <a:lnTo>
                    <a:pt x="3730685" y="989009"/>
                  </a:lnTo>
                  <a:lnTo>
                    <a:pt x="3731345" y="962302"/>
                  </a:lnTo>
                  <a:lnTo>
                    <a:pt x="3732006" y="974505"/>
                  </a:lnTo>
                  <a:lnTo>
                    <a:pt x="3732666" y="1009904"/>
                  </a:lnTo>
                  <a:lnTo>
                    <a:pt x="3733327" y="1030780"/>
                  </a:lnTo>
                  <a:lnTo>
                    <a:pt x="3733987" y="1037635"/>
                  </a:lnTo>
                  <a:lnTo>
                    <a:pt x="3734648" y="991943"/>
                  </a:lnTo>
                  <a:lnTo>
                    <a:pt x="3735309" y="900172"/>
                  </a:lnTo>
                  <a:lnTo>
                    <a:pt x="3735969" y="801743"/>
                  </a:lnTo>
                  <a:lnTo>
                    <a:pt x="3736630" y="736018"/>
                  </a:lnTo>
                  <a:lnTo>
                    <a:pt x="3737290" y="687439"/>
                  </a:lnTo>
                  <a:lnTo>
                    <a:pt x="3737951" y="675041"/>
                  </a:lnTo>
                  <a:lnTo>
                    <a:pt x="3738611" y="676765"/>
                  </a:lnTo>
                  <a:lnTo>
                    <a:pt x="3739272" y="687938"/>
                  </a:lnTo>
                  <a:lnTo>
                    <a:pt x="3739932" y="703773"/>
                  </a:lnTo>
                  <a:lnTo>
                    <a:pt x="3740593" y="734244"/>
                  </a:lnTo>
                  <a:lnTo>
                    <a:pt x="3741253" y="756308"/>
                  </a:lnTo>
                  <a:lnTo>
                    <a:pt x="3741914" y="787283"/>
                  </a:lnTo>
                  <a:lnTo>
                    <a:pt x="3742574" y="850924"/>
                  </a:lnTo>
                  <a:lnTo>
                    <a:pt x="3743235" y="910354"/>
                  </a:lnTo>
                  <a:lnTo>
                    <a:pt x="3743895" y="929996"/>
                  </a:lnTo>
                  <a:lnTo>
                    <a:pt x="3744556" y="891788"/>
                  </a:lnTo>
                  <a:lnTo>
                    <a:pt x="3745217" y="816199"/>
                  </a:lnTo>
                  <a:lnTo>
                    <a:pt x="3745877" y="736730"/>
                  </a:lnTo>
                  <a:lnTo>
                    <a:pt x="3746538" y="685252"/>
                  </a:lnTo>
                  <a:lnTo>
                    <a:pt x="3747198" y="655759"/>
                  </a:lnTo>
                  <a:lnTo>
                    <a:pt x="3747859" y="632250"/>
                  </a:lnTo>
                  <a:lnTo>
                    <a:pt x="3748519" y="630615"/>
                  </a:lnTo>
                  <a:lnTo>
                    <a:pt x="3749180" y="635633"/>
                  </a:lnTo>
                  <a:lnTo>
                    <a:pt x="3749840" y="642353"/>
                  </a:lnTo>
                  <a:lnTo>
                    <a:pt x="3750501" y="619347"/>
                  </a:lnTo>
                  <a:lnTo>
                    <a:pt x="3751161" y="609042"/>
                  </a:lnTo>
                  <a:lnTo>
                    <a:pt x="3751822" y="595409"/>
                  </a:lnTo>
                  <a:lnTo>
                    <a:pt x="3752482" y="570439"/>
                  </a:lnTo>
                  <a:lnTo>
                    <a:pt x="3753143" y="541210"/>
                  </a:lnTo>
                  <a:lnTo>
                    <a:pt x="3753803" y="531475"/>
                  </a:lnTo>
                  <a:lnTo>
                    <a:pt x="3754464" y="527153"/>
                  </a:lnTo>
                  <a:lnTo>
                    <a:pt x="3755125" y="509124"/>
                  </a:lnTo>
                  <a:lnTo>
                    <a:pt x="3755785" y="489900"/>
                  </a:lnTo>
                  <a:lnTo>
                    <a:pt x="3756446" y="473440"/>
                  </a:lnTo>
                  <a:lnTo>
                    <a:pt x="3757106" y="460150"/>
                  </a:lnTo>
                  <a:lnTo>
                    <a:pt x="3757767" y="443955"/>
                  </a:lnTo>
                  <a:lnTo>
                    <a:pt x="3758427" y="460372"/>
                  </a:lnTo>
                  <a:lnTo>
                    <a:pt x="3759088" y="501812"/>
                  </a:lnTo>
                  <a:lnTo>
                    <a:pt x="3759748" y="560418"/>
                  </a:lnTo>
                  <a:lnTo>
                    <a:pt x="3760409" y="627130"/>
                  </a:lnTo>
                  <a:lnTo>
                    <a:pt x="3761069" y="716762"/>
                  </a:lnTo>
                  <a:lnTo>
                    <a:pt x="3761730" y="750627"/>
                  </a:lnTo>
                  <a:lnTo>
                    <a:pt x="3762390" y="721454"/>
                  </a:lnTo>
                  <a:lnTo>
                    <a:pt x="3763051" y="679954"/>
                  </a:lnTo>
                  <a:lnTo>
                    <a:pt x="3763711" y="622815"/>
                  </a:lnTo>
                  <a:lnTo>
                    <a:pt x="3764372" y="555507"/>
                  </a:lnTo>
                  <a:lnTo>
                    <a:pt x="3765033" y="504558"/>
                  </a:lnTo>
                  <a:lnTo>
                    <a:pt x="3765693" y="472463"/>
                  </a:lnTo>
                  <a:lnTo>
                    <a:pt x="3766354" y="434384"/>
                  </a:lnTo>
                  <a:lnTo>
                    <a:pt x="3767014" y="378310"/>
                  </a:lnTo>
                  <a:lnTo>
                    <a:pt x="3767675" y="335866"/>
                  </a:lnTo>
                  <a:lnTo>
                    <a:pt x="3768335" y="299400"/>
                  </a:lnTo>
                  <a:lnTo>
                    <a:pt x="3768996" y="270298"/>
                  </a:lnTo>
                  <a:lnTo>
                    <a:pt x="3769656" y="245106"/>
                  </a:lnTo>
                  <a:lnTo>
                    <a:pt x="3770317" y="242512"/>
                  </a:lnTo>
                  <a:lnTo>
                    <a:pt x="3770977" y="249168"/>
                  </a:lnTo>
                  <a:lnTo>
                    <a:pt x="3771638" y="255879"/>
                  </a:lnTo>
                  <a:lnTo>
                    <a:pt x="3772298" y="271795"/>
                  </a:lnTo>
                  <a:lnTo>
                    <a:pt x="3772959" y="312155"/>
                  </a:lnTo>
                  <a:lnTo>
                    <a:pt x="3773619" y="348695"/>
                  </a:lnTo>
                  <a:lnTo>
                    <a:pt x="3774280" y="370189"/>
                  </a:lnTo>
                  <a:lnTo>
                    <a:pt x="3774940" y="388976"/>
                  </a:lnTo>
                  <a:lnTo>
                    <a:pt x="3775601" y="412954"/>
                  </a:lnTo>
                  <a:lnTo>
                    <a:pt x="3776262" y="411754"/>
                  </a:lnTo>
                  <a:lnTo>
                    <a:pt x="3776922" y="392658"/>
                  </a:lnTo>
                  <a:lnTo>
                    <a:pt x="3777583" y="360232"/>
                  </a:lnTo>
                  <a:lnTo>
                    <a:pt x="3778243" y="322232"/>
                  </a:lnTo>
                  <a:lnTo>
                    <a:pt x="3778904" y="276081"/>
                  </a:lnTo>
                  <a:lnTo>
                    <a:pt x="3779564" y="238483"/>
                  </a:lnTo>
                  <a:lnTo>
                    <a:pt x="3780225" y="234332"/>
                  </a:lnTo>
                  <a:lnTo>
                    <a:pt x="3780885" y="257322"/>
                  </a:lnTo>
                  <a:lnTo>
                    <a:pt x="3781546" y="297225"/>
                  </a:lnTo>
                  <a:lnTo>
                    <a:pt x="3782206" y="345425"/>
                  </a:lnTo>
                  <a:lnTo>
                    <a:pt x="3782867" y="393779"/>
                  </a:lnTo>
                  <a:lnTo>
                    <a:pt x="3783527" y="422083"/>
                  </a:lnTo>
                  <a:lnTo>
                    <a:pt x="3784188" y="438099"/>
                  </a:lnTo>
                  <a:lnTo>
                    <a:pt x="3784848" y="454342"/>
                  </a:lnTo>
                  <a:lnTo>
                    <a:pt x="3785509" y="441531"/>
                  </a:lnTo>
                  <a:lnTo>
                    <a:pt x="3786170" y="401574"/>
                  </a:lnTo>
                  <a:lnTo>
                    <a:pt x="3786830" y="355168"/>
                  </a:lnTo>
                  <a:lnTo>
                    <a:pt x="3787491" y="337729"/>
                  </a:lnTo>
                  <a:lnTo>
                    <a:pt x="3788151" y="327701"/>
                  </a:lnTo>
                  <a:lnTo>
                    <a:pt x="3788812" y="341872"/>
                  </a:lnTo>
                  <a:lnTo>
                    <a:pt x="3789472" y="398952"/>
                  </a:lnTo>
                  <a:lnTo>
                    <a:pt x="3790133" y="487146"/>
                  </a:lnTo>
                  <a:lnTo>
                    <a:pt x="3790793" y="531933"/>
                  </a:lnTo>
                  <a:lnTo>
                    <a:pt x="3791454" y="527323"/>
                  </a:lnTo>
                  <a:lnTo>
                    <a:pt x="3792114" y="503726"/>
                  </a:lnTo>
                  <a:lnTo>
                    <a:pt x="3792775" y="464812"/>
                  </a:lnTo>
                  <a:lnTo>
                    <a:pt x="3793435" y="434262"/>
                  </a:lnTo>
                  <a:lnTo>
                    <a:pt x="3794096" y="415559"/>
                  </a:lnTo>
                  <a:lnTo>
                    <a:pt x="3794756" y="428285"/>
                  </a:lnTo>
                  <a:lnTo>
                    <a:pt x="3795417" y="451698"/>
                  </a:lnTo>
                  <a:lnTo>
                    <a:pt x="3796078" y="469506"/>
                  </a:lnTo>
                  <a:lnTo>
                    <a:pt x="3796738" y="484515"/>
                  </a:lnTo>
                  <a:lnTo>
                    <a:pt x="3797399" y="524961"/>
                  </a:lnTo>
                  <a:lnTo>
                    <a:pt x="3798059" y="572090"/>
                  </a:lnTo>
                  <a:lnTo>
                    <a:pt x="3798720" y="610784"/>
                  </a:lnTo>
                  <a:lnTo>
                    <a:pt x="3799380" y="657100"/>
                  </a:lnTo>
                  <a:lnTo>
                    <a:pt x="3800041" y="705684"/>
                  </a:lnTo>
                  <a:lnTo>
                    <a:pt x="3800701" y="730962"/>
                  </a:lnTo>
                  <a:lnTo>
                    <a:pt x="3801362" y="739479"/>
                  </a:lnTo>
                  <a:lnTo>
                    <a:pt x="3802022" y="763279"/>
                  </a:lnTo>
                  <a:lnTo>
                    <a:pt x="3802683" y="771369"/>
                  </a:lnTo>
                  <a:lnTo>
                    <a:pt x="3803343" y="707607"/>
                  </a:lnTo>
                  <a:lnTo>
                    <a:pt x="3804004" y="621154"/>
                  </a:lnTo>
                  <a:lnTo>
                    <a:pt x="3804664" y="551295"/>
                  </a:lnTo>
                  <a:lnTo>
                    <a:pt x="3805325" y="501194"/>
                  </a:lnTo>
                  <a:lnTo>
                    <a:pt x="3805985" y="463144"/>
                  </a:lnTo>
                  <a:lnTo>
                    <a:pt x="3806646" y="441989"/>
                  </a:lnTo>
                  <a:lnTo>
                    <a:pt x="3807307" y="408776"/>
                  </a:lnTo>
                  <a:lnTo>
                    <a:pt x="3807967" y="368772"/>
                  </a:lnTo>
                  <a:lnTo>
                    <a:pt x="3808628" y="338103"/>
                  </a:lnTo>
                  <a:lnTo>
                    <a:pt x="3809288" y="314581"/>
                  </a:lnTo>
                  <a:lnTo>
                    <a:pt x="3809949" y="295785"/>
                  </a:lnTo>
                  <a:lnTo>
                    <a:pt x="3810609" y="298323"/>
                  </a:lnTo>
                  <a:lnTo>
                    <a:pt x="3811270" y="326648"/>
                  </a:lnTo>
                  <a:lnTo>
                    <a:pt x="3811930" y="364659"/>
                  </a:lnTo>
                  <a:lnTo>
                    <a:pt x="3812591" y="393393"/>
                  </a:lnTo>
                  <a:lnTo>
                    <a:pt x="3813251" y="438140"/>
                  </a:lnTo>
                  <a:lnTo>
                    <a:pt x="3813912" y="488765"/>
                  </a:lnTo>
                  <a:lnTo>
                    <a:pt x="3814572" y="514143"/>
                  </a:lnTo>
                  <a:lnTo>
                    <a:pt x="3815233" y="518377"/>
                  </a:lnTo>
                  <a:lnTo>
                    <a:pt x="3815893" y="558645"/>
                  </a:lnTo>
                  <a:lnTo>
                    <a:pt x="3816554" y="587466"/>
                  </a:lnTo>
                  <a:lnTo>
                    <a:pt x="3817215" y="599905"/>
                  </a:lnTo>
                  <a:lnTo>
                    <a:pt x="3817875" y="631022"/>
                  </a:lnTo>
                  <a:lnTo>
                    <a:pt x="3818536" y="673993"/>
                  </a:lnTo>
                  <a:lnTo>
                    <a:pt x="3819196" y="709976"/>
                  </a:lnTo>
                  <a:lnTo>
                    <a:pt x="3819857" y="751754"/>
                  </a:lnTo>
                  <a:lnTo>
                    <a:pt x="3820517" y="786288"/>
                  </a:lnTo>
                  <a:lnTo>
                    <a:pt x="3821178" y="779698"/>
                  </a:lnTo>
                  <a:lnTo>
                    <a:pt x="3821838" y="700618"/>
                  </a:lnTo>
                  <a:lnTo>
                    <a:pt x="3822499" y="612690"/>
                  </a:lnTo>
                  <a:lnTo>
                    <a:pt x="3823159" y="536854"/>
                  </a:lnTo>
                  <a:lnTo>
                    <a:pt x="3823820" y="496045"/>
                  </a:lnTo>
                  <a:lnTo>
                    <a:pt x="3824480" y="469231"/>
                  </a:lnTo>
                  <a:lnTo>
                    <a:pt x="3825141" y="451698"/>
                  </a:lnTo>
                  <a:lnTo>
                    <a:pt x="3825801" y="438757"/>
                  </a:lnTo>
                  <a:lnTo>
                    <a:pt x="3826462" y="429957"/>
                  </a:lnTo>
                  <a:lnTo>
                    <a:pt x="3827123" y="410223"/>
                  </a:lnTo>
                  <a:lnTo>
                    <a:pt x="3827783" y="388700"/>
                  </a:lnTo>
                  <a:lnTo>
                    <a:pt x="3828444" y="379109"/>
                  </a:lnTo>
                  <a:lnTo>
                    <a:pt x="3829104" y="377680"/>
                  </a:lnTo>
                  <a:lnTo>
                    <a:pt x="3829765" y="390950"/>
                  </a:lnTo>
                  <a:lnTo>
                    <a:pt x="3830425" y="410447"/>
                  </a:lnTo>
                  <a:lnTo>
                    <a:pt x="3831086" y="415863"/>
                  </a:lnTo>
                  <a:lnTo>
                    <a:pt x="3831746" y="404987"/>
                  </a:lnTo>
                  <a:lnTo>
                    <a:pt x="3832407" y="386742"/>
                  </a:lnTo>
                  <a:lnTo>
                    <a:pt x="3833067" y="362515"/>
                  </a:lnTo>
                  <a:lnTo>
                    <a:pt x="3833728" y="340358"/>
                  </a:lnTo>
                  <a:lnTo>
                    <a:pt x="3834388" y="330630"/>
                  </a:lnTo>
                  <a:lnTo>
                    <a:pt x="3835049" y="327396"/>
                  </a:lnTo>
                  <a:lnTo>
                    <a:pt x="3835709" y="327645"/>
                  </a:lnTo>
                  <a:lnTo>
                    <a:pt x="3836370" y="328646"/>
                  </a:lnTo>
                  <a:lnTo>
                    <a:pt x="3837031" y="332205"/>
                  </a:lnTo>
                  <a:lnTo>
                    <a:pt x="3837691" y="347353"/>
                  </a:lnTo>
                  <a:lnTo>
                    <a:pt x="3838352" y="381518"/>
                  </a:lnTo>
                  <a:lnTo>
                    <a:pt x="3839012" y="424579"/>
                  </a:lnTo>
                  <a:lnTo>
                    <a:pt x="3839673" y="469277"/>
                  </a:lnTo>
                  <a:lnTo>
                    <a:pt x="3840333" y="514952"/>
                  </a:lnTo>
                  <a:lnTo>
                    <a:pt x="3840994" y="539672"/>
                  </a:lnTo>
                  <a:lnTo>
                    <a:pt x="3841654" y="543354"/>
                  </a:lnTo>
                  <a:lnTo>
                    <a:pt x="3842315" y="514682"/>
                  </a:lnTo>
                  <a:lnTo>
                    <a:pt x="3842975" y="479232"/>
                  </a:lnTo>
                  <a:lnTo>
                    <a:pt x="3843636" y="438964"/>
                  </a:lnTo>
                  <a:lnTo>
                    <a:pt x="3844296" y="423640"/>
                  </a:lnTo>
                  <a:lnTo>
                    <a:pt x="3844957" y="434181"/>
                  </a:lnTo>
                  <a:lnTo>
                    <a:pt x="3845617" y="475030"/>
                  </a:lnTo>
                  <a:lnTo>
                    <a:pt x="3846278" y="521788"/>
                  </a:lnTo>
                  <a:lnTo>
                    <a:pt x="3846938" y="534934"/>
                  </a:lnTo>
                  <a:lnTo>
                    <a:pt x="3847599" y="522065"/>
                  </a:lnTo>
                  <a:lnTo>
                    <a:pt x="3848260" y="493831"/>
                  </a:lnTo>
                  <a:lnTo>
                    <a:pt x="3848920" y="458864"/>
                  </a:lnTo>
                  <a:lnTo>
                    <a:pt x="3849581" y="442615"/>
                  </a:lnTo>
                  <a:lnTo>
                    <a:pt x="3850241" y="480759"/>
                  </a:lnTo>
                  <a:lnTo>
                    <a:pt x="3850902" y="518377"/>
                  </a:lnTo>
                  <a:lnTo>
                    <a:pt x="3851562" y="541091"/>
                  </a:lnTo>
                  <a:lnTo>
                    <a:pt x="3852223" y="553269"/>
                  </a:lnTo>
                  <a:lnTo>
                    <a:pt x="3852883" y="563099"/>
                  </a:lnTo>
                  <a:lnTo>
                    <a:pt x="3853544" y="562330"/>
                  </a:lnTo>
                  <a:lnTo>
                    <a:pt x="3854204" y="569716"/>
                  </a:lnTo>
                  <a:lnTo>
                    <a:pt x="3854865" y="565481"/>
                  </a:lnTo>
                  <a:lnTo>
                    <a:pt x="3855525" y="544132"/>
                  </a:lnTo>
                  <a:lnTo>
                    <a:pt x="3856186" y="519583"/>
                  </a:lnTo>
                  <a:lnTo>
                    <a:pt x="3856846" y="500628"/>
                  </a:lnTo>
                  <a:lnTo>
                    <a:pt x="3857507" y="489505"/>
                  </a:lnTo>
                  <a:lnTo>
                    <a:pt x="3858168" y="477241"/>
                  </a:lnTo>
                  <a:lnTo>
                    <a:pt x="3858828" y="479137"/>
                  </a:lnTo>
                  <a:lnTo>
                    <a:pt x="3859489" y="475922"/>
                  </a:lnTo>
                  <a:lnTo>
                    <a:pt x="3860149" y="455871"/>
                  </a:lnTo>
                  <a:lnTo>
                    <a:pt x="3860810" y="446611"/>
                  </a:lnTo>
                  <a:lnTo>
                    <a:pt x="3861470" y="451354"/>
                  </a:lnTo>
                  <a:lnTo>
                    <a:pt x="3862131" y="464405"/>
                  </a:lnTo>
                  <a:lnTo>
                    <a:pt x="3862791" y="467354"/>
                  </a:lnTo>
                  <a:lnTo>
                    <a:pt x="3863452" y="450150"/>
                  </a:lnTo>
                  <a:lnTo>
                    <a:pt x="3864112" y="412578"/>
                  </a:lnTo>
                  <a:lnTo>
                    <a:pt x="3864773" y="376522"/>
                  </a:lnTo>
                  <a:lnTo>
                    <a:pt x="3865433" y="349984"/>
                  </a:lnTo>
                  <a:lnTo>
                    <a:pt x="3866094" y="349774"/>
                  </a:lnTo>
                  <a:lnTo>
                    <a:pt x="3866754" y="375106"/>
                  </a:lnTo>
                  <a:lnTo>
                    <a:pt x="3867415" y="405207"/>
                  </a:lnTo>
                  <a:lnTo>
                    <a:pt x="3868076" y="446188"/>
                  </a:lnTo>
                  <a:lnTo>
                    <a:pt x="3868736" y="486559"/>
                  </a:lnTo>
                  <a:lnTo>
                    <a:pt x="3869397" y="509707"/>
                  </a:lnTo>
                  <a:lnTo>
                    <a:pt x="3870057" y="525297"/>
                  </a:lnTo>
                  <a:lnTo>
                    <a:pt x="3870718" y="542042"/>
                  </a:lnTo>
                  <a:lnTo>
                    <a:pt x="3871378" y="551910"/>
                  </a:lnTo>
                  <a:lnTo>
                    <a:pt x="3872039" y="547508"/>
                  </a:lnTo>
                  <a:lnTo>
                    <a:pt x="3872699" y="491535"/>
                  </a:lnTo>
                  <a:lnTo>
                    <a:pt x="3873360" y="450579"/>
                  </a:lnTo>
                  <a:lnTo>
                    <a:pt x="3874020" y="437278"/>
                  </a:lnTo>
                  <a:lnTo>
                    <a:pt x="3874681" y="437565"/>
                  </a:lnTo>
                  <a:lnTo>
                    <a:pt x="3875341" y="439748"/>
                  </a:lnTo>
                  <a:lnTo>
                    <a:pt x="3876002" y="480472"/>
                  </a:lnTo>
                  <a:lnTo>
                    <a:pt x="3876662" y="496652"/>
                  </a:lnTo>
                  <a:lnTo>
                    <a:pt x="3877323" y="471490"/>
                  </a:lnTo>
                  <a:lnTo>
                    <a:pt x="3877983" y="417195"/>
                  </a:lnTo>
                  <a:lnTo>
                    <a:pt x="3878644" y="377978"/>
                  </a:lnTo>
                  <a:lnTo>
                    <a:pt x="3879305" y="355904"/>
                  </a:lnTo>
                  <a:lnTo>
                    <a:pt x="3879965" y="348009"/>
                  </a:lnTo>
                  <a:lnTo>
                    <a:pt x="3880626" y="367490"/>
                  </a:lnTo>
                  <a:lnTo>
                    <a:pt x="3881286" y="401827"/>
                  </a:lnTo>
                  <a:lnTo>
                    <a:pt x="3881947" y="451009"/>
                  </a:lnTo>
                  <a:lnTo>
                    <a:pt x="3882607" y="494433"/>
                  </a:lnTo>
                  <a:lnTo>
                    <a:pt x="3883268" y="540795"/>
                  </a:lnTo>
                  <a:lnTo>
                    <a:pt x="3883928" y="544192"/>
                  </a:lnTo>
                  <a:lnTo>
                    <a:pt x="3884589" y="552095"/>
                  </a:lnTo>
                  <a:lnTo>
                    <a:pt x="3885249" y="547691"/>
                  </a:lnTo>
                  <a:lnTo>
                    <a:pt x="3885910" y="528908"/>
                  </a:lnTo>
                  <a:lnTo>
                    <a:pt x="3886570" y="519253"/>
                  </a:lnTo>
                  <a:lnTo>
                    <a:pt x="3887231" y="503207"/>
                  </a:lnTo>
                  <a:lnTo>
                    <a:pt x="3887891" y="427057"/>
                  </a:lnTo>
                  <a:lnTo>
                    <a:pt x="3888552" y="361293"/>
                  </a:lnTo>
                  <a:lnTo>
                    <a:pt x="3889213" y="317992"/>
                  </a:lnTo>
                  <a:lnTo>
                    <a:pt x="3889873" y="279800"/>
                  </a:lnTo>
                  <a:lnTo>
                    <a:pt x="3890534" y="273140"/>
                  </a:lnTo>
                  <a:lnTo>
                    <a:pt x="3891194" y="308063"/>
                  </a:lnTo>
                  <a:lnTo>
                    <a:pt x="3891855" y="354008"/>
                  </a:lnTo>
                  <a:lnTo>
                    <a:pt x="3892515" y="407188"/>
                  </a:lnTo>
                  <a:lnTo>
                    <a:pt x="3893176" y="477100"/>
                  </a:lnTo>
                  <a:lnTo>
                    <a:pt x="3893836" y="529704"/>
                  </a:lnTo>
                  <a:lnTo>
                    <a:pt x="3894497" y="567168"/>
                  </a:lnTo>
                  <a:lnTo>
                    <a:pt x="3895157" y="615999"/>
                  </a:lnTo>
                  <a:lnTo>
                    <a:pt x="3895818" y="648889"/>
                  </a:lnTo>
                  <a:lnTo>
                    <a:pt x="3896478" y="649586"/>
                  </a:lnTo>
                  <a:lnTo>
                    <a:pt x="3897139" y="622656"/>
                  </a:lnTo>
                  <a:lnTo>
                    <a:pt x="3897799" y="581995"/>
                  </a:lnTo>
                  <a:lnTo>
                    <a:pt x="3898460" y="530502"/>
                  </a:lnTo>
                  <a:lnTo>
                    <a:pt x="3899121" y="496500"/>
                  </a:lnTo>
                  <a:lnTo>
                    <a:pt x="3899781" y="486022"/>
                  </a:lnTo>
                  <a:lnTo>
                    <a:pt x="3900442" y="473440"/>
                  </a:lnTo>
                  <a:lnTo>
                    <a:pt x="3901102" y="458466"/>
                  </a:lnTo>
                  <a:lnTo>
                    <a:pt x="3901763" y="446654"/>
                  </a:lnTo>
                  <a:lnTo>
                    <a:pt x="3902423" y="453429"/>
                  </a:lnTo>
                  <a:lnTo>
                    <a:pt x="3903084" y="462292"/>
                  </a:lnTo>
                  <a:lnTo>
                    <a:pt x="3903744" y="492282"/>
                  </a:lnTo>
                  <a:lnTo>
                    <a:pt x="3904405" y="518979"/>
                  </a:lnTo>
                  <a:lnTo>
                    <a:pt x="3905065" y="487832"/>
                  </a:lnTo>
                  <a:lnTo>
                    <a:pt x="3905726" y="423835"/>
                  </a:lnTo>
                  <a:lnTo>
                    <a:pt x="3906386" y="383271"/>
                  </a:lnTo>
                  <a:lnTo>
                    <a:pt x="3907047" y="347353"/>
                  </a:lnTo>
                  <a:lnTo>
                    <a:pt x="3907707" y="337355"/>
                  </a:lnTo>
                  <a:lnTo>
                    <a:pt x="3908368" y="368195"/>
                  </a:lnTo>
                  <a:lnTo>
                    <a:pt x="3909029" y="406636"/>
                  </a:lnTo>
                  <a:lnTo>
                    <a:pt x="3909689" y="402949"/>
                  </a:lnTo>
                  <a:lnTo>
                    <a:pt x="3910350" y="361012"/>
                  </a:lnTo>
                  <a:lnTo>
                    <a:pt x="3911010" y="314396"/>
                  </a:lnTo>
                  <a:lnTo>
                    <a:pt x="3911671" y="281726"/>
                  </a:lnTo>
                  <a:lnTo>
                    <a:pt x="3912331" y="268045"/>
                  </a:lnTo>
                  <a:lnTo>
                    <a:pt x="3912992" y="275919"/>
                  </a:lnTo>
                  <a:lnTo>
                    <a:pt x="3913652" y="312024"/>
                  </a:lnTo>
                  <a:lnTo>
                    <a:pt x="3914313" y="352883"/>
                  </a:lnTo>
                  <a:lnTo>
                    <a:pt x="3914973" y="391959"/>
                  </a:lnTo>
                  <a:lnTo>
                    <a:pt x="3915634" y="425363"/>
                  </a:lnTo>
                  <a:lnTo>
                    <a:pt x="3916294" y="460239"/>
                  </a:lnTo>
                  <a:lnTo>
                    <a:pt x="3916955" y="492432"/>
                  </a:lnTo>
                  <a:lnTo>
                    <a:pt x="3917615" y="507489"/>
                  </a:lnTo>
                  <a:lnTo>
                    <a:pt x="3918276" y="487391"/>
                  </a:lnTo>
                  <a:lnTo>
                    <a:pt x="3918936" y="458112"/>
                  </a:lnTo>
                  <a:lnTo>
                    <a:pt x="3919597" y="434871"/>
                  </a:lnTo>
                  <a:lnTo>
                    <a:pt x="3920258" y="422821"/>
                  </a:lnTo>
                  <a:lnTo>
                    <a:pt x="3920918" y="417157"/>
                  </a:lnTo>
                  <a:lnTo>
                    <a:pt x="3921579" y="434789"/>
                  </a:lnTo>
                  <a:lnTo>
                    <a:pt x="3922239" y="482198"/>
                  </a:lnTo>
                  <a:lnTo>
                    <a:pt x="3922900" y="518103"/>
                  </a:lnTo>
                  <a:lnTo>
                    <a:pt x="3923560" y="525971"/>
                  </a:lnTo>
                  <a:lnTo>
                    <a:pt x="3924221" y="520793"/>
                  </a:lnTo>
                  <a:lnTo>
                    <a:pt x="3924881" y="495490"/>
                  </a:lnTo>
                  <a:lnTo>
                    <a:pt x="3925542" y="453386"/>
                  </a:lnTo>
                  <a:lnTo>
                    <a:pt x="3926202" y="429837"/>
                  </a:lnTo>
                  <a:lnTo>
                    <a:pt x="3926863" y="419917"/>
                  </a:lnTo>
                  <a:lnTo>
                    <a:pt x="3927523" y="435970"/>
                  </a:lnTo>
                  <a:lnTo>
                    <a:pt x="3928184" y="474795"/>
                  </a:lnTo>
                  <a:lnTo>
                    <a:pt x="3928844" y="494032"/>
                  </a:lnTo>
                  <a:lnTo>
                    <a:pt x="3929505" y="482294"/>
                  </a:lnTo>
                  <a:lnTo>
                    <a:pt x="3930166" y="489653"/>
                  </a:lnTo>
                  <a:lnTo>
                    <a:pt x="3930826" y="485001"/>
                  </a:lnTo>
                  <a:lnTo>
                    <a:pt x="3931487" y="482390"/>
                  </a:lnTo>
                  <a:lnTo>
                    <a:pt x="3932147" y="488372"/>
                  </a:lnTo>
                  <a:lnTo>
                    <a:pt x="3932808" y="517503"/>
                  </a:lnTo>
                  <a:lnTo>
                    <a:pt x="3933468" y="541744"/>
                  </a:lnTo>
                  <a:lnTo>
                    <a:pt x="3934129" y="572024"/>
                  </a:lnTo>
                  <a:lnTo>
                    <a:pt x="3934789" y="585237"/>
                  </a:lnTo>
                  <a:lnTo>
                    <a:pt x="3935450" y="597503"/>
                  </a:lnTo>
                  <a:lnTo>
                    <a:pt x="3936110" y="586419"/>
                  </a:lnTo>
                  <a:lnTo>
                    <a:pt x="3936771" y="528681"/>
                  </a:lnTo>
                  <a:lnTo>
                    <a:pt x="3937431" y="455084"/>
                  </a:lnTo>
                  <a:lnTo>
                    <a:pt x="3938092" y="397205"/>
                  </a:lnTo>
                  <a:lnTo>
                    <a:pt x="3938752" y="364754"/>
                  </a:lnTo>
                  <a:lnTo>
                    <a:pt x="3939413" y="349834"/>
                  </a:lnTo>
                  <a:lnTo>
                    <a:pt x="3940074" y="346106"/>
                  </a:lnTo>
                  <a:lnTo>
                    <a:pt x="3940734" y="349174"/>
                  </a:lnTo>
                  <a:lnTo>
                    <a:pt x="3941395" y="352065"/>
                  </a:lnTo>
                  <a:lnTo>
                    <a:pt x="3942055" y="357041"/>
                  </a:lnTo>
                  <a:lnTo>
                    <a:pt x="3942716" y="369834"/>
                  </a:lnTo>
                  <a:lnTo>
                    <a:pt x="3943376" y="389252"/>
                  </a:lnTo>
                  <a:lnTo>
                    <a:pt x="3944037" y="428762"/>
                  </a:lnTo>
                  <a:lnTo>
                    <a:pt x="3944697" y="471767"/>
                  </a:lnTo>
                  <a:lnTo>
                    <a:pt x="3945358" y="486120"/>
                  </a:lnTo>
                  <a:lnTo>
                    <a:pt x="3946018" y="470335"/>
                  </a:lnTo>
                  <a:lnTo>
                    <a:pt x="3946679" y="449207"/>
                  </a:lnTo>
                  <a:lnTo>
                    <a:pt x="3947339" y="433493"/>
                  </a:lnTo>
                  <a:lnTo>
                    <a:pt x="3948000" y="427651"/>
                  </a:lnTo>
                  <a:lnTo>
                    <a:pt x="3948660" y="447417"/>
                  </a:lnTo>
                  <a:lnTo>
                    <a:pt x="3949321" y="463549"/>
                  </a:lnTo>
                  <a:lnTo>
                    <a:pt x="3949981" y="491734"/>
                  </a:lnTo>
                  <a:lnTo>
                    <a:pt x="3950642" y="514844"/>
                  </a:lnTo>
                  <a:lnTo>
                    <a:pt x="3951303" y="542578"/>
                  </a:lnTo>
                  <a:lnTo>
                    <a:pt x="3951963" y="544312"/>
                  </a:lnTo>
                  <a:lnTo>
                    <a:pt x="3952624" y="541329"/>
                  </a:lnTo>
                  <a:lnTo>
                    <a:pt x="3953284" y="525915"/>
                  </a:lnTo>
                  <a:lnTo>
                    <a:pt x="3953945" y="528001"/>
                  </a:lnTo>
                  <a:lnTo>
                    <a:pt x="3954605" y="522287"/>
                  </a:lnTo>
                  <a:lnTo>
                    <a:pt x="3955266" y="509972"/>
                  </a:lnTo>
                  <a:lnTo>
                    <a:pt x="3955926" y="521125"/>
                  </a:lnTo>
                  <a:lnTo>
                    <a:pt x="3956587" y="552157"/>
                  </a:lnTo>
                  <a:lnTo>
                    <a:pt x="3957247" y="574150"/>
                  </a:lnTo>
                  <a:lnTo>
                    <a:pt x="3957908" y="590489"/>
                  </a:lnTo>
                  <a:lnTo>
                    <a:pt x="3958568" y="647847"/>
                  </a:lnTo>
                  <a:lnTo>
                    <a:pt x="3959229" y="725196"/>
                  </a:lnTo>
                  <a:lnTo>
                    <a:pt x="3959889" y="790721"/>
                  </a:lnTo>
                  <a:lnTo>
                    <a:pt x="3960550" y="831772"/>
                  </a:lnTo>
                  <a:lnTo>
                    <a:pt x="3961211" y="835127"/>
                  </a:lnTo>
                  <a:lnTo>
                    <a:pt x="3961871" y="764590"/>
                  </a:lnTo>
                  <a:lnTo>
                    <a:pt x="3962532" y="670400"/>
                  </a:lnTo>
                  <a:lnTo>
                    <a:pt x="3963192" y="552342"/>
                  </a:lnTo>
                  <a:lnTo>
                    <a:pt x="3963853" y="454560"/>
                  </a:lnTo>
                  <a:lnTo>
                    <a:pt x="3964513" y="412578"/>
                  </a:lnTo>
                  <a:lnTo>
                    <a:pt x="3965174" y="394799"/>
                  </a:lnTo>
                  <a:lnTo>
                    <a:pt x="3965834" y="397063"/>
                  </a:lnTo>
                  <a:lnTo>
                    <a:pt x="3966495" y="437606"/>
                  </a:lnTo>
                  <a:lnTo>
                    <a:pt x="3967155" y="491535"/>
                  </a:lnTo>
                  <a:lnTo>
                    <a:pt x="3967816" y="529590"/>
                  </a:lnTo>
                  <a:lnTo>
                    <a:pt x="3968476" y="556195"/>
                  </a:lnTo>
                  <a:lnTo>
                    <a:pt x="3969137" y="547994"/>
                  </a:lnTo>
                  <a:lnTo>
                    <a:pt x="3969797" y="529419"/>
                  </a:lnTo>
                  <a:lnTo>
                    <a:pt x="3970458" y="549762"/>
                  </a:lnTo>
                  <a:lnTo>
                    <a:pt x="3971119" y="570242"/>
                  </a:lnTo>
                  <a:lnTo>
                    <a:pt x="3971779" y="595121"/>
                  </a:lnTo>
                  <a:lnTo>
                    <a:pt x="3972440" y="647154"/>
                  </a:lnTo>
                  <a:lnTo>
                    <a:pt x="3973100" y="707607"/>
                  </a:lnTo>
                  <a:lnTo>
                    <a:pt x="3973761" y="733420"/>
                  </a:lnTo>
                  <a:lnTo>
                    <a:pt x="3974421" y="737684"/>
                  </a:lnTo>
                  <a:lnTo>
                    <a:pt x="3975082" y="730846"/>
                  </a:lnTo>
                  <a:lnTo>
                    <a:pt x="3975742" y="742741"/>
                  </a:lnTo>
                  <a:lnTo>
                    <a:pt x="3976403" y="754528"/>
                  </a:lnTo>
                  <a:lnTo>
                    <a:pt x="3977063" y="751002"/>
                  </a:lnTo>
                  <a:lnTo>
                    <a:pt x="3977724" y="752508"/>
                  </a:lnTo>
                  <a:lnTo>
                    <a:pt x="3978384" y="766038"/>
                  </a:lnTo>
                  <a:lnTo>
                    <a:pt x="3979045" y="759772"/>
                  </a:lnTo>
                  <a:lnTo>
                    <a:pt x="3979705" y="739720"/>
                  </a:lnTo>
                  <a:lnTo>
                    <a:pt x="3980366" y="745182"/>
                  </a:lnTo>
                  <a:lnTo>
                    <a:pt x="3981027" y="739479"/>
                  </a:lnTo>
                  <a:lnTo>
                    <a:pt x="3981687" y="718652"/>
                  </a:lnTo>
                  <a:lnTo>
                    <a:pt x="3982348" y="693492"/>
                  </a:lnTo>
                  <a:lnTo>
                    <a:pt x="3983008" y="683770"/>
                  </a:lnTo>
                  <a:lnTo>
                    <a:pt x="3983669" y="676669"/>
                  </a:lnTo>
                  <a:lnTo>
                    <a:pt x="3984329" y="707822"/>
                  </a:lnTo>
                  <a:lnTo>
                    <a:pt x="3984990" y="762496"/>
                  </a:lnTo>
                  <a:lnTo>
                    <a:pt x="3985650" y="798910"/>
                  </a:lnTo>
                  <a:lnTo>
                    <a:pt x="3986311" y="788567"/>
                  </a:lnTo>
                  <a:lnTo>
                    <a:pt x="3986971" y="711277"/>
                  </a:lnTo>
                  <a:lnTo>
                    <a:pt x="3987632" y="622815"/>
                  </a:lnTo>
                  <a:lnTo>
                    <a:pt x="3988292" y="557952"/>
                  </a:lnTo>
                  <a:lnTo>
                    <a:pt x="3988953" y="541923"/>
                  </a:lnTo>
                  <a:lnTo>
                    <a:pt x="3989613" y="554884"/>
                  </a:lnTo>
                  <a:lnTo>
                    <a:pt x="3990274" y="593330"/>
                  </a:lnTo>
                  <a:lnTo>
                    <a:pt x="3990934" y="653008"/>
                  </a:lnTo>
                  <a:lnTo>
                    <a:pt x="3991595" y="742863"/>
                  </a:lnTo>
                  <a:lnTo>
                    <a:pt x="3992256" y="821455"/>
                  </a:lnTo>
                  <a:lnTo>
                    <a:pt x="3992916" y="842654"/>
                  </a:lnTo>
                  <a:lnTo>
                    <a:pt x="3993577" y="813216"/>
                  </a:lnTo>
                  <a:lnTo>
                    <a:pt x="3994237" y="783044"/>
                  </a:lnTo>
                  <a:lnTo>
                    <a:pt x="3994898" y="758870"/>
                  </a:lnTo>
                  <a:lnTo>
                    <a:pt x="3995558" y="690348"/>
                  </a:lnTo>
                  <a:lnTo>
                    <a:pt x="3996219" y="638469"/>
                  </a:lnTo>
                  <a:lnTo>
                    <a:pt x="3996879" y="592974"/>
                  </a:lnTo>
                  <a:lnTo>
                    <a:pt x="3997540" y="524737"/>
                  </a:lnTo>
                  <a:lnTo>
                    <a:pt x="3998200" y="447290"/>
                  </a:lnTo>
                  <a:lnTo>
                    <a:pt x="3998861" y="402840"/>
                  </a:lnTo>
                  <a:lnTo>
                    <a:pt x="3999521" y="364786"/>
                  </a:lnTo>
                  <a:lnTo>
                    <a:pt x="4000182" y="345484"/>
                  </a:lnTo>
                  <a:lnTo>
                    <a:pt x="4000842" y="351762"/>
                  </a:lnTo>
                  <a:lnTo>
                    <a:pt x="4001503" y="382832"/>
                  </a:lnTo>
                  <a:lnTo>
                    <a:pt x="4002164" y="427769"/>
                  </a:lnTo>
                  <a:lnTo>
                    <a:pt x="4002824" y="488028"/>
                  </a:lnTo>
                  <a:lnTo>
                    <a:pt x="4003485" y="556382"/>
                  </a:lnTo>
                  <a:lnTo>
                    <a:pt x="4004145" y="628260"/>
                  </a:lnTo>
                  <a:lnTo>
                    <a:pt x="4004806" y="671341"/>
                  </a:lnTo>
                  <a:lnTo>
                    <a:pt x="4005466" y="685450"/>
                  </a:lnTo>
                  <a:lnTo>
                    <a:pt x="4006127" y="680538"/>
                  </a:lnTo>
                  <a:lnTo>
                    <a:pt x="4006787" y="682394"/>
                  </a:lnTo>
                  <a:lnTo>
                    <a:pt x="4007448" y="672380"/>
                  </a:lnTo>
                  <a:lnTo>
                    <a:pt x="4008108" y="653539"/>
                  </a:lnTo>
                  <a:lnTo>
                    <a:pt x="4008769" y="596924"/>
                  </a:lnTo>
                  <a:lnTo>
                    <a:pt x="4009429" y="544552"/>
                  </a:lnTo>
                  <a:lnTo>
                    <a:pt x="4010090" y="456748"/>
                  </a:lnTo>
                  <a:lnTo>
                    <a:pt x="4010750" y="377713"/>
                  </a:lnTo>
                  <a:lnTo>
                    <a:pt x="4011411" y="342368"/>
                  </a:lnTo>
                  <a:lnTo>
                    <a:pt x="4012072" y="332826"/>
                  </a:lnTo>
                  <a:lnTo>
                    <a:pt x="4012732" y="344864"/>
                  </a:lnTo>
                  <a:lnTo>
                    <a:pt x="4013393" y="386776"/>
                  </a:lnTo>
                  <a:lnTo>
                    <a:pt x="4014053" y="468405"/>
                  </a:lnTo>
                  <a:lnTo>
                    <a:pt x="4014714" y="545273"/>
                  </a:lnTo>
                  <a:lnTo>
                    <a:pt x="4015374" y="607912"/>
                  </a:lnTo>
                  <a:lnTo>
                    <a:pt x="4016035" y="634143"/>
                  </a:lnTo>
                  <a:lnTo>
                    <a:pt x="4016695" y="662527"/>
                  </a:lnTo>
                  <a:lnTo>
                    <a:pt x="4017356" y="668341"/>
                  </a:lnTo>
                  <a:lnTo>
                    <a:pt x="4018016" y="670119"/>
                  </a:lnTo>
                  <a:lnTo>
                    <a:pt x="4018677" y="689040"/>
                  </a:lnTo>
                  <a:lnTo>
                    <a:pt x="4019337" y="717538"/>
                  </a:lnTo>
                  <a:lnTo>
                    <a:pt x="4019998" y="720329"/>
                  </a:lnTo>
                  <a:lnTo>
                    <a:pt x="4020658" y="682590"/>
                  </a:lnTo>
                  <a:lnTo>
                    <a:pt x="4021319" y="632332"/>
                  </a:lnTo>
                  <a:lnTo>
                    <a:pt x="4021979" y="593188"/>
                  </a:lnTo>
                  <a:lnTo>
                    <a:pt x="4022640" y="562522"/>
                  </a:lnTo>
                  <a:lnTo>
                    <a:pt x="4023301" y="536096"/>
                  </a:lnTo>
                  <a:lnTo>
                    <a:pt x="4023961" y="500782"/>
                  </a:lnTo>
                  <a:lnTo>
                    <a:pt x="4024622" y="471212"/>
                  </a:lnTo>
                  <a:lnTo>
                    <a:pt x="4025282" y="425795"/>
                  </a:lnTo>
                  <a:lnTo>
                    <a:pt x="4025943" y="375763"/>
                  </a:lnTo>
                  <a:lnTo>
                    <a:pt x="4026603" y="336123"/>
                  </a:lnTo>
                  <a:lnTo>
                    <a:pt x="4027264" y="328785"/>
                  </a:lnTo>
                  <a:lnTo>
                    <a:pt x="4027924" y="338189"/>
                  </a:lnTo>
                  <a:lnTo>
                    <a:pt x="4028585" y="368547"/>
                  </a:lnTo>
                  <a:lnTo>
                    <a:pt x="4029245" y="417500"/>
                  </a:lnTo>
                  <a:lnTo>
                    <a:pt x="4029906" y="489999"/>
                  </a:lnTo>
                  <a:lnTo>
                    <a:pt x="4030566" y="564062"/>
                  </a:lnTo>
                  <a:lnTo>
                    <a:pt x="4031227" y="618175"/>
                  </a:lnTo>
                  <a:lnTo>
                    <a:pt x="4031887" y="660979"/>
                  </a:lnTo>
                  <a:lnTo>
                    <a:pt x="4032548" y="708682"/>
                  </a:lnTo>
                  <a:lnTo>
                    <a:pt x="4033209" y="761715"/>
                  </a:lnTo>
                  <a:lnTo>
                    <a:pt x="4033869" y="796105"/>
                  </a:lnTo>
                  <a:lnTo>
                    <a:pt x="4034530" y="816831"/>
                  </a:lnTo>
                  <a:lnTo>
                    <a:pt x="4035190" y="828950"/>
                  </a:lnTo>
                  <a:lnTo>
                    <a:pt x="4035851" y="841789"/>
                  </a:lnTo>
                  <a:lnTo>
                    <a:pt x="4036511" y="831938"/>
                  </a:lnTo>
                  <a:lnTo>
                    <a:pt x="4037172" y="782203"/>
                  </a:lnTo>
                  <a:lnTo>
                    <a:pt x="4037832" y="706003"/>
                  </a:lnTo>
                  <a:lnTo>
                    <a:pt x="4038493" y="611393"/>
                  </a:lnTo>
                  <a:lnTo>
                    <a:pt x="4039153" y="525802"/>
                  </a:lnTo>
                  <a:lnTo>
                    <a:pt x="4039814" y="466899"/>
                  </a:lnTo>
                  <a:lnTo>
                    <a:pt x="4040474" y="434424"/>
                  </a:lnTo>
                  <a:lnTo>
                    <a:pt x="4041135" y="426229"/>
                  </a:lnTo>
                  <a:lnTo>
                    <a:pt x="4041795" y="445723"/>
                  </a:lnTo>
                  <a:lnTo>
                    <a:pt x="4042456" y="486901"/>
                  </a:lnTo>
                  <a:lnTo>
                    <a:pt x="4043117" y="538025"/>
                  </a:lnTo>
                  <a:lnTo>
                    <a:pt x="4043777" y="576158"/>
                  </a:lnTo>
                  <a:lnTo>
                    <a:pt x="4044438" y="591055"/>
                  </a:lnTo>
                  <a:lnTo>
                    <a:pt x="4045098" y="573350"/>
                  </a:lnTo>
                  <a:lnTo>
                    <a:pt x="4045759" y="545153"/>
                  </a:lnTo>
                  <a:lnTo>
                    <a:pt x="4046419" y="516198"/>
                  </a:lnTo>
                  <a:lnTo>
                    <a:pt x="4047080" y="494082"/>
                  </a:lnTo>
                  <a:lnTo>
                    <a:pt x="4047740" y="474748"/>
                  </a:lnTo>
                  <a:lnTo>
                    <a:pt x="4048401" y="459750"/>
                  </a:lnTo>
                  <a:lnTo>
                    <a:pt x="4049061" y="463100"/>
                  </a:lnTo>
                  <a:lnTo>
                    <a:pt x="4049722" y="463234"/>
                  </a:lnTo>
                  <a:lnTo>
                    <a:pt x="4050382" y="484564"/>
                  </a:lnTo>
                  <a:lnTo>
                    <a:pt x="4051043" y="538084"/>
                  </a:lnTo>
                  <a:lnTo>
                    <a:pt x="4051703" y="613917"/>
                  </a:lnTo>
                  <a:lnTo>
                    <a:pt x="4052364" y="662893"/>
                  </a:lnTo>
                  <a:lnTo>
                    <a:pt x="4053025" y="717205"/>
                  </a:lnTo>
                  <a:lnTo>
                    <a:pt x="4053685" y="736493"/>
                  </a:lnTo>
                  <a:lnTo>
                    <a:pt x="4054346" y="715767"/>
                  </a:lnTo>
                  <a:lnTo>
                    <a:pt x="4055006" y="691358"/>
                  </a:lnTo>
                  <a:lnTo>
                    <a:pt x="4055667" y="666483"/>
                  </a:lnTo>
                  <a:lnTo>
                    <a:pt x="4056327" y="604473"/>
                  </a:lnTo>
                  <a:lnTo>
                    <a:pt x="4056988" y="547084"/>
                  </a:lnTo>
                  <a:lnTo>
                    <a:pt x="4057648" y="534992"/>
                  </a:lnTo>
                  <a:lnTo>
                    <a:pt x="4058309" y="533141"/>
                  </a:lnTo>
                  <a:lnTo>
                    <a:pt x="4058969" y="536563"/>
                  </a:lnTo>
                  <a:lnTo>
                    <a:pt x="4059630" y="558393"/>
                  </a:lnTo>
                  <a:lnTo>
                    <a:pt x="4060290" y="588657"/>
                  </a:lnTo>
                  <a:lnTo>
                    <a:pt x="4060951" y="579945"/>
                  </a:lnTo>
                  <a:lnTo>
                    <a:pt x="4061611" y="575353"/>
                  </a:lnTo>
                  <a:lnTo>
                    <a:pt x="4062272" y="566453"/>
                  </a:lnTo>
                  <a:lnTo>
                    <a:pt x="4062932" y="541329"/>
                  </a:lnTo>
                  <a:lnTo>
                    <a:pt x="4063593" y="499041"/>
                  </a:lnTo>
                  <a:lnTo>
                    <a:pt x="4064254" y="453820"/>
                  </a:lnTo>
                  <a:lnTo>
                    <a:pt x="4064914" y="425088"/>
                  </a:lnTo>
                  <a:lnTo>
                    <a:pt x="4065575" y="413556"/>
                  </a:lnTo>
                  <a:lnTo>
                    <a:pt x="4066235" y="431117"/>
                  </a:lnTo>
                  <a:lnTo>
                    <a:pt x="4066896" y="484855"/>
                  </a:lnTo>
                  <a:lnTo>
                    <a:pt x="4067556" y="564771"/>
                  </a:lnTo>
                  <a:lnTo>
                    <a:pt x="4068217" y="626567"/>
                  </a:lnTo>
                  <a:lnTo>
                    <a:pt x="4068877" y="681318"/>
                  </a:lnTo>
                  <a:lnTo>
                    <a:pt x="4069538" y="689945"/>
                  </a:lnTo>
                  <a:lnTo>
                    <a:pt x="4070198" y="675041"/>
                  </a:lnTo>
                  <a:lnTo>
                    <a:pt x="4070859" y="656295"/>
                  </a:lnTo>
                  <a:lnTo>
                    <a:pt x="4071519" y="635301"/>
                  </a:lnTo>
                  <a:lnTo>
                    <a:pt x="4072180" y="596634"/>
                  </a:lnTo>
                  <a:lnTo>
                    <a:pt x="4072840" y="558582"/>
                  </a:lnTo>
                  <a:lnTo>
                    <a:pt x="4073501" y="491684"/>
                  </a:lnTo>
                  <a:lnTo>
                    <a:pt x="4074162" y="438593"/>
                  </a:lnTo>
                  <a:lnTo>
                    <a:pt x="4074822" y="424461"/>
                  </a:lnTo>
                  <a:lnTo>
                    <a:pt x="4075483" y="433978"/>
                  </a:lnTo>
                  <a:lnTo>
                    <a:pt x="4076143" y="464045"/>
                  </a:lnTo>
                  <a:lnTo>
                    <a:pt x="4076804" y="517940"/>
                  </a:lnTo>
                  <a:lnTo>
                    <a:pt x="4077464" y="571957"/>
                  </a:lnTo>
                  <a:lnTo>
                    <a:pt x="4078125" y="573018"/>
                  </a:lnTo>
                  <a:lnTo>
                    <a:pt x="4078785" y="560037"/>
                  </a:lnTo>
                  <a:lnTo>
                    <a:pt x="4079446" y="529533"/>
                  </a:lnTo>
                  <a:lnTo>
                    <a:pt x="4080106" y="497311"/>
                  </a:lnTo>
                  <a:lnTo>
                    <a:pt x="4080767" y="464090"/>
                  </a:lnTo>
                  <a:lnTo>
                    <a:pt x="4081427" y="439872"/>
                  </a:lnTo>
                  <a:lnTo>
                    <a:pt x="4082088" y="402985"/>
                  </a:lnTo>
                  <a:lnTo>
                    <a:pt x="4082748" y="381955"/>
                  </a:lnTo>
                  <a:lnTo>
                    <a:pt x="4083409" y="379275"/>
                  </a:lnTo>
                  <a:lnTo>
                    <a:pt x="4084070" y="378576"/>
                  </a:lnTo>
                  <a:lnTo>
                    <a:pt x="4084730" y="394588"/>
                  </a:lnTo>
                  <a:lnTo>
                    <a:pt x="4085391" y="442741"/>
                  </a:lnTo>
                  <a:lnTo>
                    <a:pt x="4086051" y="495793"/>
                  </a:lnTo>
                  <a:lnTo>
                    <a:pt x="4086712" y="548663"/>
                  </a:lnTo>
                  <a:lnTo>
                    <a:pt x="4087372" y="634721"/>
                  </a:lnTo>
                  <a:lnTo>
                    <a:pt x="4088033" y="721679"/>
                  </a:lnTo>
                  <a:lnTo>
                    <a:pt x="4088693" y="713020"/>
                  </a:lnTo>
                  <a:lnTo>
                    <a:pt x="4089354" y="658357"/>
                  </a:lnTo>
                  <a:lnTo>
                    <a:pt x="4090014" y="589079"/>
                  </a:lnTo>
                  <a:lnTo>
                    <a:pt x="4090675" y="516795"/>
                  </a:lnTo>
                  <a:lnTo>
                    <a:pt x="4091335" y="469139"/>
                  </a:lnTo>
                  <a:lnTo>
                    <a:pt x="4091996" y="453603"/>
                  </a:lnTo>
                  <a:lnTo>
                    <a:pt x="4092656" y="456353"/>
                  </a:lnTo>
                  <a:lnTo>
                    <a:pt x="4093317" y="485584"/>
                  </a:lnTo>
                  <a:lnTo>
                    <a:pt x="4093977" y="541982"/>
                  </a:lnTo>
                  <a:lnTo>
                    <a:pt x="4094638" y="583645"/>
                  </a:lnTo>
                  <a:lnTo>
                    <a:pt x="4095299" y="604696"/>
                  </a:lnTo>
                  <a:lnTo>
                    <a:pt x="4095959" y="628989"/>
                  </a:lnTo>
                  <a:lnTo>
                    <a:pt x="4096620" y="645172"/>
                  </a:lnTo>
                  <a:lnTo>
                    <a:pt x="4097280" y="661070"/>
                  </a:lnTo>
                  <a:lnTo>
                    <a:pt x="4097941" y="699991"/>
                  </a:lnTo>
                  <a:lnTo>
                    <a:pt x="4098601" y="777489"/>
                  </a:lnTo>
                  <a:lnTo>
                    <a:pt x="4099262" y="862776"/>
                  </a:lnTo>
                  <a:lnTo>
                    <a:pt x="4099922" y="872054"/>
                  </a:lnTo>
                  <a:lnTo>
                    <a:pt x="4100583" y="786288"/>
                  </a:lnTo>
                  <a:lnTo>
                    <a:pt x="4101243" y="642353"/>
                  </a:lnTo>
                  <a:lnTo>
                    <a:pt x="4101904" y="529761"/>
                  </a:lnTo>
                  <a:lnTo>
                    <a:pt x="4102564" y="451483"/>
                  </a:lnTo>
                  <a:lnTo>
                    <a:pt x="4103225" y="402514"/>
                  </a:lnTo>
                  <a:lnTo>
                    <a:pt x="4103885" y="385001"/>
                  </a:lnTo>
                  <a:lnTo>
                    <a:pt x="4104546" y="404440"/>
                  </a:lnTo>
                  <a:lnTo>
                    <a:pt x="4105207" y="436951"/>
                  </a:lnTo>
                  <a:lnTo>
                    <a:pt x="4105867" y="481286"/>
                  </a:lnTo>
                  <a:lnTo>
                    <a:pt x="4106528" y="531417"/>
                  </a:lnTo>
                  <a:lnTo>
                    <a:pt x="4107188" y="586140"/>
                  </a:lnTo>
                  <a:lnTo>
                    <a:pt x="4107849" y="618097"/>
                  </a:lnTo>
                  <a:lnTo>
                    <a:pt x="4108509" y="629882"/>
                  </a:lnTo>
                  <a:lnTo>
                    <a:pt x="4109170" y="612537"/>
                  </a:lnTo>
                  <a:lnTo>
                    <a:pt x="4109830" y="598810"/>
                  </a:lnTo>
                  <a:lnTo>
                    <a:pt x="4110491" y="583922"/>
                  </a:lnTo>
                  <a:lnTo>
                    <a:pt x="4111151" y="577639"/>
                  </a:lnTo>
                  <a:lnTo>
                    <a:pt x="4111812" y="573018"/>
                  </a:lnTo>
                  <a:lnTo>
                    <a:pt x="4112472" y="588376"/>
                  </a:lnTo>
                  <a:lnTo>
                    <a:pt x="4113133" y="604399"/>
                  </a:lnTo>
                  <a:lnTo>
                    <a:pt x="4113793" y="620367"/>
                  </a:lnTo>
                  <a:lnTo>
                    <a:pt x="4114454" y="647500"/>
                  </a:lnTo>
                  <a:lnTo>
                    <a:pt x="4115115" y="705790"/>
                  </a:lnTo>
                  <a:lnTo>
                    <a:pt x="4115775" y="723716"/>
                  </a:lnTo>
                  <a:lnTo>
                    <a:pt x="4116436" y="705471"/>
                  </a:lnTo>
                  <a:lnTo>
                    <a:pt x="4117096" y="674183"/>
                  </a:lnTo>
                  <a:lnTo>
                    <a:pt x="4117757" y="633236"/>
                  </a:lnTo>
                  <a:lnTo>
                    <a:pt x="4118417" y="602548"/>
                  </a:lnTo>
                  <a:lnTo>
                    <a:pt x="4119078" y="575018"/>
                  </a:lnTo>
                  <a:lnTo>
                    <a:pt x="4119738" y="569585"/>
                  </a:lnTo>
                  <a:lnTo>
                    <a:pt x="4120399" y="575018"/>
                  </a:lnTo>
                  <a:lnTo>
                    <a:pt x="4121059" y="562266"/>
                  </a:lnTo>
                  <a:lnTo>
                    <a:pt x="4121720" y="534238"/>
                  </a:lnTo>
                  <a:lnTo>
                    <a:pt x="4122380" y="540914"/>
                  </a:lnTo>
                  <a:lnTo>
                    <a:pt x="4123041" y="562458"/>
                  </a:lnTo>
                  <a:lnTo>
                    <a:pt x="4123701" y="583163"/>
                  </a:lnTo>
                  <a:lnTo>
                    <a:pt x="4124362" y="625044"/>
                  </a:lnTo>
                  <a:lnTo>
                    <a:pt x="4125023" y="686841"/>
                  </a:lnTo>
                  <a:lnTo>
                    <a:pt x="4125683" y="733655"/>
                  </a:lnTo>
                  <a:lnTo>
                    <a:pt x="4126344" y="730032"/>
                  </a:lnTo>
                  <a:lnTo>
                    <a:pt x="4127004" y="683967"/>
                  </a:lnTo>
                  <a:lnTo>
                    <a:pt x="4127665" y="631513"/>
                  </a:lnTo>
                  <a:lnTo>
                    <a:pt x="4128325" y="552774"/>
                  </a:lnTo>
                  <a:lnTo>
                    <a:pt x="4128986" y="504610"/>
                  </a:lnTo>
                  <a:lnTo>
                    <a:pt x="4129646" y="484370"/>
                  </a:lnTo>
                  <a:lnTo>
                    <a:pt x="4130307" y="497209"/>
                  </a:lnTo>
                  <a:lnTo>
                    <a:pt x="4130967" y="527944"/>
                  </a:lnTo>
                  <a:lnTo>
                    <a:pt x="4131628" y="597575"/>
                  </a:lnTo>
                  <a:lnTo>
                    <a:pt x="4132288" y="648541"/>
                  </a:lnTo>
                  <a:lnTo>
                    <a:pt x="4132949" y="642523"/>
                  </a:lnTo>
                  <a:lnTo>
                    <a:pt x="4133609" y="550313"/>
                  </a:lnTo>
                  <a:lnTo>
                    <a:pt x="4134270" y="462606"/>
                  </a:lnTo>
                  <a:lnTo>
                    <a:pt x="4134930" y="401899"/>
                  </a:lnTo>
                  <a:lnTo>
                    <a:pt x="4135591" y="368869"/>
                  </a:lnTo>
                  <a:lnTo>
                    <a:pt x="4136252" y="341056"/>
                  </a:lnTo>
                  <a:lnTo>
                    <a:pt x="4136912" y="325958"/>
                  </a:lnTo>
                  <a:lnTo>
                    <a:pt x="4137573" y="323023"/>
                  </a:lnTo>
                  <a:lnTo>
                    <a:pt x="4138233" y="329455"/>
                  </a:lnTo>
                  <a:lnTo>
                    <a:pt x="4138894" y="346966"/>
                  </a:lnTo>
                  <a:lnTo>
                    <a:pt x="4139554" y="389045"/>
                  </a:lnTo>
                  <a:lnTo>
                    <a:pt x="4140215" y="446908"/>
                  </a:lnTo>
                  <a:lnTo>
                    <a:pt x="4140875" y="503000"/>
                  </a:lnTo>
                  <a:lnTo>
                    <a:pt x="4141536" y="534528"/>
                  </a:lnTo>
                  <a:lnTo>
                    <a:pt x="4142196" y="531245"/>
                  </a:lnTo>
                  <a:lnTo>
                    <a:pt x="4142857" y="503778"/>
                  </a:lnTo>
                  <a:lnTo>
                    <a:pt x="4143517" y="488716"/>
                  </a:lnTo>
                  <a:lnTo>
                    <a:pt x="4144178" y="476911"/>
                  </a:lnTo>
                  <a:lnTo>
                    <a:pt x="4144838" y="471490"/>
                  </a:lnTo>
                  <a:lnTo>
                    <a:pt x="4145499" y="472556"/>
                  </a:lnTo>
                  <a:lnTo>
                    <a:pt x="4146160" y="480329"/>
                  </a:lnTo>
                  <a:lnTo>
                    <a:pt x="4146820" y="506543"/>
                  </a:lnTo>
                  <a:lnTo>
                    <a:pt x="4147481" y="558078"/>
                  </a:lnTo>
                  <a:lnTo>
                    <a:pt x="4148141" y="609269"/>
                  </a:lnTo>
                  <a:lnTo>
                    <a:pt x="4148802" y="639814"/>
                  </a:lnTo>
                  <a:lnTo>
                    <a:pt x="4149462" y="686841"/>
                  </a:lnTo>
                  <a:lnTo>
                    <a:pt x="4150123" y="712911"/>
                  </a:lnTo>
                  <a:lnTo>
                    <a:pt x="4150783" y="725653"/>
                  </a:lnTo>
                  <a:lnTo>
                    <a:pt x="4151444" y="772447"/>
                  </a:lnTo>
                  <a:lnTo>
                    <a:pt x="4152104" y="864270"/>
                  </a:lnTo>
                  <a:lnTo>
                    <a:pt x="4152765" y="942328"/>
                  </a:lnTo>
                  <a:lnTo>
                    <a:pt x="4153425" y="982090"/>
                  </a:lnTo>
                  <a:lnTo>
                    <a:pt x="4154086" y="995803"/>
                  </a:lnTo>
                  <a:lnTo>
                    <a:pt x="4154746" y="989009"/>
                  </a:lnTo>
                  <a:lnTo>
                    <a:pt x="4155407" y="969016"/>
                  </a:lnTo>
                  <a:lnTo>
                    <a:pt x="4156068" y="953163"/>
                  </a:lnTo>
                  <a:lnTo>
                    <a:pt x="4156728" y="973399"/>
                  </a:lnTo>
                  <a:lnTo>
                    <a:pt x="4157389" y="996401"/>
                  </a:lnTo>
                  <a:lnTo>
                    <a:pt x="4158049" y="977011"/>
                  </a:lnTo>
                  <a:lnTo>
                    <a:pt x="4158710" y="921377"/>
                  </a:lnTo>
                  <a:lnTo>
                    <a:pt x="4159370" y="902093"/>
                  </a:lnTo>
                  <a:lnTo>
                    <a:pt x="4160031" y="907719"/>
                  </a:lnTo>
                  <a:lnTo>
                    <a:pt x="4160691" y="935250"/>
                  </a:lnTo>
                  <a:lnTo>
                    <a:pt x="4161352" y="973952"/>
                  </a:lnTo>
                  <a:lnTo>
                    <a:pt x="4162012" y="1032479"/>
                  </a:lnTo>
                  <a:lnTo>
                    <a:pt x="4162673" y="1044307"/>
                  </a:lnTo>
                  <a:lnTo>
                    <a:pt x="4163333" y="1014340"/>
                  </a:lnTo>
                  <a:lnTo>
                    <a:pt x="4163994" y="969016"/>
                  </a:lnTo>
                  <a:lnTo>
                    <a:pt x="4164654" y="962567"/>
                  </a:lnTo>
                  <a:lnTo>
                    <a:pt x="4165315" y="954451"/>
                  </a:lnTo>
                  <a:lnTo>
                    <a:pt x="4165975" y="893861"/>
                  </a:lnTo>
                  <a:lnTo>
                    <a:pt x="4166636" y="826321"/>
                  </a:lnTo>
                  <a:lnTo>
                    <a:pt x="4167297" y="764196"/>
                  </a:lnTo>
                  <a:lnTo>
                    <a:pt x="4167957" y="718763"/>
                  </a:lnTo>
                  <a:lnTo>
                    <a:pt x="4168618" y="703350"/>
                  </a:lnTo>
                  <a:lnTo>
                    <a:pt x="4169278" y="725767"/>
                  </a:lnTo>
                  <a:lnTo>
                    <a:pt x="4169939" y="761585"/>
                  </a:lnTo>
                  <a:lnTo>
                    <a:pt x="4170599" y="834790"/>
                  </a:lnTo>
                  <a:lnTo>
                    <a:pt x="4171260" y="930233"/>
                  </a:lnTo>
                  <a:lnTo>
                    <a:pt x="4171920" y="980104"/>
                  </a:lnTo>
                  <a:lnTo>
                    <a:pt x="4172581" y="972022"/>
                  </a:lnTo>
                  <a:lnTo>
                    <a:pt x="4173241" y="940849"/>
                  </a:lnTo>
                  <a:lnTo>
                    <a:pt x="4173902" y="900811"/>
                  </a:lnTo>
                  <a:lnTo>
                    <a:pt x="4174562" y="863336"/>
                  </a:lnTo>
                  <a:lnTo>
                    <a:pt x="4175223" y="821777"/>
                  </a:lnTo>
                  <a:lnTo>
                    <a:pt x="4175883" y="782064"/>
                  </a:lnTo>
                  <a:lnTo>
                    <a:pt x="4176544" y="764590"/>
                  </a:lnTo>
                  <a:lnTo>
                    <a:pt x="4177205" y="733890"/>
                  </a:lnTo>
                  <a:lnTo>
                    <a:pt x="4177865" y="718763"/>
                  </a:lnTo>
                  <a:lnTo>
                    <a:pt x="4178526" y="713349"/>
                  </a:lnTo>
                  <a:lnTo>
                    <a:pt x="4179186" y="676669"/>
                  </a:lnTo>
                  <a:lnTo>
                    <a:pt x="4179847" y="568341"/>
                  </a:lnTo>
                  <a:lnTo>
                    <a:pt x="4180507" y="490345"/>
                  </a:lnTo>
                  <a:lnTo>
                    <a:pt x="4181168" y="429199"/>
                  </a:lnTo>
                  <a:lnTo>
                    <a:pt x="4181828" y="399130"/>
                  </a:lnTo>
                  <a:lnTo>
                    <a:pt x="4182489" y="399059"/>
                  </a:lnTo>
                  <a:lnTo>
                    <a:pt x="4183149" y="455389"/>
                  </a:lnTo>
                  <a:lnTo>
                    <a:pt x="4183810" y="518924"/>
                  </a:lnTo>
                  <a:lnTo>
                    <a:pt x="4184470" y="579197"/>
                  </a:lnTo>
                  <a:lnTo>
                    <a:pt x="4185131" y="611164"/>
                  </a:lnTo>
                  <a:lnTo>
                    <a:pt x="4185791" y="644915"/>
                  </a:lnTo>
                  <a:lnTo>
                    <a:pt x="4186452" y="668062"/>
                  </a:lnTo>
                  <a:lnTo>
                    <a:pt x="4187113" y="695436"/>
                  </a:lnTo>
                  <a:lnTo>
                    <a:pt x="4187773" y="624565"/>
                  </a:lnTo>
                  <a:lnTo>
                    <a:pt x="4188434" y="552589"/>
                  </a:lnTo>
                  <a:lnTo>
                    <a:pt x="4189094" y="485828"/>
                  </a:lnTo>
                  <a:lnTo>
                    <a:pt x="4189755" y="440162"/>
                  </a:lnTo>
                  <a:lnTo>
                    <a:pt x="4190415" y="411866"/>
                  </a:lnTo>
                  <a:lnTo>
                    <a:pt x="4191076" y="434505"/>
                  </a:lnTo>
                  <a:lnTo>
                    <a:pt x="4191736" y="469139"/>
                  </a:lnTo>
                  <a:lnTo>
                    <a:pt x="4192397" y="494383"/>
                  </a:lnTo>
                  <a:lnTo>
                    <a:pt x="4193057" y="484273"/>
                  </a:lnTo>
                  <a:lnTo>
                    <a:pt x="4193718" y="472138"/>
                  </a:lnTo>
                  <a:lnTo>
                    <a:pt x="4194378" y="460729"/>
                  </a:lnTo>
                  <a:lnTo>
                    <a:pt x="4195039" y="465672"/>
                  </a:lnTo>
                  <a:lnTo>
                    <a:pt x="4195699" y="492681"/>
                  </a:lnTo>
                  <a:lnTo>
                    <a:pt x="4196360" y="540381"/>
                  </a:lnTo>
                  <a:lnTo>
                    <a:pt x="4197021" y="578857"/>
                  </a:lnTo>
                  <a:lnTo>
                    <a:pt x="4197681" y="610936"/>
                  </a:lnTo>
                  <a:lnTo>
                    <a:pt x="4198342" y="642778"/>
                  </a:lnTo>
                  <a:lnTo>
                    <a:pt x="4199002" y="656116"/>
                  </a:lnTo>
                  <a:lnTo>
                    <a:pt x="4199663" y="623371"/>
                  </a:lnTo>
                  <a:lnTo>
                    <a:pt x="4200323" y="562394"/>
                  </a:lnTo>
                  <a:lnTo>
                    <a:pt x="4200984" y="504870"/>
                  </a:lnTo>
                  <a:lnTo>
                    <a:pt x="4201644" y="433250"/>
                  </a:lnTo>
                  <a:lnTo>
                    <a:pt x="4202305" y="369866"/>
                  </a:lnTo>
                  <a:lnTo>
                    <a:pt x="4202965" y="351520"/>
                  </a:lnTo>
                  <a:lnTo>
                    <a:pt x="4203626" y="363522"/>
                  </a:lnTo>
                  <a:lnTo>
                    <a:pt x="4204286" y="386126"/>
                  </a:lnTo>
                  <a:lnTo>
                    <a:pt x="4204947" y="434505"/>
                  </a:lnTo>
                  <a:lnTo>
                    <a:pt x="4205607" y="515818"/>
                  </a:lnTo>
                  <a:lnTo>
                    <a:pt x="4206268" y="580285"/>
                  </a:lnTo>
                  <a:lnTo>
                    <a:pt x="4206928" y="628017"/>
                  </a:lnTo>
                  <a:lnTo>
                    <a:pt x="4207589" y="671435"/>
                  </a:lnTo>
                  <a:lnTo>
                    <a:pt x="4208250" y="677728"/>
                  </a:lnTo>
                  <a:lnTo>
                    <a:pt x="4208910" y="655848"/>
                  </a:lnTo>
                  <a:lnTo>
                    <a:pt x="4209571" y="644829"/>
                  </a:lnTo>
                  <a:lnTo>
                    <a:pt x="4210231" y="647068"/>
                  </a:lnTo>
                  <a:lnTo>
                    <a:pt x="4210892" y="651687"/>
                  </a:lnTo>
                  <a:lnTo>
                    <a:pt x="4211552" y="652832"/>
                  </a:lnTo>
                  <a:lnTo>
                    <a:pt x="4212213" y="637047"/>
                  </a:lnTo>
                  <a:lnTo>
                    <a:pt x="4212873" y="606113"/>
                  </a:lnTo>
                  <a:lnTo>
                    <a:pt x="4213534" y="568015"/>
                  </a:lnTo>
                  <a:lnTo>
                    <a:pt x="4214194" y="545153"/>
                  </a:lnTo>
                  <a:lnTo>
                    <a:pt x="4214855" y="544012"/>
                  </a:lnTo>
                  <a:lnTo>
                    <a:pt x="4215515" y="561309"/>
                  </a:lnTo>
                  <a:lnTo>
                    <a:pt x="4216176" y="594332"/>
                  </a:lnTo>
                  <a:lnTo>
                    <a:pt x="4216836" y="654425"/>
                  </a:lnTo>
                  <a:lnTo>
                    <a:pt x="4217497" y="728295"/>
                  </a:lnTo>
                  <a:lnTo>
                    <a:pt x="4218158" y="799355"/>
                  </a:lnTo>
                  <a:lnTo>
                    <a:pt x="4218818" y="843871"/>
                  </a:lnTo>
                  <a:lnTo>
                    <a:pt x="4219479" y="844917"/>
                  </a:lnTo>
                  <a:lnTo>
                    <a:pt x="4220139" y="796251"/>
                  </a:lnTo>
                  <a:lnTo>
                    <a:pt x="4220800" y="737684"/>
                  </a:lnTo>
                  <a:lnTo>
                    <a:pt x="4221460" y="688038"/>
                  </a:lnTo>
                  <a:lnTo>
                    <a:pt x="4222121" y="666761"/>
                  </a:lnTo>
                  <a:lnTo>
                    <a:pt x="4222781" y="633153"/>
                  </a:lnTo>
                  <a:lnTo>
                    <a:pt x="4223442" y="594762"/>
                  </a:lnTo>
                  <a:lnTo>
                    <a:pt x="4224102" y="554635"/>
                  </a:lnTo>
                  <a:lnTo>
                    <a:pt x="4224763" y="518158"/>
                  </a:lnTo>
                  <a:lnTo>
                    <a:pt x="4225423" y="471166"/>
                  </a:lnTo>
                  <a:lnTo>
                    <a:pt x="4226084" y="437483"/>
                  </a:lnTo>
                  <a:lnTo>
                    <a:pt x="4226744" y="428087"/>
                  </a:lnTo>
                  <a:lnTo>
                    <a:pt x="4227405" y="434749"/>
                  </a:lnTo>
                  <a:lnTo>
                    <a:pt x="4228066" y="456748"/>
                  </a:lnTo>
                  <a:lnTo>
                    <a:pt x="4228726" y="493881"/>
                  </a:lnTo>
                  <a:lnTo>
                    <a:pt x="4229387" y="536504"/>
                  </a:lnTo>
                  <a:lnTo>
                    <a:pt x="4230047" y="551726"/>
                  </a:lnTo>
                  <a:lnTo>
                    <a:pt x="4230708" y="543473"/>
                  </a:lnTo>
                  <a:lnTo>
                    <a:pt x="4231368" y="518596"/>
                  </a:lnTo>
                  <a:lnTo>
                    <a:pt x="4232029" y="502948"/>
                  </a:lnTo>
                  <a:lnTo>
                    <a:pt x="4232689" y="512532"/>
                  </a:lnTo>
                  <a:lnTo>
                    <a:pt x="4233350" y="545333"/>
                  </a:lnTo>
                  <a:lnTo>
                    <a:pt x="4234010" y="586558"/>
                  </a:lnTo>
                  <a:lnTo>
                    <a:pt x="4234671" y="609950"/>
                  </a:lnTo>
                  <a:lnTo>
                    <a:pt x="4235331" y="612996"/>
                  </a:lnTo>
                  <a:lnTo>
                    <a:pt x="4235992" y="591977"/>
                  </a:lnTo>
                  <a:lnTo>
                    <a:pt x="4236652" y="563869"/>
                  </a:lnTo>
                  <a:lnTo>
                    <a:pt x="4237313" y="529021"/>
                  </a:lnTo>
                  <a:lnTo>
                    <a:pt x="4237973" y="511836"/>
                  </a:lnTo>
                  <a:lnTo>
                    <a:pt x="4238634" y="517122"/>
                  </a:lnTo>
                  <a:lnTo>
                    <a:pt x="4239295" y="540558"/>
                  </a:lnTo>
                  <a:lnTo>
                    <a:pt x="4239955" y="580013"/>
                  </a:lnTo>
                  <a:lnTo>
                    <a:pt x="4240616" y="644143"/>
                  </a:lnTo>
                  <a:lnTo>
                    <a:pt x="4241276" y="746903"/>
                  </a:lnTo>
                  <a:lnTo>
                    <a:pt x="4241937" y="836820"/>
                  </a:lnTo>
                  <a:lnTo>
                    <a:pt x="4242597" y="852535"/>
                  </a:lnTo>
                  <a:lnTo>
                    <a:pt x="4243258" y="813216"/>
                  </a:lnTo>
                  <a:lnTo>
                    <a:pt x="4243918" y="769759"/>
                  </a:lnTo>
                  <a:lnTo>
                    <a:pt x="4244579" y="751503"/>
                  </a:lnTo>
                  <a:lnTo>
                    <a:pt x="4245239" y="777764"/>
                  </a:lnTo>
                  <a:lnTo>
                    <a:pt x="4245900" y="840754"/>
                  </a:lnTo>
                  <a:lnTo>
                    <a:pt x="4246560" y="926704"/>
                  </a:lnTo>
                  <a:lnTo>
                    <a:pt x="4247221" y="1048242"/>
                  </a:lnTo>
                  <a:lnTo>
                    <a:pt x="4247881" y="1093071"/>
                  </a:lnTo>
                  <a:lnTo>
                    <a:pt x="4248542" y="985528"/>
                  </a:lnTo>
                  <a:lnTo>
                    <a:pt x="4249203" y="880853"/>
                  </a:lnTo>
                  <a:lnTo>
                    <a:pt x="4249863" y="812593"/>
                  </a:lnTo>
                  <a:lnTo>
                    <a:pt x="4250524" y="774752"/>
                  </a:lnTo>
                  <a:lnTo>
                    <a:pt x="4251184" y="756946"/>
                  </a:lnTo>
                  <a:lnTo>
                    <a:pt x="4251845" y="758227"/>
                  </a:lnTo>
                  <a:lnTo>
                    <a:pt x="4252505" y="769224"/>
                  </a:lnTo>
                  <a:lnTo>
                    <a:pt x="4253166" y="781366"/>
                  </a:lnTo>
                  <a:lnTo>
                    <a:pt x="4253826" y="802043"/>
                  </a:lnTo>
                  <a:lnTo>
                    <a:pt x="4254487" y="834959"/>
                  </a:lnTo>
                  <a:lnTo>
                    <a:pt x="4255147" y="868991"/>
                  </a:lnTo>
                  <a:lnTo>
                    <a:pt x="4255808" y="904676"/>
                  </a:lnTo>
                  <a:lnTo>
                    <a:pt x="4256468" y="917730"/>
                  </a:lnTo>
                  <a:lnTo>
                    <a:pt x="4257129" y="891169"/>
                  </a:lnTo>
                  <a:lnTo>
                    <a:pt x="4257789" y="817781"/>
                  </a:lnTo>
                  <a:lnTo>
                    <a:pt x="4258450" y="761066"/>
                  </a:lnTo>
                  <a:lnTo>
                    <a:pt x="4259111" y="696053"/>
                  </a:lnTo>
                  <a:lnTo>
                    <a:pt x="4259771" y="602106"/>
                  </a:lnTo>
                  <a:lnTo>
                    <a:pt x="4260432" y="516035"/>
                  </a:lnTo>
                  <a:lnTo>
                    <a:pt x="4261092" y="461442"/>
                  </a:lnTo>
                  <a:lnTo>
                    <a:pt x="4261753" y="434830"/>
                  </a:lnTo>
                  <a:lnTo>
                    <a:pt x="4262413" y="422666"/>
                  </a:lnTo>
                  <a:lnTo>
                    <a:pt x="4263074" y="449507"/>
                  </a:lnTo>
                  <a:lnTo>
                    <a:pt x="4263734" y="498633"/>
                  </a:lnTo>
                  <a:lnTo>
                    <a:pt x="4264395" y="531417"/>
                  </a:lnTo>
                  <a:lnTo>
                    <a:pt x="4265055" y="535922"/>
                  </a:lnTo>
                  <a:lnTo>
                    <a:pt x="4265716" y="510876"/>
                  </a:lnTo>
                  <a:lnTo>
                    <a:pt x="4266376" y="460729"/>
                  </a:lnTo>
                  <a:lnTo>
                    <a:pt x="4267037" y="423289"/>
                  </a:lnTo>
                  <a:lnTo>
                    <a:pt x="4267697" y="410261"/>
                  </a:lnTo>
                  <a:lnTo>
                    <a:pt x="4268358" y="401682"/>
                  </a:lnTo>
                  <a:lnTo>
                    <a:pt x="4269019" y="419071"/>
                  </a:lnTo>
                  <a:lnTo>
                    <a:pt x="4269679" y="446950"/>
                  </a:lnTo>
                  <a:lnTo>
                    <a:pt x="4270340" y="471721"/>
                  </a:lnTo>
                  <a:lnTo>
                    <a:pt x="4271000" y="498582"/>
                  </a:lnTo>
                  <a:lnTo>
                    <a:pt x="4271661" y="519583"/>
                  </a:lnTo>
                  <a:lnTo>
                    <a:pt x="4272321" y="512317"/>
                  </a:lnTo>
                  <a:lnTo>
                    <a:pt x="4272982" y="506753"/>
                  </a:lnTo>
                  <a:lnTo>
                    <a:pt x="4273642" y="502845"/>
                  </a:lnTo>
                  <a:lnTo>
                    <a:pt x="4274303" y="501863"/>
                  </a:lnTo>
                  <a:lnTo>
                    <a:pt x="4274963" y="506124"/>
                  </a:lnTo>
                  <a:lnTo>
                    <a:pt x="4275624" y="513712"/>
                  </a:lnTo>
                  <a:lnTo>
                    <a:pt x="4276284" y="519747"/>
                  </a:lnTo>
                  <a:lnTo>
                    <a:pt x="4276945" y="523398"/>
                  </a:lnTo>
                  <a:lnTo>
                    <a:pt x="4277605" y="504401"/>
                  </a:lnTo>
                  <a:lnTo>
                    <a:pt x="4278266" y="480807"/>
                  </a:lnTo>
                  <a:lnTo>
                    <a:pt x="4278926" y="468360"/>
                  </a:lnTo>
                  <a:lnTo>
                    <a:pt x="4279587" y="479090"/>
                  </a:lnTo>
                  <a:lnTo>
                    <a:pt x="4280248" y="487391"/>
                  </a:lnTo>
                  <a:lnTo>
                    <a:pt x="4280908" y="498633"/>
                  </a:lnTo>
                  <a:lnTo>
                    <a:pt x="4281569" y="502018"/>
                  </a:lnTo>
                  <a:lnTo>
                    <a:pt x="4282229" y="517940"/>
                  </a:lnTo>
                  <a:lnTo>
                    <a:pt x="4282890" y="502121"/>
                  </a:lnTo>
                  <a:lnTo>
                    <a:pt x="4283550" y="478235"/>
                  </a:lnTo>
                  <a:lnTo>
                    <a:pt x="4284211" y="453994"/>
                  </a:lnTo>
                  <a:lnTo>
                    <a:pt x="4284871" y="450064"/>
                  </a:lnTo>
                  <a:lnTo>
                    <a:pt x="4285532" y="443871"/>
                  </a:lnTo>
                  <a:lnTo>
                    <a:pt x="4286192" y="464180"/>
                  </a:lnTo>
                  <a:lnTo>
                    <a:pt x="4286853" y="491039"/>
                  </a:lnTo>
                  <a:lnTo>
                    <a:pt x="4287513" y="526759"/>
                  </a:lnTo>
                  <a:lnTo>
                    <a:pt x="4288174" y="563612"/>
                  </a:lnTo>
                  <a:lnTo>
                    <a:pt x="4288834" y="575152"/>
                  </a:lnTo>
                  <a:lnTo>
                    <a:pt x="4289495" y="533372"/>
                  </a:lnTo>
                  <a:lnTo>
                    <a:pt x="4290156" y="499092"/>
                  </a:lnTo>
                  <a:lnTo>
                    <a:pt x="4290816" y="476110"/>
                  </a:lnTo>
                  <a:lnTo>
                    <a:pt x="4291477" y="451440"/>
                  </a:lnTo>
                  <a:lnTo>
                    <a:pt x="4292137" y="432001"/>
                  </a:lnTo>
                  <a:lnTo>
                    <a:pt x="4292798" y="429598"/>
                  </a:lnTo>
                  <a:lnTo>
                    <a:pt x="4293458" y="430037"/>
                  </a:lnTo>
                  <a:lnTo>
                    <a:pt x="4294119" y="434019"/>
                  </a:lnTo>
                  <a:lnTo>
                    <a:pt x="4294779" y="451483"/>
                  </a:lnTo>
                  <a:lnTo>
                    <a:pt x="4295440" y="481526"/>
                  </a:lnTo>
                  <a:lnTo>
                    <a:pt x="4296100" y="516252"/>
                  </a:lnTo>
                  <a:lnTo>
                    <a:pt x="4296761" y="567233"/>
                  </a:lnTo>
                  <a:lnTo>
                    <a:pt x="4297421" y="604994"/>
                  </a:lnTo>
                  <a:lnTo>
                    <a:pt x="4298082" y="643545"/>
                  </a:lnTo>
                  <a:lnTo>
                    <a:pt x="4298742" y="680538"/>
                  </a:lnTo>
                  <a:lnTo>
                    <a:pt x="4299403" y="695436"/>
                  </a:lnTo>
                  <a:lnTo>
                    <a:pt x="4300064" y="673897"/>
                  </a:lnTo>
                  <a:lnTo>
                    <a:pt x="4300724" y="658807"/>
                  </a:lnTo>
                  <a:lnTo>
                    <a:pt x="4301385" y="611926"/>
                  </a:lnTo>
                  <a:lnTo>
                    <a:pt x="4302045" y="554386"/>
                  </a:lnTo>
                  <a:lnTo>
                    <a:pt x="4302706" y="523677"/>
                  </a:lnTo>
                  <a:lnTo>
                    <a:pt x="4303366" y="509866"/>
                  </a:lnTo>
                  <a:lnTo>
                    <a:pt x="4304027" y="518541"/>
                  </a:lnTo>
                  <a:lnTo>
                    <a:pt x="4304687" y="541923"/>
                  </a:lnTo>
                  <a:lnTo>
                    <a:pt x="4305348" y="596562"/>
                  </a:lnTo>
                  <a:lnTo>
                    <a:pt x="4306008" y="659620"/>
                  </a:lnTo>
                  <a:lnTo>
                    <a:pt x="4306669" y="744081"/>
                  </a:lnTo>
                  <a:lnTo>
                    <a:pt x="4307329" y="813373"/>
                  </a:lnTo>
                  <a:lnTo>
                    <a:pt x="4307990" y="849144"/>
                  </a:lnTo>
                  <a:lnTo>
                    <a:pt x="4308650" y="846495"/>
                  </a:lnTo>
                  <a:lnTo>
                    <a:pt x="4309311" y="843871"/>
                  </a:lnTo>
                  <a:lnTo>
                    <a:pt x="4309971" y="836311"/>
                  </a:lnTo>
                  <a:lnTo>
                    <a:pt x="4310632" y="807957"/>
                  </a:lnTo>
                  <a:lnTo>
                    <a:pt x="4311293" y="799802"/>
                  </a:lnTo>
                  <a:lnTo>
                    <a:pt x="4311953" y="807039"/>
                  </a:lnTo>
                  <a:lnTo>
                    <a:pt x="4312614" y="819532"/>
                  </a:lnTo>
                  <a:lnTo>
                    <a:pt x="4313274" y="827632"/>
                  </a:lnTo>
                  <a:lnTo>
                    <a:pt x="4313935" y="844568"/>
                  </a:lnTo>
                  <a:lnTo>
                    <a:pt x="4314595" y="854156"/>
                  </a:lnTo>
                  <a:lnTo>
                    <a:pt x="4315256" y="849144"/>
                  </a:lnTo>
                  <a:lnTo>
                    <a:pt x="4315916" y="831438"/>
                  </a:lnTo>
                  <a:lnTo>
                    <a:pt x="4316577" y="818099"/>
                  </a:lnTo>
                  <a:lnTo>
                    <a:pt x="4317237" y="821294"/>
                  </a:lnTo>
                  <a:lnTo>
                    <a:pt x="4317898" y="834621"/>
                  </a:lnTo>
                  <a:lnTo>
                    <a:pt x="4318558" y="821616"/>
                  </a:lnTo>
                  <a:lnTo>
                    <a:pt x="4319219" y="794493"/>
                  </a:lnTo>
                  <a:lnTo>
                    <a:pt x="4319879" y="760289"/>
                  </a:lnTo>
                  <a:lnTo>
                    <a:pt x="4320540" y="748635"/>
                  </a:lnTo>
                  <a:lnTo>
                    <a:pt x="4321201" y="762627"/>
                  </a:lnTo>
                  <a:lnTo>
                    <a:pt x="4321861" y="826157"/>
                  </a:lnTo>
                  <a:lnTo>
                    <a:pt x="4322522" y="918183"/>
                  </a:lnTo>
                  <a:lnTo>
                    <a:pt x="4323182" y="1055173"/>
                  </a:lnTo>
                  <a:lnTo>
                    <a:pt x="4323843" y="1167104"/>
                  </a:lnTo>
                  <a:lnTo>
                    <a:pt x="4324503" y="1175478"/>
                  </a:lnTo>
                  <a:lnTo>
                    <a:pt x="4325164" y="1092649"/>
                  </a:lnTo>
                  <a:lnTo>
                    <a:pt x="4325824" y="977571"/>
                  </a:lnTo>
                  <a:lnTo>
                    <a:pt x="4326485" y="881449"/>
                  </a:lnTo>
                  <a:lnTo>
                    <a:pt x="4327145" y="823068"/>
                  </a:lnTo>
                  <a:lnTo>
                    <a:pt x="4327806" y="811194"/>
                  </a:lnTo>
                  <a:lnTo>
                    <a:pt x="4328466" y="815411"/>
                  </a:lnTo>
                  <a:lnTo>
                    <a:pt x="4329127" y="853615"/>
                  </a:lnTo>
                  <a:lnTo>
                    <a:pt x="4329787" y="924839"/>
                  </a:lnTo>
                  <a:lnTo>
                    <a:pt x="4330448" y="1020148"/>
                  </a:lnTo>
                  <a:lnTo>
                    <a:pt x="4331109" y="1098189"/>
                  </a:lnTo>
                  <a:lnTo>
                    <a:pt x="4331769" y="1178898"/>
                  </a:lnTo>
                  <a:lnTo>
                    <a:pt x="4332430" y="1250350"/>
                  </a:lnTo>
                  <a:lnTo>
                    <a:pt x="4333090" y="1271862"/>
                  </a:lnTo>
                  <a:lnTo>
                    <a:pt x="4333751" y="1214305"/>
                  </a:lnTo>
                  <a:lnTo>
                    <a:pt x="4334411" y="1166555"/>
                  </a:lnTo>
                  <a:lnTo>
                    <a:pt x="4335072" y="1125752"/>
                  </a:lnTo>
                  <a:lnTo>
                    <a:pt x="4335732" y="1066093"/>
                  </a:lnTo>
                  <a:lnTo>
                    <a:pt x="4336393" y="955226"/>
                  </a:lnTo>
                  <a:lnTo>
                    <a:pt x="4337053" y="859260"/>
                  </a:lnTo>
                  <a:lnTo>
                    <a:pt x="4337714" y="762757"/>
                  </a:lnTo>
                  <a:lnTo>
                    <a:pt x="4338374" y="689442"/>
                  </a:lnTo>
                  <a:lnTo>
                    <a:pt x="4339035" y="643716"/>
                  </a:lnTo>
                  <a:lnTo>
                    <a:pt x="4339695" y="603213"/>
                  </a:lnTo>
                  <a:lnTo>
                    <a:pt x="4340356" y="547145"/>
                  </a:lnTo>
                  <a:lnTo>
                    <a:pt x="4341017" y="495692"/>
                  </a:lnTo>
                  <a:lnTo>
                    <a:pt x="4341677" y="461532"/>
                  </a:lnTo>
                  <a:lnTo>
                    <a:pt x="4342338" y="424383"/>
                  </a:lnTo>
                  <a:lnTo>
                    <a:pt x="4342998" y="424422"/>
                  </a:lnTo>
                  <a:lnTo>
                    <a:pt x="4343659" y="465264"/>
                  </a:lnTo>
                  <a:lnTo>
                    <a:pt x="4344319" y="534470"/>
                  </a:lnTo>
                  <a:lnTo>
                    <a:pt x="4344980" y="606262"/>
                  </a:lnTo>
                  <a:lnTo>
                    <a:pt x="4345640" y="711494"/>
                  </a:lnTo>
                  <a:lnTo>
                    <a:pt x="4346301" y="759256"/>
                  </a:lnTo>
                  <a:lnTo>
                    <a:pt x="4346961" y="719657"/>
                  </a:lnTo>
                  <a:lnTo>
                    <a:pt x="4347622" y="680343"/>
                  </a:lnTo>
                  <a:lnTo>
                    <a:pt x="4348282" y="676189"/>
                  </a:lnTo>
                  <a:lnTo>
                    <a:pt x="4348943" y="688839"/>
                  </a:lnTo>
                  <a:lnTo>
                    <a:pt x="4349603" y="729799"/>
                  </a:lnTo>
                  <a:lnTo>
                    <a:pt x="4350264" y="810111"/>
                  </a:lnTo>
                  <a:lnTo>
                    <a:pt x="4350924" y="835973"/>
                  </a:lnTo>
                  <a:lnTo>
                    <a:pt x="4351585" y="762366"/>
                  </a:lnTo>
                  <a:lnTo>
                    <a:pt x="4352246" y="661524"/>
                  </a:lnTo>
                  <a:lnTo>
                    <a:pt x="4352906" y="597503"/>
                  </a:lnTo>
                  <a:lnTo>
                    <a:pt x="4353567" y="552527"/>
                  </a:lnTo>
                  <a:lnTo>
                    <a:pt x="4354227" y="556570"/>
                  </a:lnTo>
                  <a:lnTo>
                    <a:pt x="4354888" y="600490"/>
                  </a:lnTo>
                  <a:lnTo>
                    <a:pt x="4355548" y="690348"/>
                  </a:lnTo>
                  <a:lnTo>
                    <a:pt x="4356209" y="761715"/>
                  </a:lnTo>
                  <a:lnTo>
                    <a:pt x="4356869" y="823068"/>
                  </a:lnTo>
                  <a:lnTo>
                    <a:pt x="4357530" y="845793"/>
                  </a:lnTo>
                  <a:lnTo>
                    <a:pt x="4358190" y="855787"/>
                  </a:lnTo>
                  <a:lnTo>
                    <a:pt x="4358851" y="834959"/>
                  </a:lnTo>
                  <a:lnTo>
                    <a:pt x="4359511" y="837160"/>
                  </a:lnTo>
                  <a:lnTo>
                    <a:pt x="4360172" y="845092"/>
                  </a:lnTo>
                  <a:lnTo>
                    <a:pt x="4360832" y="839379"/>
                  </a:lnTo>
                  <a:lnTo>
                    <a:pt x="4361493" y="811504"/>
                  </a:lnTo>
                  <a:lnTo>
                    <a:pt x="4362154" y="802945"/>
                  </a:lnTo>
                  <a:lnTo>
                    <a:pt x="4362814" y="797430"/>
                  </a:lnTo>
                  <a:lnTo>
                    <a:pt x="4363475" y="800846"/>
                  </a:lnTo>
                  <a:lnTo>
                    <a:pt x="4364135" y="818258"/>
                  </a:lnTo>
                  <a:lnTo>
                    <a:pt x="4364796" y="854518"/>
                  </a:lnTo>
                  <a:lnTo>
                    <a:pt x="4365456" y="884250"/>
                  </a:lnTo>
                  <a:lnTo>
                    <a:pt x="4366117" y="909473"/>
                  </a:lnTo>
                  <a:lnTo>
                    <a:pt x="4366777" y="954709"/>
                  </a:lnTo>
                  <a:lnTo>
                    <a:pt x="4367438" y="986973"/>
                  </a:lnTo>
                  <a:lnTo>
                    <a:pt x="4368098" y="998809"/>
                  </a:lnTo>
                  <a:lnTo>
                    <a:pt x="4368759" y="975616"/>
                  </a:lnTo>
                  <a:lnTo>
                    <a:pt x="4369419" y="939133"/>
                  </a:lnTo>
                  <a:lnTo>
                    <a:pt x="4370080" y="889731"/>
                  </a:lnTo>
                  <a:lnTo>
                    <a:pt x="4370740" y="870327"/>
                  </a:lnTo>
                  <a:lnTo>
                    <a:pt x="4371401" y="855423"/>
                  </a:lnTo>
                  <a:lnTo>
                    <a:pt x="4372062" y="857975"/>
                  </a:lnTo>
                  <a:lnTo>
                    <a:pt x="4372722" y="901451"/>
                  </a:lnTo>
                  <a:lnTo>
                    <a:pt x="4373383" y="962567"/>
                  </a:lnTo>
                  <a:lnTo>
                    <a:pt x="4374043" y="934047"/>
                  </a:lnTo>
                  <a:lnTo>
                    <a:pt x="4374704" y="898053"/>
                  </a:lnTo>
                  <a:lnTo>
                    <a:pt x="4375364" y="871093"/>
                  </a:lnTo>
                  <a:lnTo>
                    <a:pt x="4376025" y="864645"/>
                  </a:lnTo>
                  <a:lnTo>
                    <a:pt x="4376685" y="866904"/>
                  </a:lnTo>
                  <a:lnTo>
                    <a:pt x="4377346" y="914801"/>
                  </a:lnTo>
                  <a:lnTo>
                    <a:pt x="4378006" y="985817"/>
                  </a:lnTo>
                  <a:lnTo>
                    <a:pt x="4378667" y="1050413"/>
                  </a:lnTo>
                  <a:lnTo>
                    <a:pt x="4379327" y="1061901"/>
                  </a:lnTo>
                  <a:lnTo>
                    <a:pt x="4379988" y="1033161"/>
                  </a:lnTo>
                  <a:lnTo>
                    <a:pt x="4380648" y="1026412"/>
                  </a:lnTo>
                  <a:lnTo>
                    <a:pt x="4381309" y="1031798"/>
                  </a:lnTo>
                  <a:lnTo>
                    <a:pt x="4381969" y="1045731"/>
                  </a:lnTo>
                  <a:lnTo>
                    <a:pt x="4382630" y="1006778"/>
                  </a:lnTo>
                  <a:lnTo>
                    <a:pt x="4383291" y="962567"/>
                  </a:lnTo>
                  <a:lnTo>
                    <a:pt x="4383951" y="893445"/>
                  </a:lnTo>
                  <a:lnTo>
                    <a:pt x="4384612" y="810265"/>
                  </a:lnTo>
                  <a:lnTo>
                    <a:pt x="4385272" y="712256"/>
                  </a:lnTo>
                  <a:lnTo>
                    <a:pt x="4385933" y="624805"/>
                  </a:lnTo>
                  <a:lnTo>
                    <a:pt x="4386593" y="557952"/>
                  </a:lnTo>
                  <a:lnTo>
                    <a:pt x="4387254" y="532106"/>
                  </a:lnTo>
                  <a:lnTo>
                    <a:pt x="4387914" y="511356"/>
                  </a:lnTo>
                  <a:lnTo>
                    <a:pt x="4388575" y="509177"/>
                  </a:lnTo>
                  <a:lnTo>
                    <a:pt x="4389235" y="512050"/>
                  </a:lnTo>
                  <a:lnTo>
                    <a:pt x="4389896" y="506019"/>
                  </a:lnTo>
                  <a:lnTo>
                    <a:pt x="4390556" y="470658"/>
                  </a:lnTo>
                  <a:lnTo>
                    <a:pt x="4391217" y="440783"/>
                  </a:lnTo>
                  <a:lnTo>
                    <a:pt x="4391877" y="414726"/>
                  </a:lnTo>
                  <a:lnTo>
                    <a:pt x="4392538" y="408406"/>
                  </a:lnTo>
                  <a:lnTo>
                    <a:pt x="4393199" y="409666"/>
                  </a:lnTo>
                  <a:lnTo>
                    <a:pt x="4393859" y="411529"/>
                  </a:lnTo>
                  <a:lnTo>
                    <a:pt x="4394520" y="409332"/>
                  </a:lnTo>
                  <a:lnTo>
                    <a:pt x="4395180" y="411454"/>
                  </a:lnTo>
                  <a:lnTo>
                    <a:pt x="4395841" y="404586"/>
                  </a:lnTo>
                  <a:lnTo>
                    <a:pt x="4396501" y="401213"/>
                  </a:lnTo>
                  <a:lnTo>
                    <a:pt x="4397162" y="403239"/>
                  </a:lnTo>
                  <a:lnTo>
                    <a:pt x="4397822" y="424814"/>
                  </a:lnTo>
                  <a:lnTo>
                    <a:pt x="4398483" y="451828"/>
                  </a:lnTo>
                  <a:lnTo>
                    <a:pt x="4399143" y="470473"/>
                  </a:lnTo>
                  <a:lnTo>
                    <a:pt x="4399804" y="490444"/>
                  </a:lnTo>
                  <a:lnTo>
                    <a:pt x="4400464" y="532853"/>
                  </a:lnTo>
                  <a:lnTo>
                    <a:pt x="4401125" y="558078"/>
                  </a:lnTo>
                  <a:lnTo>
                    <a:pt x="4401785" y="572753"/>
                  </a:lnTo>
                  <a:lnTo>
                    <a:pt x="4402446" y="593688"/>
                  </a:lnTo>
                  <a:lnTo>
                    <a:pt x="4403107" y="583852"/>
                  </a:lnTo>
                  <a:lnTo>
                    <a:pt x="4403767" y="535631"/>
                  </a:lnTo>
                  <a:lnTo>
                    <a:pt x="4404428" y="487048"/>
                  </a:lnTo>
                  <a:lnTo>
                    <a:pt x="4405088" y="473580"/>
                  </a:lnTo>
                  <a:lnTo>
                    <a:pt x="4405749" y="471536"/>
                  </a:lnTo>
                  <a:lnTo>
                    <a:pt x="4406409" y="492232"/>
                  </a:lnTo>
                  <a:lnTo>
                    <a:pt x="4407070" y="535863"/>
                  </a:lnTo>
                  <a:lnTo>
                    <a:pt x="4407730" y="585445"/>
                  </a:lnTo>
                  <a:lnTo>
                    <a:pt x="4408391" y="570374"/>
                  </a:lnTo>
                  <a:lnTo>
                    <a:pt x="4409051" y="552589"/>
                  </a:lnTo>
                  <a:lnTo>
                    <a:pt x="4409712" y="518869"/>
                  </a:lnTo>
                  <a:lnTo>
                    <a:pt x="4410372" y="491039"/>
                  </a:lnTo>
                  <a:lnTo>
                    <a:pt x="4411033" y="480090"/>
                  </a:lnTo>
                  <a:lnTo>
                    <a:pt x="4411693" y="485292"/>
                  </a:lnTo>
                  <a:lnTo>
                    <a:pt x="4412354" y="472370"/>
                  </a:lnTo>
                  <a:lnTo>
                    <a:pt x="4413015" y="465309"/>
                  </a:lnTo>
                  <a:lnTo>
                    <a:pt x="4413675" y="471814"/>
                  </a:lnTo>
                  <a:lnTo>
                    <a:pt x="4414336" y="489801"/>
                  </a:lnTo>
                  <a:lnTo>
                    <a:pt x="4414996" y="509548"/>
                  </a:lnTo>
                  <a:lnTo>
                    <a:pt x="4415657" y="543413"/>
                  </a:lnTo>
                  <a:lnTo>
                    <a:pt x="4416317" y="564255"/>
                  </a:lnTo>
                  <a:lnTo>
                    <a:pt x="4416978" y="537908"/>
                  </a:lnTo>
                  <a:lnTo>
                    <a:pt x="4417638" y="497819"/>
                  </a:lnTo>
                  <a:lnTo>
                    <a:pt x="4418299" y="467400"/>
                  </a:lnTo>
                  <a:lnTo>
                    <a:pt x="4418959" y="458997"/>
                  </a:lnTo>
                  <a:lnTo>
                    <a:pt x="4419620" y="473907"/>
                  </a:lnTo>
                  <a:lnTo>
                    <a:pt x="4420280" y="507226"/>
                  </a:lnTo>
                  <a:lnTo>
                    <a:pt x="4420941" y="550252"/>
                  </a:lnTo>
                  <a:lnTo>
                    <a:pt x="4421601" y="599102"/>
                  </a:lnTo>
                  <a:lnTo>
                    <a:pt x="4422262" y="637799"/>
                  </a:lnTo>
                  <a:lnTo>
                    <a:pt x="4422922" y="672191"/>
                  </a:lnTo>
                  <a:lnTo>
                    <a:pt x="4423583" y="693900"/>
                  </a:lnTo>
                  <a:lnTo>
                    <a:pt x="4424244" y="714225"/>
                  </a:lnTo>
                  <a:lnTo>
                    <a:pt x="4424904" y="742134"/>
                  </a:lnTo>
                  <a:lnTo>
                    <a:pt x="4425565" y="776117"/>
                  </a:lnTo>
                  <a:lnTo>
                    <a:pt x="4426225" y="794055"/>
                  </a:lnTo>
                  <a:lnTo>
                    <a:pt x="4426886" y="831438"/>
                  </a:lnTo>
                  <a:lnTo>
                    <a:pt x="4427546" y="867093"/>
                  </a:lnTo>
                  <a:lnTo>
                    <a:pt x="4428207" y="862776"/>
                  </a:lnTo>
                  <a:lnTo>
                    <a:pt x="4428867" y="816357"/>
                  </a:lnTo>
                  <a:lnTo>
                    <a:pt x="4429528" y="773394"/>
                  </a:lnTo>
                  <a:lnTo>
                    <a:pt x="4430188" y="738042"/>
                  </a:lnTo>
                  <a:lnTo>
                    <a:pt x="4430849" y="712365"/>
                  </a:lnTo>
                  <a:lnTo>
                    <a:pt x="4431509" y="698430"/>
                  </a:lnTo>
                  <a:lnTo>
                    <a:pt x="4432170" y="710626"/>
                  </a:lnTo>
                  <a:lnTo>
                    <a:pt x="4432830" y="736968"/>
                  </a:lnTo>
                  <a:lnTo>
                    <a:pt x="4433491" y="757458"/>
                  </a:lnTo>
                  <a:lnTo>
                    <a:pt x="4434152" y="718317"/>
                  </a:lnTo>
                  <a:lnTo>
                    <a:pt x="4434812" y="694206"/>
                  </a:lnTo>
                  <a:lnTo>
                    <a:pt x="4435473" y="661070"/>
                  </a:lnTo>
                  <a:lnTo>
                    <a:pt x="4436133" y="624964"/>
                  </a:lnTo>
                  <a:lnTo>
                    <a:pt x="4436794" y="599831"/>
                  </a:lnTo>
                  <a:lnTo>
                    <a:pt x="4437454" y="629394"/>
                  </a:lnTo>
                  <a:lnTo>
                    <a:pt x="4438115" y="663534"/>
                  </a:lnTo>
                  <a:lnTo>
                    <a:pt x="4438775" y="707072"/>
                  </a:lnTo>
                  <a:lnTo>
                    <a:pt x="4439436" y="768824"/>
                  </a:lnTo>
                  <a:lnTo>
                    <a:pt x="4440096" y="852535"/>
                  </a:lnTo>
                  <a:lnTo>
                    <a:pt x="4440757" y="895112"/>
                  </a:lnTo>
                  <a:lnTo>
                    <a:pt x="4441417" y="890552"/>
                  </a:lnTo>
                  <a:lnTo>
                    <a:pt x="4442078" y="835803"/>
                  </a:lnTo>
                  <a:lnTo>
                    <a:pt x="4442738" y="757970"/>
                  </a:lnTo>
                  <a:lnTo>
                    <a:pt x="4443399" y="669463"/>
                  </a:lnTo>
                  <a:lnTo>
                    <a:pt x="4444060" y="596562"/>
                  </a:lnTo>
                  <a:lnTo>
                    <a:pt x="4444720" y="533026"/>
                  </a:lnTo>
                  <a:lnTo>
                    <a:pt x="4445381" y="493681"/>
                  </a:lnTo>
                  <a:lnTo>
                    <a:pt x="4446041" y="443745"/>
                  </a:lnTo>
                  <a:lnTo>
                    <a:pt x="4446702" y="396460"/>
                  </a:lnTo>
                  <a:lnTo>
                    <a:pt x="4447362" y="363743"/>
                  </a:lnTo>
                  <a:lnTo>
                    <a:pt x="4448023" y="347681"/>
                  </a:lnTo>
                  <a:lnTo>
                    <a:pt x="4448683" y="340300"/>
                  </a:lnTo>
                  <a:lnTo>
                    <a:pt x="4449344" y="350616"/>
                  </a:lnTo>
                  <a:lnTo>
                    <a:pt x="4450004" y="365738"/>
                  </a:lnTo>
                  <a:lnTo>
                    <a:pt x="4450665" y="376258"/>
                  </a:lnTo>
                  <a:lnTo>
                    <a:pt x="4451325" y="382191"/>
                  </a:lnTo>
                  <a:lnTo>
                    <a:pt x="4451986" y="387770"/>
                  </a:lnTo>
                  <a:lnTo>
                    <a:pt x="4452646" y="410000"/>
                  </a:lnTo>
                  <a:lnTo>
                    <a:pt x="4453307" y="458997"/>
                  </a:lnTo>
                  <a:lnTo>
                    <a:pt x="4453967" y="522897"/>
                  </a:lnTo>
                  <a:lnTo>
                    <a:pt x="4454628" y="607912"/>
                  </a:lnTo>
                  <a:lnTo>
                    <a:pt x="4455289" y="682787"/>
                  </a:lnTo>
                  <a:lnTo>
                    <a:pt x="4455949" y="709220"/>
                  </a:lnTo>
                  <a:lnTo>
                    <a:pt x="4456610" y="711712"/>
                  </a:lnTo>
                  <a:lnTo>
                    <a:pt x="4457270" y="688038"/>
                  </a:lnTo>
                  <a:lnTo>
                    <a:pt x="4457931" y="659529"/>
                  </a:lnTo>
                  <a:lnTo>
                    <a:pt x="4458591" y="660162"/>
                  </a:lnTo>
                  <a:lnTo>
                    <a:pt x="4459252" y="633400"/>
                  </a:lnTo>
                  <a:lnTo>
                    <a:pt x="4459912" y="579877"/>
                  </a:lnTo>
                  <a:lnTo>
                    <a:pt x="4460573" y="539318"/>
                  </a:lnTo>
                  <a:lnTo>
                    <a:pt x="4461233" y="515764"/>
                  </a:lnTo>
                  <a:lnTo>
                    <a:pt x="4461894" y="506963"/>
                  </a:lnTo>
                  <a:lnTo>
                    <a:pt x="4462554" y="514305"/>
                  </a:lnTo>
                  <a:lnTo>
                    <a:pt x="4463215" y="525802"/>
                  </a:lnTo>
                  <a:lnTo>
                    <a:pt x="4463875" y="539024"/>
                  </a:lnTo>
                  <a:lnTo>
                    <a:pt x="4464536" y="548177"/>
                  </a:lnTo>
                  <a:lnTo>
                    <a:pt x="4465197" y="538084"/>
                  </a:lnTo>
                  <a:lnTo>
                    <a:pt x="4465857" y="528511"/>
                  </a:lnTo>
                  <a:lnTo>
                    <a:pt x="4466518" y="505915"/>
                  </a:lnTo>
                  <a:lnTo>
                    <a:pt x="4467178" y="488077"/>
                  </a:lnTo>
                  <a:lnTo>
                    <a:pt x="4467839" y="473254"/>
                  </a:lnTo>
                  <a:lnTo>
                    <a:pt x="4468499" y="481766"/>
                  </a:lnTo>
                  <a:lnTo>
                    <a:pt x="4469160" y="508965"/>
                  </a:lnTo>
                  <a:lnTo>
                    <a:pt x="4469820" y="575487"/>
                  </a:lnTo>
                  <a:lnTo>
                    <a:pt x="4470481" y="643375"/>
                  </a:lnTo>
                  <a:lnTo>
                    <a:pt x="4471141" y="694821"/>
                  </a:lnTo>
                  <a:lnTo>
                    <a:pt x="4471802" y="707393"/>
                  </a:lnTo>
                  <a:lnTo>
                    <a:pt x="4472462" y="724853"/>
                  </a:lnTo>
                  <a:lnTo>
                    <a:pt x="4473123" y="756180"/>
                  </a:lnTo>
                  <a:lnTo>
                    <a:pt x="4473783" y="821134"/>
                  </a:lnTo>
                  <a:lnTo>
                    <a:pt x="4474444" y="936457"/>
                  </a:lnTo>
                  <a:lnTo>
                    <a:pt x="4475105" y="1081075"/>
                  </a:lnTo>
                  <a:lnTo>
                    <a:pt x="4475765" y="1134430"/>
                  </a:lnTo>
                  <a:lnTo>
                    <a:pt x="4476426" y="1073090"/>
                  </a:lnTo>
                  <a:lnTo>
                    <a:pt x="4477086" y="1027749"/>
                  </a:lnTo>
                  <a:lnTo>
                    <a:pt x="4477747" y="1014340"/>
                  </a:lnTo>
                  <a:lnTo>
                    <a:pt x="4478407" y="1014340"/>
                  </a:lnTo>
                  <a:lnTo>
                    <a:pt x="4479068" y="1063038"/>
                  </a:lnTo>
                  <a:lnTo>
                    <a:pt x="4479728" y="1131507"/>
                  </a:lnTo>
                  <a:lnTo>
                    <a:pt x="4480389" y="1184693"/>
                  </a:lnTo>
                  <a:lnTo>
                    <a:pt x="4481049" y="1184693"/>
                  </a:lnTo>
                  <a:lnTo>
                    <a:pt x="4481710" y="1048242"/>
                  </a:lnTo>
                  <a:lnTo>
                    <a:pt x="4482370" y="921836"/>
                  </a:lnTo>
                  <a:lnTo>
                    <a:pt x="4483031" y="855787"/>
                  </a:lnTo>
                  <a:lnTo>
                    <a:pt x="4483691" y="815254"/>
                  </a:lnTo>
                  <a:lnTo>
                    <a:pt x="4484352" y="806124"/>
                  </a:lnTo>
                  <a:lnTo>
                    <a:pt x="4485013" y="829777"/>
                  </a:lnTo>
                  <a:lnTo>
                    <a:pt x="4485673" y="844045"/>
                  </a:lnTo>
                  <a:lnTo>
                    <a:pt x="4486334" y="801145"/>
                  </a:lnTo>
                  <a:lnTo>
                    <a:pt x="4486994" y="737207"/>
                  </a:lnTo>
                  <a:lnTo>
                    <a:pt x="4487655" y="671153"/>
                  </a:lnTo>
                  <a:lnTo>
                    <a:pt x="4488315" y="620761"/>
                  </a:lnTo>
                  <a:lnTo>
                    <a:pt x="4488976" y="590418"/>
                  </a:lnTo>
                  <a:lnTo>
                    <a:pt x="4489636" y="578451"/>
                  </a:lnTo>
                  <a:lnTo>
                    <a:pt x="4490297" y="570769"/>
                  </a:lnTo>
                  <a:lnTo>
                    <a:pt x="4490957" y="552157"/>
                  </a:lnTo>
                  <a:lnTo>
                    <a:pt x="4491618" y="543533"/>
                  </a:lnTo>
                  <a:lnTo>
                    <a:pt x="4492278" y="529989"/>
                  </a:lnTo>
                  <a:lnTo>
                    <a:pt x="4492939" y="502328"/>
                  </a:lnTo>
                  <a:lnTo>
                    <a:pt x="4493599" y="468405"/>
                  </a:lnTo>
                  <a:lnTo>
                    <a:pt x="4494260" y="446061"/>
                  </a:lnTo>
                  <a:lnTo>
                    <a:pt x="4494920" y="436992"/>
                  </a:lnTo>
                  <a:lnTo>
                    <a:pt x="4495581" y="443536"/>
                  </a:lnTo>
                  <a:lnTo>
                    <a:pt x="4496242" y="477005"/>
                  </a:lnTo>
                  <a:lnTo>
                    <a:pt x="4496902" y="537791"/>
                  </a:lnTo>
                  <a:lnTo>
                    <a:pt x="4497563" y="589783"/>
                  </a:lnTo>
                  <a:lnTo>
                    <a:pt x="4498223" y="607761"/>
                  </a:lnTo>
                  <a:lnTo>
                    <a:pt x="4498884" y="614147"/>
                  </a:lnTo>
                  <a:lnTo>
                    <a:pt x="4499544" y="608891"/>
                  </a:lnTo>
                  <a:lnTo>
                    <a:pt x="4500205" y="610708"/>
                  </a:lnTo>
                  <a:lnTo>
                    <a:pt x="4500865" y="637298"/>
                  </a:lnTo>
                  <a:lnTo>
                    <a:pt x="4501526" y="686442"/>
                  </a:lnTo>
                  <a:lnTo>
                    <a:pt x="4502186" y="742863"/>
                  </a:lnTo>
                  <a:lnTo>
                    <a:pt x="4502847" y="744570"/>
                  </a:lnTo>
                  <a:lnTo>
                    <a:pt x="4503507" y="690550"/>
                  </a:lnTo>
                  <a:lnTo>
                    <a:pt x="4504168" y="646118"/>
                  </a:lnTo>
                  <a:lnTo>
                    <a:pt x="4504828" y="630207"/>
                  </a:lnTo>
                  <a:lnTo>
                    <a:pt x="4505489" y="595409"/>
                  </a:lnTo>
                  <a:lnTo>
                    <a:pt x="4506150" y="579469"/>
                  </a:lnTo>
                  <a:lnTo>
                    <a:pt x="4506810" y="567493"/>
                  </a:lnTo>
                  <a:lnTo>
                    <a:pt x="4507471" y="547994"/>
                  </a:lnTo>
                  <a:lnTo>
                    <a:pt x="4508131" y="505758"/>
                  </a:lnTo>
                  <a:lnTo>
                    <a:pt x="4508792" y="493331"/>
                  </a:lnTo>
                  <a:lnTo>
                    <a:pt x="4509452" y="495087"/>
                  </a:lnTo>
                  <a:lnTo>
                    <a:pt x="4510113" y="519143"/>
                  </a:lnTo>
                  <a:lnTo>
                    <a:pt x="4510773" y="547327"/>
                  </a:lnTo>
                  <a:lnTo>
                    <a:pt x="4511434" y="576830"/>
                  </a:lnTo>
                  <a:lnTo>
                    <a:pt x="4512094" y="571693"/>
                  </a:lnTo>
                  <a:lnTo>
                    <a:pt x="4512755" y="564964"/>
                  </a:lnTo>
                  <a:lnTo>
                    <a:pt x="4513415" y="561309"/>
                  </a:lnTo>
                  <a:lnTo>
                    <a:pt x="4514076" y="559088"/>
                  </a:lnTo>
                  <a:lnTo>
                    <a:pt x="4514736" y="530788"/>
                  </a:lnTo>
                  <a:lnTo>
                    <a:pt x="4515397" y="492481"/>
                  </a:lnTo>
                  <a:lnTo>
                    <a:pt x="4516058" y="447078"/>
                  </a:lnTo>
                  <a:lnTo>
                    <a:pt x="4516718" y="400098"/>
                  </a:lnTo>
                  <a:lnTo>
                    <a:pt x="4517379" y="371742"/>
                  </a:lnTo>
                  <a:lnTo>
                    <a:pt x="4518039" y="362390"/>
                  </a:lnTo>
                  <a:lnTo>
                    <a:pt x="4518700" y="365008"/>
                  </a:lnTo>
                  <a:lnTo>
                    <a:pt x="4519360" y="380411"/>
                  </a:lnTo>
                  <a:lnTo>
                    <a:pt x="4520021" y="401574"/>
                  </a:lnTo>
                  <a:lnTo>
                    <a:pt x="4520681" y="432685"/>
                  </a:lnTo>
                  <a:lnTo>
                    <a:pt x="4521342" y="476958"/>
                  </a:lnTo>
                  <a:lnTo>
                    <a:pt x="4522002" y="544492"/>
                  </a:lnTo>
                  <a:lnTo>
                    <a:pt x="4522663" y="626567"/>
                  </a:lnTo>
                  <a:lnTo>
                    <a:pt x="4523323" y="736968"/>
                  </a:lnTo>
                  <a:lnTo>
                    <a:pt x="4523984" y="819054"/>
                  </a:lnTo>
                  <a:lnTo>
                    <a:pt x="4524644" y="857061"/>
                  </a:lnTo>
                  <a:lnTo>
                    <a:pt x="4525305" y="868230"/>
                  </a:lnTo>
                  <a:lnTo>
                    <a:pt x="4525965" y="850924"/>
                  </a:lnTo>
                  <a:lnTo>
                    <a:pt x="4526626" y="836990"/>
                  </a:lnTo>
                  <a:lnTo>
                    <a:pt x="4527287" y="828620"/>
                  </a:lnTo>
                  <a:lnTo>
                    <a:pt x="4527947" y="841789"/>
                  </a:lnTo>
                  <a:lnTo>
                    <a:pt x="4528608" y="848789"/>
                  </a:lnTo>
                  <a:lnTo>
                    <a:pt x="4529268" y="847904"/>
                  </a:lnTo>
                  <a:lnTo>
                    <a:pt x="4529929" y="839379"/>
                  </a:lnTo>
                  <a:lnTo>
                    <a:pt x="4530589" y="794201"/>
                  </a:lnTo>
                  <a:lnTo>
                    <a:pt x="4531250" y="718317"/>
                  </a:lnTo>
                  <a:lnTo>
                    <a:pt x="4531910" y="627856"/>
                  </a:lnTo>
                  <a:lnTo>
                    <a:pt x="4532571" y="569519"/>
                  </a:lnTo>
                  <a:lnTo>
                    <a:pt x="4533231" y="510823"/>
                  </a:lnTo>
                  <a:lnTo>
                    <a:pt x="4533892" y="450622"/>
                  </a:lnTo>
                  <a:lnTo>
                    <a:pt x="4534552" y="404878"/>
                  </a:lnTo>
                  <a:lnTo>
                    <a:pt x="4535213" y="371094"/>
                  </a:lnTo>
                  <a:lnTo>
                    <a:pt x="4535873" y="347591"/>
                  </a:lnTo>
                  <a:lnTo>
                    <a:pt x="4536534" y="334185"/>
                  </a:lnTo>
                  <a:lnTo>
                    <a:pt x="4537195" y="334100"/>
                  </a:lnTo>
                  <a:lnTo>
                    <a:pt x="4537855" y="338853"/>
                  </a:lnTo>
                  <a:lnTo>
                    <a:pt x="4538516" y="352004"/>
                  </a:lnTo>
                  <a:lnTo>
                    <a:pt x="4539176" y="358029"/>
                  </a:lnTo>
                  <a:lnTo>
                    <a:pt x="4539837" y="361168"/>
                  </a:lnTo>
                  <a:lnTo>
                    <a:pt x="4540497" y="360107"/>
                  </a:lnTo>
                  <a:lnTo>
                    <a:pt x="4541158" y="369576"/>
                  </a:lnTo>
                  <a:lnTo>
                    <a:pt x="4541818" y="386605"/>
                  </a:lnTo>
                  <a:lnTo>
                    <a:pt x="4542479" y="392064"/>
                  </a:lnTo>
                  <a:lnTo>
                    <a:pt x="4543139" y="396282"/>
                  </a:lnTo>
                  <a:lnTo>
                    <a:pt x="4543800" y="423211"/>
                  </a:lnTo>
                  <a:lnTo>
                    <a:pt x="4544460" y="445596"/>
                  </a:lnTo>
                  <a:lnTo>
                    <a:pt x="4545121" y="452260"/>
                  </a:lnTo>
                  <a:lnTo>
                    <a:pt x="4545781" y="478377"/>
                  </a:lnTo>
                  <a:lnTo>
                    <a:pt x="4546442" y="502224"/>
                  </a:lnTo>
                  <a:lnTo>
                    <a:pt x="4547103" y="501451"/>
                  </a:lnTo>
                  <a:lnTo>
                    <a:pt x="4547763" y="508754"/>
                  </a:lnTo>
                  <a:lnTo>
                    <a:pt x="4548424" y="530674"/>
                  </a:lnTo>
                  <a:lnTo>
                    <a:pt x="4549084" y="550558"/>
                  </a:lnTo>
                  <a:lnTo>
                    <a:pt x="4549745" y="572885"/>
                  </a:lnTo>
                  <a:lnTo>
                    <a:pt x="4550405" y="595121"/>
                  </a:lnTo>
                  <a:lnTo>
                    <a:pt x="4551066" y="615303"/>
                  </a:lnTo>
                  <a:lnTo>
                    <a:pt x="4551726" y="639814"/>
                  </a:lnTo>
                  <a:lnTo>
                    <a:pt x="4552387" y="672096"/>
                  </a:lnTo>
                  <a:lnTo>
                    <a:pt x="4553047" y="695950"/>
                  </a:lnTo>
                  <a:lnTo>
                    <a:pt x="4553708" y="742620"/>
                  </a:lnTo>
                  <a:lnTo>
                    <a:pt x="4554368" y="758227"/>
                  </a:lnTo>
                  <a:lnTo>
                    <a:pt x="4555029" y="733537"/>
                  </a:lnTo>
                  <a:lnTo>
                    <a:pt x="4555689" y="719881"/>
                  </a:lnTo>
                  <a:lnTo>
                    <a:pt x="4556350" y="751128"/>
                  </a:lnTo>
                  <a:lnTo>
                    <a:pt x="4557011" y="782064"/>
                  </a:lnTo>
                  <a:lnTo>
                    <a:pt x="4557671" y="813373"/>
                  </a:lnTo>
                  <a:lnTo>
                    <a:pt x="4558332" y="873211"/>
                  </a:lnTo>
                  <a:lnTo>
                    <a:pt x="4558992" y="903812"/>
                  </a:lnTo>
                  <a:lnTo>
                    <a:pt x="4559653" y="900598"/>
                  </a:lnTo>
                  <a:lnTo>
                    <a:pt x="4560313" y="840409"/>
                  </a:lnTo>
                  <a:lnTo>
                    <a:pt x="4560974" y="759127"/>
                  </a:lnTo>
                  <a:lnTo>
                    <a:pt x="4561634" y="679857"/>
                  </a:lnTo>
                  <a:lnTo>
                    <a:pt x="4562295" y="625925"/>
                  </a:lnTo>
                  <a:lnTo>
                    <a:pt x="4562955" y="582613"/>
                  </a:lnTo>
                  <a:lnTo>
                    <a:pt x="4563616" y="564320"/>
                  </a:lnTo>
                  <a:lnTo>
                    <a:pt x="4564276" y="552404"/>
                  </a:lnTo>
                  <a:lnTo>
                    <a:pt x="4564937" y="550007"/>
                  </a:lnTo>
                  <a:lnTo>
                    <a:pt x="4565597" y="557952"/>
                  </a:lnTo>
                  <a:lnTo>
                    <a:pt x="4566258" y="572024"/>
                  </a:lnTo>
                  <a:lnTo>
                    <a:pt x="4566918" y="590136"/>
                  </a:lnTo>
                  <a:lnTo>
                    <a:pt x="4567579" y="622102"/>
                  </a:lnTo>
                  <a:lnTo>
                    <a:pt x="4568240" y="642523"/>
                  </a:lnTo>
                  <a:lnTo>
                    <a:pt x="4568900" y="657279"/>
                  </a:lnTo>
                  <a:lnTo>
                    <a:pt x="4569561" y="667782"/>
                  </a:lnTo>
                  <a:lnTo>
                    <a:pt x="4570221" y="657279"/>
                  </a:lnTo>
                  <a:lnTo>
                    <a:pt x="4570882" y="638721"/>
                  </a:lnTo>
                  <a:lnTo>
                    <a:pt x="4571542" y="629557"/>
                  </a:lnTo>
                  <a:lnTo>
                    <a:pt x="4572203" y="616619"/>
                  </a:lnTo>
                  <a:lnTo>
                    <a:pt x="4572863" y="584613"/>
                  </a:lnTo>
                  <a:lnTo>
                    <a:pt x="4573524" y="572421"/>
                  </a:lnTo>
                  <a:lnTo>
                    <a:pt x="4574184" y="591338"/>
                  </a:lnTo>
                  <a:lnTo>
                    <a:pt x="4574845" y="646549"/>
                  </a:lnTo>
                  <a:lnTo>
                    <a:pt x="4575505" y="696465"/>
                  </a:lnTo>
                  <a:lnTo>
                    <a:pt x="4576166" y="763541"/>
                  </a:lnTo>
                  <a:lnTo>
                    <a:pt x="4576826" y="814939"/>
                  </a:lnTo>
                  <a:lnTo>
                    <a:pt x="4577487" y="826812"/>
                  </a:lnTo>
                  <a:lnTo>
                    <a:pt x="4578148" y="776940"/>
                  </a:lnTo>
                  <a:lnTo>
                    <a:pt x="4578808" y="688238"/>
                  </a:lnTo>
                  <a:lnTo>
                    <a:pt x="4579469" y="613610"/>
                  </a:lnTo>
                  <a:lnTo>
                    <a:pt x="4580129" y="577707"/>
                  </a:lnTo>
                  <a:lnTo>
                    <a:pt x="4580790" y="543593"/>
                  </a:lnTo>
                  <a:lnTo>
                    <a:pt x="4581450" y="521788"/>
                  </a:lnTo>
                  <a:lnTo>
                    <a:pt x="4582111" y="513981"/>
                  </a:lnTo>
                  <a:lnTo>
                    <a:pt x="4582771" y="515385"/>
                  </a:lnTo>
                  <a:lnTo>
                    <a:pt x="4583432" y="496399"/>
                  </a:lnTo>
                  <a:lnTo>
                    <a:pt x="4584092" y="503155"/>
                  </a:lnTo>
                  <a:lnTo>
                    <a:pt x="4584753" y="520077"/>
                  </a:lnTo>
                  <a:lnTo>
                    <a:pt x="4585413" y="562202"/>
                  </a:lnTo>
                  <a:lnTo>
                    <a:pt x="4586074" y="622974"/>
                  </a:lnTo>
                  <a:lnTo>
                    <a:pt x="4586734" y="705684"/>
                  </a:lnTo>
                  <a:lnTo>
                    <a:pt x="4587395" y="769224"/>
                  </a:lnTo>
                  <a:lnTo>
                    <a:pt x="4588056" y="771907"/>
                  </a:lnTo>
                  <a:lnTo>
                    <a:pt x="4588716" y="728757"/>
                  </a:lnTo>
                  <a:lnTo>
                    <a:pt x="4589377" y="655581"/>
                  </a:lnTo>
                  <a:lnTo>
                    <a:pt x="4590037" y="599247"/>
                  </a:lnTo>
                  <a:lnTo>
                    <a:pt x="4590698" y="566323"/>
                  </a:lnTo>
                  <a:lnTo>
                    <a:pt x="4591358" y="551295"/>
                  </a:lnTo>
                  <a:lnTo>
                    <a:pt x="4592019" y="545213"/>
                  </a:lnTo>
                  <a:lnTo>
                    <a:pt x="4592679" y="567949"/>
                  </a:lnTo>
                  <a:lnTo>
                    <a:pt x="4593340" y="585862"/>
                  </a:lnTo>
                  <a:lnTo>
                    <a:pt x="4594000" y="567428"/>
                  </a:lnTo>
                  <a:lnTo>
                    <a:pt x="4594661" y="540440"/>
                  </a:lnTo>
                  <a:lnTo>
                    <a:pt x="4595321" y="533256"/>
                  </a:lnTo>
                  <a:lnTo>
                    <a:pt x="4595982" y="526027"/>
                  </a:lnTo>
                  <a:lnTo>
                    <a:pt x="4596642" y="541091"/>
                  </a:lnTo>
                  <a:lnTo>
                    <a:pt x="4597303" y="587046"/>
                  </a:lnTo>
                  <a:lnTo>
                    <a:pt x="4597963" y="648280"/>
                  </a:lnTo>
                  <a:lnTo>
                    <a:pt x="4598624" y="679566"/>
                  </a:lnTo>
                  <a:lnTo>
                    <a:pt x="4599285" y="659981"/>
                  </a:lnTo>
                  <a:lnTo>
                    <a:pt x="4599945" y="630533"/>
                  </a:lnTo>
                  <a:lnTo>
                    <a:pt x="4600606" y="586837"/>
                  </a:lnTo>
                  <a:lnTo>
                    <a:pt x="4601266" y="551418"/>
                  </a:lnTo>
                  <a:lnTo>
                    <a:pt x="4601927" y="528738"/>
                  </a:lnTo>
                  <a:lnTo>
                    <a:pt x="4602587" y="532048"/>
                  </a:lnTo>
                  <a:lnTo>
                    <a:pt x="4603248" y="534644"/>
                  </a:lnTo>
                  <a:lnTo>
                    <a:pt x="4603908" y="560418"/>
                  </a:lnTo>
                  <a:lnTo>
                    <a:pt x="4604569" y="594547"/>
                  </a:lnTo>
                  <a:lnTo>
                    <a:pt x="4605229" y="618097"/>
                  </a:lnTo>
                  <a:lnTo>
                    <a:pt x="4605890" y="641334"/>
                  </a:lnTo>
                  <a:lnTo>
                    <a:pt x="4606550" y="650285"/>
                  </a:lnTo>
                  <a:lnTo>
                    <a:pt x="4607211" y="630126"/>
                  </a:lnTo>
                  <a:lnTo>
                    <a:pt x="4607871" y="612690"/>
                  </a:lnTo>
                  <a:lnTo>
                    <a:pt x="4608532" y="635301"/>
                  </a:lnTo>
                  <a:lnTo>
                    <a:pt x="4609193" y="653450"/>
                  </a:lnTo>
                  <a:lnTo>
                    <a:pt x="4609853" y="679663"/>
                  </a:lnTo>
                  <a:lnTo>
                    <a:pt x="4610514" y="696568"/>
                  </a:lnTo>
                  <a:lnTo>
                    <a:pt x="4611174" y="699886"/>
                  </a:lnTo>
                  <a:lnTo>
                    <a:pt x="4611835" y="673138"/>
                  </a:lnTo>
                  <a:lnTo>
                    <a:pt x="4612495" y="637047"/>
                  </a:lnTo>
                  <a:lnTo>
                    <a:pt x="4613156" y="600124"/>
                  </a:lnTo>
                  <a:lnTo>
                    <a:pt x="4613816" y="587326"/>
                  </a:lnTo>
                  <a:lnTo>
                    <a:pt x="4614477" y="590206"/>
                  </a:lnTo>
                  <a:lnTo>
                    <a:pt x="4615137" y="600783"/>
                  </a:lnTo>
                  <a:lnTo>
                    <a:pt x="4615798" y="630615"/>
                  </a:lnTo>
                  <a:lnTo>
                    <a:pt x="4616458" y="669275"/>
                  </a:lnTo>
                  <a:lnTo>
                    <a:pt x="4617119" y="681905"/>
                  </a:lnTo>
                  <a:lnTo>
                    <a:pt x="4617779" y="679857"/>
                  </a:lnTo>
                  <a:lnTo>
                    <a:pt x="4618440" y="669931"/>
                  </a:lnTo>
                  <a:lnTo>
                    <a:pt x="4619101" y="648280"/>
                  </a:lnTo>
                  <a:lnTo>
                    <a:pt x="4619761" y="606113"/>
                  </a:lnTo>
                  <a:lnTo>
                    <a:pt x="4620422" y="578925"/>
                  </a:lnTo>
                  <a:lnTo>
                    <a:pt x="4621082" y="572686"/>
                  </a:lnTo>
                  <a:lnTo>
                    <a:pt x="4621743" y="575554"/>
                  </a:lnTo>
                  <a:lnTo>
                    <a:pt x="4622403" y="578112"/>
                  </a:lnTo>
                  <a:lnTo>
                    <a:pt x="4623064" y="593831"/>
                  </a:lnTo>
                  <a:lnTo>
                    <a:pt x="4623724" y="617085"/>
                  </a:lnTo>
                  <a:lnTo>
                    <a:pt x="4624385" y="634556"/>
                  </a:lnTo>
                  <a:lnTo>
                    <a:pt x="4625045" y="616852"/>
                  </a:lnTo>
                  <a:lnTo>
                    <a:pt x="4625706" y="603361"/>
                  </a:lnTo>
                  <a:lnTo>
                    <a:pt x="4626366" y="595265"/>
                  </a:lnTo>
                  <a:lnTo>
                    <a:pt x="4627027" y="586279"/>
                  </a:lnTo>
                  <a:lnTo>
                    <a:pt x="4627687" y="568668"/>
                  </a:lnTo>
                  <a:lnTo>
                    <a:pt x="4628348" y="562970"/>
                  </a:lnTo>
                  <a:lnTo>
                    <a:pt x="4629009" y="559341"/>
                  </a:lnTo>
                  <a:lnTo>
                    <a:pt x="4629669" y="543055"/>
                  </a:lnTo>
                  <a:lnTo>
                    <a:pt x="4630330" y="523565"/>
                  </a:lnTo>
                  <a:lnTo>
                    <a:pt x="4630990" y="508701"/>
                  </a:lnTo>
                  <a:lnTo>
                    <a:pt x="4631651" y="513336"/>
                  </a:lnTo>
                  <a:lnTo>
                    <a:pt x="4632311" y="520683"/>
                  </a:lnTo>
                  <a:lnTo>
                    <a:pt x="4632972" y="551849"/>
                  </a:lnTo>
                  <a:lnTo>
                    <a:pt x="4633632" y="604473"/>
                  </a:lnTo>
                  <a:lnTo>
                    <a:pt x="4634293" y="667410"/>
                  </a:lnTo>
                  <a:lnTo>
                    <a:pt x="4634953" y="701771"/>
                  </a:lnTo>
                  <a:lnTo>
                    <a:pt x="4635614" y="742620"/>
                  </a:lnTo>
                  <a:lnTo>
                    <a:pt x="4636274" y="779559"/>
                  </a:lnTo>
                  <a:lnTo>
                    <a:pt x="4636935" y="789857"/>
                  </a:lnTo>
                  <a:lnTo>
                    <a:pt x="4637595" y="766434"/>
                  </a:lnTo>
                  <a:lnTo>
                    <a:pt x="4638256" y="761325"/>
                  </a:lnTo>
                  <a:lnTo>
                    <a:pt x="4638916" y="756691"/>
                  </a:lnTo>
                  <a:lnTo>
                    <a:pt x="4639577" y="750877"/>
                  </a:lnTo>
                  <a:lnTo>
                    <a:pt x="4640238" y="738042"/>
                  </a:lnTo>
                  <a:lnTo>
                    <a:pt x="4640898" y="750003"/>
                  </a:lnTo>
                  <a:lnTo>
                    <a:pt x="4641559" y="760936"/>
                  </a:lnTo>
                  <a:lnTo>
                    <a:pt x="4642219" y="754528"/>
                  </a:lnTo>
                  <a:lnTo>
                    <a:pt x="4642880" y="708251"/>
                  </a:lnTo>
                  <a:lnTo>
                    <a:pt x="4643540" y="667969"/>
                  </a:lnTo>
                  <a:lnTo>
                    <a:pt x="4644201" y="629070"/>
                  </a:lnTo>
                  <a:lnTo>
                    <a:pt x="4644861" y="614224"/>
                  </a:lnTo>
                  <a:lnTo>
                    <a:pt x="4645522" y="614224"/>
                  </a:lnTo>
                  <a:lnTo>
                    <a:pt x="4646182" y="634473"/>
                  </a:lnTo>
                  <a:lnTo>
                    <a:pt x="4646843" y="656921"/>
                  </a:lnTo>
                  <a:lnTo>
                    <a:pt x="4647503" y="693186"/>
                  </a:lnTo>
                  <a:lnTo>
                    <a:pt x="4648164" y="721116"/>
                  </a:lnTo>
                  <a:lnTo>
                    <a:pt x="4648824" y="756435"/>
                  </a:lnTo>
                  <a:lnTo>
                    <a:pt x="4649485" y="790001"/>
                  </a:lnTo>
                  <a:lnTo>
                    <a:pt x="4650146" y="815096"/>
                  </a:lnTo>
                  <a:lnTo>
                    <a:pt x="4650806" y="811815"/>
                  </a:lnTo>
                  <a:lnTo>
                    <a:pt x="4651467" y="789140"/>
                  </a:lnTo>
                  <a:lnTo>
                    <a:pt x="4652127" y="765906"/>
                  </a:lnTo>
                  <a:lnTo>
                    <a:pt x="4652788" y="769491"/>
                  </a:lnTo>
                  <a:lnTo>
                    <a:pt x="4653448" y="772447"/>
                  </a:lnTo>
                  <a:lnTo>
                    <a:pt x="4654109" y="765511"/>
                  </a:lnTo>
                  <a:lnTo>
                    <a:pt x="4654769" y="747644"/>
                  </a:lnTo>
                  <a:lnTo>
                    <a:pt x="4655430" y="715767"/>
                  </a:lnTo>
                  <a:lnTo>
                    <a:pt x="4656090" y="685747"/>
                  </a:lnTo>
                  <a:lnTo>
                    <a:pt x="4656751" y="655492"/>
                  </a:lnTo>
                  <a:lnTo>
                    <a:pt x="4657411" y="631022"/>
                  </a:lnTo>
                  <a:lnTo>
                    <a:pt x="4658072" y="611393"/>
                  </a:lnTo>
                  <a:lnTo>
                    <a:pt x="4658732" y="594978"/>
                  </a:lnTo>
                  <a:lnTo>
                    <a:pt x="4659393" y="576225"/>
                  </a:lnTo>
                  <a:lnTo>
                    <a:pt x="4660054" y="576494"/>
                  </a:lnTo>
                  <a:lnTo>
                    <a:pt x="4660714" y="597430"/>
                  </a:lnTo>
                  <a:lnTo>
                    <a:pt x="4661375" y="632250"/>
                  </a:lnTo>
                  <a:lnTo>
                    <a:pt x="4662035" y="665558"/>
                  </a:lnTo>
                  <a:lnTo>
                    <a:pt x="4662696" y="698741"/>
                  </a:lnTo>
                  <a:lnTo>
                    <a:pt x="4663356" y="716984"/>
                  </a:lnTo>
                  <a:lnTo>
                    <a:pt x="4664017" y="723716"/>
                  </a:lnTo>
                  <a:lnTo>
                    <a:pt x="4664677" y="718540"/>
                  </a:lnTo>
                  <a:lnTo>
                    <a:pt x="4665338" y="724512"/>
                  </a:lnTo>
                  <a:lnTo>
                    <a:pt x="4665998" y="732598"/>
                  </a:lnTo>
                  <a:lnTo>
                    <a:pt x="4666659" y="747768"/>
                  </a:lnTo>
                  <a:lnTo>
                    <a:pt x="4667319" y="768291"/>
                  </a:lnTo>
                  <a:lnTo>
                    <a:pt x="4667980" y="787853"/>
                  </a:lnTo>
                  <a:lnTo>
                    <a:pt x="4668640" y="809648"/>
                  </a:lnTo>
                  <a:lnTo>
                    <a:pt x="4669301" y="822906"/>
                  </a:lnTo>
                  <a:lnTo>
                    <a:pt x="4669961" y="853615"/>
                  </a:lnTo>
                  <a:lnTo>
                    <a:pt x="4670622" y="836142"/>
                  </a:lnTo>
                  <a:lnTo>
                    <a:pt x="4671283" y="824202"/>
                  </a:lnTo>
                  <a:lnTo>
                    <a:pt x="4671943" y="786572"/>
                  </a:lnTo>
                  <a:lnTo>
                    <a:pt x="4672604" y="761066"/>
                  </a:lnTo>
                  <a:lnTo>
                    <a:pt x="4673264" y="738640"/>
                  </a:lnTo>
                  <a:lnTo>
                    <a:pt x="4673925" y="743471"/>
                  </a:lnTo>
                  <a:lnTo>
                    <a:pt x="4674585" y="747520"/>
                  </a:lnTo>
                  <a:lnTo>
                    <a:pt x="4675246" y="777627"/>
                  </a:lnTo>
                  <a:lnTo>
                    <a:pt x="4675906" y="827797"/>
                  </a:lnTo>
                  <a:lnTo>
                    <a:pt x="4676567" y="878086"/>
                  </a:lnTo>
                  <a:lnTo>
                    <a:pt x="4677227" y="925072"/>
                  </a:lnTo>
                  <a:lnTo>
                    <a:pt x="4677888" y="932850"/>
                  </a:lnTo>
                  <a:lnTo>
                    <a:pt x="4678548" y="892201"/>
                  </a:lnTo>
                  <a:lnTo>
                    <a:pt x="4679209" y="846495"/>
                  </a:lnTo>
                  <a:lnTo>
                    <a:pt x="4679869" y="809957"/>
                  </a:lnTo>
                  <a:lnTo>
                    <a:pt x="4680530" y="780669"/>
                  </a:lnTo>
                  <a:lnTo>
                    <a:pt x="4681191" y="768025"/>
                  </a:lnTo>
                  <a:lnTo>
                    <a:pt x="4681851" y="764590"/>
                  </a:lnTo>
                  <a:lnTo>
                    <a:pt x="4682512" y="753264"/>
                  </a:lnTo>
                  <a:lnTo>
                    <a:pt x="4683172" y="703562"/>
                  </a:lnTo>
                  <a:lnTo>
                    <a:pt x="4683833" y="659258"/>
                  </a:lnTo>
                  <a:lnTo>
                    <a:pt x="4684493" y="632332"/>
                  </a:lnTo>
                  <a:lnTo>
                    <a:pt x="4685154" y="615226"/>
                  </a:lnTo>
                  <a:lnTo>
                    <a:pt x="4685814" y="603880"/>
                  </a:lnTo>
                  <a:lnTo>
                    <a:pt x="4686475" y="619504"/>
                  </a:lnTo>
                  <a:lnTo>
                    <a:pt x="4687135" y="634473"/>
                  </a:lnTo>
                  <a:lnTo>
                    <a:pt x="4687796" y="658897"/>
                  </a:lnTo>
                  <a:lnTo>
                    <a:pt x="4688456" y="705152"/>
                  </a:lnTo>
                  <a:lnTo>
                    <a:pt x="4689117" y="751002"/>
                  </a:lnTo>
                  <a:lnTo>
                    <a:pt x="4689777" y="797135"/>
                  </a:lnTo>
                  <a:lnTo>
                    <a:pt x="4690438" y="813060"/>
                  </a:lnTo>
                  <a:lnTo>
                    <a:pt x="4691099" y="772853"/>
                  </a:lnTo>
                  <a:lnTo>
                    <a:pt x="4691759" y="686144"/>
                  </a:lnTo>
                  <a:lnTo>
                    <a:pt x="4692420" y="617551"/>
                  </a:lnTo>
                  <a:lnTo>
                    <a:pt x="4693080" y="567363"/>
                  </a:lnTo>
                  <a:lnTo>
                    <a:pt x="4693741" y="543294"/>
                  </a:lnTo>
                  <a:lnTo>
                    <a:pt x="4694401" y="540144"/>
                  </a:lnTo>
                  <a:lnTo>
                    <a:pt x="4695062" y="551541"/>
                  </a:lnTo>
                  <a:lnTo>
                    <a:pt x="4695722" y="560291"/>
                  </a:lnTo>
                  <a:lnTo>
                    <a:pt x="4696383" y="553331"/>
                  </a:lnTo>
                  <a:lnTo>
                    <a:pt x="4697043" y="533776"/>
                  </a:lnTo>
                  <a:lnTo>
                    <a:pt x="4697704" y="520518"/>
                  </a:lnTo>
                  <a:lnTo>
                    <a:pt x="4698364" y="524458"/>
                  </a:lnTo>
                  <a:lnTo>
                    <a:pt x="4699025" y="559024"/>
                  </a:lnTo>
                  <a:lnTo>
                    <a:pt x="4699685" y="615149"/>
                  </a:lnTo>
                  <a:lnTo>
                    <a:pt x="4700346" y="707072"/>
                  </a:lnTo>
                  <a:lnTo>
                    <a:pt x="4701007" y="810111"/>
                  </a:lnTo>
                  <a:lnTo>
                    <a:pt x="4701667" y="880654"/>
                  </a:lnTo>
                  <a:lnTo>
                    <a:pt x="4702328" y="831272"/>
                  </a:lnTo>
                  <a:lnTo>
                    <a:pt x="4702988" y="741771"/>
                  </a:lnTo>
                  <a:lnTo>
                    <a:pt x="4703649" y="657728"/>
                  </a:lnTo>
                  <a:lnTo>
                    <a:pt x="4704309" y="607386"/>
                  </a:lnTo>
                  <a:lnTo>
                    <a:pt x="4704970" y="600930"/>
                  </a:lnTo>
                  <a:lnTo>
                    <a:pt x="4705630" y="621944"/>
                  </a:lnTo>
                  <a:lnTo>
                    <a:pt x="4706291" y="682394"/>
                  </a:lnTo>
                  <a:lnTo>
                    <a:pt x="4706951" y="785296"/>
                  </a:lnTo>
                  <a:lnTo>
                    <a:pt x="4707612" y="912346"/>
                  </a:lnTo>
                  <a:lnTo>
                    <a:pt x="4708272" y="964433"/>
                  </a:lnTo>
                  <a:lnTo>
                    <a:pt x="4708933" y="958087"/>
                  </a:lnTo>
                  <a:lnTo>
                    <a:pt x="4709593" y="907719"/>
                  </a:lnTo>
                  <a:lnTo>
                    <a:pt x="4710254" y="864833"/>
                  </a:lnTo>
                  <a:lnTo>
                    <a:pt x="4710914" y="827632"/>
                  </a:lnTo>
                  <a:lnTo>
                    <a:pt x="4711575" y="807651"/>
                  </a:lnTo>
                  <a:lnTo>
                    <a:pt x="4712236" y="829943"/>
                  </a:lnTo>
                  <a:lnTo>
                    <a:pt x="4712896" y="887892"/>
                  </a:lnTo>
                  <a:lnTo>
                    <a:pt x="4713557" y="942081"/>
                  </a:lnTo>
                  <a:lnTo>
                    <a:pt x="4714217" y="1000020"/>
                  </a:lnTo>
                  <a:lnTo>
                    <a:pt x="4714878" y="1048242"/>
                  </a:lnTo>
                  <a:lnTo>
                    <a:pt x="4715538" y="1048242"/>
                  </a:lnTo>
                  <a:lnTo>
                    <a:pt x="4716199" y="1041127"/>
                  </a:lnTo>
                  <a:lnTo>
                    <a:pt x="4716859" y="990472"/>
                  </a:lnTo>
                  <a:lnTo>
                    <a:pt x="4717520" y="933089"/>
                  </a:lnTo>
                  <a:lnTo>
                    <a:pt x="4718180" y="849854"/>
                  </a:lnTo>
                  <a:lnTo>
                    <a:pt x="4718841" y="740201"/>
                  </a:lnTo>
                  <a:lnTo>
                    <a:pt x="4719501" y="658087"/>
                  </a:lnTo>
                  <a:lnTo>
                    <a:pt x="4720162" y="613226"/>
                  </a:lnTo>
                  <a:lnTo>
                    <a:pt x="4720822" y="579741"/>
                  </a:lnTo>
                  <a:lnTo>
                    <a:pt x="4721483" y="568603"/>
                  </a:lnTo>
                  <a:lnTo>
                    <a:pt x="4722144" y="582956"/>
                  </a:lnTo>
                  <a:lnTo>
                    <a:pt x="4722804" y="614147"/>
                  </a:lnTo>
                  <a:lnTo>
                    <a:pt x="4723465" y="639057"/>
                  </a:lnTo>
                  <a:lnTo>
                    <a:pt x="4724125" y="667875"/>
                  </a:lnTo>
                  <a:lnTo>
                    <a:pt x="4724786" y="669650"/>
                  </a:lnTo>
                  <a:lnTo>
                    <a:pt x="4725446" y="636880"/>
                  </a:lnTo>
                  <a:lnTo>
                    <a:pt x="4726107" y="590418"/>
                  </a:lnTo>
                  <a:lnTo>
                    <a:pt x="4726767" y="564964"/>
                  </a:lnTo>
                  <a:lnTo>
                    <a:pt x="4727428" y="554448"/>
                  </a:lnTo>
                  <a:lnTo>
                    <a:pt x="4728088" y="554262"/>
                  </a:lnTo>
                  <a:lnTo>
                    <a:pt x="4728749" y="589360"/>
                  </a:lnTo>
                  <a:lnTo>
                    <a:pt x="4729409" y="635218"/>
                  </a:lnTo>
                  <a:lnTo>
                    <a:pt x="4730070" y="657279"/>
                  </a:lnTo>
                  <a:lnTo>
                    <a:pt x="4730730" y="640404"/>
                  </a:lnTo>
                  <a:lnTo>
                    <a:pt x="4731391" y="643545"/>
                  </a:lnTo>
                  <a:lnTo>
                    <a:pt x="4732052" y="637214"/>
                  </a:lnTo>
                  <a:lnTo>
                    <a:pt x="4732712" y="628826"/>
                  </a:lnTo>
                  <a:lnTo>
                    <a:pt x="4733373" y="633236"/>
                  </a:lnTo>
                  <a:lnTo>
                    <a:pt x="4734033" y="662253"/>
                  </a:lnTo>
                  <a:lnTo>
                    <a:pt x="4734694" y="692575"/>
                  </a:lnTo>
                  <a:lnTo>
                    <a:pt x="4735354" y="746533"/>
                  </a:lnTo>
                  <a:lnTo>
                    <a:pt x="4736015" y="810884"/>
                  </a:lnTo>
                  <a:lnTo>
                    <a:pt x="4736675" y="862404"/>
                  </a:lnTo>
                  <a:lnTo>
                    <a:pt x="4737336" y="907282"/>
                  </a:lnTo>
                  <a:lnTo>
                    <a:pt x="4737996" y="949336"/>
                  </a:lnTo>
                  <a:lnTo>
                    <a:pt x="4738657" y="953677"/>
                  </a:lnTo>
                  <a:lnTo>
                    <a:pt x="4739317" y="939377"/>
                  </a:lnTo>
                  <a:lnTo>
                    <a:pt x="4739978" y="947316"/>
                  </a:lnTo>
                  <a:lnTo>
                    <a:pt x="4740638" y="930707"/>
                  </a:lnTo>
                  <a:lnTo>
                    <a:pt x="4741299" y="900385"/>
                  </a:lnTo>
                  <a:lnTo>
                    <a:pt x="4741959" y="878873"/>
                  </a:lnTo>
                  <a:lnTo>
                    <a:pt x="4742620" y="874956"/>
                  </a:lnTo>
                  <a:lnTo>
                    <a:pt x="4743281" y="890963"/>
                  </a:lnTo>
                  <a:lnTo>
                    <a:pt x="4743941" y="905542"/>
                  </a:lnTo>
                  <a:lnTo>
                    <a:pt x="4744602" y="896999"/>
                  </a:lnTo>
                  <a:lnTo>
                    <a:pt x="4745262" y="864833"/>
                  </a:lnTo>
                  <a:lnTo>
                    <a:pt x="4745923" y="846671"/>
                  </a:lnTo>
                  <a:lnTo>
                    <a:pt x="4746583" y="843001"/>
                  </a:lnTo>
                  <a:lnTo>
                    <a:pt x="4747244" y="862776"/>
                  </a:lnTo>
                  <a:lnTo>
                    <a:pt x="4747904" y="890141"/>
                  </a:lnTo>
                  <a:lnTo>
                    <a:pt x="4748565" y="947819"/>
                  </a:lnTo>
                  <a:lnTo>
                    <a:pt x="4749225" y="990179"/>
                  </a:lnTo>
                  <a:lnTo>
                    <a:pt x="4749886" y="1002459"/>
                  </a:lnTo>
                  <a:lnTo>
                    <a:pt x="4750546" y="1004302"/>
                  </a:lnTo>
                  <a:lnTo>
                    <a:pt x="4751207" y="1036942"/>
                  </a:lnTo>
                  <a:lnTo>
                    <a:pt x="4751867" y="1039725"/>
                  </a:lnTo>
                  <a:lnTo>
                    <a:pt x="4752528" y="1008024"/>
                  </a:lnTo>
                  <a:lnTo>
                    <a:pt x="4753189" y="995803"/>
                  </a:lnTo>
                  <a:lnTo>
                    <a:pt x="4753849" y="1015300"/>
                  </a:lnTo>
                  <a:lnTo>
                    <a:pt x="4754510" y="1011480"/>
                  </a:lnTo>
                  <a:lnTo>
                    <a:pt x="4755170" y="1024419"/>
                  </a:lnTo>
                  <a:lnTo>
                    <a:pt x="4755831" y="1075065"/>
                  </a:lnTo>
                  <a:lnTo>
                    <a:pt x="4756491" y="1117795"/>
                  </a:lnTo>
                  <a:lnTo>
                    <a:pt x="4757152" y="1145414"/>
                  </a:lnTo>
                  <a:lnTo>
                    <a:pt x="4757812" y="1222222"/>
                  </a:lnTo>
                  <a:lnTo>
                    <a:pt x="4758473" y="1298649"/>
                  </a:lnTo>
                  <a:lnTo>
                    <a:pt x="4759133" y="1379501"/>
                  </a:lnTo>
                  <a:lnTo>
                    <a:pt x="4759794" y="1403955"/>
                  </a:lnTo>
                  <a:lnTo>
                    <a:pt x="4760454" y="1379501"/>
                  </a:lnTo>
                  <a:lnTo>
                    <a:pt x="4761115" y="1357005"/>
                  </a:lnTo>
                  <a:lnTo>
                    <a:pt x="4761775" y="1336177"/>
                  </a:lnTo>
                  <a:lnTo>
                    <a:pt x="4762436" y="1336177"/>
                  </a:lnTo>
                  <a:lnTo>
                    <a:pt x="4763097" y="1357005"/>
                  </a:lnTo>
                  <a:lnTo>
                    <a:pt x="4763757" y="1379501"/>
                  </a:lnTo>
                  <a:lnTo>
                    <a:pt x="4764418" y="1403955"/>
                  </a:lnTo>
                  <a:lnTo>
                    <a:pt x="4765078" y="1403955"/>
                  </a:lnTo>
                  <a:lnTo>
                    <a:pt x="4765739" y="1336177"/>
                  </a:lnTo>
                  <a:lnTo>
                    <a:pt x="4766399" y="1250350"/>
                  </a:lnTo>
                  <a:lnTo>
                    <a:pt x="4767060" y="1196655"/>
                  </a:lnTo>
                  <a:lnTo>
                    <a:pt x="4767720" y="1162198"/>
                  </a:lnTo>
                  <a:lnTo>
                    <a:pt x="4768381" y="1162198"/>
                  </a:lnTo>
                  <a:lnTo>
                    <a:pt x="4769041" y="1196655"/>
                  </a:lnTo>
                  <a:lnTo>
                    <a:pt x="4769702" y="1265546"/>
                  </a:lnTo>
                  <a:lnTo>
                    <a:pt x="4770362" y="1336177"/>
                  </a:lnTo>
                  <a:lnTo>
                    <a:pt x="4771023" y="1379501"/>
                  </a:lnTo>
                  <a:lnTo>
                    <a:pt x="4771683" y="1357005"/>
                  </a:lnTo>
                  <a:lnTo>
                    <a:pt x="4772344" y="1316787"/>
                  </a:lnTo>
                  <a:lnTo>
                    <a:pt x="4773005" y="1316787"/>
                  </a:lnTo>
                  <a:lnTo>
                    <a:pt x="4773665" y="1316787"/>
                  </a:lnTo>
                  <a:lnTo>
                    <a:pt x="4774326" y="1336177"/>
                  </a:lnTo>
                  <a:lnTo>
                    <a:pt x="4774986" y="1379501"/>
                  </a:lnTo>
                  <a:lnTo>
                    <a:pt x="4775647" y="1430742"/>
                  </a:lnTo>
                  <a:lnTo>
                    <a:pt x="4776307" y="1430742"/>
                  </a:lnTo>
                  <a:lnTo>
                    <a:pt x="4776968" y="1430742"/>
                  </a:lnTo>
                  <a:lnTo>
                    <a:pt x="4777628" y="1430742"/>
                  </a:lnTo>
                  <a:lnTo>
                    <a:pt x="4778289" y="1423802"/>
                  </a:lnTo>
                  <a:lnTo>
                    <a:pt x="4778949" y="1373706"/>
                  </a:lnTo>
                  <a:lnTo>
                    <a:pt x="4779610" y="1312142"/>
                  </a:lnTo>
                  <a:lnTo>
                    <a:pt x="4780270" y="1261669"/>
                  </a:lnTo>
                  <a:lnTo>
                    <a:pt x="4780931" y="1201585"/>
                  </a:lnTo>
                  <a:lnTo>
                    <a:pt x="4781591" y="1127657"/>
                  </a:lnTo>
                  <a:lnTo>
                    <a:pt x="4782252" y="1093071"/>
                  </a:lnTo>
                  <a:lnTo>
                    <a:pt x="4782912" y="1074669"/>
                  </a:lnTo>
                  <a:lnTo>
                    <a:pt x="4783573" y="1059265"/>
                  </a:lnTo>
                  <a:lnTo>
                    <a:pt x="4784234" y="1057770"/>
                  </a:lnTo>
                  <a:lnTo>
                    <a:pt x="4784894" y="1098189"/>
                  </a:lnTo>
                  <a:lnTo>
                    <a:pt x="4785555" y="1088461"/>
                  </a:lnTo>
                  <a:lnTo>
                    <a:pt x="4786215" y="1090547"/>
                  </a:lnTo>
                  <a:lnTo>
                    <a:pt x="4786876" y="1116414"/>
                  </a:lnTo>
                  <a:lnTo>
                    <a:pt x="4787536" y="1140868"/>
                  </a:lnTo>
                  <a:lnTo>
                    <a:pt x="4788197" y="1131023"/>
                  </a:lnTo>
                  <a:lnTo>
                    <a:pt x="4788857" y="1184108"/>
                  </a:lnTo>
                  <a:lnTo>
                    <a:pt x="4789518" y="1235233"/>
                  </a:lnTo>
                  <a:lnTo>
                    <a:pt x="4790178" y="1209787"/>
                  </a:lnTo>
                  <a:lnTo>
                    <a:pt x="4790839" y="1185280"/>
                  </a:lnTo>
                  <a:lnTo>
                    <a:pt x="4791499" y="1173783"/>
                  </a:lnTo>
                  <a:lnTo>
                    <a:pt x="4792160" y="1173783"/>
                  </a:lnTo>
                  <a:lnTo>
                    <a:pt x="4792820" y="1185280"/>
                  </a:lnTo>
                  <a:lnTo>
                    <a:pt x="4793481" y="1235935"/>
                  </a:lnTo>
                  <a:lnTo>
                    <a:pt x="4794142" y="1298649"/>
                  </a:lnTo>
                  <a:lnTo>
                    <a:pt x="4794802" y="1336177"/>
                  </a:lnTo>
                  <a:lnTo>
                    <a:pt x="4795463" y="1316787"/>
                  </a:lnTo>
                  <a:lnTo>
                    <a:pt x="4796123" y="1265546"/>
                  </a:lnTo>
                  <a:lnTo>
                    <a:pt x="4796784" y="1162198"/>
                  </a:lnTo>
                  <a:lnTo>
                    <a:pt x="4797444" y="1078656"/>
                  </a:lnTo>
                  <a:lnTo>
                    <a:pt x="4798105" y="1001847"/>
                  </a:lnTo>
                  <a:lnTo>
                    <a:pt x="4798765" y="972847"/>
                  </a:lnTo>
                  <a:lnTo>
                    <a:pt x="4799426" y="972847"/>
                  </a:lnTo>
                  <a:lnTo>
                    <a:pt x="4800086" y="1008024"/>
                  </a:lnTo>
                  <a:lnTo>
                    <a:pt x="4800747" y="1063038"/>
                  </a:lnTo>
                  <a:lnTo>
                    <a:pt x="4801407" y="1162198"/>
                  </a:lnTo>
                  <a:lnTo>
                    <a:pt x="4802068" y="1235935"/>
                  </a:lnTo>
                  <a:lnTo>
                    <a:pt x="4802728" y="1255576"/>
                  </a:lnTo>
                  <a:lnTo>
                    <a:pt x="4803389" y="1255576"/>
                  </a:lnTo>
                  <a:lnTo>
                    <a:pt x="4804050" y="1213655"/>
                  </a:lnTo>
                  <a:lnTo>
                    <a:pt x="4804710" y="1196044"/>
                  </a:lnTo>
                  <a:lnTo>
                    <a:pt x="4805371" y="1172659"/>
                  </a:lnTo>
                  <a:lnTo>
                    <a:pt x="4806031" y="1109161"/>
                  </a:lnTo>
                  <a:lnTo>
                    <a:pt x="4806692" y="1060016"/>
                  </a:lnTo>
                  <a:lnTo>
                    <a:pt x="4807352" y="1030104"/>
                  </a:lnTo>
                  <a:lnTo>
                    <a:pt x="4808013" y="994609"/>
                  </a:lnTo>
                  <a:lnTo>
                    <a:pt x="4808673" y="977291"/>
                  </a:lnTo>
                  <a:lnTo>
                    <a:pt x="4809334" y="1003072"/>
                  </a:lnTo>
                  <a:lnTo>
                    <a:pt x="4809994" y="1042536"/>
                  </a:lnTo>
                  <a:lnTo>
                    <a:pt x="4810655" y="1075462"/>
                  </a:lnTo>
                  <a:lnTo>
                    <a:pt x="4811315" y="1127657"/>
                  </a:lnTo>
                  <a:lnTo>
                    <a:pt x="4811976" y="1157907"/>
                  </a:lnTo>
                  <a:lnTo>
                    <a:pt x="4812636" y="1175478"/>
                  </a:lnTo>
                  <a:lnTo>
                    <a:pt x="4813297" y="1187045"/>
                  </a:lnTo>
                  <a:lnTo>
                    <a:pt x="4813957" y="1209148"/>
                  </a:lnTo>
                  <a:lnTo>
                    <a:pt x="4814618" y="1235935"/>
                  </a:lnTo>
                  <a:lnTo>
                    <a:pt x="4815279" y="1298649"/>
                  </a:lnTo>
                  <a:lnTo>
                    <a:pt x="4815939" y="1336177"/>
                  </a:lnTo>
                  <a:lnTo>
                    <a:pt x="4816600" y="1357005"/>
                  </a:lnTo>
                  <a:lnTo>
                    <a:pt x="4817260" y="1403955"/>
                  </a:lnTo>
                  <a:lnTo>
                    <a:pt x="4817921" y="1430742"/>
                  </a:lnTo>
                  <a:lnTo>
                    <a:pt x="4818581" y="1430742"/>
                  </a:lnTo>
                  <a:lnTo>
                    <a:pt x="4819242" y="1430742"/>
                  </a:lnTo>
                  <a:lnTo>
                    <a:pt x="4819902" y="1430742"/>
                  </a:lnTo>
                  <a:lnTo>
                    <a:pt x="4820563" y="1430742"/>
                  </a:lnTo>
                  <a:lnTo>
                    <a:pt x="4821223" y="1430742"/>
                  </a:lnTo>
                  <a:lnTo>
                    <a:pt x="4821884" y="1430742"/>
                  </a:lnTo>
                  <a:lnTo>
                    <a:pt x="4822544" y="1430742"/>
                  </a:lnTo>
                  <a:lnTo>
                    <a:pt x="4823205" y="1430742"/>
                  </a:lnTo>
                  <a:lnTo>
                    <a:pt x="4823865" y="1430742"/>
                  </a:lnTo>
                  <a:lnTo>
                    <a:pt x="4824526" y="1430742"/>
                  </a:lnTo>
                  <a:lnTo>
                    <a:pt x="4825187" y="1430742"/>
                  </a:lnTo>
                  <a:lnTo>
                    <a:pt x="4825847" y="1430742"/>
                  </a:lnTo>
                  <a:lnTo>
                    <a:pt x="4826508" y="1379501"/>
                  </a:lnTo>
                  <a:lnTo>
                    <a:pt x="4827168" y="1336177"/>
                  </a:lnTo>
                  <a:lnTo>
                    <a:pt x="4827829" y="1298649"/>
                  </a:lnTo>
                  <a:lnTo>
                    <a:pt x="4828489" y="1298649"/>
                  </a:lnTo>
                  <a:lnTo>
                    <a:pt x="4829150" y="1281610"/>
                  </a:lnTo>
                  <a:lnTo>
                    <a:pt x="4829810" y="1281610"/>
                  </a:lnTo>
                  <a:lnTo>
                    <a:pt x="4830471" y="1298649"/>
                  </a:lnTo>
                  <a:lnTo>
                    <a:pt x="4831131" y="1329238"/>
                  </a:lnTo>
                  <a:lnTo>
                    <a:pt x="4831792" y="1329238"/>
                  </a:lnTo>
                  <a:lnTo>
                    <a:pt x="4832452" y="1349539"/>
                  </a:lnTo>
                  <a:lnTo>
                    <a:pt x="4833113" y="1395152"/>
                  </a:lnTo>
                  <a:lnTo>
                    <a:pt x="4833773" y="1421074"/>
                  </a:lnTo>
                  <a:lnTo>
                    <a:pt x="4834434" y="1430742"/>
                  </a:lnTo>
                  <a:lnTo>
                    <a:pt x="4835095" y="1430742"/>
                  </a:lnTo>
                  <a:lnTo>
                    <a:pt x="4835755" y="1430742"/>
                  </a:lnTo>
                  <a:lnTo>
                    <a:pt x="4836416" y="1430742"/>
                  </a:lnTo>
                  <a:lnTo>
                    <a:pt x="4837076" y="1430742"/>
                  </a:lnTo>
                  <a:lnTo>
                    <a:pt x="4837737" y="1357005"/>
                  </a:lnTo>
                  <a:lnTo>
                    <a:pt x="4838397" y="1259369"/>
                  </a:lnTo>
                  <a:lnTo>
                    <a:pt x="4839058" y="1180048"/>
                  </a:lnTo>
                  <a:lnTo>
                    <a:pt x="4839718" y="1086389"/>
                  </a:lnTo>
                  <a:lnTo>
                    <a:pt x="4840379" y="1007712"/>
                  </a:lnTo>
                  <a:lnTo>
                    <a:pt x="4841039" y="972572"/>
                  </a:lnTo>
                  <a:lnTo>
                    <a:pt x="4841700" y="963899"/>
                  </a:lnTo>
                  <a:lnTo>
                    <a:pt x="4842360" y="963899"/>
                  </a:lnTo>
                  <a:lnTo>
                    <a:pt x="4843021" y="991059"/>
                  </a:lnTo>
                  <a:lnTo>
                    <a:pt x="4843681" y="1035561"/>
                  </a:lnTo>
                  <a:lnTo>
                    <a:pt x="4844342" y="1080266"/>
                  </a:lnTo>
                  <a:lnTo>
                    <a:pt x="4845003" y="1125277"/>
                  </a:lnTo>
                  <a:lnTo>
                    <a:pt x="4845663" y="1188822"/>
                  </a:lnTo>
                  <a:lnTo>
                    <a:pt x="4846324" y="1252578"/>
                  </a:lnTo>
                  <a:lnTo>
                    <a:pt x="4846984" y="1319612"/>
                  </a:lnTo>
                  <a:lnTo>
                    <a:pt x="4847645" y="1383036"/>
                  </a:lnTo>
                  <a:lnTo>
                    <a:pt x="4848305" y="1430742"/>
                  </a:lnTo>
                  <a:lnTo>
                    <a:pt x="4848966" y="1403955"/>
                  </a:lnTo>
                  <a:lnTo>
                    <a:pt x="4849626" y="1357005"/>
                  </a:lnTo>
                  <a:lnTo>
                    <a:pt x="4850287" y="1336177"/>
                  </a:lnTo>
                  <a:lnTo>
                    <a:pt x="4850947" y="1336177"/>
                  </a:lnTo>
                  <a:lnTo>
                    <a:pt x="4851608" y="1316787"/>
                  </a:lnTo>
                  <a:lnTo>
                    <a:pt x="4852268" y="1281610"/>
                  </a:lnTo>
                  <a:lnTo>
                    <a:pt x="4852929" y="1222222"/>
                  </a:lnTo>
                  <a:lnTo>
                    <a:pt x="4853589" y="1173220"/>
                  </a:lnTo>
                  <a:lnTo>
                    <a:pt x="4854250" y="1151591"/>
                  </a:lnTo>
                  <a:lnTo>
                    <a:pt x="4854910" y="1141370"/>
                  </a:lnTo>
                  <a:lnTo>
                    <a:pt x="4855571" y="1151591"/>
                  </a:lnTo>
                  <a:lnTo>
                    <a:pt x="4856232" y="1209787"/>
                  </a:lnTo>
                  <a:lnTo>
                    <a:pt x="4856892" y="1282438"/>
                  </a:lnTo>
                  <a:lnTo>
                    <a:pt x="4857553" y="1317725"/>
                  </a:lnTo>
                  <a:lnTo>
                    <a:pt x="4858213" y="1328260"/>
                  </a:lnTo>
                  <a:lnTo>
                    <a:pt x="4858874" y="1309391"/>
                  </a:lnTo>
                  <a:lnTo>
                    <a:pt x="4859534" y="1290853"/>
                  </a:lnTo>
                  <a:lnTo>
                    <a:pt x="4860195" y="1264766"/>
                  </a:lnTo>
                  <a:lnTo>
                    <a:pt x="4860855" y="1235233"/>
                  </a:lnTo>
                  <a:lnTo>
                    <a:pt x="4861516" y="1201585"/>
                  </a:lnTo>
                  <a:lnTo>
                    <a:pt x="4862176" y="1155786"/>
                  </a:lnTo>
                  <a:lnTo>
                    <a:pt x="4862837" y="1098620"/>
                  </a:lnTo>
                  <a:lnTo>
                    <a:pt x="4863497" y="1055543"/>
                  </a:lnTo>
                  <a:lnTo>
                    <a:pt x="4864158" y="1035217"/>
                  </a:lnTo>
                  <a:lnTo>
                    <a:pt x="4864818" y="1040776"/>
                  </a:lnTo>
                  <a:lnTo>
                    <a:pt x="4865479" y="1094767"/>
                  </a:lnTo>
                  <a:lnTo>
                    <a:pt x="4866140" y="1172659"/>
                  </a:lnTo>
                  <a:lnTo>
                    <a:pt x="4866800" y="1264766"/>
                  </a:lnTo>
                  <a:lnTo>
                    <a:pt x="4867461" y="1352714"/>
                  </a:lnTo>
                  <a:lnTo>
                    <a:pt x="4868121" y="1392687"/>
                  </a:lnTo>
                  <a:lnTo>
                    <a:pt x="4868782" y="1327286"/>
                  </a:lnTo>
                  <a:lnTo>
                    <a:pt x="4869442" y="1274267"/>
                  </a:lnTo>
                  <a:lnTo>
                    <a:pt x="4870103" y="1233835"/>
                  </a:lnTo>
                  <a:lnTo>
                    <a:pt x="4870763" y="1207238"/>
                  </a:lnTo>
                  <a:lnTo>
                    <a:pt x="4871424" y="1200345"/>
                  </a:lnTo>
                  <a:lnTo>
                    <a:pt x="4872084" y="1226266"/>
                  </a:lnTo>
                  <a:lnTo>
                    <a:pt x="4872745" y="1254823"/>
                  </a:lnTo>
                  <a:lnTo>
                    <a:pt x="4873405" y="1281610"/>
                  </a:lnTo>
                  <a:lnTo>
                    <a:pt x="4874066" y="1298649"/>
                  </a:lnTo>
                  <a:lnTo>
                    <a:pt x="4874726" y="1316787"/>
                  </a:lnTo>
                  <a:lnTo>
                    <a:pt x="4875387" y="1265546"/>
                  </a:lnTo>
                  <a:lnTo>
                    <a:pt x="4876048" y="1233835"/>
                  </a:lnTo>
                  <a:lnTo>
                    <a:pt x="4876708" y="1233835"/>
                  </a:lnTo>
                  <a:lnTo>
                    <a:pt x="4877369" y="1248140"/>
                  </a:lnTo>
                  <a:lnTo>
                    <a:pt x="4878029" y="1263214"/>
                  </a:lnTo>
                  <a:lnTo>
                    <a:pt x="4878690" y="1333182"/>
                  </a:lnTo>
                  <a:lnTo>
                    <a:pt x="4879350" y="1403955"/>
                  </a:lnTo>
                  <a:lnTo>
                    <a:pt x="4880011" y="1430742"/>
                  </a:lnTo>
                  <a:lnTo>
                    <a:pt x="4880671" y="1403955"/>
                  </a:lnTo>
                  <a:lnTo>
                    <a:pt x="4881332" y="1357005"/>
                  </a:lnTo>
                  <a:lnTo>
                    <a:pt x="4881992" y="1336177"/>
                  </a:lnTo>
                  <a:lnTo>
                    <a:pt x="4882653" y="1316787"/>
                  </a:lnTo>
                  <a:lnTo>
                    <a:pt x="4883313" y="1281610"/>
                  </a:lnTo>
                  <a:lnTo>
                    <a:pt x="4883974" y="1281610"/>
                  </a:lnTo>
                  <a:lnTo>
                    <a:pt x="4884634" y="1298649"/>
                  </a:lnTo>
                  <a:lnTo>
                    <a:pt x="4885295" y="1265546"/>
                  </a:lnTo>
                  <a:lnTo>
                    <a:pt x="4885955" y="1237343"/>
                  </a:lnTo>
                  <a:lnTo>
                    <a:pt x="4886616" y="1237343"/>
                  </a:lnTo>
                  <a:lnTo>
                    <a:pt x="4887277" y="1210428"/>
                  </a:lnTo>
                  <a:lnTo>
                    <a:pt x="4887937" y="1163281"/>
                  </a:lnTo>
                  <a:lnTo>
                    <a:pt x="4888598" y="1098189"/>
                  </a:lnTo>
                  <a:lnTo>
                    <a:pt x="4889258" y="1064943"/>
                  </a:lnTo>
                  <a:lnTo>
                    <a:pt x="4889919" y="1050050"/>
                  </a:lnTo>
                  <a:lnTo>
                    <a:pt x="4890579" y="1072697"/>
                  </a:lnTo>
                  <a:lnTo>
                    <a:pt x="4891240" y="1115040"/>
                  </a:lnTo>
                  <a:lnTo>
                    <a:pt x="4891900" y="1222222"/>
                  </a:lnTo>
                  <a:lnTo>
                    <a:pt x="4892561" y="1316787"/>
                  </a:lnTo>
                  <a:lnTo>
                    <a:pt x="4893221" y="1357005"/>
                  </a:lnTo>
                  <a:lnTo>
                    <a:pt x="4893882" y="1336177"/>
                  </a:lnTo>
                  <a:lnTo>
                    <a:pt x="4894542" y="1316787"/>
                  </a:lnTo>
                  <a:lnTo>
                    <a:pt x="4895203" y="1281610"/>
                  </a:lnTo>
                  <a:lnTo>
                    <a:pt x="4895863" y="1265546"/>
                  </a:lnTo>
                  <a:lnTo>
                    <a:pt x="4896524" y="1253324"/>
                  </a:lnTo>
                  <a:lnTo>
                    <a:pt x="4897185" y="1238759"/>
                  </a:lnTo>
                  <a:lnTo>
                    <a:pt x="4897845" y="1199109"/>
                  </a:lnTo>
                  <a:lnTo>
                    <a:pt x="4898506" y="1153680"/>
                  </a:lnTo>
                  <a:lnTo>
                    <a:pt x="4899166" y="1114583"/>
                  </a:lnTo>
                  <a:lnTo>
                    <a:pt x="4899827" y="1112764"/>
                  </a:lnTo>
                  <a:lnTo>
                    <a:pt x="4900487" y="1112764"/>
                  </a:lnTo>
                  <a:lnTo>
                    <a:pt x="4901148" y="1131507"/>
                  </a:lnTo>
                  <a:lnTo>
                    <a:pt x="4901808" y="1162198"/>
                  </a:lnTo>
                  <a:lnTo>
                    <a:pt x="4902469" y="1222222"/>
                  </a:lnTo>
                  <a:lnTo>
                    <a:pt x="4903129" y="1239470"/>
                  </a:lnTo>
                  <a:lnTo>
                    <a:pt x="4903790" y="1225588"/>
                  </a:lnTo>
                  <a:lnTo>
                    <a:pt x="4904450" y="1225588"/>
                  </a:lnTo>
                  <a:lnTo>
                    <a:pt x="4905111" y="1269477"/>
                  </a:lnTo>
                  <a:lnTo>
                    <a:pt x="4905771" y="1269477"/>
                  </a:lnTo>
                  <a:lnTo>
                    <a:pt x="4906432" y="1281610"/>
                  </a:lnTo>
                  <a:lnTo>
                    <a:pt x="4907093" y="1316787"/>
                  </a:lnTo>
                  <a:lnTo>
                    <a:pt x="4907753" y="1316787"/>
                  </a:lnTo>
                  <a:lnTo>
                    <a:pt x="4908414" y="1281610"/>
                  </a:lnTo>
                  <a:lnTo>
                    <a:pt x="4909074" y="1240182"/>
                  </a:lnTo>
                  <a:lnTo>
                    <a:pt x="4909735" y="1190610"/>
                  </a:lnTo>
                  <a:lnTo>
                    <a:pt x="4910395" y="1161658"/>
                  </a:lnTo>
                  <a:lnTo>
                    <a:pt x="4911056" y="1066093"/>
                  </a:lnTo>
                  <a:lnTo>
                    <a:pt x="4911716" y="980670"/>
                  </a:lnTo>
                  <a:lnTo>
                    <a:pt x="4912377" y="918410"/>
                  </a:lnTo>
                  <a:lnTo>
                    <a:pt x="4913037" y="899110"/>
                  </a:lnTo>
                  <a:lnTo>
                    <a:pt x="4913698" y="885863"/>
                  </a:lnTo>
                  <a:lnTo>
                    <a:pt x="4914358" y="889321"/>
                  </a:lnTo>
                  <a:lnTo>
                    <a:pt x="4915019" y="894069"/>
                  </a:lnTo>
                  <a:lnTo>
                    <a:pt x="4915679" y="916825"/>
                  </a:lnTo>
                  <a:lnTo>
                    <a:pt x="4916340" y="920003"/>
                  </a:lnTo>
                  <a:lnTo>
                    <a:pt x="4917001" y="901665"/>
                  </a:lnTo>
                  <a:lnTo>
                    <a:pt x="4917661" y="913459"/>
                  </a:lnTo>
                  <a:lnTo>
                    <a:pt x="4918322" y="944064"/>
                  </a:lnTo>
                  <a:lnTo>
                    <a:pt x="4918982" y="950861"/>
                  </a:lnTo>
                  <a:lnTo>
                    <a:pt x="4919643" y="953420"/>
                  </a:lnTo>
                  <a:lnTo>
                    <a:pt x="4920303" y="966580"/>
                  </a:lnTo>
                  <a:lnTo>
                    <a:pt x="4920964" y="940112"/>
                  </a:lnTo>
                  <a:lnTo>
                    <a:pt x="4921624" y="896368"/>
                  </a:lnTo>
                  <a:lnTo>
                    <a:pt x="4922285" y="888096"/>
                  </a:lnTo>
                  <a:lnTo>
                    <a:pt x="4922945" y="881648"/>
                  </a:lnTo>
                  <a:lnTo>
                    <a:pt x="4923606" y="886470"/>
                  </a:lnTo>
                  <a:lnTo>
                    <a:pt x="4924266" y="912791"/>
                  </a:lnTo>
                  <a:lnTo>
                    <a:pt x="4924927" y="950861"/>
                  </a:lnTo>
                  <a:lnTo>
                    <a:pt x="4925587" y="969833"/>
                  </a:lnTo>
                  <a:lnTo>
                    <a:pt x="4926248" y="996102"/>
                  </a:lnTo>
                  <a:lnTo>
                    <a:pt x="4926908" y="974228"/>
                  </a:lnTo>
                  <a:lnTo>
                    <a:pt x="4927569" y="959923"/>
                  </a:lnTo>
                  <a:lnTo>
                    <a:pt x="4928230" y="934768"/>
                  </a:lnTo>
                  <a:lnTo>
                    <a:pt x="4928890" y="929052"/>
                  </a:lnTo>
                  <a:lnTo>
                    <a:pt x="4929551" y="933807"/>
                  </a:lnTo>
                  <a:lnTo>
                    <a:pt x="4930211" y="984091"/>
                  </a:lnTo>
                  <a:lnTo>
                    <a:pt x="4930872" y="1024750"/>
                  </a:lnTo>
                  <a:lnTo>
                    <a:pt x="4931532" y="1092227"/>
                  </a:lnTo>
                  <a:lnTo>
                    <a:pt x="4932193" y="1147971"/>
                  </a:lnTo>
                  <a:lnTo>
                    <a:pt x="4932853" y="1147971"/>
                  </a:lnTo>
                  <a:lnTo>
                    <a:pt x="4933514" y="1113217"/>
                  </a:lnTo>
                  <a:lnTo>
                    <a:pt x="4934174" y="1104280"/>
                  </a:lnTo>
                  <a:lnTo>
                    <a:pt x="4934835" y="1068019"/>
                  </a:lnTo>
                  <a:lnTo>
                    <a:pt x="4935495" y="1038678"/>
                  </a:lnTo>
                  <a:lnTo>
                    <a:pt x="4936156" y="1035906"/>
                  </a:lnTo>
                  <a:lnTo>
                    <a:pt x="4936816" y="1035906"/>
                  </a:lnTo>
                  <a:lnTo>
                    <a:pt x="4937477" y="1029092"/>
                  </a:lnTo>
                  <a:lnTo>
                    <a:pt x="4938138" y="1068793"/>
                  </a:lnTo>
                  <a:lnTo>
                    <a:pt x="4938798" y="1119647"/>
                  </a:lnTo>
                  <a:lnTo>
                    <a:pt x="4939459" y="1163824"/>
                  </a:lnTo>
                  <a:lnTo>
                    <a:pt x="4940119" y="1224237"/>
                  </a:lnTo>
                  <a:lnTo>
                    <a:pt x="4940780" y="1301296"/>
                  </a:lnTo>
                  <a:lnTo>
                    <a:pt x="4941440" y="1268686"/>
                  </a:lnTo>
                  <a:lnTo>
                    <a:pt x="4942101" y="1120578"/>
                  </a:lnTo>
                  <a:lnTo>
                    <a:pt x="4942761" y="1018199"/>
                  </a:lnTo>
                  <a:lnTo>
                    <a:pt x="4943422" y="965236"/>
                  </a:lnTo>
                  <a:lnTo>
                    <a:pt x="4944082" y="939622"/>
                  </a:lnTo>
                  <a:lnTo>
                    <a:pt x="4944743" y="958873"/>
                  </a:lnTo>
                  <a:lnTo>
                    <a:pt x="4945403" y="1032479"/>
                  </a:lnTo>
                  <a:lnTo>
                    <a:pt x="4946064" y="1141370"/>
                  </a:lnTo>
                  <a:lnTo>
                    <a:pt x="4946724" y="1250350"/>
                  </a:lnTo>
                  <a:lnTo>
                    <a:pt x="4947385" y="1357005"/>
                  </a:lnTo>
                  <a:lnTo>
                    <a:pt x="4948046" y="1403955"/>
                  </a:lnTo>
                  <a:lnTo>
                    <a:pt x="4948706" y="1430742"/>
                  </a:lnTo>
                  <a:lnTo>
                    <a:pt x="4949367" y="1403955"/>
                  </a:lnTo>
                  <a:lnTo>
                    <a:pt x="4950027" y="1357005"/>
                  </a:lnTo>
                  <a:lnTo>
                    <a:pt x="4950688" y="1327286"/>
                  </a:lnTo>
                  <a:lnTo>
                    <a:pt x="4951348" y="1313064"/>
                  </a:lnTo>
                  <a:lnTo>
                    <a:pt x="4952009" y="1313064"/>
                  </a:lnTo>
                  <a:lnTo>
                    <a:pt x="4952669" y="1313064"/>
                  </a:lnTo>
                  <a:lnTo>
                    <a:pt x="4953330" y="1313064"/>
                  </a:lnTo>
                  <a:lnTo>
                    <a:pt x="4953990" y="1321511"/>
                  </a:lnTo>
                  <a:lnTo>
                    <a:pt x="4954651" y="1336177"/>
                  </a:lnTo>
                  <a:lnTo>
                    <a:pt x="4955311" y="1336177"/>
                  </a:lnTo>
                  <a:lnTo>
                    <a:pt x="4955972" y="1357005"/>
                  </a:lnTo>
                  <a:lnTo>
                    <a:pt x="4956632" y="1403955"/>
                  </a:lnTo>
                  <a:lnTo>
                    <a:pt x="4957293" y="1430742"/>
                  </a:lnTo>
                  <a:lnTo>
                    <a:pt x="4957953" y="1403955"/>
                  </a:lnTo>
                  <a:lnTo>
                    <a:pt x="4958614" y="1379501"/>
                  </a:lnTo>
                  <a:lnTo>
                    <a:pt x="4959275" y="1336177"/>
                  </a:lnTo>
                  <a:lnTo>
                    <a:pt x="4959935" y="1298649"/>
                  </a:lnTo>
                  <a:lnTo>
                    <a:pt x="4960596" y="1235935"/>
                  </a:lnTo>
                  <a:lnTo>
                    <a:pt x="4961256" y="1209148"/>
                  </a:lnTo>
                  <a:lnTo>
                    <a:pt x="4961917" y="1184693"/>
                  </a:lnTo>
                  <a:lnTo>
                    <a:pt x="4962577" y="1184693"/>
                  </a:lnTo>
                  <a:lnTo>
                    <a:pt x="4963238" y="1179473"/>
                  </a:lnTo>
                  <a:lnTo>
                    <a:pt x="4963898" y="1203457"/>
                  </a:lnTo>
                  <a:lnTo>
                    <a:pt x="4964559" y="1229681"/>
                  </a:lnTo>
                  <a:lnTo>
                    <a:pt x="4965219" y="1274267"/>
                  </a:lnTo>
                  <a:lnTo>
                    <a:pt x="4965880" y="1308480"/>
                  </a:lnTo>
                  <a:lnTo>
                    <a:pt x="4966540" y="1357005"/>
                  </a:lnTo>
                  <a:lnTo>
                    <a:pt x="4967201" y="1379501"/>
                  </a:lnTo>
                  <a:lnTo>
                    <a:pt x="4967861" y="1357005"/>
                  </a:lnTo>
                  <a:lnTo>
                    <a:pt x="4968522" y="1336177"/>
                  </a:lnTo>
                  <a:lnTo>
                    <a:pt x="4969183" y="1336177"/>
                  </a:lnTo>
                  <a:lnTo>
                    <a:pt x="4969843" y="1336177"/>
                  </a:lnTo>
                  <a:lnTo>
                    <a:pt x="4970504" y="1357005"/>
                  </a:lnTo>
                  <a:lnTo>
                    <a:pt x="4971164" y="1403955"/>
                  </a:lnTo>
                  <a:lnTo>
                    <a:pt x="4971825" y="1430742"/>
                  </a:lnTo>
                  <a:lnTo>
                    <a:pt x="4972485" y="1430742"/>
                  </a:lnTo>
                  <a:lnTo>
                    <a:pt x="4973146" y="1298649"/>
                  </a:lnTo>
                  <a:lnTo>
                    <a:pt x="4973806" y="1152112"/>
                  </a:lnTo>
                  <a:lnTo>
                    <a:pt x="4974467" y="1080670"/>
                  </a:lnTo>
                  <a:lnTo>
                    <a:pt x="4975127" y="1042889"/>
                  </a:lnTo>
                  <a:lnTo>
                    <a:pt x="4975788" y="1009590"/>
                  </a:lnTo>
                  <a:lnTo>
                    <a:pt x="4976448" y="1013384"/>
                  </a:lnTo>
                  <a:lnTo>
                    <a:pt x="4977109" y="1080266"/>
                  </a:lnTo>
                  <a:lnTo>
                    <a:pt x="4977769" y="1131507"/>
                  </a:lnTo>
                  <a:lnTo>
                    <a:pt x="4978430" y="1151591"/>
                  </a:lnTo>
                  <a:lnTo>
                    <a:pt x="4979091" y="1191209"/>
                  </a:lnTo>
                  <a:lnTo>
                    <a:pt x="4979751" y="1258606"/>
                  </a:lnTo>
                  <a:lnTo>
                    <a:pt x="4980412" y="1284101"/>
                  </a:lnTo>
                  <a:lnTo>
                    <a:pt x="4981072" y="1319612"/>
                  </a:lnTo>
                  <a:lnTo>
                    <a:pt x="4981733" y="1383036"/>
                  </a:lnTo>
                  <a:lnTo>
                    <a:pt x="4982393" y="1419719"/>
                  </a:lnTo>
                  <a:lnTo>
                    <a:pt x="4983054" y="1430742"/>
                  </a:lnTo>
                  <a:lnTo>
                    <a:pt x="4983714" y="1430742"/>
                  </a:lnTo>
                  <a:lnTo>
                    <a:pt x="4984375" y="1430742"/>
                  </a:lnTo>
                  <a:lnTo>
                    <a:pt x="4985035" y="1430742"/>
                  </a:lnTo>
                  <a:lnTo>
                    <a:pt x="4985696" y="1430742"/>
                  </a:lnTo>
                  <a:lnTo>
                    <a:pt x="4986356" y="1403955"/>
                  </a:lnTo>
                  <a:lnTo>
                    <a:pt x="4987017" y="1357005"/>
                  </a:lnTo>
                  <a:lnTo>
                    <a:pt x="4987677" y="1316787"/>
                  </a:lnTo>
                  <a:lnTo>
                    <a:pt x="4988338" y="1298649"/>
                  </a:lnTo>
                  <a:lnTo>
                    <a:pt x="4988998" y="1281610"/>
                  </a:lnTo>
                  <a:lnTo>
                    <a:pt x="4989659" y="1281610"/>
                  </a:lnTo>
                  <a:lnTo>
                    <a:pt x="4990320" y="1316787"/>
                  </a:lnTo>
                  <a:lnTo>
                    <a:pt x="4990980" y="1336177"/>
                  </a:lnTo>
                  <a:lnTo>
                    <a:pt x="4991641" y="1336177"/>
                  </a:lnTo>
                  <a:lnTo>
                    <a:pt x="4992301" y="1357005"/>
                  </a:lnTo>
                  <a:lnTo>
                    <a:pt x="4992962" y="1357005"/>
                  </a:lnTo>
                  <a:lnTo>
                    <a:pt x="4993622" y="1316787"/>
                  </a:lnTo>
                  <a:lnTo>
                    <a:pt x="4994283" y="1298649"/>
                  </a:lnTo>
                  <a:lnTo>
                    <a:pt x="4994943" y="1281610"/>
                  </a:lnTo>
                  <a:lnTo>
                    <a:pt x="4995604" y="1254073"/>
                  </a:lnTo>
                  <a:lnTo>
                    <a:pt x="4996264" y="1225588"/>
                  </a:lnTo>
                  <a:lnTo>
                    <a:pt x="4996925" y="1199726"/>
                  </a:lnTo>
                  <a:lnTo>
                    <a:pt x="4997585" y="1199726"/>
                  </a:lnTo>
                  <a:lnTo>
                    <a:pt x="4998246" y="1203457"/>
                  </a:lnTo>
                  <a:lnTo>
                    <a:pt x="4998906" y="1213007"/>
                  </a:lnTo>
                  <a:lnTo>
                    <a:pt x="4999567" y="1241612"/>
                  </a:lnTo>
                  <a:lnTo>
                    <a:pt x="5000228" y="1288302"/>
                  </a:lnTo>
                  <a:lnTo>
                    <a:pt x="5000888" y="1305764"/>
                  </a:lnTo>
                  <a:lnTo>
                    <a:pt x="5001549" y="1283268"/>
                  </a:lnTo>
                  <a:lnTo>
                    <a:pt x="5002209" y="1237343"/>
                  </a:lnTo>
                  <a:lnTo>
                    <a:pt x="5002870" y="1222222"/>
                  </a:lnTo>
                  <a:lnTo>
                    <a:pt x="5003530" y="1193013"/>
                  </a:lnTo>
                  <a:lnTo>
                    <a:pt x="5004191" y="1169868"/>
                  </a:lnTo>
                  <a:lnTo>
                    <a:pt x="5004851" y="1169868"/>
                  </a:lnTo>
                  <a:lnTo>
                    <a:pt x="5005512" y="1205341"/>
                  </a:lnTo>
                  <a:lnTo>
                    <a:pt x="5006172" y="1218896"/>
                  </a:lnTo>
                  <a:lnTo>
                    <a:pt x="5006833" y="1245220"/>
                  </a:lnTo>
                  <a:lnTo>
                    <a:pt x="5007493" y="1260134"/>
                  </a:lnTo>
                  <a:lnTo>
                    <a:pt x="5008154" y="1292567"/>
                  </a:lnTo>
                  <a:lnTo>
                    <a:pt x="5008814" y="1310305"/>
                  </a:lnTo>
                  <a:lnTo>
                    <a:pt x="5009475" y="1323423"/>
                  </a:lnTo>
                  <a:lnTo>
                    <a:pt x="5010136" y="1312142"/>
                  </a:lnTo>
                  <a:lnTo>
                    <a:pt x="5010796" y="1312142"/>
                  </a:lnTo>
                  <a:lnTo>
                    <a:pt x="5011457" y="1301296"/>
                  </a:lnTo>
                  <a:lnTo>
                    <a:pt x="5012117" y="1264766"/>
                  </a:lnTo>
                  <a:lnTo>
                    <a:pt x="5012778" y="1175478"/>
                  </a:lnTo>
                  <a:lnTo>
                    <a:pt x="5013438" y="1098189"/>
                  </a:lnTo>
                  <a:lnTo>
                    <a:pt x="5014099" y="1036596"/>
                  </a:lnTo>
                  <a:lnTo>
                    <a:pt x="5014759" y="1009276"/>
                  </a:lnTo>
                  <a:lnTo>
                    <a:pt x="5015420" y="998205"/>
                  </a:lnTo>
                  <a:lnTo>
                    <a:pt x="5016080" y="1023428"/>
                  </a:lnTo>
                  <a:lnTo>
                    <a:pt x="5016741" y="1080670"/>
                  </a:lnTo>
                  <a:lnTo>
                    <a:pt x="5017401" y="1164913"/>
                  </a:lnTo>
                  <a:lnTo>
                    <a:pt x="5018062" y="1219558"/>
                  </a:lnTo>
                  <a:lnTo>
                    <a:pt x="5018722" y="1233138"/>
                  </a:lnTo>
                  <a:lnTo>
                    <a:pt x="5019383" y="1233138"/>
                  </a:lnTo>
                  <a:lnTo>
                    <a:pt x="5020044" y="1233138"/>
                  </a:lnTo>
                  <a:lnTo>
                    <a:pt x="5020704" y="1219558"/>
                  </a:lnTo>
                  <a:lnTo>
                    <a:pt x="5021365" y="1196655"/>
                  </a:lnTo>
                  <a:lnTo>
                    <a:pt x="5022025" y="1177754"/>
                  </a:lnTo>
                  <a:lnTo>
                    <a:pt x="5022686" y="1189417"/>
                  </a:lnTo>
                  <a:lnTo>
                    <a:pt x="5023346" y="1177754"/>
                  </a:lnTo>
                  <a:lnTo>
                    <a:pt x="5024007" y="1177754"/>
                  </a:lnTo>
                  <a:lnTo>
                    <a:pt x="5024667" y="1201585"/>
                  </a:lnTo>
                  <a:lnTo>
                    <a:pt x="5025328" y="1265546"/>
                  </a:lnTo>
                  <a:lnTo>
                    <a:pt x="5025988" y="1281610"/>
                  </a:lnTo>
                  <a:lnTo>
                    <a:pt x="5026649" y="1316787"/>
                  </a:lnTo>
                  <a:lnTo>
                    <a:pt x="5027309" y="1336177"/>
                  </a:lnTo>
                  <a:lnTo>
                    <a:pt x="5027970" y="1336177"/>
                  </a:lnTo>
                  <a:lnTo>
                    <a:pt x="5028630" y="1316787"/>
                  </a:lnTo>
                  <a:lnTo>
                    <a:pt x="5029291" y="1316787"/>
                  </a:lnTo>
                  <a:lnTo>
                    <a:pt x="5029951" y="1316787"/>
                  </a:lnTo>
                  <a:lnTo>
                    <a:pt x="5030612" y="1336177"/>
                  </a:lnTo>
                  <a:lnTo>
                    <a:pt x="5031273" y="1357005"/>
                  </a:lnTo>
                  <a:lnTo>
                    <a:pt x="5031933" y="1379501"/>
                  </a:lnTo>
                  <a:lnTo>
                    <a:pt x="5032594" y="1403955"/>
                  </a:lnTo>
                  <a:lnTo>
                    <a:pt x="5033254" y="1403955"/>
                  </a:lnTo>
                  <a:lnTo>
                    <a:pt x="5033915" y="1357005"/>
                  </a:lnTo>
                  <a:lnTo>
                    <a:pt x="5034575" y="1325348"/>
                  </a:lnTo>
                  <a:lnTo>
                    <a:pt x="5035236" y="1306666"/>
                  </a:lnTo>
                  <a:lnTo>
                    <a:pt x="5035896" y="1306666"/>
                  </a:lnTo>
                  <a:lnTo>
                    <a:pt x="5036557" y="1325348"/>
                  </a:lnTo>
                  <a:lnTo>
                    <a:pt x="5037217" y="1366906"/>
                  </a:lnTo>
                  <a:lnTo>
                    <a:pt x="5037878" y="1403955"/>
                  </a:lnTo>
                  <a:lnTo>
                    <a:pt x="5038538" y="1430742"/>
                  </a:lnTo>
                  <a:lnTo>
                    <a:pt x="5039199" y="1430742"/>
                  </a:lnTo>
                  <a:lnTo>
                    <a:pt x="5039859" y="1430742"/>
                  </a:lnTo>
                  <a:lnTo>
                    <a:pt x="5040520" y="1430742"/>
                  </a:lnTo>
                  <a:lnTo>
                    <a:pt x="5041181" y="1403955"/>
                  </a:lnTo>
                  <a:lnTo>
                    <a:pt x="5041841" y="1336177"/>
                  </a:lnTo>
                  <a:lnTo>
                    <a:pt x="5042502" y="1250350"/>
                  </a:lnTo>
                  <a:lnTo>
                    <a:pt x="5043162" y="1209787"/>
                  </a:lnTo>
                  <a:lnTo>
                    <a:pt x="5043823" y="1177754"/>
                  </a:lnTo>
                  <a:lnTo>
                    <a:pt x="5044483" y="1177754"/>
                  </a:lnTo>
                  <a:lnTo>
                    <a:pt x="5045144" y="1214305"/>
                  </a:lnTo>
                  <a:lnTo>
                    <a:pt x="5045804" y="1288302"/>
                  </a:lnTo>
                  <a:lnTo>
                    <a:pt x="5046465" y="1343293"/>
                  </a:lnTo>
                  <a:lnTo>
                    <a:pt x="5047125" y="1403955"/>
                  </a:lnTo>
                  <a:lnTo>
                    <a:pt x="5047786" y="1430742"/>
                  </a:lnTo>
                  <a:lnTo>
                    <a:pt x="5048446" y="1403955"/>
                  </a:lnTo>
                  <a:lnTo>
                    <a:pt x="5049107" y="1357005"/>
                  </a:lnTo>
                  <a:lnTo>
                    <a:pt x="5049767" y="1336177"/>
                  </a:lnTo>
                  <a:lnTo>
                    <a:pt x="5050428" y="1336177"/>
                  </a:lnTo>
                  <a:lnTo>
                    <a:pt x="5051089" y="1336177"/>
                  </a:lnTo>
                  <a:lnTo>
                    <a:pt x="5051749" y="1357005"/>
                  </a:lnTo>
                  <a:lnTo>
                    <a:pt x="5052410" y="1403955"/>
                  </a:lnTo>
                  <a:lnTo>
                    <a:pt x="5053070" y="1430742"/>
                  </a:lnTo>
                  <a:lnTo>
                    <a:pt x="5053731" y="1430742"/>
                  </a:lnTo>
                  <a:lnTo>
                    <a:pt x="5054391" y="1403955"/>
                  </a:lnTo>
                  <a:lnTo>
                    <a:pt x="5055052" y="1357005"/>
                  </a:lnTo>
                  <a:lnTo>
                    <a:pt x="5055712" y="1324383"/>
                  </a:lnTo>
                  <a:lnTo>
                    <a:pt x="5056373" y="1305764"/>
                  </a:lnTo>
                  <a:lnTo>
                    <a:pt x="5057033" y="1305764"/>
                  </a:lnTo>
                  <a:lnTo>
                    <a:pt x="5057694" y="1324383"/>
                  </a:lnTo>
                  <a:lnTo>
                    <a:pt x="5058354" y="1365789"/>
                  </a:lnTo>
                  <a:lnTo>
                    <a:pt x="5059015" y="1403955"/>
                  </a:lnTo>
                  <a:lnTo>
                    <a:pt x="5059675" y="1403955"/>
                  </a:lnTo>
                  <a:lnTo>
                    <a:pt x="5060336" y="1357005"/>
                  </a:lnTo>
                  <a:lnTo>
                    <a:pt x="5060996" y="1316787"/>
                  </a:lnTo>
                  <a:lnTo>
                    <a:pt x="5061657" y="1281610"/>
                  </a:lnTo>
                  <a:lnTo>
                    <a:pt x="5062318" y="1253324"/>
                  </a:lnTo>
                  <a:lnTo>
                    <a:pt x="5062978" y="1190013"/>
                  </a:lnTo>
                  <a:lnTo>
                    <a:pt x="5063639" y="1145923"/>
                  </a:lnTo>
                  <a:lnTo>
                    <a:pt x="5064299" y="1114583"/>
                  </a:lnTo>
                  <a:lnTo>
                    <a:pt x="5064960" y="1057026"/>
                  </a:lnTo>
                  <a:lnTo>
                    <a:pt x="5065620" y="1011480"/>
                  </a:lnTo>
                  <a:lnTo>
                    <a:pt x="5066281" y="1009904"/>
                  </a:lnTo>
                  <a:lnTo>
                    <a:pt x="5066941" y="1029429"/>
                  </a:lnTo>
                  <a:lnTo>
                    <a:pt x="5067602" y="1051140"/>
                  </a:lnTo>
                  <a:lnTo>
                    <a:pt x="5068262" y="1090129"/>
                  </a:lnTo>
                  <a:lnTo>
                    <a:pt x="5068923" y="1139868"/>
                  </a:lnTo>
                  <a:lnTo>
                    <a:pt x="5069583" y="1163824"/>
                  </a:lnTo>
                  <a:lnTo>
                    <a:pt x="5070244" y="1153156"/>
                  </a:lnTo>
                  <a:lnTo>
                    <a:pt x="5070904" y="1134430"/>
                  </a:lnTo>
                  <a:lnTo>
                    <a:pt x="5071565" y="1162739"/>
                  </a:lnTo>
                  <a:lnTo>
                    <a:pt x="5072226" y="1185280"/>
                  </a:lnTo>
                  <a:lnTo>
                    <a:pt x="5072886" y="1232443"/>
                  </a:lnTo>
                  <a:lnTo>
                    <a:pt x="5073547" y="1294291"/>
                  </a:lnTo>
                  <a:lnTo>
                    <a:pt x="5074207" y="1373706"/>
                  </a:lnTo>
                  <a:lnTo>
                    <a:pt x="5074868" y="1403955"/>
                  </a:lnTo>
                  <a:lnTo>
                    <a:pt x="5075528" y="1430742"/>
                  </a:lnTo>
                  <a:lnTo>
                    <a:pt x="5076189" y="1357005"/>
                  </a:lnTo>
                  <a:lnTo>
                    <a:pt x="5076849" y="1250350"/>
                  </a:lnTo>
                  <a:lnTo>
                    <a:pt x="5077510" y="1173220"/>
                  </a:lnTo>
                  <a:lnTo>
                    <a:pt x="5078170" y="1151591"/>
                  </a:lnTo>
                  <a:lnTo>
                    <a:pt x="5078831" y="1151591"/>
                  </a:lnTo>
                  <a:lnTo>
                    <a:pt x="5079491" y="1173220"/>
                  </a:lnTo>
                  <a:lnTo>
                    <a:pt x="5080152" y="1222222"/>
                  </a:lnTo>
                  <a:lnTo>
                    <a:pt x="5080812" y="1250350"/>
                  </a:lnTo>
                  <a:lnTo>
                    <a:pt x="5081473" y="1193616"/>
                  </a:lnTo>
                  <a:lnTo>
                    <a:pt x="5082134" y="1159508"/>
                  </a:lnTo>
                  <a:lnTo>
                    <a:pt x="5082794" y="1149000"/>
                  </a:lnTo>
                  <a:lnTo>
                    <a:pt x="5083455" y="1116873"/>
                  </a:lnTo>
                  <a:lnTo>
                    <a:pt x="5084115" y="1090547"/>
                  </a:lnTo>
                  <a:lnTo>
                    <a:pt x="5084776" y="1095619"/>
                  </a:lnTo>
                  <a:lnTo>
                    <a:pt x="5085436" y="1087216"/>
                  </a:lnTo>
                  <a:lnTo>
                    <a:pt x="5086097" y="1071129"/>
                  </a:lnTo>
                  <a:lnTo>
                    <a:pt x="5086757" y="1065709"/>
                  </a:lnTo>
                  <a:lnTo>
                    <a:pt x="5087418" y="1074273"/>
                  </a:lnTo>
                  <a:lnTo>
                    <a:pt x="5088078" y="1069570"/>
                  </a:lnTo>
                  <a:lnTo>
                    <a:pt x="5088739" y="1061901"/>
                  </a:lnTo>
                  <a:lnTo>
                    <a:pt x="5089399" y="1046089"/>
                  </a:lnTo>
                  <a:lnTo>
                    <a:pt x="5090060" y="1040425"/>
                  </a:lnTo>
                  <a:lnTo>
                    <a:pt x="5090720" y="1045018"/>
                  </a:lnTo>
                  <a:lnTo>
                    <a:pt x="5091381" y="1054067"/>
                  </a:lnTo>
                  <a:lnTo>
                    <a:pt x="5092042" y="1061901"/>
                  </a:lnTo>
                  <a:lnTo>
                    <a:pt x="5092702" y="1070738"/>
                  </a:lnTo>
                  <a:lnTo>
                    <a:pt x="5093363" y="1069181"/>
                  </a:lnTo>
                  <a:lnTo>
                    <a:pt x="5094023" y="1047523"/>
                  </a:lnTo>
                  <a:lnTo>
                    <a:pt x="5094684" y="1017229"/>
                  </a:lnTo>
                  <a:lnTo>
                    <a:pt x="5095344" y="998205"/>
                  </a:lnTo>
                  <a:lnTo>
                    <a:pt x="5096005" y="980670"/>
                  </a:lnTo>
                  <a:lnTo>
                    <a:pt x="5096665" y="975060"/>
                  </a:lnTo>
                  <a:lnTo>
                    <a:pt x="5097326" y="975895"/>
                  </a:lnTo>
                  <a:lnTo>
                    <a:pt x="5097986" y="1009276"/>
                  </a:lnTo>
                  <a:lnTo>
                    <a:pt x="5098647" y="1009276"/>
                  </a:lnTo>
                  <a:lnTo>
                    <a:pt x="5099307" y="997001"/>
                  </a:lnTo>
                  <a:lnTo>
                    <a:pt x="5099968" y="977571"/>
                  </a:lnTo>
                  <a:lnTo>
                    <a:pt x="5100628" y="982375"/>
                  </a:lnTo>
                  <a:lnTo>
                    <a:pt x="5101289" y="975616"/>
                  </a:lnTo>
                  <a:lnTo>
                    <a:pt x="5101949" y="986973"/>
                  </a:lnTo>
                  <a:lnTo>
                    <a:pt x="5102610" y="1029092"/>
                  </a:lnTo>
                  <a:lnTo>
                    <a:pt x="5103271" y="1091806"/>
                  </a:lnTo>
                  <a:lnTo>
                    <a:pt x="5103931" y="1129095"/>
                  </a:lnTo>
                  <a:lnTo>
                    <a:pt x="5104592" y="1159508"/>
                  </a:lnTo>
                  <a:lnTo>
                    <a:pt x="5105252" y="1193616"/>
                  </a:lnTo>
                  <a:lnTo>
                    <a:pt x="5105913" y="1184693"/>
                  </a:lnTo>
                  <a:lnTo>
                    <a:pt x="5106573" y="1121979"/>
                  </a:lnTo>
                  <a:lnTo>
                    <a:pt x="5107234" y="1069570"/>
                  </a:lnTo>
                  <a:lnTo>
                    <a:pt x="5107894" y="1013065"/>
                  </a:lnTo>
                  <a:lnTo>
                    <a:pt x="5108555" y="937185"/>
                  </a:lnTo>
                  <a:lnTo>
                    <a:pt x="5109215" y="867661"/>
                  </a:lnTo>
                  <a:lnTo>
                    <a:pt x="5109876" y="834621"/>
                  </a:lnTo>
                  <a:lnTo>
                    <a:pt x="5110536" y="811504"/>
                  </a:lnTo>
                  <a:lnTo>
                    <a:pt x="5111197" y="790145"/>
                  </a:lnTo>
                  <a:lnTo>
                    <a:pt x="5111857" y="773530"/>
                  </a:lnTo>
                  <a:lnTo>
                    <a:pt x="5112518" y="748511"/>
                  </a:lnTo>
                  <a:lnTo>
                    <a:pt x="5113179" y="722582"/>
                  </a:lnTo>
                  <a:lnTo>
                    <a:pt x="5113839" y="693492"/>
                  </a:lnTo>
                  <a:lnTo>
                    <a:pt x="5114500" y="659710"/>
                  </a:lnTo>
                  <a:lnTo>
                    <a:pt x="5115160" y="644400"/>
                  </a:lnTo>
                  <a:lnTo>
                    <a:pt x="5115821" y="642098"/>
                  </a:lnTo>
                  <a:lnTo>
                    <a:pt x="5116481" y="621786"/>
                  </a:lnTo>
                  <a:lnTo>
                    <a:pt x="5117142" y="606337"/>
                  </a:lnTo>
                  <a:lnTo>
                    <a:pt x="5117802" y="607386"/>
                  </a:lnTo>
                  <a:lnTo>
                    <a:pt x="5118463" y="616852"/>
                  </a:lnTo>
                  <a:lnTo>
                    <a:pt x="5119123" y="641250"/>
                  </a:lnTo>
                  <a:lnTo>
                    <a:pt x="5119784" y="667969"/>
                  </a:lnTo>
                  <a:lnTo>
                    <a:pt x="5120444" y="679178"/>
                  </a:lnTo>
                  <a:lnTo>
                    <a:pt x="5121105" y="681318"/>
                  </a:lnTo>
                  <a:lnTo>
                    <a:pt x="5121765" y="690550"/>
                  </a:lnTo>
                  <a:lnTo>
                    <a:pt x="5122426" y="685747"/>
                  </a:lnTo>
                  <a:lnTo>
                    <a:pt x="5123087" y="706644"/>
                  </a:lnTo>
                  <a:lnTo>
                    <a:pt x="5123747" y="743106"/>
                  </a:lnTo>
                  <a:lnTo>
                    <a:pt x="5124408" y="782903"/>
                  </a:lnTo>
                  <a:lnTo>
                    <a:pt x="5125068" y="807957"/>
                  </a:lnTo>
                  <a:lnTo>
                    <a:pt x="5125729" y="851281"/>
                  </a:lnTo>
                  <a:lnTo>
                    <a:pt x="5126389" y="880853"/>
                  </a:lnTo>
                  <a:lnTo>
                    <a:pt x="5127050" y="903382"/>
                  </a:lnTo>
                  <a:lnTo>
                    <a:pt x="5127710" y="926003"/>
                  </a:lnTo>
                  <a:lnTo>
                    <a:pt x="5128371" y="929052"/>
                  </a:lnTo>
                  <a:lnTo>
                    <a:pt x="5129031" y="913013"/>
                  </a:lnTo>
                  <a:lnTo>
                    <a:pt x="5129692" y="908814"/>
                  </a:lnTo>
                  <a:lnTo>
                    <a:pt x="5130352" y="938401"/>
                  </a:lnTo>
                  <a:lnTo>
                    <a:pt x="5131013" y="984378"/>
                  </a:lnTo>
                  <a:lnTo>
                    <a:pt x="5131673" y="1029766"/>
                  </a:lnTo>
                  <a:lnTo>
                    <a:pt x="5132334" y="1065709"/>
                  </a:lnTo>
                  <a:lnTo>
                    <a:pt x="5132994" y="1093918"/>
                  </a:lnTo>
                  <a:lnTo>
                    <a:pt x="5133655" y="1103841"/>
                  </a:lnTo>
                  <a:lnTo>
                    <a:pt x="5134316" y="1078656"/>
                  </a:lnTo>
                  <a:lnTo>
                    <a:pt x="5134976" y="1055543"/>
                  </a:lnTo>
                  <a:lnTo>
                    <a:pt x="5135637" y="1056283"/>
                  </a:lnTo>
                  <a:lnTo>
                    <a:pt x="5136297" y="1071520"/>
                  </a:lnTo>
                  <a:lnTo>
                    <a:pt x="5136958" y="1071520"/>
                  </a:lnTo>
                  <a:lnTo>
                    <a:pt x="5137618" y="1096046"/>
                  </a:lnTo>
                  <a:lnTo>
                    <a:pt x="5138279" y="1142375"/>
                  </a:lnTo>
                  <a:lnTo>
                    <a:pt x="5138939" y="1167104"/>
                  </a:lnTo>
                  <a:lnTo>
                    <a:pt x="5139600" y="1202208"/>
                  </a:lnTo>
                  <a:lnTo>
                    <a:pt x="5140260" y="1214956"/>
                  </a:lnTo>
                  <a:lnTo>
                    <a:pt x="5140921" y="1202208"/>
                  </a:lnTo>
                  <a:lnTo>
                    <a:pt x="5141581" y="1178325"/>
                  </a:lnTo>
                  <a:lnTo>
                    <a:pt x="5142242" y="1162198"/>
                  </a:lnTo>
                  <a:lnTo>
                    <a:pt x="5142902" y="1151591"/>
                  </a:lnTo>
                  <a:lnTo>
                    <a:pt x="5143563" y="1173220"/>
                  </a:lnTo>
                  <a:lnTo>
                    <a:pt x="5144224" y="1233138"/>
                  </a:lnTo>
                  <a:lnTo>
                    <a:pt x="5144884" y="1262440"/>
                  </a:lnTo>
                  <a:lnTo>
                    <a:pt x="5145545" y="1262440"/>
                  </a:lnTo>
                  <a:lnTo>
                    <a:pt x="5146205" y="1247407"/>
                  </a:lnTo>
                  <a:lnTo>
                    <a:pt x="5146866" y="1233138"/>
                  </a:lnTo>
                  <a:lnTo>
                    <a:pt x="5147526" y="1196655"/>
                  </a:lnTo>
                  <a:lnTo>
                    <a:pt x="5148187" y="1121979"/>
                  </a:lnTo>
                  <a:lnTo>
                    <a:pt x="5148847" y="1078656"/>
                  </a:lnTo>
                  <a:lnTo>
                    <a:pt x="5149508" y="1051869"/>
                  </a:lnTo>
                  <a:lnTo>
                    <a:pt x="5150168" y="1037983"/>
                  </a:lnTo>
                  <a:lnTo>
                    <a:pt x="5150829" y="1024419"/>
                  </a:lnTo>
                  <a:lnTo>
                    <a:pt x="5151489" y="1037983"/>
                  </a:lnTo>
                  <a:lnTo>
                    <a:pt x="5152150" y="1052234"/>
                  </a:lnTo>
                  <a:lnTo>
                    <a:pt x="5152810" y="1063418"/>
                  </a:lnTo>
                  <a:lnTo>
                    <a:pt x="5153471" y="1095193"/>
                  </a:lnTo>
                  <a:lnTo>
                    <a:pt x="5154132" y="1131507"/>
                  </a:lnTo>
                  <a:lnTo>
                    <a:pt x="5154792" y="1196655"/>
                  </a:lnTo>
                  <a:lnTo>
                    <a:pt x="5155453" y="1281610"/>
                  </a:lnTo>
                  <a:lnTo>
                    <a:pt x="5156113" y="1379501"/>
                  </a:lnTo>
                  <a:lnTo>
                    <a:pt x="5156774" y="1379501"/>
                  </a:lnTo>
                  <a:lnTo>
                    <a:pt x="5157434" y="1357005"/>
                  </a:lnTo>
                  <a:lnTo>
                    <a:pt x="5158095" y="1316787"/>
                  </a:lnTo>
                  <a:lnTo>
                    <a:pt x="5158755" y="1316787"/>
                  </a:lnTo>
                  <a:lnTo>
                    <a:pt x="5159416" y="1298649"/>
                  </a:lnTo>
                  <a:lnTo>
                    <a:pt x="5160076" y="1298649"/>
                  </a:lnTo>
                  <a:lnTo>
                    <a:pt x="5160737" y="1282438"/>
                  </a:lnTo>
                  <a:lnTo>
                    <a:pt x="5161397" y="1266328"/>
                  </a:lnTo>
                  <a:lnTo>
                    <a:pt x="5162058" y="1205972"/>
                  </a:lnTo>
                  <a:lnTo>
                    <a:pt x="5162718" y="1159508"/>
                  </a:lnTo>
                  <a:lnTo>
                    <a:pt x="5163379" y="1120578"/>
                  </a:lnTo>
                  <a:lnTo>
                    <a:pt x="5164040" y="1110956"/>
                  </a:lnTo>
                  <a:lnTo>
                    <a:pt x="5164700" y="1120112"/>
                  </a:lnTo>
                  <a:lnTo>
                    <a:pt x="5165361" y="1132478"/>
                  </a:lnTo>
                  <a:lnTo>
                    <a:pt x="5166021" y="1163281"/>
                  </a:lnTo>
                  <a:lnTo>
                    <a:pt x="5166682" y="1209148"/>
                  </a:lnTo>
                  <a:lnTo>
                    <a:pt x="5167342" y="1250350"/>
                  </a:lnTo>
                  <a:lnTo>
                    <a:pt x="5168003" y="1235935"/>
                  </a:lnTo>
                  <a:lnTo>
                    <a:pt x="5168663" y="1222222"/>
                  </a:lnTo>
                  <a:lnTo>
                    <a:pt x="5169324" y="1169313"/>
                  </a:lnTo>
                  <a:lnTo>
                    <a:pt x="5169984" y="1135903"/>
                  </a:lnTo>
                  <a:lnTo>
                    <a:pt x="5170645" y="1116873"/>
                  </a:lnTo>
                  <a:lnTo>
                    <a:pt x="5171305" y="1114583"/>
                  </a:lnTo>
                  <a:lnTo>
                    <a:pt x="5171966" y="1119647"/>
                  </a:lnTo>
                  <a:lnTo>
                    <a:pt x="5172626" y="1142375"/>
                  </a:lnTo>
                  <a:lnTo>
                    <a:pt x="5173287" y="1165459"/>
                  </a:lnTo>
                  <a:lnTo>
                    <a:pt x="5173947" y="1165459"/>
                  </a:lnTo>
                  <a:lnTo>
                    <a:pt x="5174608" y="1191209"/>
                  </a:lnTo>
                  <a:lnTo>
                    <a:pt x="5175269" y="1214305"/>
                  </a:lnTo>
                  <a:lnTo>
                    <a:pt x="5175929" y="1227627"/>
                  </a:lnTo>
                  <a:lnTo>
                    <a:pt x="5176590" y="1227627"/>
                  </a:lnTo>
                  <a:lnTo>
                    <a:pt x="5177250" y="1206604"/>
                  </a:lnTo>
                  <a:lnTo>
                    <a:pt x="5177911" y="1129576"/>
                  </a:lnTo>
                  <a:lnTo>
                    <a:pt x="5178571" y="1051869"/>
                  </a:lnTo>
                  <a:lnTo>
                    <a:pt x="5179232" y="1024088"/>
                  </a:lnTo>
                  <a:lnTo>
                    <a:pt x="5179892" y="1004919"/>
                  </a:lnTo>
                  <a:lnTo>
                    <a:pt x="5180553" y="1014980"/>
                  </a:lnTo>
                  <a:lnTo>
                    <a:pt x="5181213" y="1056283"/>
                  </a:lnTo>
                  <a:lnTo>
                    <a:pt x="5181874" y="1131507"/>
                  </a:lnTo>
                  <a:lnTo>
                    <a:pt x="5182534" y="1184693"/>
                  </a:lnTo>
                  <a:lnTo>
                    <a:pt x="5183195" y="1209148"/>
                  </a:lnTo>
                  <a:lnTo>
                    <a:pt x="5183855" y="1177754"/>
                  </a:lnTo>
                  <a:lnTo>
                    <a:pt x="5184516" y="1116414"/>
                  </a:lnTo>
                  <a:lnTo>
                    <a:pt x="5185177" y="1070738"/>
                  </a:lnTo>
                  <a:lnTo>
                    <a:pt x="5185837" y="1034187"/>
                  </a:lnTo>
                  <a:lnTo>
                    <a:pt x="5186498" y="1041127"/>
                  </a:lnTo>
                  <a:lnTo>
                    <a:pt x="5187158" y="1052600"/>
                  </a:lnTo>
                  <a:lnTo>
                    <a:pt x="5187819" y="1083515"/>
                  </a:lnTo>
                  <a:lnTo>
                    <a:pt x="5188479" y="1118719"/>
                  </a:lnTo>
                  <a:lnTo>
                    <a:pt x="5189140" y="1158439"/>
                  </a:lnTo>
                  <a:lnTo>
                    <a:pt x="5189800" y="1132965"/>
                  </a:lnTo>
                  <a:lnTo>
                    <a:pt x="5190461" y="1126703"/>
                  </a:lnTo>
                  <a:lnTo>
                    <a:pt x="5191121" y="1136395"/>
                  </a:lnTo>
                  <a:lnTo>
                    <a:pt x="5191782" y="1150034"/>
                  </a:lnTo>
                  <a:lnTo>
                    <a:pt x="5192442" y="1102527"/>
                  </a:lnTo>
                  <a:lnTo>
                    <a:pt x="5193103" y="1043597"/>
                  </a:lnTo>
                  <a:lnTo>
                    <a:pt x="5193763" y="1009904"/>
                  </a:lnTo>
                  <a:lnTo>
                    <a:pt x="5194424" y="1000020"/>
                  </a:lnTo>
                  <a:lnTo>
                    <a:pt x="5195085" y="979822"/>
                  </a:lnTo>
                  <a:lnTo>
                    <a:pt x="5195745" y="986973"/>
                  </a:lnTo>
                  <a:lnTo>
                    <a:pt x="5196406" y="1024088"/>
                  </a:lnTo>
                  <a:lnTo>
                    <a:pt x="5197066" y="1064561"/>
                  </a:lnTo>
                  <a:lnTo>
                    <a:pt x="5197727" y="1085154"/>
                  </a:lnTo>
                  <a:lnTo>
                    <a:pt x="5198387" y="1124331"/>
                  </a:lnTo>
                  <a:lnTo>
                    <a:pt x="5199048" y="1162198"/>
                  </a:lnTo>
                  <a:lnTo>
                    <a:pt x="5199708" y="1191809"/>
                  </a:lnTo>
                  <a:lnTo>
                    <a:pt x="5200369" y="1222222"/>
                  </a:lnTo>
                  <a:lnTo>
                    <a:pt x="5201029" y="1250350"/>
                  </a:lnTo>
                  <a:lnTo>
                    <a:pt x="5201690" y="1250350"/>
                  </a:lnTo>
                  <a:lnTo>
                    <a:pt x="5202350" y="1265546"/>
                  </a:lnTo>
                  <a:lnTo>
                    <a:pt x="5203011" y="1271862"/>
                  </a:lnTo>
                  <a:lnTo>
                    <a:pt x="5203671" y="1250350"/>
                  </a:lnTo>
                  <a:lnTo>
                    <a:pt x="5204332" y="1222222"/>
                  </a:lnTo>
                  <a:lnTo>
                    <a:pt x="5204992" y="1235935"/>
                  </a:lnTo>
                  <a:lnTo>
                    <a:pt x="5205653" y="1251834"/>
                  </a:lnTo>
                  <a:lnTo>
                    <a:pt x="5206314" y="1267112"/>
                  </a:lnTo>
                  <a:lnTo>
                    <a:pt x="5206974" y="1283268"/>
                  </a:lnTo>
                  <a:lnTo>
                    <a:pt x="5207635" y="1283268"/>
                  </a:lnTo>
                  <a:lnTo>
                    <a:pt x="5208295" y="1237343"/>
                  </a:lnTo>
                  <a:lnTo>
                    <a:pt x="5208956" y="1196655"/>
                  </a:lnTo>
                  <a:lnTo>
                    <a:pt x="5209616" y="1141370"/>
                  </a:lnTo>
                  <a:lnTo>
                    <a:pt x="5210277" y="1078656"/>
                  </a:lnTo>
                  <a:lnTo>
                    <a:pt x="5210937" y="1034187"/>
                  </a:lnTo>
                  <a:lnTo>
                    <a:pt x="5211598" y="1044662"/>
                  </a:lnTo>
                  <a:lnTo>
                    <a:pt x="5212258" y="1074669"/>
                  </a:lnTo>
                  <a:lnTo>
                    <a:pt x="5212919" y="1136395"/>
                  </a:lnTo>
                  <a:lnTo>
                    <a:pt x="5213579" y="1243050"/>
                  </a:lnTo>
                  <a:lnTo>
                    <a:pt x="5214240" y="1391462"/>
                  </a:lnTo>
                  <a:lnTo>
                    <a:pt x="5214900" y="1430742"/>
                  </a:lnTo>
                  <a:lnTo>
                    <a:pt x="5215561" y="1379501"/>
                  </a:lnTo>
                  <a:lnTo>
                    <a:pt x="5216222" y="1336177"/>
                  </a:lnTo>
                  <a:lnTo>
                    <a:pt x="5216882" y="1265546"/>
                  </a:lnTo>
                  <a:lnTo>
                    <a:pt x="5217543" y="1209148"/>
                  </a:lnTo>
                  <a:lnTo>
                    <a:pt x="5218203" y="1173220"/>
                  </a:lnTo>
                  <a:lnTo>
                    <a:pt x="5218864" y="1151591"/>
                  </a:lnTo>
                  <a:lnTo>
                    <a:pt x="5219524" y="1131507"/>
                  </a:lnTo>
                  <a:lnTo>
                    <a:pt x="5220185" y="1121979"/>
                  </a:lnTo>
                  <a:lnTo>
                    <a:pt x="5220845" y="1112764"/>
                  </a:lnTo>
                  <a:lnTo>
                    <a:pt x="5221506" y="1112764"/>
                  </a:lnTo>
                  <a:lnTo>
                    <a:pt x="5222166" y="1091806"/>
                  </a:lnTo>
                  <a:lnTo>
                    <a:pt x="5222827" y="1042183"/>
                  </a:lnTo>
                  <a:lnTo>
                    <a:pt x="5223487" y="1002765"/>
                  </a:lnTo>
                  <a:lnTo>
                    <a:pt x="5224148" y="971473"/>
                  </a:lnTo>
                  <a:lnTo>
                    <a:pt x="5224808" y="945310"/>
                  </a:lnTo>
                  <a:lnTo>
                    <a:pt x="5225469" y="935009"/>
                  </a:lnTo>
                  <a:lnTo>
                    <a:pt x="5226130" y="947064"/>
                  </a:lnTo>
                  <a:lnTo>
                    <a:pt x="5226790" y="965236"/>
                  </a:lnTo>
                  <a:lnTo>
                    <a:pt x="5227451" y="982946"/>
                  </a:lnTo>
                  <a:lnTo>
                    <a:pt x="5228111" y="994609"/>
                  </a:lnTo>
                  <a:lnTo>
                    <a:pt x="5228772" y="981237"/>
                  </a:lnTo>
                  <a:lnTo>
                    <a:pt x="5229432" y="959397"/>
                  </a:lnTo>
                  <a:lnTo>
                    <a:pt x="5230093" y="945810"/>
                  </a:lnTo>
                  <a:lnTo>
                    <a:pt x="5230753" y="943071"/>
                  </a:lnTo>
                  <a:lnTo>
                    <a:pt x="5231414" y="933567"/>
                  </a:lnTo>
                  <a:lnTo>
                    <a:pt x="5232074" y="952394"/>
                  </a:lnTo>
                  <a:lnTo>
                    <a:pt x="5232735" y="984952"/>
                  </a:lnTo>
                  <a:lnTo>
                    <a:pt x="5233395" y="1003686"/>
                  </a:lnTo>
                  <a:lnTo>
                    <a:pt x="5234056" y="1021128"/>
                  </a:lnTo>
                  <a:lnTo>
                    <a:pt x="5234716" y="1063038"/>
                  </a:lnTo>
                  <a:lnTo>
                    <a:pt x="5235377" y="1103841"/>
                  </a:lnTo>
                  <a:lnTo>
                    <a:pt x="5236038" y="1141370"/>
                  </a:lnTo>
                  <a:lnTo>
                    <a:pt x="5236698" y="1196655"/>
                  </a:lnTo>
                  <a:lnTo>
                    <a:pt x="5237359" y="1222222"/>
                  </a:lnTo>
                  <a:lnTo>
                    <a:pt x="5238019" y="1184693"/>
                  </a:lnTo>
                  <a:lnTo>
                    <a:pt x="5238680" y="1112764"/>
                  </a:lnTo>
                  <a:lnTo>
                    <a:pt x="5239340" y="1055543"/>
                  </a:lnTo>
                  <a:lnTo>
                    <a:pt x="5240001" y="1014340"/>
                  </a:lnTo>
                  <a:lnTo>
                    <a:pt x="5240661" y="984091"/>
                  </a:lnTo>
                  <a:lnTo>
                    <a:pt x="5241322" y="978413"/>
                  </a:lnTo>
                  <a:lnTo>
                    <a:pt x="5241982" y="1014340"/>
                  </a:lnTo>
                  <a:lnTo>
                    <a:pt x="5242643" y="1055543"/>
                  </a:lnTo>
                  <a:lnTo>
                    <a:pt x="5243303" y="1063038"/>
                  </a:lnTo>
                  <a:lnTo>
                    <a:pt x="5243964" y="1065326"/>
                  </a:lnTo>
                  <a:lnTo>
                    <a:pt x="5244624" y="1081075"/>
                  </a:lnTo>
                  <a:lnTo>
                    <a:pt x="5245285" y="1081075"/>
                  </a:lnTo>
                  <a:lnTo>
                    <a:pt x="5245945" y="1089293"/>
                  </a:lnTo>
                  <a:lnTo>
                    <a:pt x="5246606" y="1124804"/>
                  </a:lnTo>
                  <a:lnTo>
                    <a:pt x="5247267" y="1141370"/>
                  </a:lnTo>
                  <a:lnTo>
                    <a:pt x="5247927" y="1070348"/>
                  </a:lnTo>
                  <a:lnTo>
                    <a:pt x="5248588" y="1001542"/>
                  </a:lnTo>
                  <a:lnTo>
                    <a:pt x="5249248" y="977851"/>
                  </a:lnTo>
                  <a:lnTo>
                    <a:pt x="5249909" y="983518"/>
                  </a:lnTo>
                  <a:lnTo>
                    <a:pt x="5250569" y="1020148"/>
                  </a:lnTo>
                  <a:lnTo>
                    <a:pt x="5251230" y="1103402"/>
                  </a:lnTo>
                  <a:lnTo>
                    <a:pt x="5251890" y="1208510"/>
                  </a:lnTo>
                  <a:lnTo>
                    <a:pt x="5252551" y="1227627"/>
                  </a:lnTo>
                  <a:lnTo>
                    <a:pt x="5253211" y="1203457"/>
                  </a:lnTo>
                  <a:lnTo>
                    <a:pt x="5253872" y="1146945"/>
                  </a:lnTo>
                  <a:lnTo>
                    <a:pt x="5254532" y="1127180"/>
                  </a:lnTo>
                  <a:lnTo>
                    <a:pt x="5255193" y="1127180"/>
                  </a:lnTo>
                  <a:lnTo>
                    <a:pt x="5255853" y="1114127"/>
                  </a:lnTo>
                  <a:lnTo>
                    <a:pt x="5256514" y="1103841"/>
                  </a:lnTo>
                  <a:lnTo>
                    <a:pt x="5257175" y="1131507"/>
                  </a:lnTo>
                  <a:lnTo>
                    <a:pt x="5257835" y="1153156"/>
                  </a:lnTo>
                  <a:lnTo>
                    <a:pt x="5258496" y="1163824"/>
                  </a:lnTo>
                  <a:lnTo>
                    <a:pt x="5259156" y="1186455"/>
                  </a:lnTo>
                  <a:lnTo>
                    <a:pt x="5259817" y="1208510"/>
                  </a:lnTo>
                  <a:lnTo>
                    <a:pt x="5260477" y="1155786"/>
                  </a:lnTo>
                  <a:lnTo>
                    <a:pt x="5261138" y="1106045"/>
                  </a:lnTo>
                  <a:lnTo>
                    <a:pt x="5261798" y="1097330"/>
                  </a:lnTo>
                  <a:lnTo>
                    <a:pt x="5262459" y="1124331"/>
                  </a:lnTo>
                  <a:lnTo>
                    <a:pt x="5263119" y="1126227"/>
                  </a:lnTo>
                  <a:lnTo>
                    <a:pt x="5263780" y="1151591"/>
                  </a:lnTo>
                  <a:lnTo>
                    <a:pt x="5264440" y="1162198"/>
                  </a:lnTo>
                  <a:lnTo>
                    <a:pt x="5265101" y="1173220"/>
                  </a:lnTo>
                  <a:lnTo>
                    <a:pt x="5265761" y="1162198"/>
                  </a:lnTo>
                  <a:lnTo>
                    <a:pt x="5266422" y="1141370"/>
                  </a:lnTo>
                  <a:lnTo>
                    <a:pt x="5267083" y="1127180"/>
                  </a:lnTo>
                  <a:lnTo>
                    <a:pt x="5267743" y="1129576"/>
                  </a:lnTo>
                  <a:lnTo>
                    <a:pt x="5268404" y="1120112"/>
                  </a:lnTo>
                  <a:lnTo>
                    <a:pt x="5269064" y="1129576"/>
                  </a:lnTo>
                  <a:lnTo>
                    <a:pt x="5269725" y="1160044"/>
                  </a:lnTo>
                  <a:lnTo>
                    <a:pt x="5270385" y="1187636"/>
                  </a:lnTo>
                  <a:lnTo>
                    <a:pt x="5271046" y="1184693"/>
                  </a:lnTo>
                  <a:lnTo>
                    <a:pt x="5271706" y="1178898"/>
                  </a:lnTo>
                  <a:lnTo>
                    <a:pt x="5272367" y="1180048"/>
                  </a:lnTo>
                  <a:lnTo>
                    <a:pt x="5273027" y="1180048"/>
                  </a:lnTo>
                  <a:lnTo>
                    <a:pt x="5273688" y="1180048"/>
                  </a:lnTo>
                  <a:lnTo>
                    <a:pt x="5274348" y="1180048"/>
                  </a:lnTo>
                  <a:lnTo>
                    <a:pt x="5275009" y="1174347"/>
                  </a:lnTo>
                  <a:lnTo>
                    <a:pt x="5275669" y="1162198"/>
                  </a:lnTo>
                  <a:lnTo>
                    <a:pt x="5276330" y="1162198"/>
                  </a:lnTo>
                  <a:lnTo>
                    <a:pt x="5276990" y="1173220"/>
                  </a:lnTo>
                  <a:lnTo>
                    <a:pt x="5277651" y="1196655"/>
                  </a:lnTo>
                  <a:lnTo>
                    <a:pt x="5278312" y="1196655"/>
                  </a:lnTo>
                  <a:lnTo>
                    <a:pt x="5278972" y="1175478"/>
                  </a:lnTo>
                  <a:lnTo>
                    <a:pt x="5279633" y="1175478"/>
                  </a:lnTo>
                  <a:lnTo>
                    <a:pt x="5280293" y="1175478"/>
                  </a:lnTo>
                  <a:lnTo>
                    <a:pt x="5280954" y="1162198"/>
                  </a:lnTo>
                  <a:lnTo>
                    <a:pt x="5281614" y="1151591"/>
                  </a:lnTo>
                  <a:lnTo>
                    <a:pt x="5282275" y="1102090"/>
                  </a:lnTo>
                  <a:lnTo>
                    <a:pt x="5282935" y="1032819"/>
                  </a:lnTo>
                  <a:lnTo>
                    <a:pt x="5283596" y="993125"/>
                  </a:lnTo>
                  <a:lnTo>
                    <a:pt x="5284256" y="985528"/>
                  </a:lnTo>
                  <a:lnTo>
                    <a:pt x="5284917" y="968744"/>
                  </a:lnTo>
                  <a:lnTo>
                    <a:pt x="5285577" y="988135"/>
                  </a:lnTo>
                  <a:lnTo>
                    <a:pt x="5286238" y="1009590"/>
                  </a:lnTo>
                  <a:lnTo>
                    <a:pt x="5286898" y="1004919"/>
                  </a:lnTo>
                  <a:lnTo>
                    <a:pt x="5287559" y="1014340"/>
                  </a:lnTo>
                  <a:lnTo>
                    <a:pt x="5288220" y="1048242"/>
                  </a:lnTo>
                  <a:lnTo>
                    <a:pt x="5288880" y="1067247"/>
                  </a:lnTo>
                  <a:lnTo>
                    <a:pt x="5289541" y="1112764"/>
                  </a:lnTo>
                  <a:lnTo>
                    <a:pt x="5290201" y="1173220"/>
                  </a:lnTo>
                  <a:lnTo>
                    <a:pt x="5290862" y="1184693"/>
                  </a:lnTo>
                  <a:lnTo>
                    <a:pt x="5291522" y="1184693"/>
                  </a:lnTo>
                  <a:lnTo>
                    <a:pt x="5292183" y="1154731"/>
                  </a:lnTo>
                  <a:lnTo>
                    <a:pt x="5292843" y="1106488"/>
                  </a:lnTo>
                  <a:lnTo>
                    <a:pt x="5293504" y="1105161"/>
                  </a:lnTo>
                  <a:lnTo>
                    <a:pt x="5294164" y="1096473"/>
                  </a:lnTo>
                  <a:lnTo>
                    <a:pt x="5294825" y="1090129"/>
                  </a:lnTo>
                  <a:lnTo>
                    <a:pt x="5295485" y="1104721"/>
                  </a:lnTo>
                  <a:lnTo>
                    <a:pt x="5296146" y="1152634"/>
                  </a:lnTo>
                  <a:lnTo>
                    <a:pt x="5296806" y="1187636"/>
                  </a:lnTo>
                  <a:lnTo>
                    <a:pt x="5297467" y="1239470"/>
                  </a:lnTo>
                  <a:lnTo>
                    <a:pt x="5298128" y="1251834"/>
                  </a:lnTo>
                  <a:lnTo>
                    <a:pt x="5298788" y="1223564"/>
                  </a:lnTo>
                  <a:lnTo>
                    <a:pt x="5299449" y="1174347"/>
                  </a:lnTo>
                  <a:lnTo>
                    <a:pt x="5300109" y="1117795"/>
                  </a:lnTo>
                  <a:lnTo>
                    <a:pt x="5300770" y="1079460"/>
                  </a:lnTo>
                  <a:lnTo>
                    <a:pt x="5301430" y="1078254"/>
                  </a:lnTo>
                  <a:lnTo>
                    <a:pt x="5302091" y="1094767"/>
                  </a:lnTo>
                  <a:lnTo>
                    <a:pt x="5302751" y="1075859"/>
                  </a:lnTo>
                  <a:lnTo>
                    <a:pt x="5303412" y="1032819"/>
                  </a:lnTo>
                  <a:lnTo>
                    <a:pt x="5304072" y="983804"/>
                  </a:lnTo>
                  <a:lnTo>
                    <a:pt x="5304733" y="956783"/>
                  </a:lnTo>
                  <a:lnTo>
                    <a:pt x="5305393" y="950606"/>
                  </a:lnTo>
                  <a:lnTo>
                    <a:pt x="5306054" y="978975"/>
                  </a:lnTo>
                  <a:lnTo>
                    <a:pt x="5306714" y="1030780"/>
                  </a:lnTo>
                  <a:lnTo>
                    <a:pt x="5307375" y="1120112"/>
                  </a:lnTo>
                  <a:lnTo>
                    <a:pt x="5308036" y="1194221"/>
                  </a:lnTo>
                  <a:lnTo>
                    <a:pt x="5308696" y="1209148"/>
                  </a:lnTo>
                  <a:lnTo>
                    <a:pt x="5309357" y="1173220"/>
                  </a:lnTo>
                  <a:lnTo>
                    <a:pt x="5310017" y="1129576"/>
                  </a:lnTo>
                  <a:lnTo>
                    <a:pt x="5310678" y="1102090"/>
                  </a:lnTo>
                  <a:lnTo>
                    <a:pt x="5311338" y="1085154"/>
                  </a:lnTo>
                  <a:lnTo>
                    <a:pt x="5311999" y="1110956"/>
                  </a:lnTo>
                  <a:lnTo>
                    <a:pt x="5312659" y="1149517"/>
                  </a:lnTo>
                  <a:lnTo>
                    <a:pt x="5313320" y="1209148"/>
                  </a:lnTo>
                  <a:lnTo>
                    <a:pt x="5313980" y="1250350"/>
                  </a:lnTo>
                  <a:lnTo>
                    <a:pt x="5314641" y="1281610"/>
                  </a:lnTo>
                  <a:lnTo>
                    <a:pt x="5315301" y="1281610"/>
                  </a:lnTo>
                  <a:lnTo>
                    <a:pt x="5315962" y="1298649"/>
                  </a:lnTo>
                  <a:lnTo>
                    <a:pt x="5316622" y="1281610"/>
                  </a:lnTo>
                  <a:lnTo>
                    <a:pt x="5317283" y="1250350"/>
                  </a:lnTo>
                  <a:lnTo>
                    <a:pt x="5317943" y="1251834"/>
                  </a:lnTo>
                  <a:lnTo>
                    <a:pt x="5318604" y="1223564"/>
                  </a:lnTo>
                  <a:lnTo>
                    <a:pt x="5319265" y="1163281"/>
                  </a:lnTo>
                  <a:lnTo>
                    <a:pt x="5319925" y="1132478"/>
                  </a:lnTo>
                  <a:lnTo>
                    <a:pt x="5320586" y="1122448"/>
                  </a:lnTo>
                  <a:lnTo>
                    <a:pt x="5321246" y="1094767"/>
                  </a:lnTo>
                  <a:lnTo>
                    <a:pt x="5321907" y="1062658"/>
                  </a:lnTo>
                  <a:lnTo>
                    <a:pt x="5322567" y="1070348"/>
                  </a:lnTo>
                  <a:lnTo>
                    <a:pt x="5323228" y="1055173"/>
                  </a:lnTo>
                  <a:lnTo>
                    <a:pt x="5323888" y="1048242"/>
                  </a:lnTo>
                  <a:lnTo>
                    <a:pt x="5324549" y="1048242"/>
                  </a:lnTo>
                  <a:lnTo>
                    <a:pt x="5325209" y="1066862"/>
                  </a:lnTo>
                  <a:lnTo>
                    <a:pt x="5325870" y="1090966"/>
                  </a:lnTo>
                  <a:lnTo>
                    <a:pt x="5326530" y="1146434"/>
                  </a:lnTo>
                  <a:lnTo>
                    <a:pt x="5327191" y="1190610"/>
                  </a:lnTo>
                  <a:lnTo>
                    <a:pt x="5327851" y="1243050"/>
                  </a:lnTo>
                  <a:lnTo>
                    <a:pt x="5328512" y="1316787"/>
                  </a:lnTo>
                  <a:lnTo>
                    <a:pt x="5329173" y="1357005"/>
                  </a:lnTo>
                  <a:lnTo>
                    <a:pt x="5329833" y="1403955"/>
                  </a:lnTo>
                  <a:lnTo>
                    <a:pt x="5330494" y="1430742"/>
                  </a:lnTo>
                  <a:lnTo>
                    <a:pt x="5331154" y="1430742"/>
                  </a:lnTo>
                  <a:lnTo>
                    <a:pt x="5331815" y="1430742"/>
                  </a:lnTo>
                  <a:lnTo>
                    <a:pt x="5332475" y="1430742"/>
                  </a:lnTo>
                  <a:lnTo>
                    <a:pt x="5333136" y="1430742"/>
                  </a:lnTo>
                  <a:lnTo>
                    <a:pt x="5333796" y="1430742"/>
                  </a:lnTo>
                  <a:lnTo>
                    <a:pt x="5334457" y="1430742"/>
                  </a:lnTo>
                  <a:lnTo>
                    <a:pt x="5335117" y="1430742"/>
                  </a:lnTo>
                  <a:lnTo>
                    <a:pt x="5335778" y="1430742"/>
                  </a:lnTo>
                  <a:lnTo>
                    <a:pt x="5336438" y="1430742"/>
                  </a:lnTo>
                  <a:lnTo>
                    <a:pt x="5337099" y="1430742"/>
                  </a:lnTo>
                  <a:lnTo>
                    <a:pt x="5337759" y="1430742"/>
                  </a:lnTo>
                  <a:lnTo>
                    <a:pt x="5338420" y="1430742"/>
                  </a:lnTo>
                  <a:lnTo>
                    <a:pt x="5339081" y="1403955"/>
                  </a:lnTo>
                  <a:lnTo>
                    <a:pt x="5339741" y="1336177"/>
                  </a:lnTo>
                  <a:lnTo>
                    <a:pt x="5340402" y="1281610"/>
                  </a:lnTo>
                  <a:lnTo>
                    <a:pt x="5341062" y="1265546"/>
                  </a:lnTo>
                  <a:lnTo>
                    <a:pt x="5341723" y="1250350"/>
                  </a:lnTo>
                  <a:lnTo>
                    <a:pt x="5342383" y="1265546"/>
                  </a:lnTo>
                  <a:lnTo>
                    <a:pt x="5343044" y="1298649"/>
                  </a:lnTo>
                  <a:lnTo>
                    <a:pt x="5343704" y="1316787"/>
                  </a:lnTo>
                  <a:lnTo>
                    <a:pt x="5344365" y="1271065"/>
                  </a:lnTo>
                  <a:lnTo>
                    <a:pt x="5345025" y="1255576"/>
                  </a:lnTo>
                  <a:lnTo>
                    <a:pt x="5345686" y="1240896"/>
                  </a:lnTo>
                  <a:lnTo>
                    <a:pt x="5346346" y="1255576"/>
                  </a:lnTo>
                  <a:lnTo>
                    <a:pt x="5347007" y="1287457"/>
                  </a:lnTo>
                  <a:lnTo>
                    <a:pt x="5347667" y="1357005"/>
                  </a:lnTo>
                  <a:lnTo>
                    <a:pt x="5348328" y="1403955"/>
                  </a:lnTo>
                  <a:lnTo>
                    <a:pt x="5348988" y="1392687"/>
                  </a:lnTo>
                  <a:lnTo>
                    <a:pt x="5349649" y="1347441"/>
                  </a:lnTo>
                  <a:lnTo>
                    <a:pt x="5350310" y="1327286"/>
                  </a:lnTo>
                  <a:lnTo>
                    <a:pt x="5350970" y="1327286"/>
                  </a:lnTo>
                  <a:lnTo>
                    <a:pt x="5351631" y="1286614"/>
                  </a:lnTo>
                  <a:lnTo>
                    <a:pt x="5352291" y="1246677"/>
                  </a:lnTo>
                  <a:lnTo>
                    <a:pt x="5352952" y="1218896"/>
                  </a:lnTo>
                  <a:lnTo>
                    <a:pt x="5353612" y="1218896"/>
                  </a:lnTo>
                  <a:lnTo>
                    <a:pt x="5354273" y="1184108"/>
                  </a:lnTo>
                  <a:lnTo>
                    <a:pt x="5354933" y="1096473"/>
                  </a:lnTo>
                  <a:lnTo>
                    <a:pt x="5355594" y="1030780"/>
                  </a:lnTo>
                  <a:lnTo>
                    <a:pt x="5356254" y="979539"/>
                  </a:lnTo>
                  <a:lnTo>
                    <a:pt x="5356915" y="952650"/>
                  </a:lnTo>
                  <a:lnTo>
                    <a:pt x="5357575" y="962036"/>
                  </a:lnTo>
                  <a:lnTo>
                    <a:pt x="5358236" y="1027749"/>
                  </a:lnTo>
                  <a:lnTo>
                    <a:pt x="5358896" y="1119183"/>
                  </a:lnTo>
                  <a:lnTo>
                    <a:pt x="5359557" y="1235935"/>
                  </a:lnTo>
                  <a:lnTo>
                    <a:pt x="5360218" y="1316787"/>
                  </a:lnTo>
                  <a:lnTo>
                    <a:pt x="5360878" y="1336177"/>
                  </a:lnTo>
                  <a:lnTo>
                    <a:pt x="5361539" y="1336177"/>
                  </a:lnTo>
                  <a:lnTo>
                    <a:pt x="5362199" y="1357005"/>
                  </a:lnTo>
                  <a:lnTo>
                    <a:pt x="5362860" y="1403955"/>
                  </a:lnTo>
                  <a:lnTo>
                    <a:pt x="5363520" y="1403955"/>
                  </a:lnTo>
                  <a:lnTo>
                    <a:pt x="5364181" y="1379501"/>
                  </a:lnTo>
                  <a:lnTo>
                    <a:pt x="5364841" y="1316787"/>
                  </a:lnTo>
                  <a:lnTo>
                    <a:pt x="5365502" y="1153680"/>
                  </a:lnTo>
                  <a:lnTo>
                    <a:pt x="5366162" y="1035561"/>
                  </a:lnTo>
                  <a:lnTo>
                    <a:pt x="5366823" y="955485"/>
                  </a:lnTo>
                  <a:lnTo>
                    <a:pt x="5367483" y="904028"/>
                  </a:lnTo>
                  <a:lnTo>
                    <a:pt x="5368144" y="871477"/>
                  </a:lnTo>
                  <a:lnTo>
                    <a:pt x="5368804" y="899747"/>
                  </a:lnTo>
                  <a:lnTo>
                    <a:pt x="5369465" y="949843"/>
                  </a:lnTo>
                  <a:lnTo>
                    <a:pt x="5370126" y="1009904"/>
                  </a:lnTo>
                  <a:lnTo>
                    <a:pt x="5370786" y="1072304"/>
                  </a:lnTo>
                  <a:lnTo>
                    <a:pt x="5371447" y="1123859"/>
                  </a:lnTo>
                  <a:lnTo>
                    <a:pt x="5372107" y="1141370"/>
                  </a:lnTo>
                  <a:lnTo>
                    <a:pt x="5372768" y="1147458"/>
                  </a:lnTo>
                  <a:lnTo>
                    <a:pt x="5373428" y="1166555"/>
                  </a:lnTo>
                  <a:lnTo>
                    <a:pt x="5374089" y="1177754"/>
                  </a:lnTo>
                  <a:lnTo>
                    <a:pt x="5374749" y="1204712"/>
                  </a:lnTo>
                  <a:lnTo>
                    <a:pt x="5375410" y="1192410"/>
                  </a:lnTo>
                  <a:lnTo>
                    <a:pt x="5376070" y="1187636"/>
                  </a:lnTo>
                  <a:lnTo>
                    <a:pt x="5376731" y="1176045"/>
                  </a:lnTo>
                  <a:lnTo>
                    <a:pt x="5377391" y="1176045"/>
                  </a:lnTo>
                  <a:lnTo>
                    <a:pt x="5378052" y="1196655"/>
                  </a:lnTo>
                  <a:lnTo>
                    <a:pt x="5378712" y="1250350"/>
                  </a:lnTo>
                  <a:lnTo>
                    <a:pt x="5379373" y="1281610"/>
                  </a:lnTo>
                  <a:lnTo>
                    <a:pt x="5380034" y="1265546"/>
                  </a:lnTo>
                  <a:lnTo>
                    <a:pt x="5380694" y="1209787"/>
                  </a:lnTo>
                  <a:lnTo>
                    <a:pt x="5381355" y="1133941"/>
                  </a:lnTo>
                  <a:lnTo>
                    <a:pt x="5382015" y="1088877"/>
                  </a:lnTo>
                  <a:lnTo>
                    <a:pt x="5382676" y="1088045"/>
                  </a:lnTo>
                  <a:lnTo>
                    <a:pt x="5383336" y="1105161"/>
                  </a:lnTo>
                  <a:lnTo>
                    <a:pt x="5383997" y="1132478"/>
                  </a:lnTo>
                  <a:lnTo>
                    <a:pt x="5384657" y="1195435"/>
                  </a:lnTo>
                  <a:lnTo>
                    <a:pt x="5385318" y="1234533"/>
                  </a:lnTo>
                  <a:lnTo>
                    <a:pt x="5385978" y="1222222"/>
                  </a:lnTo>
                  <a:lnTo>
                    <a:pt x="5386639" y="1235935"/>
                  </a:lnTo>
                  <a:lnTo>
                    <a:pt x="5387299" y="1228995"/>
                  </a:lnTo>
                  <a:lnTo>
                    <a:pt x="5387960" y="1205341"/>
                  </a:lnTo>
                  <a:lnTo>
                    <a:pt x="5388620" y="1170424"/>
                  </a:lnTo>
                  <a:lnTo>
                    <a:pt x="5389281" y="1119647"/>
                  </a:lnTo>
                  <a:lnTo>
                    <a:pt x="5389941" y="1093071"/>
                  </a:lnTo>
                  <a:lnTo>
                    <a:pt x="5390602" y="1115040"/>
                  </a:lnTo>
                  <a:lnTo>
                    <a:pt x="5391263" y="1152112"/>
                  </a:lnTo>
                  <a:lnTo>
                    <a:pt x="5391923" y="1196655"/>
                  </a:lnTo>
                  <a:lnTo>
                    <a:pt x="5392584" y="1265546"/>
                  </a:lnTo>
                  <a:lnTo>
                    <a:pt x="5393244" y="1316787"/>
                  </a:lnTo>
                  <a:lnTo>
                    <a:pt x="5393905" y="1316787"/>
                  </a:lnTo>
                  <a:lnTo>
                    <a:pt x="5394565" y="1281610"/>
                  </a:lnTo>
                  <a:lnTo>
                    <a:pt x="5395226" y="1250350"/>
                  </a:lnTo>
                  <a:lnTo>
                    <a:pt x="5395886" y="1220222"/>
                  </a:lnTo>
                  <a:lnTo>
                    <a:pt x="5396547" y="1182942"/>
                  </a:lnTo>
                  <a:lnTo>
                    <a:pt x="5397207" y="1171539"/>
                  </a:lnTo>
                  <a:lnTo>
                    <a:pt x="5397868" y="1182942"/>
                  </a:lnTo>
                  <a:lnTo>
                    <a:pt x="5398528" y="1220222"/>
                  </a:lnTo>
                  <a:lnTo>
                    <a:pt x="5399189" y="1281610"/>
                  </a:lnTo>
                  <a:lnTo>
                    <a:pt x="5399849" y="1357005"/>
                  </a:lnTo>
                  <a:lnTo>
                    <a:pt x="5400510" y="1403955"/>
                  </a:lnTo>
                  <a:lnTo>
                    <a:pt x="5401171" y="1403955"/>
                  </a:lnTo>
                  <a:lnTo>
                    <a:pt x="5401831" y="1357005"/>
                  </a:lnTo>
                  <a:lnTo>
                    <a:pt x="5402492" y="1281610"/>
                  </a:lnTo>
                  <a:lnTo>
                    <a:pt x="5403152" y="1243050"/>
                  </a:lnTo>
                  <a:lnTo>
                    <a:pt x="5403813" y="1202832"/>
                  </a:lnTo>
                  <a:lnTo>
                    <a:pt x="5404473" y="1146434"/>
                  </a:lnTo>
                  <a:lnTo>
                    <a:pt x="5405134" y="1117334"/>
                  </a:lnTo>
                  <a:lnTo>
                    <a:pt x="5405794" y="1124804"/>
                  </a:lnTo>
                  <a:lnTo>
                    <a:pt x="5406455" y="1139369"/>
                  </a:lnTo>
                  <a:lnTo>
                    <a:pt x="5407115" y="1170981"/>
                  </a:lnTo>
                  <a:lnTo>
                    <a:pt x="5407776" y="1247407"/>
                  </a:lnTo>
                  <a:lnTo>
                    <a:pt x="5408436" y="1332191"/>
                  </a:lnTo>
                  <a:lnTo>
                    <a:pt x="5409097" y="1403955"/>
                  </a:lnTo>
                  <a:lnTo>
                    <a:pt x="5409757" y="1430742"/>
                  </a:lnTo>
                  <a:lnTo>
                    <a:pt x="5410418" y="1430742"/>
                  </a:lnTo>
                  <a:lnTo>
                    <a:pt x="5411079" y="1403955"/>
                  </a:lnTo>
                  <a:lnTo>
                    <a:pt x="5411739" y="1357005"/>
                  </a:lnTo>
                  <a:lnTo>
                    <a:pt x="5412400" y="1316787"/>
                  </a:lnTo>
                  <a:lnTo>
                    <a:pt x="5413060" y="1281610"/>
                  </a:lnTo>
                  <a:lnTo>
                    <a:pt x="5413721" y="1265546"/>
                  </a:lnTo>
                  <a:lnTo>
                    <a:pt x="5414381" y="1281610"/>
                  </a:lnTo>
                  <a:lnTo>
                    <a:pt x="5415042" y="1316787"/>
                  </a:lnTo>
                  <a:lnTo>
                    <a:pt x="5415702" y="1357005"/>
                  </a:lnTo>
                  <a:lnTo>
                    <a:pt x="5416363" y="1379501"/>
                  </a:lnTo>
                  <a:lnTo>
                    <a:pt x="5417023" y="1357005"/>
                  </a:lnTo>
                  <a:lnTo>
                    <a:pt x="5417684" y="1336177"/>
                  </a:lnTo>
                  <a:lnTo>
                    <a:pt x="5418344" y="1336177"/>
                  </a:lnTo>
                  <a:lnTo>
                    <a:pt x="5419005" y="1336177"/>
                  </a:lnTo>
                  <a:lnTo>
                    <a:pt x="5419665" y="1357005"/>
                  </a:lnTo>
                  <a:lnTo>
                    <a:pt x="5420326" y="1403955"/>
                  </a:lnTo>
                  <a:lnTo>
                    <a:pt x="5420986" y="1430742"/>
                  </a:lnTo>
                  <a:lnTo>
                    <a:pt x="5421647" y="1430742"/>
                  </a:lnTo>
                  <a:lnTo>
                    <a:pt x="5422308" y="1430742"/>
                  </a:lnTo>
                  <a:lnTo>
                    <a:pt x="5422968" y="1403955"/>
                  </a:lnTo>
                  <a:lnTo>
                    <a:pt x="5423629" y="1379501"/>
                  </a:lnTo>
                  <a:lnTo>
                    <a:pt x="5424289" y="1357005"/>
                  </a:lnTo>
                  <a:lnTo>
                    <a:pt x="5424950" y="1336177"/>
                  </a:lnTo>
                  <a:lnTo>
                    <a:pt x="5425610" y="1336177"/>
                  </a:lnTo>
                  <a:lnTo>
                    <a:pt x="5426271" y="1357005"/>
                  </a:lnTo>
                  <a:lnTo>
                    <a:pt x="5426931" y="1379501"/>
                  </a:lnTo>
                  <a:lnTo>
                    <a:pt x="5427592" y="1403955"/>
                  </a:lnTo>
                  <a:lnTo>
                    <a:pt x="5428252" y="1430742"/>
                  </a:lnTo>
                  <a:lnTo>
                    <a:pt x="5428913" y="1430742"/>
                  </a:lnTo>
                  <a:lnTo>
                    <a:pt x="5429573" y="1430742"/>
                  </a:lnTo>
                  <a:lnTo>
                    <a:pt x="5430234" y="1430742"/>
                  </a:lnTo>
                  <a:lnTo>
                    <a:pt x="5430894" y="1430742"/>
                  </a:lnTo>
                  <a:lnTo>
                    <a:pt x="5431555" y="1430742"/>
                  </a:lnTo>
                  <a:lnTo>
                    <a:pt x="5432216" y="1430742"/>
                  </a:lnTo>
                  <a:lnTo>
                    <a:pt x="5432876" y="1430742"/>
                  </a:lnTo>
                  <a:lnTo>
                    <a:pt x="5433537" y="1430742"/>
                  </a:lnTo>
                  <a:lnTo>
                    <a:pt x="5434197" y="1430742"/>
                  </a:lnTo>
                  <a:lnTo>
                    <a:pt x="5434858" y="1430742"/>
                  </a:lnTo>
                  <a:lnTo>
                    <a:pt x="5435518" y="1430742"/>
                  </a:lnTo>
                  <a:lnTo>
                    <a:pt x="5436179" y="1430742"/>
                  </a:lnTo>
                  <a:lnTo>
                    <a:pt x="5436839" y="1430742"/>
                  </a:lnTo>
                  <a:lnTo>
                    <a:pt x="5437500" y="1430742"/>
                  </a:lnTo>
                  <a:lnTo>
                    <a:pt x="5438160" y="1403955"/>
                  </a:lnTo>
                  <a:lnTo>
                    <a:pt x="5438821" y="1357005"/>
                  </a:lnTo>
                  <a:lnTo>
                    <a:pt x="5439481" y="1322465"/>
                  </a:lnTo>
                  <a:lnTo>
                    <a:pt x="5440142" y="1303968"/>
                  </a:lnTo>
                  <a:lnTo>
                    <a:pt x="5440802" y="1286614"/>
                  </a:lnTo>
                  <a:lnTo>
                    <a:pt x="5441463" y="1286614"/>
                  </a:lnTo>
                  <a:lnTo>
                    <a:pt x="5442124" y="1303968"/>
                  </a:lnTo>
                  <a:lnTo>
                    <a:pt x="5442784" y="1316787"/>
                  </a:lnTo>
                  <a:lnTo>
                    <a:pt x="5443445" y="1336177"/>
                  </a:lnTo>
                  <a:lnTo>
                    <a:pt x="5444105" y="1357005"/>
                  </a:lnTo>
                  <a:lnTo>
                    <a:pt x="5444766" y="1379501"/>
                  </a:lnTo>
                  <a:lnTo>
                    <a:pt x="5445426" y="1403955"/>
                  </a:lnTo>
                  <a:lnTo>
                    <a:pt x="5446087" y="1430742"/>
                  </a:lnTo>
                  <a:lnTo>
                    <a:pt x="5446747" y="1430742"/>
                  </a:lnTo>
                  <a:lnTo>
                    <a:pt x="5447408" y="1430742"/>
                  </a:lnTo>
                  <a:lnTo>
                    <a:pt x="5448068" y="1403955"/>
                  </a:lnTo>
                  <a:lnTo>
                    <a:pt x="5448729" y="1379501"/>
                  </a:lnTo>
                  <a:lnTo>
                    <a:pt x="5449389" y="1357005"/>
                  </a:lnTo>
                  <a:lnTo>
                    <a:pt x="5450050" y="1316787"/>
                  </a:lnTo>
                  <a:lnTo>
                    <a:pt x="5450710" y="1281610"/>
                  </a:lnTo>
                  <a:lnTo>
                    <a:pt x="5451371" y="1281610"/>
                  </a:lnTo>
                  <a:lnTo>
                    <a:pt x="5452032" y="1281610"/>
                  </a:lnTo>
                  <a:lnTo>
                    <a:pt x="5452692" y="1298649"/>
                  </a:lnTo>
                  <a:lnTo>
                    <a:pt x="5453353" y="1336177"/>
                  </a:lnTo>
                  <a:lnTo>
                    <a:pt x="5454013" y="1379501"/>
                  </a:lnTo>
                  <a:lnTo>
                    <a:pt x="5454674" y="1403955"/>
                  </a:lnTo>
                  <a:lnTo>
                    <a:pt x="5455334" y="1430742"/>
                  </a:lnTo>
                  <a:lnTo>
                    <a:pt x="5455995" y="1430742"/>
                  </a:lnTo>
                  <a:lnTo>
                    <a:pt x="5456655" y="1430742"/>
                  </a:lnTo>
                  <a:lnTo>
                    <a:pt x="5457316" y="1430742"/>
                  </a:lnTo>
                  <a:lnTo>
                    <a:pt x="5457976" y="1430742"/>
                  </a:lnTo>
                  <a:lnTo>
                    <a:pt x="5458637" y="1430742"/>
                  </a:lnTo>
                  <a:lnTo>
                    <a:pt x="5459297" y="1430742"/>
                  </a:lnTo>
                  <a:lnTo>
                    <a:pt x="5459958" y="1430742"/>
                  </a:lnTo>
                  <a:lnTo>
                    <a:pt x="5460618" y="1357005"/>
                  </a:lnTo>
                  <a:lnTo>
                    <a:pt x="5461279" y="1281610"/>
                  </a:lnTo>
                  <a:lnTo>
                    <a:pt x="5461939" y="1241612"/>
                  </a:lnTo>
                  <a:lnTo>
                    <a:pt x="5462600" y="1227627"/>
                  </a:lnTo>
                  <a:lnTo>
                    <a:pt x="5463261" y="1227627"/>
                  </a:lnTo>
                  <a:lnTo>
                    <a:pt x="5463921" y="1271862"/>
                  </a:lnTo>
                  <a:lnTo>
                    <a:pt x="5464582" y="1344324"/>
                  </a:lnTo>
                  <a:lnTo>
                    <a:pt x="5465242" y="1403955"/>
                  </a:lnTo>
                  <a:lnTo>
                    <a:pt x="5465903" y="1430742"/>
                  </a:lnTo>
                  <a:lnTo>
                    <a:pt x="5466563" y="1430742"/>
                  </a:lnTo>
                  <a:lnTo>
                    <a:pt x="5467224" y="1430742"/>
                  </a:lnTo>
                  <a:lnTo>
                    <a:pt x="5467884" y="1403955"/>
                  </a:lnTo>
                  <a:lnTo>
                    <a:pt x="5468545" y="1357005"/>
                  </a:lnTo>
                  <a:lnTo>
                    <a:pt x="5469205" y="1316787"/>
                  </a:lnTo>
                  <a:lnTo>
                    <a:pt x="5469866" y="1298649"/>
                  </a:lnTo>
                  <a:lnTo>
                    <a:pt x="5470526" y="1298649"/>
                  </a:lnTo>
                  <a:lnTo>
                    <a:pt x="5471187" y="1298649"/>
                  </a:lnTo>
                  <a:lnTo>
                    <a:pt x="5471847" y="1298649"/>
                  </a:lnTo>
                  <a:lnTo>
                    <a:pt x="5472508" y="1281610"/>
                  </a:lnTo>
                  <a:lnTo>
                    <a:pt x="5473169" y="1250350"/>
                  </a:lnTo>
                  <a:lnTo>
                    <a:pt x="5473829" y="1232443"/>
                  </a:lnTo>
                  <a:lnTo>
                    <a:pt x="5474490" y="1246677"/>
                  </a:lnTo>
                  <a:lnTo>
                    <a:pt x="5475150" y="1261669"/>
                  </a:lnTo>
                  <a:lnTo>
                    <a:pt x="5475811" y="1277507"/>
                  </a:lnTo>
                  <a:lnTo>
                    <a:pt x="5476471" y="1312142"/>
                  </a:lnTo>
                  <a:lnTo>
                    <a:pt x="5477132" y="1336177"/>
                  </a:lnTo>
                  <a:lnTo>
                    <a:pt x="5477792" y="1336177"/>
                  </a:lnTo>
                  <a:lnTo>
                    <a:pt x="5478453" y="1357005"/>
                  </a:lnTo>
                  <a:lnTo>
                    <a:pt x="5479113" y="1379501"/>
                  </a:lnTo>
                  <a:lnTo>
                    <a:pt x="5479774" y="1357005"/>
                  </a:lnTo>
                  <a:lnTo>
                    <a:pt x="5480434" y="1298649"/>
                  </a:lnTo>
                  <a:lnTo>
                    <a:pt x="5481095" y="1250350"/>
                  </a:lnTo>
                  <a:lnTo>
                    <a:pt x="5481755" y="1190610"/>
                  </a:lnTo>
                  <a:lnTo>
                    <a:pt x="5482416" y="1146434"/>
                  </a:lnTo>
                  <a:lnTo>
                    <a:pt x="5483077" y="1146434"/>
                  </a:lnTo>
                  <a:lnTo>
                    <a:pt x="5483737" y="1175478"/>
                  </a:lnTo>
                  <a:lnTo>
                    <a:pt x="5484398" y="1211714"/>
                  </a:lnTo>
                  <a:lnTo>
                    <a:pt x="5485058" y="1260900"/>
                  </a:lnTo>
                  <a:lnTo>
                    <a:pt x="5485719" y="1311222"/>
                  </a:lnTo>
                  <a:lnTo>
                    <a:pt x="5486379" y="1301296"/>
                  </a:lnTo>
                  <a:lnTo>
                    <a:pt x="5487040" y="1242330"/>
                  </a:lnTo>
                  <a:lnTo>
                    <a:pt x="5487700" y="1202208"/>
                  </a:lnTo>
                  <a:lnTo>
                    <a:pt x="5488361" y="1190013"/>
                  </a:lnTo>
                  <a:lnTo>
                    <a:pt x="5489021" y="1190013"/>
                  </a:lnTo>
                  <a:lnTo>
                    <a:pt x="5489682" y="1187636"/>
                  </a:lnTo>
                  <a:lnTo>
                    <a:pt x="5490342" y="1225588"/>
                  </a:lnTo>
                  <a:lnTo>
                    <a:pt x="5491003" y="1254073"/>
                  </a:lnTo>
                  <a:lnTo>
                    <a:pt x="5491663" y="1269477"/>
                  </a:lnTo>
                  <a:lnTo>
                    <a:pt x="5492324" y="1269477"/>
                  </a:lnTo>
                  <a:lnTo>
                    <a:pt x="5492984" y="1281610"/>
                  </a:lnTo>
                  <a:lnTo>
                    <a:pt x="5493645" y="1281610"/>
                  </a:lnTo>
                  <a:lnTo>
                    <a:pt x="5494306" y="1281610"/>
                  </a:lnTo>
                  <a:lnTo>
                    <a:pt x="5494966" y="1298649"/>
                  </a:lnTo>
                  <a:lnTo>
                    <a:pt x="5495627" y="1332191"/>
                  </a:lnTo>
                  <a:lnTo>
                    <a:pt x="5496287" y="1352714"/>
                  </a:lnTo>
                  <a:lnTo>
                    <a:pt x="5496948" y="1313064"/>
                  </a:lnTo>
                  <a:lnTo>
                    <a:pt x="5497608" y="1278323"/>
                  </a:lnTo>
                  <a:lnTo>
                    <a:pt x="5498269" y="1247407"/>
                  </a:lnTo>
                  <a:lnTo>
                    <a:pt x="5498929" y="1235935"/>
                  </a:lnTo>
                  <a:lnTo>
                    <a:pt x="5499590" y="1222222"/>
                  </a:lnTo>
                  <a:lnTo>
                    <a:pt x="5500250" y="1250350"/>
                  </a:lnTo>
                  <a:lnTo>
                    <a:pt x="5500911" y="1298649"/>
                  </a:lnTo>
                  <a:lnTo>
                    <a:pt x="5501571" y="1336177"/>
                  </a:lnTo>
                  <a:lnTo>
                    <a:pt x="5502232" y="1357005"/>
                  </a:lnTo>
                  <a:lnTo>
                    <a:pt x="5502892" y="1403955"/>
                  </a:lnTo>
                  <a:lnTo>
                    <a:pt x="5503553" y="1430742"/>
                  </a:lnTo>
                  <a:lnTo>
                    <a:pt x="5504214" y="1430742"/>
                  </a:lnTo>
                  <a:lnTo>
                    <a:pt x="5504874" y="1430742"/>
                  </a:lnTo>
                  <a:lnTo>
                    <a:pt x="5505535" y="1430742"/>
                  </a:lnTo>
                  <a:lnTo>
                    <a:pt x="5506195" y="1403955"/>
                  </a:lnTo>
                  <a:lnTo>
                    <a:pt x="5506856" y="1369155"/>
                  </a:lnTo>
                  <a:lnTo>
                    <a:pt x="5507516" y="1327286"/>
                  </a:lnTo>
                  <a:lnTo>
                    <a:pt x="5508177" y="1308480"/>
                  </a:lnTo>
                  <a:lnTo>
                    <a:pt x="5508837" y="1308480"/>
                  </a:lnTo>
                  <a:lnTo>
                    <a:pt x="5509498" y="1327286"/>
                  </a:lnTo>
                  <a:lnTo>
                    <a:pt x="5510158" y="1357005"/>
                  </a:lnTo>
                  <a:lnTo>
                    <a:pt x="5510819" y="1403955"/>
                  </a:lnTo>
                  <a:lnTo>
                    <a:pt x="5511479" y="1430742"/>
                  </a:lnTo>
                  <a:lnTo>
                    <a:pt x="5512140" y="1430742"/>
                  </a:lnTo>
                  <a:lnTo>
                    <a:pt x="5512800" y="1403955"/>
                  </a:lnTo>
                  <a:lnTo>
                    <a:pt x="5513461" y="1379501"/>
                  </a:lnTo>
                  <a:lnTo>
                    <a:pt x="5514122" y="1357005"/>
                  </a:lnTo>
                  <a:lnTo>
                    <a:pt x="5514782" y="1336177"/>
                  </a:lnTo>
                  <a:lnTo>
                    <a:pt x="5515443" y="1298649"/>
                  </a:lnTo>
                  <a:lnTo>
                    <a:pt x="5516103" y="1281610"/>
                  </a:lnTo>
                  <a:lnTo>
                    <a:pt x="5516764" y="1281610"/>
                  </a:lnTo>
                  <a:lnTo>
                    <a:pt x="5517424" y="1298649"/>
                  </a:lnTo>
                  <a:lnTo>
                    <a:pt x="5518085" y="1316787"/>
                  </a:lnTo>
                  <a:lnTo>
                    <a:pt x="5518745" y="1357005"/>
                  </a:lnTo>
                  <a:lnTo>
                    <a:pt x="5519406" y="1403955"/>
                  </a:lnTo>
                  <a:lnTo>
                    <a:pt x="5520066" y="1430742"/>
                  </a:lnTo>
                  <a:lnTo>
                    <a:pt x="5520727" y="1430742"/>
                  </a:lnTo>
                  <a:lnTo>
                    <a:pt x="5521387" y="1430742"/>
                  </a:lnTo>
                  <a:lnTo>
                    <a:pt x="5522048" y="1403955"/>
                  </a:lnTo>
                  <a:lnTo>
                    <a:pt x="5522708" y="1357005"/>
                  </a:lnTo>
                  <a:lnTo>
                    <a:pt x="5523369" y="1316787"/>
                  </a:lnTo>
                  <a:lnTo>
                    <a:pt x="5524030" y="1316787"/>
                  </a:lnTo>
                  <a:lnTo>
                    <a:pt x="5524690" y="1316787"/>
                  </a:lnTo>
                  <a:lnTo>
                    <a:pt x="5525351" y="1336177"/>
                  </a:lnTo>
                  <a:lnTo>
                    <a:pt x="5526011" y="1379501"/>
                  </a:lnTo>
                  <a:lnTo>
                    <a:pt x="5526672" y="1430742"/>
                  </a:lnTo>
                  <a:lnTo>
                    <a:pt x="5527332" y="1430742"/>
                  </a:lnTo>
                  <a:lnTo>
                    <a:pt x="5527993" y="1430742"/>
                  </a:lnTo>
                  <a:lnTo>
                    <a:pt x="5528653" y="1430742"/>
                  </a:lnTo>
                  <a:lnTo>
                    <a:pt x="5529314" y="1430742"/>
                  </a:lnTo>
                  <a:lnTo>
                    <a:pt x="5529974" y="1430742"/>
                  </a:lnTo>
                  <a:lnTo>
                    <a:pt x="5530635" y="1430742"/>
                  </a:lnTo>
                  <a:lnTo>
                    <a:pt x="5531295" y="1430742"/>
                  </a:lnTo>
                  <a:lnTo>
                    <a:pt x="5531956" y="1430742"/>
                  </a:lnTo>
                  <a:lnTo>
                    <a:pt x="5532616" y="1430742"/>
                  </a:lnTo>
                  <a:lnTo>
                    <a:pt x="5533277" y="1430742"/>
                  </a:lnTo>
                  <a:lnTo>
                    <a:pt x="5533937" y="1403955"/>
                  </a:lnTo>
                  <a:lnTo>
                    <a:pt x="5534598" y="1357005"/>
                  </a:lnTo>
                  <a:lnTo>
                    <a:pt x="5535259" y="1336177"/>
                  </a:lnTo>
                  <a:lnTo>
                    <a:pt x="5535919" y="1336177"/>
                  </a:lnTo>
                  <a:lnTo>
                    <a:pt x="5536580" y="1336177"/>
                  </a:lnTo>
                  <a:lnTo>
                    <a:pt x="5537240" y="1357005"/>
                  </a:lnTo>
                  <a:lnTo>
                    <a:pt x="5537901" y="1403955"/>
                  </a:lnTo>
                  <a:lnTo>
                    <a:pt x="5538561" y="1430742"/>
                  </a:lnTo>
                  <a:lnTo>
                    <a:pt x="5539222" y="1430742"/>
                  </a:lnTo>
                  <a:lnTo>
                    <a:pt x="5539882" y="1430742"/>
                  </a:lnTo>
                  <a:lnTo>
                    <a:pt x="5540543" y="1403955"/>
                  </a:lnTo>
                  <a:lnTo>
                    <a:pt x="5541203" y="1379501"/>
                  </a:lnTo>
                  <a:lnTo>
                    <a:pt x="5541864" y="1336177"/>
                  </a:lnTo>
                  <a:lnTo>
                    <a:pt x="5542524" y="1316787"/>
                  </a:lnTo>
                  <a:lnTo>
                    <a:pt x="5543185" y="1316787"/>
                  </a:lnTo>
                  <a:lnTo>
                    <a:pt x="5543845" y="1316787"/>
                  </a:lnTo>
                  <a:lnTo>
                    <a:pt x="5544506" y="1306666"/>
                  </a:lnTo>
                  <a:lnTo>
                    <a:pt x="5545167" y="1306666"/>
                  </a:lnTo>
                  <a:lnTo>
                    <a:pt x="5545827" y="1306666"/>
                  </a:lnTo>
                  <a:lnTo>
                    <a:pt x="5546488" y="1306666"/>
                  </a:lnTo>
                  <a:lnTo>
                    <a:pt x="5547148" y="1325348"/>
                  </a:lnTo>
                  <a:lnTo>
                    <a:pt x="5547809" y="1357005"/>
                  </a:lnTo>
                  <a:lnTo>
                    <a:pt x="5548469" y="1403955"/>
                  </a:lnTo>
                  <a:lnTo>
                    <a:pt x="5549130" y="1403955"/>
                  </a:lnTo>
                  <a:lnTo>
                    <a:pt x="5549790" y="1379501"/>
                  </a:lnTo>
                  <a:lnTo>
                    <a:pt x="5550451" y="1357005"/>
                  </a:lnTo>
                  <a:lnTo>
                    <a:pt x="5551111" y="1336177"/>
                  </a:lnTo>
                  <a:lnTo>
                    <a:pt x="5551772" y="1336177"/>
                  </a:lnTo>
                  <a:lnTo>
                    <a:pt x="5552432" y="1357005"/>
                  </a:lnTo>
                  <a:lnTo>
                    <a:pt x="5553093" y="1379501"/>
                  </a:lnTo>
                  <a:lnTo>
                    <a:pt x="5553753" y="1403955"/>
                  </a:lnTo>
                  <a:lnTo>
                    <a:pt x="5554414" y="1430742"/>
                  </a:lnTo>
                  <a:lnTo>
                    <a:pt x="5555075" y="1430742"/>
                  </a:lnTo>
                  <a:lnTo>
                    <a:pt x="5555735" y="1430742"/>
                  </a:lnTo>
                  <a:lnTo>
                    <a:pt x="5556396" y="1363567"/>
                  </a:lnTo>
                  <a:lnTo>
                    <a:pt x="5557056" y="1303968"/>
                  </a:lnTo>
                  <a:lnTo>
                    <a:pt x="5557717" y="1270270"/>
                  </a:lnTo>
                  <a:lnTo>
                    <a:pt x="5558377" y="1254823"/>
                  </a:lnTo>
                  <a:lnTo>
                    <a:pt x="5559038" y="1240182"/>
                  </a:lnTo>
                  <a:lnTo>
                    <a:pt x="5559698" y="1281610"/>
                  </a:lnTo>
                  <a:lnTo>
                    <a:pt x="5560359" y="1336177"/>
                  </a:lnTo>
                  <a:lnTo>
                    <a:pt x="5561019" y="1379501"/>
                  </a:lnTo>
                  <a:lnTo>
                    <a:pt x="5561680" y="1403955"/>
                  </a:lnTo>
                  <a:lnTo>
                    <a:pt x="5562340" y="1426558"/>
                  </a:lnTo>
                  <a:lnTo>
                    <a:pt x="5563001" y="1353781"/>
                  </a:lnTo>
                  <a:lnTo>
                    <a:pt x="5563661" y="1296026"/>
                  </a:lnTo>
                  <a:lnTo>
                    <a:pt x="5564322" y="1279141"/>
                  </a:lnTo>
                  <a:lnTo>
                    <a:pt x="5564982" y="1263214"/>
                  </a:lnTo>
                  <a:lnTo>
                    <a:pt x="5565643" y="1250350"/>
                  </a:lnTo>
                  <a:lnTo>
                    <a:pt x="5566304" y="1265546"/>
                  </a:lnTo>
                  <a:lnTo>
                    <a:pt x="5566964" y="1281610"/>
                  </a:lnTo>
                  <a:lnTo>
                    <a:pt x="5567625" y="1281610"/>
                  </a:lnTo>
                  <a:lnTo>
                    <a:pt x="5568285" y="1298649"/>
                  </a:lnTo>
                  <a:lnTo>
                    <a:pt x="5568946" y="1316787"/>
                  </a:lnTo>
                  <a:lnTo>
                    <a:pt x="5569606" y="1357005"/>
                  </a:lnTo>
                  <a:lnTo>
                    <a:pt x="5570267" y="1403955"/>
                  </a:lnTo>
                  <a:lnTo>
                    <a:pt x="5570927" y="1430742"/>
                  </a:lnTo>
                  <a:lnTo>
                    <a:pt x="5571588" y="1430742"/>
                  </a:lnTo>
                  <a:lnTo>
                    <a:pt x="5572248" y="1430742"/>
                  </a:lnTo>
                  <a:lnTo>
                    <a:pt x="5572909" y="1357005"/>
                  </a:lnTo>
                  <a:lnTo>
                    <a:pt x="5573569" y="1278323"/>
                  </a:lnTo>
                  <a:lnTo>
                    <a:pt x="5574230" y="1233138"/>
                  </a:lnTo>
                  <a:lnTo>
                    <a:pt x="5574890" y="1206604"/>
                  </a:lnTo>
                  <a:lnTo>
                    <a:pt x="5575551" y="1206604"/>
                  </a:lnTo>
                  <a:lnTo>
                    <a:pt x="5576212" y="1247407"/>
                  </a:lnTo>
                  <a:lnTo>
                    <a:pt x="5576872" y="1316787"/>
                  </a:lnTo>
                  <a:lnTo>
                    <a:pt x="5577533" y="1379501"/>
                  </a:lnTo>
                  <a:lnTo>
                    <a:pt x="5578193" y="1430742"/>
                  </a:lnTo>
                  <a:lnTo>
                    <a:pt x="5578854" y="1430742"/>
                  </a:lnTo>
                  <a:lnTo>
                    <a:pt x="5579514" y="1430742"/>
                  </a:lnTo>
                  <a:lnTo>
                    <a:pt x="5580175" y="1430742"/>
                  </a:lnTo>
                  <a:lnTo>
                    <a:pt x="5580835" y="1430742"/>
                  </a:lnTo>
                  <a:lnTo>
                    <a:pt x="5581496" y="1430742"/>
                  </a:lnTo>
                  <a:lnTo>
                    <a:pt x="5582156" y="1430742"/>
                  </a:lnTo>
                  <a:lnTo>
                    <a:pt x="5582817" y="1430742"/>
                  </a:lnTo>
                  <a:lnTo>
                    <a:pt x="5583477" y="1430742"/>
                  </a:lnTo>
                  <a:lnTo>
                    <a:pt x="5584138" y="1430742"/>
                  </a:lnTo>
                  <a:lnTo>
                    <a:pt x="5584798" y="1430742"/>
                  </a:lnTo>
                  <a:lnTo>
                    <a:pt x="5585459" y="1430742"/>
                  </a:lnTo>
                  <a:lnTo>
                    <a:pt x="5586120" y="1430742"/>
                  </a:lnTo>
                  <a:lnTo>
                    <a:pt x="5586780" y="1430742"/>
                  </a:lnTo>
                  <a:lnTo>
                    <a:pt x="5587441" y="1430742"/>
                  </a:lnTo>
                  <a:lnTo>
                    <a:pt x="5588101" y="1430742"/>
                  </a:lnTo>
                  <a:lnTo>
                    <a:pt x="5588762" y="1430742"/>
                  </a:lnTo>
                  <a:lnTo>
                    <a:pt x="5589422" y="1403955"/>
                  </a:lnTo>
                  <a:lnTo>
                    <a:pt x="5590083" y="1357005"/>
                  </a:lnTo>
                  <a:lnTo>
                    <a:pt x="5590743" y="1336177"/>
                  </a:lnTo>
                  <a:lnTo>
                    <a:pt x="5591404" y="1316787"/>
                  </a:lnTo>
                  <a:lnTo>
                    <a:pt x="5592064" y="1298649"/>
                  </a:lnTo>
                  <a:lnTo>
                    <a:pt x="5592725" y="1281610"/>
                  </a:lnTo>
                  <a:lnTo>
                    <a:pt x="5593385" y="1289150"/>
                  </a:lnTo>
                  <a:lnTo>
                    <a:pt x="5594046" y="1306666"/>
                  </a:lnTo>
                  <a:lnTo>
                    <a:pt x="5594706" y="1325348"/>
                  </a:lnTo>
                  <a:lnTo>
                    <a:pt x="5595367" y="1345359"/>
                  </a:lnTo>
                  <a:lnTo>
                    <a:pt x="5596028" y="1390243"/>
                  </a:lnTo>
                  <a:lnTo>
                    <a:pt x="5596688" y="1430742"/>
                  </a:lnTo>
                  <a:lnTo>
                    <a:pt x="5597349" y="1430742"/>
                  </a:lnTo>
                  <a:lnTo>
                    <a:pt x="5598009" y="1430742"/>
                  </a:lnTo>
                  <a:lnTo>
                    <a:pt x="5598670" y="1403955"/>
                  </a:lnTo>
                  <a:lnTo>
                    <a:pt x="5599330" y="1357005"/>
                  </a:lnTo>
                  <a:lnTo>
                    <a:pt x="5599991" y="1330219"/>
                  </a:lnTo>
                  <a:lnTo>
                    <a:pt x="5600651" y="1330219"/>
                  </a:lnTo>
                  <a:lnTo>
                    <a:pt x="5601312" y="1330219"/>
                  </a:lnTo>
                  <a:lnTo>
                    <a:pt x="5601972" y="1330219"/>
                  </a:lnTo>
                  <a:lnTo>
                    <a:pt x="5602633" y="1330219"/>
                  </a:lnTo>
                  <a:lnTo>
                    <a:pt x="5603293" y="1336177"/>
                  </a:lnTo>
                  <a:lnTo>
                    <a:pt x="5603954" y="1336177"/>
                  </a:lnTo>
                  <a:lnTo>
                    <a:pt x="5604614" y="1336177"/>
                  </a:lnTo>
                  <a:lnTo>
                    <a:pt x="5605275" y="1357005"/>
                  </a:lnTo>
                  <a:lnTo>
                    <a:pt x="5605935" y="1403955"/>
                  </a:lnTo>
                  <a:lnTo>
                    <a:pt x="5606596" y="1430742"/>
                  </a:lnTo>
                  <a:lnTo>
                    <a:pt x="5607257" y="1430742"/>
                  </a:lnTo>
                  <a:lnTo>
                    <a:pt x="5607917" y="1379501"/>
                  </a:lnTo>
                  <a:lnTo>
                    <a:pt x="5608578" y="1336177"/>
                  </a:lnTo>
                  <a:lnTo>
                    <a:pt x="5609238" y="1316787"/>
                  </a:lnTo>
                  <a:lnTo>
                    <a:pt x="5609899" y="1281610"/>
                  </a:lnTo>
                  <a:lnTo>
                    <a:pt x="5610559" y="1222222"/>
                  </a:lnTo>
                  <a:lnTo>
                    <a:pt x="5611220" y="1220887"/>
                  </a:lnTo>
                  <a:lnTo>
                    <a:pt x="5611880" y="1215609"/>
                  </a:lnTo>
                  <a:lnTo>
                    <a:pt x="5612541" y="1190610"/>
                  </a:lnTo>
                  <a:lnTo>
                    <a:pt x="5613201" y="1190610"/>
                  </a:lnTo>
                  <a:lnTo>
                    <a:pt x="5613862" y="1214305"/>
                  </a:lnTo>
                  <a:lnTo>
                    <a:pt x="5614522" y="1190610"/>
                  </a:lnTo>
                  <a:lnTo>
                    <a:pt x="5615183" y="1161119"/>
                  </a:lnTo>
                  <a:lnTo>
                    <a:pt x="5615843" y="1161119"/>
                  </a:lnTo>
                  <a:lnTo>
                    <a:pt x="5616504" y="1161119"/>
                  </a:lnTo>
                  <a:lnTo>
                    <a:pt x="5617165" y="1162198"/>
                  </a:lnTo>
                  <a:lnTo>
                    <a:pt x="5617825" y="1196655"/>
                  </a:lnTo>
                  <a:lnTo>
                    <a:pt x="5618486" y="1265546"/>
                  </a:lnTo>
                  <a:lnTo>
                    <a:pt x="5619146" y="1316787"/>
                  </a:lnTo>
                  <a:lnTo>
                    <a:pt x="5619807" y="1357005"/>
                  </a:lnTo>
                  <a:lnTo>
                    <a:pt x="5620467" y="1403955"/>
                  </a:lnTo>
                  <a:lnTo>
                    <a:pt x="5621128" y="1403955"/>
                  </a:lnTo>
                  <a:lnTo>
                    <a:pt x="5621788" y="1379501"/>
                  </a:lnTo>
                  <a:lnTo>
                    <a:pt x="5622449" y="1357005"/>
                  </a:lnTo>
                  <a:lnTo>
                    <a:pt x="5623109" y="1336177"/>
                  </a:lnTo>
                  <a:lnTo>
                    <a:pt x="5623770" y="1336177"/>
                  </a:lnTo>
                  <a:lnTo>
                    <a:pt x="5624430" y="1357005"/>
                  </a:lnTo>
                  <a:lnTo>
                    <a:pt x="5625091" y="1379501"/>
                  </a:lnTo>
                  <a:lnTo>
                    <a:pt x="5625751" y="1379501"/>
                  </a:lnTo>
                  <a:lnTo>
                    <a:pt x="5626412" y="1342265"/>
                  </a:lnTo>
                  <a:lnTo>
                    <a:pt x="5627073" y="1270270"/>
                  </a:lnTo>
                  <a:lnTo>
                    <a:pt x="5627733" y="1240182"/>
                  </a:lnTo>
                  <a:lnTo>
                    <a:pt x="5628394" y="1240182"/>
                  </a:lnTo>
                  <a:lnTo>
                    <a:pt x="5629054" y="1254823"/>
                  </a:lnTo>
                  <a:lnTo>
                    <a:pt x="5629715" y="1298649"/>
                  </a:lnTo>
                  <a:lnTo>
                    <a:pt x="5630375" y="1379501"/>
                  </a:lnTo>
                  <a:lnTo>
                    <a:pt x="5631036" y="1430742"/>
                  </a:lnTo>
                  <a:lnTo>
                    <a:pt x="5631696" y="1430742"/>
                  </a:lnTo>
                  <a:lnTo>
                    <a:pt x="5632357" y="1430742"/>
                  </a:lnTo>
                  <a:lnTo>
                    <a:pt x="5633017" y="1430742"/>
                  </a:lnTo>
                  <a:lnTo>
                    <a:pt x="5633678" y="1403955"/>
                  </a:lnTo>
                  <a:lnTo>
                    <a:pt x="5634338" y="1357005"/>
                  </a:lnTo>
                  <a:lnTo>
                    <a:pt x="5634999" y="1336177"/>
                  </a:lnTo>
                  <a:lnTo>
                    <a:pt x="5635659" y="1298649"/>
                  </a:lnTo>
                  <a:lnTo>
                    <a:pt x="5636320" y="1233835"/>
                  </a:lnTo>
                  <a:lnTo>
                    <a:pt x="5636980" y="1194828"/>
                  </a:lnTo>
                  <a:lnTo>
                    <a:pt x="5637641" y="1182942"/>
                  </a:lnTo>
                  <a:lnTo>
                    <a:pt x="5638302" y="1182942"/>
                  </a:lnTo>
                  <a:lnTo>
                    <a:pt x="5638962" y="1207238"/>
                  </a:lnTo>
                  <a:lnTo>
                    <a:pt x="5639623" y="1265546"/>
                  </a:lnTo>
                  <a:lnTo>
                    <a:pt x="5640283" y="1336177"/>
                  </a:lnTo>
                  <a:lnTo>
                    <a:pt x="5640944" y="1403955"/>
                  </a:lnTo>
                  <a:lnTo>
                    <a:pt x="5641604" y="1430742"/>
                  </a:lnTo>
                  <a:lnTo>
                    <a:pt x="5642265" y="1430742"/>
                  </a:lnTo>
                  <a:lnTo>
                    <a:pt x="5642925" y="1403955"/>
                  </a:lnTo>
                  <a:lnTo>
                    <a:pt x="5643586" y="1379501"/>
                  </a:lnTo>
                  <a:lnTo>
                    <a:pt x="5644246" y="1336177"/>
                  </a:lnTo>
                  <a:lnTo>
                    <a:pt x="5644907" y="1316787"/>
                  </a:lnTo>
                  <a:lnTo>
                    <a:pt x="5645567" y="1298649"/>
                  </a:lnTo>
                  <a:lnTo>
                    <a:pt x="5646228" y="1300411"/>
                  </a:lnTo>
                  <a:lnTo>
                    <a:pt x="5646888" y="1300411"/>
                  </a:lnTo>
                  <a:lnTo>
                    <a:pt x="5647549" y="1300411"/>
                  </a:lnTo>
                  <a:lnTo>
                    <a:pt x="5648210" y="1300411"/>
                  </a:lnTo>
                  <a:lnTo>
                    <a:pt x="5648870" y="1318667"/>
                  </a:lnTo>
                  <a:lnTo>
                    <a:pt x="5649531" y="1336177"/>
                  </a:lnTo>
                  <a:lnTo>
                    <a:pt x="5650191" y="1357005"/>
                  </a:lnTo>
                  <a:lnTo>
                    <a:pt x="5650852" y="1403955"/>
                  </a:lnTo>
                  <a:lnTo>
                    <a:pt x="5651512" y="1430742"/>
                  </a:lnTo>
                  <a:lnTo>
                    <a:pt x="5652173" y="1430742"/>
                  </a:lnTo>
                  <a:lnTo>
                    <a:pt x="5652833" y="1403955"/>
                  </a:lnTo>
                  <a:lnTo>
                    <a:pt x="5653494" y="1379501"/>
                  </a:lnTo>
                  <a:lnTo>
                    <a:pt x="5654154" y="1357005"/>
                  </a:lnTo>
                  <a:lnTo>
                    <a:pt x="5654815" y="1336177"/>
                  </a:lnTo>
                  <a:lnTo>
                    <a:pt x="5655475" y="1336177"/>
                  </a:lnTo>
                  <a:lnTo>
                    <a:pt x="5656136" y="1357005"/>
                  </a:lnTo>
                  <a:lnTo>
                    <a:pt x="5656796" y="1379501"/>
                  </a:lnTo>
                  <a:lnTo>
                    <a:pt x="5657457" y="1403955"/>
                  </a:lnTo>
                  <a:lnTo>
                    <a:pt x="5658118" y="1430742"/>
                  </a:lnTo>
                  <a:lnTo>
                    <a:pt x="5658778" y="1430742"/>
                  </a:lnTo>
                  <a:lnTo>
                    <a:pt x="5659439" y="1407814"/>
                  </a:lnTo>
                  <a:lnTo>
                    <a:pt x="5660099" y="1360267"/>
                  </a:lnTo>
                  <a:lnTo>
                    <a:pt x="5660760" y="1319612"/>
                  </a:lnTo>
                  <a:lnTo>
                    <a:pt x="5661420" y="1284101"/>
                  </a:lnTo>
                  <a:lnTo>
                    <a:pt x="5662081" y="1267898"/>
                  </a:lnTo>
                  <a:lnTo>
                    <a:pt x="5662741" y="1265546"/>
                  </a:lnTo>
                  <a:lnTo>
                    <a:pt x="5663402" y="1281610"/>
                  </a:lnTo>
                  <a:lnTo>
                    <a:pt x="5664062" y="1310305"/>
                  </a:lnTo>
                  <a:lnTo>
                    <a:pt x="5664723" y="1349539"/>
                  </a:lnTo>
                  <a:lnTo>
                    <a:pt x="5665383" y="1371421"/>
                  </a:lnTo>
                  <a:lnTo>
                    <a:pt x="5666044" y="1395152"/>
                  </a:lnTo>
                  <a:lnTo>
                    <a:pt x="5666704" y="1421074"/>
                  </a:lnTo>
                  <a:lnTo>
                    <a:pt x="5667365" y="1430742"/>
                  </a:lnTo>
                  <a:lnTo>
                    <a:pt x="5668026" y="1430742"/>
                  </a:lnTo>
                  <a:lnTo>
                    <a:pt x="5668686" y="1403955"/>
                  </a:lnTo>
                  <a:lnTo>
                    <a:pt x="5669347" y="1322465"/>
                  </a:lnTo>
                  <a:lnTo>
                    <a:pt x="5670007" y="1270270"/>
                  </a:lnTo>
                  <a:lnTo>
                    <a:pt x="5670668" y="1240182"/>
                  </a:lnTo>
                  <a:lnTo>
                    <a:pt x="5671328" y="1240182"/>
                  </a:lnTo>
                  <a:lnTo>
                    <a:pt x="5671989" y="1254823"/>
                  </a:lnTo>
                  <a:lnTo>
                    <a:pt x="5672649" y="1316787"/>
                  </a:lnTo>
                  <a:lnTo>
                    <a:pt x="5673310" y="1379501"/>
                  </a:lnTo>
                  <a:lnTo>
                    <a:pt x="5673970" y="1430742"/>
                  </a:lnTo>
                  <a:lnTo>
                    <a:pt x="5674631" y="1430742"/>
                  </a:lnTo>
                  <a:lnTo>
                    <a:pt x="5675291" y="1430742"/>
                  </a:lnTo>
                  <a:lnTo>
                    <a:pt x="5675952" y="1430742"/>
                  </a:lnTo>
                  <a:lnTo>
                    <a:pt x="5676612" y="1430742"/>
                  </a:lnTo>
                  <a:lnTo>
                    <a:pt x="5677273" y="1430742"/>
                  </a:lnTo>
                  <a:lnTo>
                    <a:pt x="5677933" y="1430742"/>
                  </a:lnTo>
                  <a:lnTo>
                    <a:pt x="5678594" y="1430742"/>
                  </a:lnTo>
                  <a:lnTo>
                    <a:pt x="5679255" y="1430742"/>
                  </a:lnTo>
                  <a:lnTo>
                    <a:pt x="5679915" y="1430742"/>
                  </a:lnTo>
                  <a:lnTo>
                    <a:pt x="5680576" y="1430742"/>
                  </a:lnTo>
                  <a:lnTo>
                    <a:pt x="5681236" y="1430742"/>
                  </a:lnTo>
                  <a:lnTo>
                    <a:pt x="5681897" y="1430742"/>
                  </a:lnTo>
                  <a:lnTo>
                    <a:pt x="5682557" y="1403955"/>
                  </a:lnTo>
                  <a:lnTo>
                    <a:pt x="5683218" y="1357005"/>
                  </a:lnTo>
                  <a:lnTo>
                    <a:pt x="5683878" y="1336177"/>
                  </a:lnTo>
                  <a:lnTo>
                    <a:pt x="5684539" y="1336177"/>
                  </a:lnTo>
                  <a:lnTo>
                    <a:pt x="5685199" y="1336177"/>
                  </a:lnTo>
                  <a:lnTo>
                    <a:pt x="5685860" y="1357005"/>
                  </a:lnTo>
                  <a:lnTo>
                    <a:pt x="5686520" y="1403955"/>
                  </a:lnTo>
                  <a:lnTo>
                    <a:pt x="5687181" y="1425177"/>
                  </a:lnTo>
                  <a:lnTo>
                    <a:pt x="5687841" y="1352714"/>
                  </a:lnTo>
                  <a:lnTo>
                    <a:pt x="5688502" y="1295157"/>
                  </a:lnTo>
                  <a:lnTo>
                    <a:pt x="5689163" y="1233138"/>
                  </a:lnTo>
                  <a:lnTo>
                    <a:pt x="5689823" y="1182361"/>
                  </a:lnTo>
                  <a:lnTo>
                    <a:pt x="5690484" y="1151591"/>
                  </a:lnTo>
                  <a:lnTo>
                    <a:pt x="5691144" y="1162198"/>
                  </a:lnTo>
                  <a:lnTo>
                    <a:pt x="5691805" y="1162198"/>
                  </a:lnTo>
                  <a:lnTo>
                    <a:pt x="5692465" y="1184693"/>
                  </a:lnTo>
                  <a:lnTo>
                    <a:pt x="5693126" y="1235935"/>
                  </a:lnTo>
                  <a:lnTo>
                    <a:pt x="5693786" y="1281610"/>
                  </a:lnTo>
                  <a:lnTo>
                    <a:pt x="5694447" y="1316787"/>
                  </a:lnTo>
                  <a:lnTo>
                    <a:pt x="5695107" y="1379501"/>
                  </a:lnTo>
                  <a:lnTo>
                    <a:pt x="5695768" y="1430742"/>
                  </a:lnTo>
                  <a:lnTo>
                    <a:pt x="5696428" y="1430742"/>
                  </a:lnTo>
                  <a:lnTo>
                    <a:pt x="5697089" y="1430742"/>
                  </a:lnTo>
                  <a:lnTo>
                    <a:pt x="5697749" y="1430742"/>
                  </a:lnTo>
                  <a:lnTo>
                    <a:pt x="5698410" y="1430742"/>
                  </a:lnTo>
                  <a:lnTo>
                    <a:pt x="5699071" y="1430742"/>
                  </a:lnTo>
                  <a:lnTo>
                    <a:pt x="5699731" y="1430742"/>
                  </a:lnTo>
                  <a:lnTo>
                    <a:pt x="5700392" y="1430742"/>
                  </a:lnTo>
                  <a:lnTo>
                    <a:pt x="5701052" y="1402681"/>
                  </a:lnTo>
                  <a:lnTo>
                    <a:pt x="5701713" y="1355926"/>
                  </a:lnTo>
                  <a:lnTo>
                    <a:pt x="5702373" y="1335175"/>
                  </a:lnTo>
                  <a:lnTo>
                    <a:pt x="5703034" y="1335175"/>
                  </a:lnTo>
                  <a:lnTo>
                    <a:pt x="5703694" y="1335175"/>
                  </a:lnTo>
                  <a:lnTo>
                    <a:pt x="5704355" y="1357005"/>
                  </a:lnTo>
                  <a:lnTo>
                    <a:pt x="5705015" y="1403955"/>
                  </a:lnTo>
                  <a:lnTo>
                    <a:pt x="5705676" y="1430742"/>
                  </a:lnTo>
                  <a:lnTo>
                    <a:pt x="5706336" y="1430742"/>
                  </a:lnTo>
                  <a:lnTo>
                    <a:pt x="5706997" y="1430742"/>
                  </a:lnTo>
                  <a:lnTo>
                    <a:pt x="5707657" y="1430742"/>
                  </a:lnTo>
                  <a:lnTo>
                    <a:pt x="5708318" y="1430742"/>
                  </a:lnTo>
                  <a:lnTo>
                    <a:pt x="5708978" y="1430742"/>
                  </a:lnTo>
                  <a:lnTo>
                    <a:pt x="5709639" y="1430742"/>
                  </a:lnTo>
                  <a:lnTo>
                    <a:pt x="5710300" y="1409112"/>
                  </a:lnTo>
                  <a:lnTo>
                    <a:pt x="5710960" y="1384225"/>
                  </a:lnTo>
                  <a:lnTo>
                    <a:pt x="5711621" y="1361363"/>
                  </a:lnTo>
                  <a:lnTo>
                    <a:pt x="5712281" y="1340221"/>
                  </a:lnTo>
                  <a:lnTo>
                    <a:pt x="5712942" y="1320560"/>
                  </a:lnTo>
                  <a:lnTo>
                    <a:pt x="5713602" y="1336177"/>
                  </a:lnTo>
                  <a:lnTo>
                    <a:pt x="5714263" y="1357005"/>
                  </a:lnTo>
                  <a:lnTo>
                    <a:pt x="5714923" y="1379501"/>
                  </a:lnTo>
                  <a:lnTo>
                    <a:pt x="5715584" y="1403955"/>
                  </a:lnTo>
                  <a:lnTo>
                    <a:pt x="5716244" y="1430742"/>
                  </a:lnTo>
                  <a:lnTo>
                    <a:pt x="5716905" y="1430742"/>
                  </a:lnTo>
                  <a:lnTo>
                    <a:pt x="5717565" y="1430742"/>
                  </a:lnTo>
                  <a:lnTo>
                    <a:pt x="5718226" y="1430742"/>
                  </a:lnTo>
                  <a:lnTo>
                    <a:pt x="5718886" y="1430742"/>
                  </a:lnTo>
                  <a:lnTo>
                    <a:pt x="5719547" y="1430742"/>
                  </a:lnTo>
                  <a:lnTo>
                    <a:pt x="5720208" y="1403955"/>
                  </a:lnTo>
                  <a:lnTo>
                    <a:pt x="5720868" y="1379501"/>
                  </a:lnTo>
                  <a:lnTo>
                    <a:pt x="5721529" y="1354852"/>
                  </a:lnTo>
                  <a:lnTo>
                    <a:pt x="5722189" y="1334177"/>
                  </a:lnTo>
                  <a:lnTo>
                    <a:pt x="5722850" y="1314920"/>
                  </a:lnTo>
                  <a:lnTo>
                    <a:pt x="5723510" y="1334177"/>
                  </a:lnTo>
                  <a:lnTo>
                    <a:pt x="5724171" y="1336177"/>
                  </a:lnTo>
                  <a:lnTo>
                    <a:pt x="5724831" y="1318667"/>
                  </a:lnTo>
                  <a:lnTo>
                    <a:pt x="5725492" y="1300411"/>
                  </a:lnTo>
                  <a:lnTo>
                    <a:pt x="5726152" y="1318667"/>
                  </a:lnTo>
                  <a:lnTo>
                    <a:pt x="5726813" y="1318667"/>
                  </a:lnTo>
                  <a:lnTo>
                    <a:pt x="5727473" y="1336177"/>
                  </a:lnTo>
                  <a:lnTo>
                    <a:pt x="5728134" y="1379501"/>
                  </a:lnTo>
                  <a:lnTo>
                    <a:pt x="5728794" y="1430742"/>
                  </a:lnTo>
                  <a:lnTo>
                    <a:pt x="5729455" y="1430742"/>
                  </a:lnTo>
                  <a:lnTo>
                    <a:pt x="5730116" y="1430742"/>
                  </a:lnTo>
                  <a:lnTo>
                    <a:pt x="5730776" y="1430742"/>
                  </a:lnTo>
                  <a:lnTo>
                    <a:pt x="5731437" y="1430742"/>
                  </a:lnTo>
                  <a:lnTo>
                    <a:pt x="5732097" y="1430742"/>
                  </a:lnTo>
                  <a:lnTo>
                    <a:pt x="5732758" y="1430742"/>
                  </a:lnTo>
                  <a:lnTo>
                    <a:pt x="5733418" y="1430742"/>
                  </a:lnTo>
                  <a:lnTo>
                    <a:pt x="5734079" y="1430742"/>
                  </a:lnTo>
                  <a:lnTo>
                    <a:pt x="5734739" y="1403955"/>
                  </a:lnTo>
                  <a:lnTo>
                    <a:pt x="5735400" y="1357005"/>
                  </a:lnTo>
                  <a:lnTo>
                    <a:pt x="5736060" y="1316787"/>
                  </a:lnTo>
                  <a:lnTo>
                    <a:pt x="5736721" y="1298649"/>
                  </a:lnTo>
                  <a:lnTo>
                    <a:pt x="5737381" y="1281610"/>
                  </a:lnTo>
                  <a:lnTo>
                    <a:pt x="5738042" y="1265546"/>
                  </a:lnTo>
                  <a:lnTo>
                    <a:pt x="5738702" y="1281610"/>
                  </a:lnTo>
                  <a:lnTo>
                    <a:pt x="5739363" y="1316787"/>
                  </a:lnTo>
                  <a:lnTo>
                    <a:pt x="5740024" y="1336177"/>
                  </a:lnTo>
                  <a:lnTo>
                    <a:pt x="5740684" y="1357005"/>
                  </a:lnTo>
                  <a:lnTo>
                    <a:pt x="5741345" y="1403955"/>
                  </a:lnTo>
                  <a:lnTo>
                    <a:pt x="5742005" y="1430742"/>
                  </a:lnTo>
                  <a:lnTo>
                    <a:pt x="5742666" y="1430742"/>
                  </a:lnTo>
                  <a:lnTo>
                    <a:pt x="5743326" y="1430742"/>
                  </a:lnTo>
                  <a:lnTo>
                    <a:pt x="5743987" y="1430742"/>
                  </a:lnTo>
                  <a:lnTo>
                    <a:pt x="5744647" y="1430742"/>
                  </a:lnTo>
                  <a:lnTo>
                    <a:pt x="5745308" y="1430742"/>
                  </a:lnTo>
                  <a:lnTo>
                    <a:pt x="5745968" y="1430742"/>
                  </a:lnTo>
                  <a:lnTo>
                    <a:pt x="5746629" y="1430742"/>
                  </a:lnTo>
                  <a:lnTo>
                    <a:pt x="5747289" y="1430742"/>
                  </a:lnTo>
                  <a:lnTo>
                    <a:pt x="5747950" y="1430742"/>
                  </a:lnTo>
                  <a:lnTo>
                    <a:pt x="5748610" y="1430742"/>
                  </a:lnTo>
                  <a:lnTo>
                    <a:pt x="5749271" y="1430742"/>
                  </a:lnTo>
                  <a:lnTo>
                    <a:pt x="5749931" y="1430742"/>
                  </a:lnTo>
                  <a:lnTo>
                    <a:pt x="5750592" y="1430742"/>
                  </a:lnTo>
                  <a:lnTo>
                    <a:pt x="5751253" y="1430742"/>
                  </a:lnTo>
                  <a:lnTo>
                    <a:pt x="5751913" y="1430742"/>
                  </a:lnTo>
                  <a:lnTo>
                    <a:pt x="5752574" y="1379501"/>
                  </a:lnTo>
                  <a:lnTo>
                    <a:pt x="5753234" y="1316787"/>
                  </a:lnTo>
                  <a:lnTo>
                    <a:pt x="5753895" y="1265546"/>
                  </a:lnTo>
                  <a:lnTo>
                    <a:pt x="5754555" y="1209148"/>
                  </a:lnTo>
                  <a:lnTo>
                    <a:pt x="5755216" y="1181781"/>
                  </a:lnTo>
                  <a:lnTo>
                    <a:pt x="5755876" y="1181781"/>
                  </a:lnTo>
                  <a:lnTo>
                    <a:pt x="5756537" y="1205972"/>
                  </a:lnTo>
                  <a:lnTo>
                    <a:pt x="5757197" y="1246677"/>
                  </a:lnTo>
                  <a:lnTo>
                    <a:pt x="5757858" y="1312142"/>
                  </a:lnTo>
                  <a:lnTo>
                    <a:pt x="5758518" y="1357005"/>
                  </a:lnTo>
                  <a:lnTo>
                    <a:pt x="5759179" y="1403955"/>
                  </a:lnTo>
                  <a:lnTo>
                    <a:pt x="5759839" y="1430742"/>
                  </a:lnTo>
                  <a:lnTo>
                    <a:pt x="5760500" y="1430742"/>
                  </a:lnTo>
                  <a:lnTo>
                    <a:pt x="5761161" y="1430742"/>
                  </a:lnTo>
                  <a:lnTo>
                    <a:pt x="5761821" y="1430742"/>
                  </a:lnTo>
                  <a:lnTo>
                    <a:pt x="5762482" y="1430742"/>
                  </a:lnTo>
                  <a:lnTo>
                    <a:pt x="5763142" y="1430742"/>
                  </a:lnTo>
                  <a:lnTo>
                    <a:pt x="5763803" y="1430742"/>
                  </a:lnTo>
                  <a:lnTo>
                    <a:pt x="5764463" y="1430742"/>
                  </a:lnTo>
                  <a:lnTo>
                    <a:pt x="5765124" y="1403955"/>
                  </a:lnTo>
                  <a:lnTo>
                    <a:pt x="5765784" y="1357005"/>
                  </a:lnTo>
                  <a:lnTo>
                    <a:pt x="5766445" y="1327286"/>
                  </a:lnTo>
                  <a:lnTo>
                    <a:pt x="5767105" y="1290853"/>
                  </a:lnTo>
                  <a:lnTo>
                    <a:pt x="5767766" y="1258606"/>
                  </a:lnTo>
                  <a:lnTo>
                    <a:pt x="5768426" y="1258606"/>
                  </a:lnTo>
                  <a:lnTo>
                    <a:pt x="5769087" y="1290853"/>
                  </a:lnTo>
                  <a:lnTo>
                    <a:pt x="5769747" y="1316787"/>
                  </a:lnTo>
                  <a:lnTo>
                    <a:pt x="5770408" y="1357005"/>
                  </a:lnTo>
                  <a:lnTo>
                    <a:pt x="5771069" y="1403955"/>
                  </a:lnTo>
                  <a:lnTo>
                    <a:pt x="5771729" y="1430742"/>
                  </a:lnTo>
                  <a:lnTo>
                    <a:pt x="5772390" y="1430742"/>
                  </a:lnTo>
                  <a:lnTo>
                    <a:pt x="5773050" y="1430742"/>
                  </a:lnTo>
                  <a:lnTo>
                    <a:pt x="5773711" y="1430742"/>
                  </a:lnTo>
                  <a:lnTo>
                    <a:pt x="5774371" y="1430742"/>
                  </a:lnTo>
                  <a:lnTo>
                    <a:pt x="5775032" y="1430742"/>
                  </a:lnTo>
                  <a:lnTo>
                    <a:pt x="5775692" y="1403955"/>
                  </a:lnTo>
                  <a:lnTo>
                    <a:pt x="5776353" y="1357005"/>
                  </a:lnTo>
                  <a:lnTo>
                    <a:pt x="5777013" y="1316787"/>
                  </a:lnTo>
                  <a:lnTo>
                    <a:pt x="5777674" y="1265546"/>
                  </a:lnTo>
                  <a:lnTo>
                    <a:pt x="5778334" y="1184693"/>
                  </a:lnTo>
                  <a:lnTo>
                    <a:pt x="5778995" y="1095193"/>
                  </a:lnTo>
                  <a:lnTo>
                    <a:pt x="5779655" y="1048242"/>
                  </a:lnTo>
                  <a:lnTo>
                    <a:pt x="5780316" y="1027414"/>
                  </a:lnTo>
                  <a:lnTo>
                    <a:pt x="5780976" y="1034187"/>
                  </a:lnTo>
                  <a:lnTo>
                    <a:pt x="5781637" y="1070738"/>
                  </a:lnTo>
                  <a:lnTo>
                    <a:pt x="5782298" y="1158439"/>
                  </a:lnTo>
                  <a:lnTo>
                    <a:pt x="5782958" y="1245220"/>
                  </a:lnTo>
                  <a:lnTo>
                    <a:pt x="5783619" y="1310305"/>
                  </a:lnTo>
                  <a:lnTo>
                    <a:pt x="5784279" y="1329238"/>
                  </a:lnTo>
                  <a:lnTo>
                    <a:pt x="5784940" y="1349539"/>
                  </a:lnTo>
                  <a:lnTo>
                    <a:pt x="5785600" y="1357005"/>
                  </a:lnTo>
                  <a:lnTo>
                    <a:pt x="5786261" y="1379501"/>
                  </a:lnTo>
                  <a:lnTo>
                    <a:pt x="5786921" y="1403955"/>
                  </a:lnTo>
                  <a:lnTo>
                    <a:pt x="5787582" y="1430742"/>
                  </a:lnTo>
                  <a:lnTo>
                    <a:pt x="5788242" y="1430742"/>
                  </a:lnTo>
                  <a:lnTo>
                    <a:pt x="5788903" y="1430742"/>
                  </a:lnTo>
                  <a:lnTo>
                    <a:pt x="5789563" y="1430742"/>
                  </a:lnTo>
                  <a:lnTo>
                    <a:pt x="5790224" y="1430742"/>
                  </a:lnTo>
                  <a:lnTo>
                    <a:pt x="5790884" y="1430742"/>
                  </a:lnTo>
                  <a:lnTo>
                    <a:pt x="5791545" y="1430742"/>
                  </a:lnTo>
                  <a:lnTo>
                    <a:pt x="5792206" y="1430742"/>
                  </a:lnTo>
                  <a:lnTo>
                    <a:pt x="5792866" y="1430742"/>
                  </a:lnTo>
                  <a:lnTo>
                    <a:pt x="5793527" y="1430742"/>
                  </a:lnTo>
                  <a:lnTo>
                    <a:pt x="5794187" y="1430742"/>
                  </a:lnTo>
                  <a:lnTo>
                    <a:pt x="5794848" y="1430742"/>
                  </a:lnTo>
                  <a:lnTo>
                    <a:pt x="5795508" y="1430742"/>
                  </a:lnTo>
                  <a:lnTo>
                    <a:pt x="5796169" y="1430742"/>
                  </a:lnTo>
                  <a:lnTo>
                    <a:pt x="5796829" y="1430742"/>
                  </a:lnTo>
                  <a:lnTo>
                    <a:pt x="5797490" y="1403955"/>
                  </a:lnTo>
                  <a:lnTo>
                    <a:pt x="5798150" y="1379501"/>
                  </a:lnTo>
                  <a:lnTo>
                    <a:pt x="5798811" y="1374856"/>
                  </a:lnTo>
                  <a:lnTo>
                    <a:pt x="5799471" y="1352714"/>
                  </a:lnTo>
                  <a:lnTo>
                    <a:pt x="5800132" y="1332191"/>
                  </a:lnTo>
                  <a:lnTo>
                    <a:pt x="5800792" y="1352714"/>
                  </a:lnTo>
                  <a:lnTo>
                    <a:pt x="5801453" y="1374856"/>
                  </a:lnTo>
                  <a:lnTo>
                    <a:pt x="5802114" y="1379501"/>
                  </a:lnTo>
                  <a:lnTo>
                    <a:pt x="5802774" y="1403955"/>
                  </a:lnTo>
                  <a:lnTo>
                    <a:pt x="5803435" y="1430742"/>
                  </a:lnTo>
                  <a:lnTo>
                    <a:pt x="5804095" y="1430742"/>
                  </a:lnTo>
                  <a:lnTo>
                    <a:pt x="5804756" y="1430742"/>
                  </a:lnTo>
                  <a:lnTo>
                    <a:pt x="5805416" y="1430742"/>
                  </a:lnTo>
                  <a:lnTo>
                    <a:pt x="5806077" y="1430742"/>
                  </a:lnTo>
                  <a:lnTo>
                    <a:pt x="5806737" y="1430742"/>
                  </a:lnTo>
                  <a:lnTo>
                    <a:pt x="5807398" y="1430742"/>
                  </a:lnTo>
                  <a:lnTo>
                    <a:pt x="5808058" y="1430742"/>
                  </a:lnTo>
                  <a:lnTo>
                    <a:pt x="5808719" y="1403955"/>
                  </a:lnTo>
                  <a:lnTo>
                    <a:pt x="5809379" y="1357005"/>
                  </a:lnTo>
                  <a:lnTo>
                    <a:pt x="5810040" y="1281610"/>
                  </a:lnTo>
                  <a:lnTo>
                    <a:pt x="5810700" y="1250350"/>
                  </a:lnTo>
                  <a:lnTo>
                    <a:pt x="5811361" y="1250350"/>
                  </a:lnTo>
                  <a:lnTo>
                    <a:pt x="5812022" y="1265546"/>
                  </a:lnTo>
                  <a:lnTo>
                    <a:pt x="5812682" y="1281610"/>
                  </a:lnTo>
                  <a:lnTo>
                    <a:pt x="5813343" y="1316787"/>
                  </a:lnTo>
                  <a:lnTo>
                    <a:pt x="5814003" y="1318667"/>
                  </a:lnTo>
                  <a:lnTo>
                    <a:pt x="5814664" y="1300411"/>
                  </a:lnTo>
                  <a:lnTo>
                    <a:pt x="5815324" y="1251834"/>
                  </a:lnTo>
                  <a:lnTo>
                    <a:pt x="5815985" y="1211071"/>
                  </a:lnTo>
                  <a:lnTo>
                    <a:pt x="5816645" y="1186455"/>
                  </a:lnTo>
                  <a:lnTo>
                    <a:pt x="5817306" y="1162739"/>
                  </a:lnTo>
                  <a:lnTo>
                    <a:pt x="5817966" y="1131992"/>
                  </a:lnTo>
                  <a:lnTo>
                    <a:pt x="5818627" y="1141872"/>
                  </a:lnTo>
                  <a:lnTo>
                    <a:pt x="5819287" y="1159508"/>
                  </a:lnTo>
                  <a:lnTo>
                    <a:pt x="5819948" y="1193616"/>
                  </a:lnTo>
                  <a:lnTo>
                    <a:pt x="5820608" y="1232443"/>
                  </a:lnTo>
                  <a:lnTo>
                    <a:pt x="5821269" y="1294291"/>
                  </a:lnTo>
                  <a:lnTo>
                    <a:pt x="5821929" y="1331203"/>
                  </a:lnTo>
                  <a:lnTo>
                    <a:pt x="5822590" y="1379501"/>
                  </a:lnTo>
                  <a:lnTo>
                    <a:pt x="5823251" y="1403955"/>
                  </a:lnTo>
                  <a:lnTo>
                    <a:pt x="5823911" y="1403955"/>
                  </a:lnTo>
                  <a:lnTo>
                    <a:pt x="5824572" y="1379501"/>
                  </a:lnTo>
                  <a:lnTo>
                    <a:pt x="5825232" y="1345359"/>
                  </a:lnTo>
                  <a:lnTo>
                    <a:pt x="5825893" y="1306666"/>
                  </a:lnTo>
                  <a:lnTo>
                    <a:pt x="5826553" y="1272661"/>
                  </a:lnTo>
                  <a:lnTo>
                    <a:pt x="5827214" y="1257087"/>
                  </a:lnTo>
                  <a:lnTo>
                    <a:pt x="5827874" y="1257087"/>
                  </a:lnTo>
                  <a:lnTo>
                    <a:pt x="5828535" y="1281610"/>
                  </a:lnTo>
                  <a:lnTo>
                    <a:pt x="5829195" y="1316787"/>
                  </a:lnTo>
                  <a:lnTo>
                    <a:pt x="5829856" y="1336177"/>
                  </a:lnTo>
                  <a:lnTo>
                    <a:pt x="5830516" y="1316787"/>
                  </a:lnTo>
                  <a:lnTo>
                    <a:pt x="5831177" y="1274267"/>
                  </a:lnTo>
                  <a:lnTo>
                    <a:pt x="5831837" y="1229681"/>
                  </a:lnTo>
                  <a:lnTo>
                    <a:pt x="5832498" y="1216263"/>
                  </a:lnTo>
                  <a:lnTo>
                    <a:pt x="5833159" y="1216263"/>
                  </a:lnTo>
                  <a:lnTo>
                    <a:pt x="5833819" y="1243772"/>
                  </a:lnTo>
                  <a:lnTo>
                    <a:pt x="5834480" y="1281610"/>
                  </a:lnTo>
                  <a:lnTo>
                    <a:pt x="5835140" y="1316787"/>
                  </a:lnTo>
                  <a:lnTo>
                    <a:pt x="5835801" y="1336177"/>
                  </a:lnTo>
                  <a:lnTo>
                    <a:pt x="5836461" y="1357005"/>
                  </a:lnTo>
                  <a:lnTo>
                    <a:pt x="5837122" y="1379501"/>
                  </a:lnTo>
                  <a:lnTo>
                    <a:pt x="5837782" y="1403955"/>
                  </a:lnTo>
                  <a:lnTo>
                    <a:pt x="5838443" y="1430742"/>
                  </a:lnTo>
                  <a:lnTo>
                    <a:pt x="5839103" y="1430742"/>
                  </a:lnTo>
                  <a:lnTo>
                    <a:pt x="5839764" y="1430742"/>
                  </a:lnTo>
                  <a:lnTo>
                    <a:pt x="5840424" y="1430742"/>
                  </a:lnTo>
                  <a:lnTo>
                    <a:pt x="5841085" y="1430742"/>
                  </a:lnTo>
                  <a:lnTo>
                    <a:pt x="5841745" y="1430742"/>
                  </a:lnTo>
                  <a:lnTo>
                    <a:pt x="5842406" y="1430742"/>
                  </a:lnTo>
                  <a:lnTo>
                    <a:pt x="5843067" y="1430742"/>
                  </a:lnTo>
                  <a:lnTo>
                    <a:pt x="5843727" y="1430742"/>
                  </a:lnTo>
                  <a:lnTo>
                    <a:pt x="5844388" y="1430742"/>
                  </a:lnTo>
                  <a:lnTo>
                    <a:pt x="5845048" y="1403955"/>
                  </a:lnTo>
                  <a:lnTo>
                    <a:pt x="5845709" y="1316787"/>
                  </a:lnTo>
                  <a:lnTo>
                    <a:pt x="5846369" y="1235935"/>
                  </a:lnTo>
                  <a:lnTo>
                    <a:pt x="5847030" y="1184693"/>
                  </a:lnTo>
                  <a:lnTo>
                    <a:pt x="5847690" y="1141370"/>
                  </a:lnTo>
                  <a:lnTo>
                    <a:pt x="5848351" y="1131507"/>
                  </a:lnTo>
                  <a:lnTo>
                    <a:pt x="5849011" y="1162198"/>
                  </a:lnTo>
                  <a:lnTo>
                    <a:pt x="5849672" y="1222222"/>
                  </a:lnTo>
                  <a:lnTo>
                    <a:pt x="5850332" y="1281610"/>
                  </a:lnTo>
                  <a:lnTo>
                    <a:pt x="5850993" y="1357005"/>
                  </a:lnTo>
                  <a:lnTo>
                    <a:pt x="5851653" y="1403955"/>
                  </a:lnTo>
                  <a:lnTo>
                    <a:pt x="5852314" y="1379501"/>
                  </a:lnTo>
                  <a:lnTo>
                    <a:pt x="5852974" y="1336177"/>
                  </a:lnTo>
                  <a:lnTo>
                    <a:pt x="5853635" y="1292567"/>
                  </a:lnTo>
                  <a:lnTo>
                    <a:pt x="5854296" y="1260134"/>
                  </a:lnTo>
                  <a:lnTo>
                    <a:pt x="5854956" y="1245220"/>
                  </a:lnTo>
                  <a:lnTo>
                    <a:pt x="5855617" y="1275883"/>
                  </a:lnTo>
                  <a:lnTo>
                    <a:pt x="5856277" y="1310305"/>
                  </a:lnTo>
                  <a:lnTo>
                    <a:pt x="5856938" y="1357005"/>
                  </a:lnTo>
                  <a:lnTo>
                    <a:pt x="5857598" y="1403955"/>
                  </a:lnTo>
                  <a:lnTo>
                    <a:pt x="5858259" y="1430742"/>
                  </a:lnTo>
                  <a:lnTo>
                    <a:pt x="5858919" y="1430742"/>
                  </a:lnTo>
                  <a:lnTo>
                    <a:pt x="5859580" y="1430742"/>
                  </a:lnTo>
                  <a:lnTo>
                    <a:pt x="5860240" y="1430742"/>
                  </a:lnTo>
                  <a:lnTo>
                    <a:pt x="5860901" y="1430742"/>
                  </a:lnTo>
                  <a:lnTo>
                    <a:pt x="5861561" y="1430742"/>
                  </a:lnTo>
                  <a:lnTo>
                    <a:pt x="5862222" y="1430742"/>
                  </a:lnTo>
                  <a:lnTo>
                    <a:pt x="5862882" y="1430742"/>
                  </a:lnTo>
                  <a:lnTo>
                    <a:pt x="5863543" y="1430742"/>
                  </a:lnTo>
                  <a:lnTo>
                    <a:pt x="5864204" y="1430742"/>
                  </a:lnTo>
                  <a:lnTo>
                    <a:pt x="5864864" y="1430742"/>
                  </a:lnTo>
                  <a:lnTo>
                    <a:pt x="5865525" y="1430742"/>
                  </a:lnTo>
                  <a:lnTo>
                    <a:pt x="5866185" y="1430742"/>
                  </a:lnTo>
                  <a:lnTo>
                    <a:pt x="5866846" y="1430742"/>
                  </a:lnTo>
                  <a:lnTo>
                    <a:pt x="5867506" y="1430742"/>
                  </a:lnTo>
                  <a:lnTo>
                    <a:pt x="5868167" y="1430742"/>
                  </a:lnTo>
                  <a:lnTo>
                    <a:pt x="5868827" y="1430742"/>
                  </a:lnTo>
                  <a:lnTo>
                    <a:pt x="5869488" y="1403955"/>
                  </a:lnTo>
                  <a:lnTo>
                    <a:pt x="5870148" y="1357005"/>
                  </a:lnTo>
                  <a:lnTo>
                    <a:pt x="5870809" y="1336177"/>
                  </a:lnTo>
                  <a:lnTo>
                    <a:pt x="5871469" y="1316787"/>
                  </a:lnTo>
                  <a:lnTo>
                    <a:pt x="5872130" y="1316787"/>
                  </a:lnTo>
                  <a:lnTo>
                    <a:pt x="5872790" y="1336177"/>
                  </a:lnTo>
                  <a:lnTo>
                    <a:pt x="5873451" y="1379501"/>
                  </a:lnTo>
                  <a:lnTo>
                    <a:pt x="5874112" y="1403955"/>
                  </a:lnTo>
                  <a:lnTo>
                    <a:pt x="5874772" y="1430742"/>
                  </a:lnTo>
                  <a:lnTo>
                    <a:pt x="5875433" y="1430742"/>
                  </a:lnTo>
                  <a:lnTo>
                    <a:pt x="5876093" y="1430742"/>
                  </a:lnTo>
                  <a:lnTo>
                    <a:pt x="5876754" y="1430742"/>
                  </a:lnTo>
                  <a:lnTo>
                    <a:pt x="5877414" y="1430742"/>
                  </a:lnTo>
                  <a:lnTo>
                    <a:pt x="5878075" y="1430742"/>
                  </a:lnTo>
                  <a:lnTo>
                    <a:pt x="5878735" y="1403955"/>
                  </a:lnTo>
                  <a:lnTo>
                    <a:pt x="5879396" y="1357005"/>
                  </a:lnTo>
                  <a:lnTo>
                    <a:pt x="5880056" y="1336177"/>
                  </a:lnTo>
                  <a:lnTo>
                    <a:pt x="5880717" y="1336177"/>
                  </a:lnTo>
                  <a:lnTo>
                    <a:pt x="5881377" y="1336177"/>
                  </a:lnTo>
                  <a:lnTo>
                    <a:pt x="5882038" y="1357005"/>
                  </a:lnTo>
                  <a:lnTo>
                    <a:pt x="5882698" y="1403955"/>
                  </a:lnTo>
                  <a:lnTo>
                    <a:pt x="5883359" y="1430742"/>
                  </a:lnTo>
                  <a:lnTo>
                    <a:pt x="5884020" y="1430742"/>
                  </a:lnTo>
                  <a:lnTo>
                    <a:pt x="5884680" y="1430742"/>
                  </a:lnTo>
                  <a:lnTo>
                    <a:pt x="5885341" y="1430742"/>
                  </a:lnTo>
                  <a:lnTo>
                    <a:pt x="5886001" y="1430742"/>
                  </a:lnTo>
                  <a:lnTo>
                    <a:pt x="5886662" y="1430742"/>
                  </a:lnTo>
                  <a:lnTo>
                    <a:pt x="5887322" y="1430742"/>
                  </a:lnTo>
                  <a:lnTo>
                    <a:pt x="5887983" y="1430742"/>
                  </a:lnTo>
                  <a:lnTo>
                    <a:pt x="5888643" y="1430742"/>
                  </a:lnTo>
                  <a:lnTo>
                    <a:pt x="5889304" y="1430742"/>
                  </a:lnTo>
                  <a:lnTo>
                    <a:pt x="5889964" y="1430742"/>
                  </a:lnTo>
                  <a:lnTo>
                    <a:pt x="5890625" y="1430742"/>
                  </a:lnTo>
                  <a:lnTo>
                    <a:pt x="5891285" y="1430742"/>
                  </a:lnTo>
                  <a:lnTo>
                    <a:pt x="5891946" y="1430742"/>
                  </a:lnTo>
                  <a:lnTo>
                    <a:pt x="5892606" y="1430742"/>
                  </a:lnTo>
                  <a:lnTo>
                    <a:pt x="5893267" y="1430742"/>
                  </a:lnTo>
                  <a:lnTo>
                    <a:pt x="5893927" y="1430742"/>
                  </a:lnTo>
                  <a:lnTo>
                    <a:pt x="5894588" y="1430742"/>
                  </a:lnTo>
                  <a:lnTo>
                    <a:pt x="5895249" y="1430742"/>
                  </a:lnTo>
                  <a:lnTo>
                    <a:pt x="5895909" y="1430742"/>
                  </a:lnTo>
                  <a:lnTo>
                    <a:pt x="5896570" y="1430742"/>
                  </a:lnTo>
                  <a:lnTo>
                    <a:pt x="5897230" y="1403955"/>
                  </a:lnTo>
                  <a:lnTo>
                    <a:pt x="5897891" y="1357005"/>
                  </a:lnTo>
                  <a:lnTo>
                    <a:pt x="5898551" y="1336177"/>
                  </a:lnTo>
                  <a:lnTo>
                    <a:pt x="5899212" y="1336177"/>
                  </a:lnTo>
                  <a:lnTo>
                    <a:pt x="5899872" y="1336177"/>
                  </a:lnTo>
                  <a:lnTo>
                    <a:pt x="5900533" y="1357005"/>
                  </a:lnTo>
                  <a:lnTo>
                    <a:pt x="5901193" y="1403955"/>
                  </a:lnTo>
                  <a:lnTo>
                    <a:pt x="5901854" y="1403955"/>
                  </a:lnTo>
                  <a:lnTo>
                    <a:pt x="5902514" y="1357005"/>
                  </a:lnTo>
                  <a:lnTo>
                    <a:pt x="5903175" y="1336177"/>
                  </a:lnTo>
                  <a:lnTo>
                    <a:pt x="5903835" y="1336177"/>
                  </a:lnTo>
                  <a:lnTo>
                    <a:pt x="5904496" y="1336177"/>
                  </a:lnTo>
                  <a:lnTo>
                    <a:pt x="5905157" y="1336177"/>
                  </a:lnTo>
                  <a:lnTo>
                    <a:pt x="5905817" y="1357005"/>
                  </a:lnTo>
                  <a:lnTo>
                    <a:pt x="5906478" y="1281610"/>
                  </a:lnTo>
                  <a:lnTo>
                    <a:pt x="5907138" y="1209148"/>
                  </a:lnTo>
                  <a:lnTo>
                    <a:pt x="5907799" y="1151591"/>
                  </a:lnTo>
                  <a:lnTo>
                    <a:pt x="5908459" y="1131507"/>
                  </a:lnTo>
                  <a:lnTo>
                    <a:pt x="5909120" y="1121979"/>
                  </a:lnTo>
                  <a:lnTo>
                    <a:pt x="5909780" y="1162198"/>
                  </a:lnTo>
                  <a:lnTo>
                    <a:pt x="5910441" y="1222222"/>
                  </a:lnTo>
                  <a:lnTo>
                    <a:pt x="5911101" y="1294291"/>
                  </a:lnTo>
                  <a:lnTo>
                    <a:pt x="5911762" y="1312142"/>
                  </a:lnTo>
                  <a:lnTo>
                    <a:pt x="5912422" y="1312142"/>
                  </a:lnTo>
                  <a:lnTo>
                    <a:pt x="5913083" y="1312142"/>
                  </a:lnTo>
                  <a:lnTo>
                    <a:pt x="5913743" y="1312142"/>
                  </a:lnTo>
                  <a:lnTo>
                    <a:pt x="5914404" y="1316787"/>
                  </a:lnTo>
                  <a:lnTo>
                    <a:pt x="5915065" y="1336177"/>
                  </a:lnTo>
                  <a:lnTo>
                    <a:pt x="5915725" y="1336177"/>
                  </a:lnTo>
                  <a:lnTo>
                    <a:pt x="5916386" y="1316787"/>
                  </a:lnTo>
                  <a:lnTo>
                    <a:pt x="5917046" y="1265546"/>
                  </a:lnTo>
                  <a:lnTo>
                    <a:pt x="5917707" y="1226946"/>
                  </a:lnTo>
                  <a:lnTo>
                    <a:pt x="5918367" y="1213655"/>
                  </a:lnTo>
                  <a:lnTo>
                    <a:pt x="5919028" y="1226946"/>
                  </a:lnTo>
                  <a:lnTo>
                    <a:pt x="5919688" y="1240896"/>
                  </a:lnTo>
                  <a:lnTo>
                    <a:pt x="5920349" y="1287457"/>
                  </a:lnTo>
                  <a:lnTo>
                    <a:pt x="5921009" y="1316787"/>
                  </a:lnTo>
                  <a:lnTo>
                    <a:pt x="5921670" y="1298649"/>
                  </a:lnTo>
                  <a:lnTo>
                    <a:pt x="5922330" y="1264766"/>
                  </a:lnTo>
                  <a:lnTo>
                    <a:pt x="5922991" y="1235233"/>
                  </a:lnTo>
                  <a:lnTo>
                    <a:pt x="5923651" y="1208510"/>
                  </a:lnTo>
                  <a:lnTo>
                    <a:pt x="5924312" y="1207238"/>
                  </a:lnTo>
                  <a:lnTo>
                    <a:pt x="5924972" y="1248140"/>
                  </a:lnTo>
                  <a:lnTo>
                    <a:pt x="5925633" y="1296898"/>
                  </a:lnTo>
                  <a:lnTo>
                    <a:pt x="5926294" y="1354852"/>
                  </a:lnTo>
                  <a:lnTo>
                    <a:pt x="5926954" y="1401412"/>
                  </a:lnTo>
                  <a:lnTo>
                    <a:pt x="5927615" y="1351652"/>
                  </a:lnTo>
                  <a:lnTo>
                    <a:pt x="5928275" y="1218896"/>
                  </a:lnTo>
                  <a:lnTo>
                    <a:pt x="5928936" y="1119647"/>
                  </a:lnTo>
                  <a:lnTo>
                    <a:pt x="5929596" y="1070348"/>
                  </a:lnTo>
                  <a:lnTo>
                    <a:pt x="5930257" y="1047882"/>
                  </a:lnTo>
                  <a:lnTo>
                    <a:pt x="5930917" y="1064561"/>
                  </a:lnTo>
                  <a:lnTo>
                    <a:pt x="5931578" y="1133452"/>
                  </a:lnTo>
                  <a:lnTo>
                    <a:pt x="5932238" y="1238759"/>
                  </a:lnTo>
                  <a:lnTo>
                    <a:pt x="5932899" y="1336177"/>
                  </a:lnTo>
                  <a:lnTo>
                    <a:pt x="5933559" y="1357005"/>
                  </a:lnTo>
                  <a:lnTo>
                    <a:pt x="5934220" y="1336177"/>
                  </a:lnTo>
                  <a:lnTo>
                    <a:pt x="5934880" y="1336177"/>
                  </a:lnTo>
                  <a:lnTo>
                    <a:pt x="5935541" y="1336177"/>
                  </a:lnTo>
                  <a:lnTo>
                    <a:pt x="5936202" y="1336177"/>
                  </a:lnTo>
                  <a:lnTo>
                    <a:pt x="5936862" y="1379501"/>
                  </a:lnTo>
                  <a:lnTo>
                    <a:pt x="5937523" y="1430742"/>
                  </a:lnTo>
                  <a:lnTo>
                    <a:pt x="5938183" y="1379501"/>
                  </a:lnTo>
                  <a:lnTo>
                    <a:pt x="5938844" y="1336177"/>
                  </a:lnTo>
                  <a:lnTo>
                    <a:pt x="5939504" y="1316787"/>
                  </a:lnTo>
                  <a:lnTo>
                    <a:pt x="5940165" y="1316787"/>
                  </a:lnTo>
                  <a:lnTo>
                    <a:pt x="5940825" y="1316787"/>
                  </a:lnTo>
                  <a:lnTo>
                    <a:pt x="5941486" y="1357005"/>
                  </a:lnTo>
                  <a:lnTo>
                    <a:pt x="5942146" y="1403955"/>
                  </a:lnTo>
                  <a:lnTo>
                    <a:pt x="5942807" y="1430742"/>
                  </a:lnTo>
                  <a:lnTo>
                    <a:pt x="5943467" y="1430742"/>
                  </a:lnTo>
                  <a:lnTo>
                    <a:pt x="5944128" y="1430742"/>
                  </a:lnTo>
                  <a:lnTo>
                    <a:pt x="5944788" y="1430742"/>
                  </a:lnTo>
                  <a:lnTo>
                    <a:pt x="5945449" y="1430742"/>
                  </a:lnTo>
                  <a:lnTo>
                    <a:pt x="5946110" y="1430742"/>
                  </a:lnTo>
                  <a:lnTo>
                    <a:pt x="5946770" y="1403955"/>
                  </a:lnTo>
                  <a:lnTo>
                    <a:pt x="5947431" y="1336177"/>
                  </a:lnTo>
                  <a:lnTo>
                    <a:pt x="5948091" y="1265546"/>
                  </a:lnTo>
                  <a:lnTo>
                    <a:pt x="5948752" y="1209148"/>
                  </a:lnTo>
                  <a:lnTo>
                    <a:pt x="5949412" y="1173220"/>
                  </a:lnTo>
                  <a:lnTo>
                    <a:pt x="5950073" y="1163824"/>
                  </a:lnTo>
                  <a:lnTo>
                    <a:pt x="5950733" y="1174912"/>
                  </a:lnTo>
                  <a:lnTo>
                    <a:pt x="5951394" y="1186455"/>
                  </a:lnTo>
                  <a:lnTo>
                    <a:pt x="5952054" y="1186455"/>
                  </a:lnTo>
                  <a:lnTo>
                    <a:pt x="5952715" y="1174912"/>
                  </a:lnTo>
                  <a:lnTo>
                    <a:pt x="5953375" y="1172659"/>
                  </a:lnTo>
                  <a:lnTo>
                    <a:pt x="5954036" y="1184108"/>
                  </a:lnTo>
                  <a:lnTo>
                    <a:pt x="5954696" y="1208510"/>
                  </a:lnTo>
                  <a:lnTo>
                    <a:pt x="5955357" y="1249612"/>
                  </a:lnTo>
                  <a:lnTo>
                    <a:pt x="5956018" y="1313064"/>
                  </a:lnTo>
                  <a:lnTo>
                    <a:pt x="5956678" y="1353781"/>
                  </a:lnTo>
                  <a:lnTo>
                    <a:pt x="5957339" y="1376010"/>
                  </a:lnTo>
                  <a:lnTo>
                    <a:pt x="5957999" y="1400149"/>
                  </a:lnTo>
                  <a:lnTo>
                    <a:pt x="5958660" y="1426558"/>
                  </a:lnTo>
                  <a:lnTo>
                    <a:pt x="5959320" y="1403955"/>
                  </a:lnTo>
                  <a:lnTo>
                    <a:pt x="5959981" y="1336177"/>
                  </a:lnTo>
                  <a:lnTo>
                    <a:pt x="5960641" y="1265546"/>
                  </a:lnTo>
                  <a:lnTo>
                    <a:pt x="5961302" y="1222222"/>
                  </a:lnTo>
                  <a:lnTo>
                    <a:pt x="5961962" y="1209148"/>
                  </a:lnTo>
                  <a:lnTo>
                    <a:pt x="5962623" y="1209148"/>
                  </a:lnTo>
                  <a:lnTo>
                    <a:pt x="5963283" y="1235935"/>
                  </a:lnTo>
                  <a:lnTo>
                    <a:pt x="5963944" y="1298649"/>
                  </a:lnTo>
                  <a:lnTo>
                    <a:pt x="5964604" y="1357005"/>
                  </a:lnTo>
                  <a:lnTo>
                    <a:pt x="5965265" y="1379501"/>
                  </a:lnTo>
                  <a:lnTo>
                    <a:pt x="5965925" y="1403955"/>
                  </a:lnTo>
                  <a:lnTo>
                    <a:pt x="5966586" y="1430742"/>
                  </a:lnTo>
                  <a:lnTo>
                    <a:pt x="5967247" y="1430742"/>
                  </a:lnTo>
                  <a:lnTo>
                    <a:pt x="5967907" y="1430742"/>
                  </a:lnTo>
                  <a:lnTo>
                    <a:pt x="5968568" y="1430742"/>
                  </a:lnTo>
                  <a:lnTo>
                    <a:pt x="5969228" y="1430742"/>
                  </a:lnTo>
                  <a:lnTo>
                    <a:pt x="5969889" y="1430742"/>
                  </a:lnTo>
                  <a:lnTo>
                    <a:pt x="5970549" y="1430742"/>
                  </a:lnTo>
                  <a:lnTo>
                    <a:pt x="5971210" y="1430742"/>
                  </a:lnTo>
                  <a:lnTo>
                    <a:pt x="5971870" y="1430742"/>
                  </a:lnTo>
                  <a:lnTo>
                    <a:pt x="5972531" y="1430742"/>
                  </a:lnTo>
                  <a:lnTo>
                    <a:pt x="5973191" y="1430742"/>
                  </a:lnTo>
                  <a:lnTo>
                    <a:pt x="5973852" y="1430742"/>
                  </a:lnTo>
                  <a:lnTo>
                    <a:pt x="5974512" y="1430742"/>
                  </a:lnTo>
                  <a:lnTo>
                    <a:pt x="5975173" y="1430742"/>
                  </a:lnTo>
                  <a:lnTo>
                    <a:pt x="5975833" y="1430742"/>
                  </a:lnTo>
                  <a:lnTo>
                    <a:pt x="5976494" y="1430742"/>
                  </a:lnTo>
                  <a:lnTo>
                    <a:pt x="5977155" y="1430742"/>
                  </a:lnTo>
                  <a:lnTo>
                    <a:pt x="5977815" y="1430742"/>
                  </a:lnTo>
                  <a:lnTo>
                    <a:pt x="5978476" y="1430742"/>
                  </a:lnTo>
                  <a:lnTo>
                    <a:pt x="5979136" y="1403955"/>
                  </a:lnTo>
                  <a:lnTo>
                    <a:pt x="5979797" y="1379501"/>
                  </a:lnTo>
                  <a:lnTo>
                    <a:pt x="5980457" y="1371421"/>
                  </a:lnTo>
                  <a:lnTo>
                    <a:pt x="5981118" y="1349539"/>
                  </a:lnTo>
                  <a:lnTo>
                    <a:pt x="5981778" y="1329238"/>
                  </a:lnTo>
                  <a:lnTo>
                    <a:pt x="5982439" y="1349539"/>
                  </a:lnTo>
                  <a:lnTo>
                    <a:pt x="5983099" y="1371421"/>
                  </a:lnTo>
                  <a:lnTo>
                    <a:pt x="5983760" y="1379501"/>
                  </a:lnTo>
                  <a:lnTo>
                    <a:pt x="5984420" y="1379501"/>
                  </a:lnTo>
                  <a:lnTo>
                    <a:pt x="5985081" y="1336177"/>
                  </a:lnTo>
                  <a:lnTo>
                    <a:pt x="5985741" y="1281610"/>
                  </a:lnTo>
                  <a:lnTo>
                    <a:pt x="5986402" y="1265546"/>
                  </a:lnTo>
                  <a:lnTo>
                    <a:pt x="5987063" y="1260134"/>
                  </a:lnTo>
                  <a:lnTo>
                    <a:pt x="5987723" y="1260134"/>
                  </a:lnTo>
                  <a:lnTo>
                    <a:pt x="5988384" y="1292567"/>
                  </a:lnTo>
                  <a:lnTo>
                    <a:pt x="5989044" y="1310305"/>
                  </a:lnTo>
                  <a:lnTo>
                    <a:pt x="5989705" y="1275883"/>
                  </a:lnTo>
                  <a:lnTo>
                    <a:pt x="5990365" y="1244495"/>
                  </a:lnTo>
                  <a:lnTo>
                    <a:pt x="5991026" y="1259369"/>
                  </a:lnTo>
                  <a:lnTo>
                    <a:pt x="5991686" y="1275074"/>
                  </a:lnTo>
                  <a:lnTo>
                    <a:pt x="5992347" y="1309391"/>
                  </a:lnTo>
                  <a:lnTo>
                    <a:pt x="5993007" y="1370286"/>
                  </a:lnTo>
                  <a:lnTo>
                    <a:pt x="5993668" y="1379501"/>
                  </a:lnTo>
                  <a:lnTo>
                    <a:pt x="5994328" y="1316787"/>
                  </a:lnTo>
                  <a:lnTo>
                    <a:pt x="5994989" y="1265546"/>
                  </a:lnTo>
                  <a:lnTo>
                    <a:pt x="5995649" y="1250350"/>
                  </a:lnTo>
                  <a:lnTo>
                    <a:pt x="5996310" y="1222222"/>
                  </a:lnTo>
                  <a:lnTo>
                    <a:pt x="5996970" y="1209148"/>
                  </a:lnTo>
                  <a:lnTo>
                    <a:pt x="5997631" y="1185280"/>
                  </a:lnTo>
                  <a:lnTo>
                    <a:pt x="5998292" y="1193616"/>
                  </a:lnTo>
                  <a:lnTo>
                    <a:pt x="5998952" y="1170424"/>
                  </a:lnTo>
                  <a:lnTo>
                    <a:pt x="5999613" y="1159508"/>
                  </a:lnTo>
                  <a:lnTo>
                    <a:pt x="6000273" y="1159508"/>
                  </a:lnTo>
                  <a:lnTo>
                    <a:pt x="6000934" y="1169868"/>
                  </a:lnTo>
                  <a:lnTo>
                    <a:pt x="6001594" y="1162198"/>
                  </a:lnTo>
                  <a:lnTo>
                    <a:pt x="6002255" y="1184693"/>
                  </a:lnTo>
                  <a:lnTo>
                    <a:pt x="6002915" y="1196655"/>
                  </a:lnTo>
                  <a:lnTo>
                    <a:pt x="6003576" y="1222222"/>
                  </a:lnTo>
                  <a:lnTo>
                    <a:pt x="6004236" y="1250350"/>
                  </a:lnTo>
                  <a:lnTo>
                    <a:pt x="6004897" y="1265546"/>
                  </a:lnTo>
                  <a:lnTo>
                    <a:pt x="6005557" y="1222222"/>
                  </a:lnTo>
                  <a:lnTo>
                    <a:pt x="6006218" y="1196655"/>
                  </a:lnTo>
                  <a:lnTo>
                    <a:pt x="6006878" y="1163824"/>
                  </a:lnTo>
                  <a:lnTo>
                    <a:pt x="6007539" y="1153156"/>
                  </a:lnTo>
                  <a:lnTo>
                    <a:pt x="6008200" y="1142879"/>
                  </a:lnTo>
                  <a:lnTo>
                    <a:pt x="6008860" y="1153156"/>
                  </a:lnTo>
                  <a:lnTo>
                    <a:pt x="6009521" y="1186455"/>
                  </a:lnTo>
                  <a:lnTo>
                    <a:pt x="6010181" y="1209148"/>
                  </a:lnTo>
                  <a:lnTo>
                    <a:pt x="6010842" y="1196655"/>
                  </a:lnTo>
                  <a:lnTo>
                    <a:pt x="6011502" y="1162198"/>
                  </a:lnTo>
                  <a:lnTo>
                    <a:pt x="6012163" y="1138871"/>
                  </a:lnTo>
                  <a:lnTo>
                    <a:pt x="6012823" y="1084743"/>
                  </a:lnTo>
                  <a:lnTo>
                    <a:pt x="6013484" y="1019172"/>
                  </a:lnTo>
                  <a:lnTo>
                    <a:pt x="6014144" y="984952"/>
                  </a:lnTo>
                  <a:lnTo>
                    <a:pt x="6014805" y="978975"/>
                  </a:lnTo>
                  <a:lnTo>
                    <a:pt x="6015465" y="963899"/>
                  </a:lnTo>
                  <a:lnTo>
                    <a:pt x="6016126" y="980387"/>
                  </a:lnTo>
                  <a:lnTo>
                    <a:pt x="6016786" y="1043597"/>
                  </a:lnTo>
                  <a:lnTo>
                    <a:pt x="6017447" y="1121511"/>
                  </a:lnTo>
                  <a:lnTo>
                    <a:pt x="6018108" y="1183525"/>
                  </a:lnTo>
                  <a:lnTo>
                    <a:pt x="6018768" y="1248875"/>
                  </a:lnTo>
                  <a:lnTo>
                    <a:pt x="6019429" y="1263989"/>
                  </a:lnTo>
                  <a:lnTo>
                    <a:pt x="6020089" y="1238050"/>
                  </a:lnTo>
                  <a:lnTo>
                    <a:pt x="6020750" y="1153156"/>
                  </a:lnTo>
                  <a:lnTo>
                    <a:pt x="6021410" y="1106045"/>
                  </a:lnTo>
                  <a:lnTo>
                    <a:pt x="6022071" y="1090129"/>
                  </a:lnTo>
                  <a:lnTo>
                    <a:pt x="6022731" y="1090129"/>
                  </a:lnTo>
                  <a:lnTo>
                    <a:pt x="6023392" y="1064179"/>
                  </a:lnTo>
                  <a:lnTo>
                    <a:pt x="6024052" y="1096473"/>
                  </a:lnTo>
                  <a:lnTo>
                    <a:pt x="6024713" y="1139868"/>
                  </a:lnTo>
                  <a:lnTo>
                    <a:pt x="6025373" y="1169868"/>
                  </a:lnTo>
                  <a:lnTo>
                    <a:pt x="6026034" y="1181202"/>
                  </a:lnTo>
                  <a:lnTo>
                    <a:pt x="6026694" y="1231750"/>
                  </a:lnTo>
                  <a:lnTo>
                    <a:pt x="6027355" y="1252578"/>
                  </a:lnTo>
                  <a:lnTo>
                    <a:pt x="6028016" y="1251091"/>
                  </a:lnTo>
                  <a:lnTo>
                    <a:pt x="6028676" y="1214305"/>
                  </a:lnTo>
                  <a:lnTo>
                    <a:pt x="6029337" y="1166555"/>
                  </a:lnTo>
                  <a:lnTo>
                    <a:pt x="6029997" y="1155786"/>
                  </a:lnTo>
                  <a:lnTo>
                    <a:pt x="6030658" y="1172659"/>
                  </a:lnTo>
                  <a:lnTo>
                    <a:pt x="6031318" y="1188229"/>
                  </a:lnTo>
                  <a:lnTo>
                    <a:pt x="6031979" y="1225588"/>
                  </a:lnTo>
                  <a:lnTo>
                    <a:pt x="6032639" y="1285774"/>
                  </a:lnTo>
                  <a:lnTo>
                    <a:pt x="6033300" y="1303075"/>
                  </a:lnTo>
                  <a:lnTo>
                    <a:pt x="6033960" y="1285774"/>
                  </a:lnTo>
                  <a:lnTo>
                    <a:pt x="6034621" y="1254823"/>
                  </a:lnTo>
                  <a:lnTo>
                    <a:pt x="6035281" y="1265546"/>
                  </a:lnTo>
                  <a:lnTo>
                    <a:pt x="6035942" y="1281610"/>
                  </a:lnTo>
                  <a:lnTo>
                    <a:pt x="6036602" y="1298649"/>
                  </a:lnTo>
                  <a:lnTo>
                    <a:pt x="6037263" y="1298649"/>
                  </a:lnTo>
                  <a:lnTo>
                    <a:pt x="6037923" y="1298649"/>
                  </a:lnTo>
                  <a:lnTo>
                    <a:pt x="6038584" y="1250350"/>
                  </a:lnTo>
                  <a:lnTo>
                    <a:pt x="6039245" y="1209148"/>
                  </a:lnTo>
                  <a:lnTo>
                    <a:pt x="6039905" y="1196655"/>
                  </a:lnTo>
                  <a:lnTo>
                    <a:pt x="6040566" y="1184693"/>
                  </a:lnTo>
                  <a:lnTo>
                    <a:pt x="6041226" y="1173220"/>
                  </a:lnTo>
                  <a:lnTo>
                    <a:pt x="6041887" y="1196655"/>
                  </a:lnTo>
                  <a:lnTo>
                    <a:pt x="6042547" y="1211714"/>
                  </a:lnTo>
                  <a:lnTo>
                    <a:pt x="6043208" y="1164368"/>
                  </a:lnTo>
                  <a:lnTo>
                    <a:pt x="6043868" y="1094342"/>
                  </a:lnTo>
                  <a:lnTo>
                    <a:pt x="6044529" y="1004302"/>
                  </a:lnTo>
                  <a:lnTo>
                    <a:pt x="6045189" y="938157"/>
                  </a:lnTo>
                  <a:lnTo>
                    <a:pt x="6045850" y="912791"/>
                  </a:lnTo>
                  <a:lnTo>
                    <a:pt x="6046510" y="913236"/>
                  </a:lnTo>
                  <a:lnTo>
                    <a:pt x="6047171" y="923912"/>
                  </a:lnTo>
                  <a:lnTo>
                    <a:pt x="6047831" y="950606"/>
                  </a:lnTo>
                  <a:lnTo>
                    <a:pt x="6048492" y="1001237"/>
                  </a:lnTo>
                  <a:lnTo>
                    <a:pt x="6049153" y="1056654"/>
                  </a:lnTo>
                  <a:lnTo>
                    <a:pt x="6049813" y="1104280"/>
                  </a:lnTo>
                  <a:lnTo>
                    <a:pt x="6050474" y="1162198"/>
                  </a:lnTo>
                  <a:lnTo>
                    <a:pt x="6051134" y="1265546"/>
                  </a:lnTo>
                  <a:lnTo>
                    <a:pt x="6051795" y="1167655"/>
                  </a:lnTo>
                  <a:lnTo>
                    <a:pt x="6052455" y="975616"/>
                  </a:lnTo>
                  <a:lnTo>
                    <a:pt x="6053116" y="839894"/>
                  </a:lnTo>
                  <a:lnTo>
                    <a:pt x="6053776" y="769893"/>
                  </a:lnTo>
                  <a:lnTo>
                    <a:pt x="6054437" y="704303"/>
                  </a:lnTo>
                  <a:lnTo>
                    <a:pt x="6055097" y="654958"/>
                  </a:lnTo>
                  <a:lnTo>
                    <a:pt x="6055758" y="648802"/>
                  </a:lnTo>
                  <a:lnTo>
                    <a:pt x="6056418" y="668621"/>
                  </a:lnTo>
                  <a:lnTo>
                    <a:pt x="6057079" y="690247"/>
                  </a:lnTo>
                  <a:lnTo>
                    <a:pt x="6057739" y="730962"/>
                  </a:lnTo>
                  <a:lnTo>
                    <a:pt x="6058400" y="797135"/>
                  </a:lnTo>
                  <a:lnTo>
                    <a:pt x="6059061" y="836481"/>
                  </a:lnTo>
                  <a:lnTo>
                    <a:pt x="6059721" y="821134"/>
                  </a:lnTo>
                  <a:lnTo>
                    <a:pt x="6060382" y="780669"/>
                  </a:lnTo>
                  <a:lnTo>
                    <a:pt x="6061042" y="740924"/>
                  </a:lnTo>
                  <a:lnTo>
                    <a:pt x="6061703" y="740321"/>
                  </a:lnTo>
                  <a:lnTo>
                    <a:pt x="6062363" y="758741"/>
                  </a:lnTo>
                  <a:lnTo>
                    <a:pt x="6063024" y="803246"/>
                  </a:lnTo>
                  <a:lnTo>
                    <a:pt x="6063684" y="839894"/>
                  </a:lnTo>
                  <a:lnTo>
                    <a:pt x="6064345" y="847023"/>
                  </a:lnTo>
                  <a:lnTo>
                    <a:pt x="6065005" y="816989"/>
                  </a:lnTo>
                  <a:lnTo>
                    <a:pt x="6065666" y="768291"/>
                  </a:lnTo>
                  <a:lnTo>
                    <a:pt x="6066326" y="726340"/>
                  </a:lnTo>
                  <a:lnTo>
                    <a:pt x="6066987" y="722469"/>
                  </a:lnTo>
                  <a:lnTo>
                    <a:pt x="6067647" y="754148"/>
                  </a:lnTo>
                  <a:lnTo>
                    <a:pt x="6068308" y="781226"/>
                  </a:lnTo>
                  <a:lnTo>
                    <a:pt x="6068968" y="824689"/>
                  </a:lnTo>
                  <a:lnTo>
                    <a:pt x="6069629" y="882047"/>
                  </a:lnTo>
                  <a:lnTo>
                    <a:pt x="6070290" y="909253"/>
                  </a:lnTo>
                  <a:lnTo>
                    <a:pt x="6070950" y="910354"/>
                  </a:lnTo>
                  <a:lnTo>
                    <a:pt x="6071611" y="936700"/>
                  </a:lnTo>
                  <a:lnTo>
                    <a:pt x="6072271" y="946562"/>
                  </a:lnTo>
                  <a:lnTo>
                    <a:pt x="6072932" y="915025"/>
                  </a:lnTo>
                  <a:lnTo>
                    <a:pt x="6073592" y="851102"/>
                  </a:lnTo>
                  <a:lnTo>
                    <a:pt x="6074253" y="765247"/>
                  </a:lnTo>
                  <a:lnTo>
                    <a:pt x="6074913" y="673707"/>
                  </a:lnTo>
                  <a:lnTo>
                    <a:pt x="6075574" y="595481"/>
                  </a:lnTo>
                  <a:lnTo>
                    <a:pt x="6076234" y="520959"/>
                  </a:lnTo>
                  <a:lnTo>
                    <a:pt x="6076895" y="445175"/>
                  </a:lnTo>
                  <a:lnTo>
                    <a:pt x="6077555" y="388183"/>
                  </a:lnTo>
                  <a:lnTo>
                    <a:pt x="6078216" y="350947"/>
                  </a:lnTo>
                  <a:lnTo>
                    <a:pt x="6078876" y="338478"/>
                  </a:lnTo>
                  <a:lnTo>
                    <a:pt x="6079537" y="343041"/>
                  </a:lnTo>
                  <a:lnTo>
                    <a:pt x="6080198" y="361606"/>
                  </a:lnTo>
                  <a:lnTo>
                    <a:pt x="6080858" y="374679"/>
                  </a:lnTo>
                  <a:lnTo>
                    <a:pt x="6081519" y="383948"/>
                  </a:lnTo>
                  <a:lnTo>
                    <a:pt x="6082179" y="382258"/>
                  </a:lnTo>
                  <a:lnTo>
                    <a:pt x="6082840" y="379275"/>
                  </a:lnTo>
                  <a:lnTo>
                    <a:pt x="6083500" y="377050"/>
                  </a:lnTo>
                  <a:lnTo>
                    <a:pt x="6084161" y="386502"/>
                  </a:lnTo>
                  <a:lnTo>
                    <a:pt x="6084821" y="381384"/>
                  </a:lnTo>
                  <a:lnTo>
                    <a:pt x="6085482" y="355475"/>
                  </a:lnTo>
                  <a:lnTo>
                    <a:pt x="6086142" y="328284"/>
                  </a:lnTo>
                  <a:lnTo>
                    <a:pt x="6086803" y="315111"/>
                  </a:lnTo>
                  <a:lnTo>
                    <a:pt x="6087463" y="318824"/>
                  </a:lnTo>
                  <a:lnTo>
                    <a:pt x="6088124" y="336009"/>
                  </a:lnTo>
                  <a:lnTo>
                    <a:pt x="6088784" y="367395"/>
                  </a:lnTo>
                  <a:lnTo>
                    <a:pt x="6089445" y="417882"/>
                  </a:lnTo>
                  <a:lnTo>
                    <a:pt x="6090106" y="459440"/>
                  </a:lnTo>
                  <a:lnTo>
                    <a:pt x="6090766" y="469736"/>
                  </a:lnTo>
                  <a:lnTo>
                    <a:pt x="6091427" y="476769"/>
                  </a:lnTo>
                  <a:lnTo>
                    <a:pt x="6092087" y="471629"/>
                  </a:lnTo>
                  <a:lnTo>
                    <a:pt x="6092748" y="436256"/>
                  </a:lnTo>
                  <a:lnTo>
                    <a:pt x="6093408" y="391680"/>
                  </a:lnTo>
                  <a:lnTo>
                    <a:pt x="6094069" y="352852"/>
                  </a:lnTo>
                  <a:lnTo>
                    <a:pt x="6094729" y="322668"/>
                  </a:lnTo>
                  <a:lnTo>
                    <a:pt x="6095390" y="295834"/>
                  </a:lnTo>
                  <a:lnTo>
                    <a:pt x="6096050" y="280480"/>
                  </a:lnTo>
                  <a:lnTo>
                    <a:pt x="6096711" y="289127"/>
                  </a:lnTo>
                  <a:lnTo>
                    <a:pt x="6097371" y="301439"/>
                  </a:lnTo>
                  <a:lnTo>
                    <a:pt x="6098032" y="315855"/>
                  </a:lnTo>
                  <a:lnTo>
                    <a:pt x="6098692" y="333108"/>
                  </a:lnTo>
                  <a:lnTo>
                    <a:pt x="6099353" y="335666"/>
                  </a:lnTo>
                  <a:lnTo>
                    <a:pt x="6100014" y="321092"/>
                  </a:lnTo>
                  <a:lnTo>
                    <a:pt x="6100674" y="304208"/>
                  </a:lnTo>
                  <a:lnTo>
                    <a:pt x="6101335" y="260516"/>
                  </a:lnTo>
                  <a:lnTo>
                    <a:pt x="6101995" y="222578"/>
                  </a:lnTo>
                  <a:lnTo>
                    <a:pt x="6102656" y="193651"/>
                  </a:lnTo>
                  <a:lnTo>
                    <a:pt x="6103316" y="170295"/>
                  </a:lnTo>
                  <a:lnTo>
                    <a:pt x="6103977" y="145086"/>
                  </a:lnTo>
                  <a:lnTo>
                    <a:pt x="6104637" y="127561"/>
                  </a:lnTo>
                  <a:lnTo>
                    <a:pt x="6105298" y="111347"/>
                  </a:lnTo>
                  <a:lnTo>
                    <a:pt x="6105958" y="92378"/>
                  </a:lnTo>
                  <a:lnTo>
                    <a:pt x="6106619" y="83371"/>
                  </a:lnTo>
                  <a:lnTo>
                    <a:pt x="6107279" y="96932"/>
                  </a:lnTo>
                  <a:lnTo>
                    <a:pt x="6107940" y="126325"/>
                  </a:lnTo>
                  <a:lnTo>
                    <a:pt x="6108600" y="153738"/>
                  </a:lnTo>
                  <a:lnTo>
                    <a:pt x="6109261" y="178807"/>
                  </a:lnTo>
                  <a:lnTo>
                    <a:pt x="6109921" y="201050"/>
                  </a:lnTo>
                  <a:lnTo>
                    <a:pt x="6110582" y="207236"/>
                  </a:lnTo>
                  <a:lnTo>
                    <a:pt x="6111243" y="217827"/>
                  </a:lnTo>
                  <a:lnTo>
                    <a:pt x="6111903" y="247787"/>
                  </a:lnTo>
                  <a:lnTo>
                    <a:pt x="6112564" y="319093"/>
                  </a:lnTo>
                  <a:lnTo>
                    <a:pt x="6113224" y="397525"/>
                  </a:lnTo>
                  <a:lnTo>
                    <a:pt x="6113885" y="488274"/>
                  </a:lnTo>
                  <a:lnTo>
                    <a:pt x="6114545" y="559467"/>
                  </a:lnTo>
                  <a:lnTo>
                    <a:pt x="6115206" y="642353"/>
                  </a:lnTo>
                  <a:lnTo>
                    <a:pt x="6115866" y="688539"/>
                  </a:lnTo>
                  <a:lnTo>
                    <a:pt x="6116527" y="733067"/>
                  </a:lnTo>
                  <a:lnTo>
                    <a:pt x="6117187" y="781087"/>
                  </a:lnTo>
                  <a:lnTo>
                    <a:pt x="6117848" y="881051"/>
                  </a:lnTo>
                  <a:lnTo>
                    <a:pt x="6118508" y="957043"/>
                  </a:lnTo>
                  <a:lnTo>
                    <a:pt x="6119169" y="940849"/>
                  </a:lnTo>
                  <a:lnTo>
                    <a:pt x="6119829" y="834453"/>
                  </a:lnTo>
                  <a:lnTo>
                    <a:pt x="6120490" y="706323"/>
                  </a:lnTo>
                  <a:lnTo>
                    <a:pt x="6121151" y="595049"/>
                  </a:lnTo>
                  <a:lnTo>
                    <a:pt x="6121811" y="526027"/>
                  </a:lnTo>
                  <a:lnTo>
                    <a:pt x="6122472" y="491635"/>
                  </a:lnTo>
                  <a:lnTo>
                    <a:pt x="6123132" y="482968"/>
                  </a:lnTo>
                  <a:lnTo>
                    <a:pt x="6123793" y="495188"/>
                  </a:lnTo>
                  <a:lnTo>
                    <a:pt x="6124453" y="522065"/>
                  </a:lnTo>
                  <a:lnTo>
                    <a:pt x="6125114" y="567819"/>
                  </a:lnTo>
                  <a:lnTo>
                    <a:pt x="6125774" y="619739"/>
                  </a:lnTo>
                  <a:lnTo>
                    <a:pt x="6126435" y="668808"/>
                  </a:lnTo>
                  <a:lnTo>
                    <a:pt x="6127095" y="717761"/>
                  </a:lnTo>
                  <a:lnTo>
                    <a:pt x="6127756" y="785296"/>
                  </a:lnTo>
                  <a:lnTo>
                    <a:pt x="6128416" y="813685"/>
                  </a:lnTo>
                  <a:lnTo>
                    <a:pt x="6129077" y="814939"/>
                  </a:lnTo>
                  <a:lnTo>
                    <a:pt x="6129737" y="827468"/>
                  </a:lnTo>
                  <a:lnTo>
                    <a:pt x="6130398" y="856332"/>
                  </a:lnTo>
                  <a:lnTo>
                    <a:pt x="6131059" y="883046"/>
                  </a:lnTo>
                  <a:lnTo>
                    <a:pt x="6131719" y="888299"/>
                  </a:lnTo>
                  <a:lnTo>
                    <a:pt x="6132380" y="913906"/>
                  </a:lnTo>
                  <a:lnTo>
                    <a:pt x="6133040" y="960714"/>
                  </a:lnTo>
                  <a:lnTo>
                    <a:pt x="6133701" y="973675"/>
                  </a:lnTo>
                  <a:lnTo>
                    <a:pt x="6134361" y="971199"/>
                  </a:lnTo>
                  <a:lnTo>
                    <a:pt x="6135022" y="1000324"/>
                  </a:lnTo>
                  <a:lnTo>
                    <a:pt x="6135682" y="1046447"/>
                  </a:lnTo>
                  <a:lnTo>
                    <a:pt x="6136343" y="1102964"/>
                  </a:lnTo>
                  <a:lnTo>
                    <a:pt x="6137003" y="1162739"/>
                  </a:lnTo>
                  <a:lnTo>
                    <a:pt x="6137664" y="1190610"/>
                  </a:lnTo>
                  <a:lnTo>
                    <a:pt x="6138324" y="1184108"/>
                  </a:lnTo>
                  <a:lnTo>
                    <a:pt x="6138985" y="1151071"/>
                  </a:lnTo>
                  <a:lnTo>
                    <a:pt x="6139645" y="1095193"/>
                  </a:lnTo>
                  <a:lnTo>
                    <a:pt x="6140306" y="1055913"/>
                  </a:lnTo>
                  <a:lnTo>
                    <a:pt x="6140966" y="1041478"/>
                  </a:lnTo>
                  <a:lnTo>
                    <a:pt x="6141627" y="1027749"/>
                  </a:lnTo>
                  <a:lnTo>
                    <a:pt x="6142288" y="1000932"/>
                  </a:lnTo>
                  <a:lnTo>
                    <a:pt x="6142948" y="985817"/>
                  </a:lnTo>
                  <a:lnTo>
                    <a:pt x="6143609" y="995803"/>
                  </a:lnTo>
                  <a:lnTo>
                    <a:pt x="6144269" y="1005537"/>
                  </a:lnTo>
                  <a:lnTo>
                    <a:pt x="6144930" y="1018199"/>
                  </a:lnTo>
                  <a:lnTo>
                    <a:pt x="6145590" y="1054067"/>
                  </a:lnTo>
                  <a:lnTo>
                    <a:pt x="6146251" y="1099483"/>
                  </a:lnTo>
                  <a:lnTo>
                    <a:pt x="6146911" y="1136889"/>
                  </a:lnTo>
                  <a:lnTo>
                    <a:pt x="6147572" y="1100350"/>
                  </a:lnTo>
                  <a:lnTo>
                    <a:pt x="6148232" y="1024750"/>
                  </a:lnTo>
                  <a:lnTo>
                    <a:pt x="6148893" y="977571"/>
                  </a:lnTo>
                  <a:lnTo>
                    <a:pt x="6149553" y="966850"/>
                  </a:lnTo>
                  <a:lnTo>
                    <a:pt x="6150214" y="978132"/>
                  </a:lnTo>
                  <a:lnTo>
                    <a:pt x="6150874" y="1026412"/>
                  </a:lnTo>
                  <a:lnTo>
                    <a:pt x="6151535" y="1111407"/>
                  </a:lnTo>
                  <a:lnTo>
                    <a:pt x="6152196" y="1204084"/>
                  </a:lnTo>
                  <a:lnTo>
                    <a:pt x="6152856" y="1222222"/>
                  </a:lnTo>
                  <a:lnTo>
                    <a:pt x="6153517" y="1151591"/>
                  </a:lnTo>
                  <a:lnTo>
                    <a:pt x="6154177" y="1085154"/>
                  </a:lnTo>
                  <a:lnTo>
                    <a:pt x="6154838" y="1007712"/>
                  </a:lnTo>
                  <a:lnTo>
                    <a:pt x="6155498" y="953420"/>
                  </a:lnTo>
                  <a:lnTo>
                    <a:pt x="6156159" y="920003"/>
                  </a:lnTo>
                  <a:lnTo>
                    <a:pt x="6156819" y="906628"/>
                  </a:lnTo>
                  <a:lnTo>
                    <a:pt x="6157480" y="896578"/>
                  </a:lnTo>
                  <a:lnTo>
                    <a:pt x="6158140" y="905325"/>
                  </a:lnTo>
                  <a:lnTo>
                    <a:pt x="6158801" y="916825"/>
                  </a:lnTo>
                  <a:lnTo>
                    <a:pt x="6159461" y="928580"/>
                  </a:lnTo>
                  <a:lnTo>
                    <a:pt x="6160122" y="938157"/>
                  </a:lnTo>
                  <a:lnTo>
                    <a:pt x="6160782" y="933328"/>
                  </a:lnTo>
                  <a:lnTo>
                    <a:pt x="6161443" y="920232"/>
                  </a:lnTo>
                  <a:lnTo>
                    <a:pt x="6162104" y="902522"/>
                  </a:lnTo>
                  <a:lnTo>
                    <a:pt x="6162764" y="883447"/>
                  </a:lnTo>
                  <a:lnTo>
                    <a:pt x="6163425" y="887485"/>
                  </a:lnTo>
                  <a:lnTo>
                    <a:pt x="6164085" y="897841"/>
                  </a:lnTo>
                  <a:lnTo>
                    <a:pt x="6164746" y="913236"/>
                  </a:lnTo>
                  <a:lnTo>
                    <a:pt x="6165406" y="926938"/>
                  </a:lnTo>
                  <a:lnTo>
                    <a:pt x="6166067" y="968202"/>
                  </a:lnTo>
                  <a:lnTo>
                    <a:pt x="6166727" y="990765"/>
                  </a:lnTo>
                  <a:lnTo>
                    <a:pt x="6167388" y="1031798"/>
                  </a:lnTo>
                  <a:lnTo>
                    <a:pt x="6168048" y="1092649"/>
                  </a:lnTo>
                  <a:lnTo>
                    <a:pt x="6168709" y="1169868"/>
                  </a:lnTo>
                  <a:lnTo>
                    <a:pt x="6169369" y="1184693"/>
                  </a:lnTo>
                  <a:lnTo>
                    <a:pt x="6170030" y="1173220"/>
                  </a:lnTo>
                  <a:lnTo>
                    <a:pt x="6170690" y="1184693"/>
                  </a:lnTo>
                  <a:lnTo>
                    <a:pt x="6171351" y="1209148"/>
                  </a:lnTo>
                  <a:lnTo>
                    <a:pt x="6172012" y="1209148"/>
                  </a:lnTo>
                  <a:lnTo>
                    <a:pt x="6172672" y="1209148"/>
                  </a:lnTo>
                  <a:lnTo>
                    <a:pt x="6173333" y="1222222"/>
                  </a:lnTo>
                  <a:lnTo>
                    <a:pt x="6173993" y="1209148"/>
                  </a:lnTo>
                  <a:lnTo>
                    <a:pt x="6174654" y="1184693"/>
                  </a:lnTo>
                  <a:lnTo>
                    <a:pt x="6175314" y="1196655"/>
                  </a:lnTo>
                  <a:lnTo>
                    <a:pt x="6175975" y="1235935"/>
                  </a:lnTo>
                  <a:lnTo>
                    <a:pt x="6176635" y="1281610"/>
                  </a:lnTo>
                  <a:lnTo>
                    <a:pt x="6177296" y="1336177"/>
                  </a:lnTo>
                  <a:lnTo>
                    <a:pt x="6177956" y="1379501"/>
                  </a:lnTo>
                  <a:lnTo>
                    <a:pt x="6178617" y="1336177"/>
                  </a:lnTo>
                  <a:lnTo>
                    <a:pt x="6179277" y="1281610"/>
                  </a:lnTo>
                  <a:lnTo>
                    <a:pt x="6179938" y="1250350"/>
                  </a:lnTo>
                  <a:lnTo>
                    <a:pt x="6180598" y="1250350"/>
                  </a:lnTo>
                  <a:lnTo>
                    <a:pt x="6181259" y="1265546"/>
                  </a:lnTo>
                  <a:lnTo>
                    <a:pt x="6181919" y="1316787"/>
                  </a:lnTo>
                  <a:lnTo>
                    <a:pt x="6182580" y="1379501"/>
                  </a:lnTo>
                  <a:lnTo>
                    <a:pt x="6183241" y="1430742"/>
                  </a:lnTo>
                  <a:lnTo>
                    <a:pt x="6183901" y="1430742"/>
                  </a:lnTo>
                  <a:lnTo>
                    <a:pt x="6184562" y="1403955"/>
                  </a:lnTo>
                  <a:lnTo>
                    <a:pt x="6185222" y="1357005"/>
                  </a:lnTo>
                  <a:lnTo>
                    <a:pt x="6185883" y="1316787"/>
                  </a:lnTo>
                  <a:lnTo>
                    <a:pt x="6186543" y="1281610"/>
                  </a:lnTo>
                  <a:lnTo>
                    <a:pt x="6187204" y="1265546"/>
                  </a:lnTo>
                  <a:lnTo>
                    <a:pt x="6187864" y="1281610"/>
                  </a:lnTo>
                  <a:lnTo>
                    <a:pt x="6188525" y="1295157"/>
                  </a:lnTo>
                  <a:lnTo>
                    <a:pt x="6189185" y="1262440"/>
                  </a:lnTo>
                  <a:lnTo>
                    <a:pt x="6189846" y="1182361"/>
                  </a:lnTo>
                  <a:lnTo>
                    <a:pt x="6190506" y="1104280"/>
                  </a:lnTo>
                  <a:lnTo>
                    <a:pt x="6191167" y="1044662"/>
                  </a:lnTo>
                  <a:lnTo>
                    <a:pt x="6191827" y="1022769"/>
                  </a:lnTo>
                  <a:lnTo>
                    <a:pt x="6192488" y="1026412"/>
                  </a:lnTo>
                  <a:lnTo>
                    <a:pt x="6193149" y="1061901"/>
                  </a:lnTo>
                  <a:lnTo>
                    <a:pt x="6193809" y="1083924"/>
                  </a:lnTo>
                  <a:lnTo>
                    <a:pt x="6194470" y="1096901"/>
                  </a:lnTo>
                  <a:lnTo>
                    <a:pt x="6195130" y="1067633"/>
                  </a:lnTo>
                  <a:lnTo>
                    <a:pt x="6195791" y="1048603"/>
                  </a:lnTo>
                  <a:lnTo>
                    <a:pt x="6196451" y="1049687"/>
                  </a:lnTo>
                  <a:lnTo>
                    <a:pt x="6197112" y="1079863"/>
                  </a:lnTo>
                  <a:lnTo>
                    <a:pt x="6197772" y="1114127"/>
                  </a:lnTo>
                  <a:lnTo>
                    <a:pt x="6198433" y="1153156"/>
                  </a:lnTo>
                  <a:lnTo>
                    <a:pt x="6199093" y="1161119"/>
                  </a:lnTo>
                  <a:lnTo>
                    <a:pt x="6199754" y="1138871"/>
                  </a:lnTo>
                  <a:lnTo>
                    <a:pt x="6200414" y="1138871"/>
                  </a:lnTo>
                  <a:lnTo>
                    <a:pt x="6201075" y="1149000"/>
                  </a:lnTo>
                  <a:lnTo>
                    <a:pt x="6201735" y="1181781"/>
                  </a:lnTo>
                  <a:lnTo>
                    <a:pt x="6202396" y="1209148"/>
                  </a:lnTo>
                  <a:lnTo>
                    <a:pt x="6203057" y="1211071"/>
                  </a:lnTo>
                  <a:lnTo>
                    <a:pt x="6203717" y="1191209"/>
                  </a:lnTo>
                  <a:lnTo>
                    <a:pt x="6204378" y="1157375"/>
                  </a:lnTo>
                  <a:lnTo>
                    <a:pt x="6205038" y="1108713"/>
                  </a:lnTo>
                  <a:lnTo>
                    <a:pt x="6205699" y="1077854"/>
                  </a:lnTo>
                  <a:lnTo>
                    <a:pt x="6206359" y="1061145"/>
                  </a:lnTo>
                  <a:lnTo>
                    <a:pt x="6207020" y="1029766"/>
                  </a:lnTo>
                  <a:lnTo>
                    <a:pt x="6207680" y="1016585"/>
                  </a:lnTo>
                  <a:lnTo>
                    <a:pt x="6208341" y="1016585"/>
                  </a:lnTo>
                  <a:lnTo>
                    <a:pt x="6209001" y="1048242"/>
                  </a:lnTo>
                  <a:lnTo>
                    <a:pt x="6209662" y="1086389"/>
                  </a:lnTo>
                  <a:lnTo>
                    <a:pt x="6210322" y="1094767"/>
                  </a:lnTo>
                  <a:lnTo>
                    <a:pt x="6210983" y="1055173"/>
                  </a:lnTo>
                  <a:lnTo>
                    <a:pt x="6211643" y="1041127"/>
                  </a:lnTo>
                  <a:lnTo>
                    <a:pt x="6212304" y="1027414"/>
                  </a:lnTo>
                  <a:lnTo>
                    <a:pt x="6212964" y="1013702"/>
                  </a:lnTo>
                  <a:lnTo>
                    <a:pt x="6213625" y="1022769"/>
                  </a:lnTo>
                  <a:lnTo>
                    <a:pt x="6214286" y="1050413"/>
                  </a:lnTo>
                  <a:lnTo>
                    <a:pt x="6214946" y="1064943"/>
                  </a:lnTo>
                  <a:lnTo>
                    <a:pt x="6215607" y="1042889"/>
                  </a:lnTo>
                  <a:lnTo>
                    <a:pt x="6216267" y="986394"/>
                  </a:lnTo>
                  <a:lnTo>
                    <a:pt x="6216928" y="956783"/>
                  </a:lnTo>
                  <a:lnTo>
                    <a:pt x="6217588" y="972847"/>
                  </a:lnTo>
                  <a:lnTo>
                    <a:pt x="6218249" y="989886"/>
                  </a:lnTo>
                  <a:lnTo>
                    <a:pt x="6218909" y="1001847"/>
                  </a:lnTo>
                  <a:lnTo>
                    <a:pt x="6219570" y="1048242"/>
                  </a:lnTo>
                  <a:lnTo>
                    <a:pt x="6220230" y="1106045"/>
                  </a:lnTo>
                  <a:lnTo>
                    <a:pt x="6220891" y="1080670"/>
                  </a:lnTo>
                  <a:lnTo>
                    <a:pt x="6221551" y="1029092"/>
                  </a:lnTo>
                  <a:lnTo>
                    <a:pt x="6222212" y="991353"/>
                  </a:lnTo>
                  <a:lnTo>
                    <a:pt x="6222872" y="933567"/>
                  </a:lnTo>
                  <a:lnTo>
                    <a:pt x="6223533" y="865208"/>
                  </a:lnTo>
                  <a:lnTo>
                    <a:pt x="6224194" y="833277"/>
                  </a:lnTo>
                  <a:lnTo>
                    <a:pt x="6224854" y="835127"/>
                  </a:lnTo>
                  <a:lnTo>
                    <a:pt x="6225515" y="843175"/>
                  </a:lnTo>
                  <a:lnTo>
                    <a:pt x="6226175" y="879861"/>
                  </a:lnTo>
                  <a:lnTo>
                    <a:pt x="6226836" y="951115"/>
                  </a:lnTo>
                  <a:lnTo>
                    <a:pt x="6227496" y="1047523"/>
                  </a:lnTo>
                  <a:lnTo>
                    <a:pt x="6228157" y="1125278"/>
                  </a:lnTo>
                  <a:lnTo>
                    <a:pt x="6228817" y="1222222"/>
                  </a:lnTo>
                  <a:lnTo>
                    <a:pt x="6229478" y="1336177"/>
                  </a:lnTo>
                  <a:lnTo>
                    <a:pt x="6230138" y="1430742"/>
                  </a:lnTo>
                  <a:lnTo>
                    <a:pt x="6230799" y="1430742"/>
                  </a:lnTo>
                  <a:lnTo>
                    <a:pt x="6231459" y="1430742"/>
                  </a:lnTo>
                  <a:lnTo>
                    <a:pt x="6232120" y="1430742"/>
                  </a:lnTo>
                  <a:lnTo>
                    <a:pt x="6232780" y="1430742"/>
                  </a:lnTo>
                  <a:lnTo>
                    <a:pt x="6233441" y="1430742"/>
                  </a:lnTo>
                  <a:lnTo>
                    <a:pt x="6234102" y="1430742"/>
                  </a:lnTo>
                  <a:lnTo>
                    <a:pt x="6234762" y="1430742"/>
                  </a:lnTo>
                  <a:lnTo>
                    <a:pt x="6235423" y="1430742"/>
                  </a:lnTo>
                  <a:lnTo>
                    <a:pt x="6236083" y="1430742"/>
                  </a:lnTo>
                  <a:lnTo>
                    <a:pt x="6236744" y="1430742"/>
                  </a:lnTo>
                  <a:lnTo>
                    <a:pt x="6237404" y="1403955"/>
                  </a:lnTo>
                  <a:lnTo>
                    <a:pt x="6238065" y="1379501"/>
                  </a:lnTo>
                  <a:lnTo>
                    <a:pt x="6238725" y="1355926"/>
                  </a:lnTo>
                  <a:lnTo>
                    <a:pt x="6239386" y="1297772"/>
                  </a:lnTo>
                  <a:lnTo>
                    <a:pt x="6240046" y="1264766"/>
                  </a:lnTo>
                  <a:lnTo>
                    <a:pt x="6240707" y="1264766"/>
                  </a:lnTo>
                  <a:lnTo>
                    <a:pt x="6241367" y="1280785"/>
                  </a:lnTo>
                  <a:lnTo>
                    <a:pt x="6242028" y="1281610"/>
                  </a:lnTo>
                  <a:lnTo>
                    <a:pt x="6242688" y="1316787"/>
                  </a:lnTo>
                  <a:lnTo>
                    <a:pt x="6243349" y="1336177"/>
                  </a:lnTo>
                  <a:lnTo>
                    <a:pt x="6244010" y="1336177"/>
                  </a:lnTo>
                  <a:lnTo>
                    <a:pt x="6244670" y="1316787"/>
                  </a:lnTo>
                  <a:lnTo>
                    <a:pt x="6245331" y="1336177"/>
                  </a:lnTo>
                  <a:lnTo>
                    <a:pt x="6245991" y="1316787"/>
                  </a:lnTo>
                  <a:lnTo>
                    <a:pt x="6246652" y="1298649"/>
                  </a:lnTo>
                  <a:lnTo>
                    <a:pt x="6247312" y="1298649"/>
                  </a:lnTo>
                  <a:lnTo>
                    <a:pt x="6247973" y="1316787"/>
                  </a:lnTo>
                  <a:lnTo>
                    <a:pt x="6248633" y="1316787"/>
                  </a:lnTo>
                  <a:lnTo>
                    <a:pt x="6249294" y="1357005"/>
                  </a:lnTo>
                  <a:lnTo>
                    <a:pt x="6249954" y="1403955"/>
                  </a:lnTo>
                  <a:lnTo>
                    <a:pt x="6250615" y="1430742"/>
                  </a:lnTo>
                  <a:lnTo>
                    <a:pt x="6251275" y="1430742"/>
                  </a:lnTo>
                  <a:lnTo>
                    <a:pt x="6251936" y="1430742"/>
                  </a:lnTo>
                  <a:lnTo>
                    <a:pt x="6252596" y="1430742"/>
                  </a:lnTo>
                  <a:lnTo>
                    <a:pt x="6253257" y="1430742"/>
                  </a:lnTo>
                  <a:lnTo>
                    <a:pt x="6253917" y="1410417"/>
                  </a:lnTo>
                  <a:lnTo>
                    <a:pt x="6254578" y="1385418"/>
                  </a:lnTo>
                  <a:lnTo>
                    <a:pt x="6255239" y="1341241"/>
                  </a:lnTo>
                  <a:lnTo>
                    <a:pt x="6255899" y="1321511"/>
                  </a:lnTo>
                  <a:lnTo>
                    <a:pt x="6256560" y="1285774"/>
                  </a:lnTo>
                  <a:lnTo>
                    <a:pt x="6257220" y="1281610"/>
                  </a:lnTo>
                  <a:lnTo>
                    <a:pt x="6257881" y="1247407"/>
                  </a:lnTo>
                  <a:lnTo>
                    <a:pt x="6258541" y="1152112"/>
                  </a:lnTo>
                  <a:lnTo>
                    <a:pt x="6259202" y="1053700"/>
                  </a:lnTo>
                  <a:lnTo>
                    <a:pt x="6259862" y="1006778"/>
                  </a:lnTo>
                  <a:lnTo>
                    <a:pt x="6260523" y="988717"/>
                  </a:lnTo>
                  <a:lnTo>
                    <a:pt x="6261183" y="991059"/>
                  </a:lnTo>
                  <a:lnTo>
                    <a:pt x="6261844" y="1040776"/>
                  </a:lnTo>
                  <a:lnTo>
                    <a:pt x="6262504" y="1133941"/>
                  </a:lnTo>
                  <a:lnTo>
                    <a:pt x="6263165" y="1238759"/>
                  </a:lnTo>
                  <a:lnTo>
                    <a:pt x="6263825" y="1302184"/>
                  </a:lnTo>
                  <a:lnTo>
                    <a:pt x="6264486" y="1357005"/>
                  </a:lnTo>
                  <a:lnTo>
                    <a:pt x="6265147" y="1379501"/>
                  </a:lnTo>
                  <a:lnTo>
                    <a:pt x="6265807" y="1357005"/>
                  </a:lnTo>
                  <a:lnTo>
                    <a:pt x="6266468" y="1298649"/>
                  </a:lnTo>
                  <a:lnTo>
                    <a:pt x="6267128" y="1226266"/>
                  </a:lnTo>
                  <a:lnTo>
                    <a:pt x="6267789" y="1165459"/>
                  </a:lnTo>
                  <a:lnTo>
                    <a:pt x="6268449" y="1106488"/>
                  </a:lnTo>
                  <a:lnTo>
                    <a:pt x="6269110" y="1097759"/>
                  </a:lnTo>
                  <a:lnTo>
                    <a:pt x="6269770" y="1115497"/>
                  </a:lnTo>
                  <a:lnTo>
                    <a:pt x="6270431" y="1162198"/>
                  </a:lnTo>
                  <a:lnTo>
                    <a:pt x="6271091" y="1209148"/>
                  </a:lnTo>
                  <a:lnTo>
                    <a:pt x="6271752" y="1281610"/>
                  </a:lnTo>
                  <a:lnTo>
                    <a:pt x="6272412" y="1287457"/>
                  </a:lnTo>
                  <a:lnTo>
                    <a:pt x="6273073" y="1226946"/>
                  </a:lnTo>
                  <a:lnTo>
                    <a:pt x="6273733" y="1155258"/>
                  </a:lnTo>
                  <a:lnTo>
                    <a:pt x="6274394" y="1115955"/>
                  </a:lnTo>
                  <a:lnTo>
                    <a:pt x="6275055" y="1089711"/>
                  </a:lnTo>
                  <a:lnTo>
                    <a:pt x="6275715" y="1078656"/>
                  </a:lnTo>
                  <a:lnTo>
                    <a:pt x="6276376" y="1107376"/>
                  </a:lnTo>
                  <a:lnTo>
                    <a:pt x="6277036" y="1155786"/>
                  </a:lnTo>
                  <a:lnTo>
                    <a:pt x="6277697" y="1201585"/>
                  </a:lnTo>
                  <a:lnTo>
                    <a:pt x="6278357" y="1227627"/>
                  </a:lnTo>
                  <a:lnTo>
                    <a:pt x="6279018" y="1227627"/>
                  </a:lnTo>
                  <a:lnTo>
                    <a:pt x="6279678" y="1222222"/>
                  </a:lnTo>
                  <a:lnTo>
                    <a:pt x="6280339" y="1235935"/>
                  </a:lnTo>
                  <a:lnTo>
                    <a:pt x="6280999" y="1237343"/>
                  </a:lnTo>
                  <a:lnTo>
                    <a:pt x="6281660" y="1251834"/>
                  </a:lnTo>
                  <a:lnTo>
                    <a:pt x="6282320" y="1268686"/>
                  </a:lnTo>
                  <a:lnTo>
                    <a:pt x="6282981" y="1268686"/>
                  </a:lnTo>
                  <a:lnTo>
                    <a:pt x="6283641" y="1224912"/>
                  </a:lnTo>
                  <a:lnTo>
                    <a:pt x="6284302" y="1185867"/>
                  </a:lnTo>
                  <a:lnTo>
                    <a:pt x="6284962" y="1132478"/>
                  </a:lnTo>
                  <a:lnTo>
                    <a:pt x="6285623" y="1112764"/>
                  </a:lnTo>
                  <a:lnTo>
                    <a:pt x="6286284" y="1112764"/>
                  </a:lnTo>
                  <a:lnTo>
                    <a:pt x="6286944" y="1099916"/>
                  </a:lnTo>
                  <a:lnTo>
                    <a:pt x="6287605" y="1078656"/>
                  </a:lnTo>
                  <a:lnTo>
                    <a:pt x="6288265" y="1066093"/>
                  </a:lnTo>
                  <a:lnTo>
                    <a:pt x="6288926" y="1034873"/>
                  </a:lnTo>
                  <a:lnTo>
                    <a:pt x="6289586" y="1008337"/>
                  </a:lnTo>
                  <a:lnTo>
                    <a:pt x="6290247" y="1022769"/>
                  </a:lnTo>
                  <a:lnTo>
                    <a:pt x="6290907" y="1061901"/>
                  </a:lnTo>
                  <a:lnTo>
                    <a:pt x="6291568" y="1126703"/>
                  </a:lnTo>
                  <a:lnTo>
                    <a:pt x="6292228" y="1219558"/>
                  </a:lnTo>
                  <a:lnTo>
                    <a:pt x="6292889" y="1279141"/>
                  </a:lnTo>
                  <a:lnTo>
                    <a:pt x="6293549" y="1299528"/>
                  </a:lnTo>
                  <a:lnTo>
                    <a:pt x="6294210" y="1282438"/>
                  </a:lnTo>
                  <a:lnTo>
                    <a:pt x="6294870" y="1250350"/>
                  </a:lnTo>
                  <a:lnTo>
                    <a:pt x="6295531" y="1209148"/>
                  </a:lnTo>
                  <a:lnTo>
                    <a:pt x="6296192" y="1184693"/>
                  </a:lnTo>
                  <a:lnTo>
                    <a:pt x="6296852" y="1173220"/>
                  </a:lnTo>
                  <a:lnTo>
                    <a:pt x="6297513" y="1184693"/>
                  </a:lnTo>
                  <a:lnTo>
                    <a:pt x="6298173" y="1219558"/>
                  </a:lnTo>
                  <a:lnTo>
                    <a:pt x="6298834" y="1278323"/>
                  </a:lnTo>
                  <a:lnTo>
                    <a:pt x="6299494" y="1352714"/>
                  </a:lnTo>
                  <a:lnTo>
                    <a:pt x="6300155" y="1398891"/>
                  </a:lnTo>
                  <a:lnTo>
                    <a:pt x="6300815" y="1425177"/>
                  </a:lnTo>
                  <a:lnTo>
                    <a:pt x="6301476" y="1430742"/>
                  </a:lnTo>
                  <a:lnTo>
                    <a:pt x="6302136" y="1430742"/>
                  </a:lnTo>
                  <a:lnTo>
                    <a:pt x="6302797" y="1430742"/>
                  </a:lnTo>
                  <a:lnTo>
                    <a:pt x="6303457" y="1430742"/>
                  </a:lnTo>
                  <a:lnTo>
                    <a:pt x="6304118" y="1403955"/>
                  </a:lnTo>
                  <a:lnTo>
                    <a:pt x="6304778" y="1379501"/>
                  </a:lnTo>
                  <a:lnTo>
                    <a:pt x="6305439" y="1357005"/>
                  </a:lnTo>
                  <a:lnTo>
                    <a:pt x="6306100" y="1336177"/>
                  </a:lnTo>
                  <a:lnTo>
                    <a:pt x="6306760" y="1336177"/>
                  </a:lnTo>
                  <a:lnTo>
                    <a:pt x="6307421" y="1357005"/>
                  </a:lnTo>
                  <a:lnTo>
                    <a:pt x="6308081" y="1379501"/>
                  </a:lnTo>
                  <a:lnTo>
                    <a:pt x="6308742" y="1379501"/>
                  </a:lnTo>
                  <a:lnTo>
                    <a:pt x="6309402" y="1379501"/>
                  </a:lnTo>
                  <a:lnTo>
                    <a:pt x="6310063" y="1326315"/>
                  </a:lnTo>
                  <a:lnTo>
                    <a:pt x="6310723" y="1286614"/>
                  </a:lnTo>
                  <a:lnTo>
                    <a:pt x="6311384" y="1214305"/>
                  </a:lnTo>
                  <a:lnTo>
                    <a:pt x="6312044" y="1125752"/>
                  </a:lnTo>
                  <a:lnTo>
                    <a:pt x="6312705" y="1073878"/>
                  </a:lnTo>
                  <a:lnTo>
                    <a:pt x="6313365" y="1063798"/>
                  </a:lnTo>
                  <a:lnTo>
                    <a:pt x="6314026" y="1064943"/>
                  </a:lnTo>
                  <a:lnTo>
                    <a:pt x="6314686" y="1088045"/>
                  </a:lnTo>
                  <a:lnTo>
                    <a:pt x="6315347" y="1142879"/>
                  </a:lnTo>
                  <a:lnTo>
                    <a:pt x="6316008" y="1198494"/>
                  </a:lnTo>
                  <a:lnTo>
                    <a:pt x="6316668" y="1242330"/>
                  </a:lnTo>
                  <a:lnTo>
                    <a:pt x="6317329" y="1227627"/>
                  </a:lnTo>
                  <a:lnTo>
                    <a:pt x="6317989" y="1155786"/>
                  </a:lnTo>
                  <a:lnTo>
                    <a:pt x="6318650" y="1090129"/>
                  </a:lnTo>
                  <a:lnTo>
                    <a:pt x="6319310" y="1043951"/>
                  </a:lnTo>
                  <a:lnTo>
                    <a:pt x="6319971" y="1021128"/>
                  </a:lnTo>
                  <a:lnTo>
                    <a:pt x="6320631" y="1035561"/>
                  </a:lnTo>
                  <a:lnTo>
                    <a:pt x="6321292" y="1072304"/>
                  </a:lnTo>
                  <a:lnTo>
                    <a:pt x="6321952" y="1123859"/>
                  </a:lnTo>
                  <a:lnTo>
                    <a:pt x="6322613" y="1188822"/>
                  </a:lnTo>
                  <a:lnTo>
                    <a:pt x="6323273" y="1187045"/>
                  </a:lnTo>
                  <a:lnTo>
                    <a:pt x="6323934" y="1163824"/>
                  </a:lnTo>
                  <a:lnTo>
                    <a:pt x="6324594" y="1174912"/>
                  </a:lnTo>
                  <a:lnTo>
                    <a:pt x="6325255" y="1211071"/>
                  </a:lnTo>
                  <a:lnTo>
                    <a:pt x="6325915" y="1222222"/>
                  </a:lnTo>
                  <a:lnTo>
                    <a:pt x="6326576" y="1250350"/>
                  </a:lnTo>
                  <a:lnTo>
                    <a:pt x="6327237" y="1281610"/>
                  </a:lnTo>
                  <a:lnTo>
                    <a:pt x="6327897" y="1309391"/>
                  </a:lnTo>
                  <a:lnTo>
                    <a:pt x="6328558" y="1328260"/>
                  </a:lnTo>
                  <a:lnTo>
                    <a:pt x="6329218" y="1348488"/>
                  </a:lnTo>
                  <a:lnTo>
                    <a:pt x="6329879" y="1393917"/>
                  </a:lnTo>
                  <a:lnTo>
                    <a:pt x="6330539" y="1419719"/>
                  </a:lnTo>
                  <a:lnTo>
                    <a:pt x="6331200" y="1430742"/>
                  </a:lnTo>
                  <a:lnTo>
                    <a:pt x="6331860" y="1430742"/>
                  </a:lnTo>
                  <a:lnTo>
                    <a:pt x="6332521" y="1403955"/>
                  </a:lnTo>
                  <a:lnTo>
                    <a:pt x="6333181" y="1379501"/>
                  </a:lnTo>
                  <a:lnTo>
                    <a:pt x="6333842" y="1357005"/>
                  </a:lnTo>
                  <a:lnTo>
                    <a:pt x="6334502" y="1336177"/>
                  </a:lnTo>
                  <a:lnTo>
                    <a:pt x="6335163" y="1336177"/>
                  </a:lnTo>
                  <a:lnTo>
                    <a:pt x="6335823" y="1357005"/>
                  </a:lnTo>
                  <a:lnTo>
                    <a:pt x="6336484" y="1379501"/>
                  </a:lnTo>
                  <a:lnTo>
                    <a:pt x="6337145" y="1403955"/>
                  </a:lnTo>
                  <a:lnTo>
                    <a:pt x="6337805" y="1430742"/>
                  </a:lnTo>
                  <a:lnTo>
                    <a:pt x="6338466" y="1430742"/>
                  </a:lnTo>
                  <a:lnTo>
                    <a:pt x="6339126" y="1430742"/>
                  </a:lnTo>
                  <a:lnTo>
                    <a:pt x="6339787" y="1430742"/>
                  </a:lnTo>
                  <a:lnTo>
                    <a:pt x="6340447" y="1430742"/>
                  </a:lnTo>
                  <a:lnTo>
                    <a:pt x="6341108" y="1430742"/>
                  </a:lnTo>
                  <a:lnTo>
                    <a:pt x="6341768" y="1430742"/>
                  </a:lnTo>
                  <a:lnTo>
                    <a:pt x="6342429" y="1430742"/>
                  </a:lnTo>
                  <a:lnTo>
                    <a:pt x="6343089" y="1430742"/>
                  </a:lnTo>
                  <a:lnTo>
                    <a:pt x="6343750" y="1430742"/>
                  </a:lnTo>
                  <a:lnTo>
                    <a:pt x="6344410" y="1430742"/>
                  </a:lnTo>
                  <a:lnTo>
                    <a:pt x="6345071" y="1430742"/>
                  </a:lnTo>
                  <a:lnTo>
                    <a:pt x="6345731" y="1430742"/>
                  </a:lnTo>
                  <a:lnTo>
                    <a:pt x="6346392" y="1403955"/>
                  </a:lnTo>
                  <a:lnTo>
                    <a:pt x="6347053" y="1357005"/>
                  </a:lnTo>
                  <a:lnTo>
                    <a:pt x="6347713" y="1336177"/>
                  </a:lnTo>
                  <a:lnTo>
                    <a:pt x="6348374" y="1336177"/>
                  </a:lnTo>
                  <a:lnTo>
                    <a:pt x="6349034" y="1336177"/>
                  </a:lnTo>
                  <a:lnTo>
                    <a:pt x="6349695" y="1357005"/>
                  </a:lnTo>
                  <a:lnTo>
                    <a:pt x="6350355" y="1403955"/>
                  </a:lnTo>
                  <a:lnTo>
                    <a:pt x="6351016" y="1430742"/>
                  </a:lnTo>
                  <a:lnTo>
                    <a:pt x="6351676" y="1430742"/>
                  </a:lnTo>
                  <a:lnTo>
                    <a:pt x="6352337" y="1430742"/>
                  </a:lnTo>
                  <a:lnTo>
                    <a:pt x="6352997" y="1430742"/>
                  </a:lnTo>
                  <a:lnTo>
                    <a:pt x="6353658" y="1430742"/>
                  </a:lnTo>
                  <a:lnTo>
                    <a:pt x="6354318" y="1430742"/>
                  </a:lnTo>
                  <a:lnTo>
                    <a:pt x="6354979" y="1430742"/>
                  </a:lnTo>
                  <a:lnTo>
                    <a:pt x="6355639" y="1430742"/>
                  </a:lnTo>
                  <a:lnTo>
                    <a:pt x="6356300" y="1430742"/>
                  </a:lnTo>
                  <a:lnTo>
                    <a:pt x="6356960" y="1430742"/>
                  </a:lnTo>
                  <a:lnTo>
                    <a:pt x="6357621" y="1430742"/>
                  </a:lnTo>
                  <a:lnTo>
                    <a:pt x="6358282" y="1430742"/>
                  </a:lnTo>
                  <a:lnTo>
                    <a:pt x="6358942" y="1430742"/>
                  </a:lnTo>
                  <a:lnTo>
                    <a:pt x="6359603" y="1430742"/>
                  </a:lnTo>
                  <a:lnTo>
                    <a:pt x="6360263" y="1430742"/>
                  </a:lnTo>
                  <a:lnTo>
                    <a:pt x="6360924" y="1430742"/>
                  </a:lnTo>
                  <a:lnTo>
                    <a:pt x="6361584" y="1403955"/>
                  </a:lnTo>
                  <a:lnTo>
                    <a:pt x="6362245" y="1379501"/>
                  </a:lnTo>
                  <a:lnTo>
                    <a:pt x="6362905" y="1336177"/>
                  </a:lnTo>
                  <a:lnTo>
                    <a:pt x="6363566" y="1316787"/>
                  </a:lnTo>
                  <a:lnTo>
                    <a:pt x="6364226" y="1281610"/>
                  </a:lnTo>
                  <a:lnTo>
                    <a:pt x="6364887" y="1250350"/>
                  </a:lnTo>
                  <a:lnTo>
                    <a:pt x="6365547" y="1209148"/>
                  </a:lnTo>
                  <a:lnTo>
                    <a:pt x="6366208" y="1209148"/>
                  </a:lnTo>
                  <a:lnTo>
                    <a:pt x="6366868" y="1222222"/>
                  </a:lnTo>
                  <a:lnTo>
                    <a:pt x="6367529" y="1250350"/>
                  </a:lnTo>
                  <a:lnTo>
                    <a:pt x="6368190" y="1298649"/>
                  </a:lnTo>
                  <a:lnTo>
                    <a:pt x="6368850" y="1379501"/>
                  </a:lnTo>
                  <a:lnTo>
                    <a:pt x="6369511" y="1430742"/>
                  </a:lnTo>
                  <a:lnTo>
                    <a:pt x="6370171" y="1403955"/>
                  </a:lnTo>
                  <a:lnTo>
                    <a:pt x="6370832" y="1379501"/>
                  </a:lnTo>
                  <a:lnTo>
                    <a:pt x="6371492" y="1336177"/>
                  </a:lnTo>
                  <a:lnTo>
                    <a:pt x="6372153" y="1316787"/>
                  </a:lnTo>
                  <a:lnTo>
                    <a:pt x="6372813" y="1290853"/>
                  </a:lnTo>
                  <a:lnTo>
                    <a:pt x="6373474" y="1274267"/>
                  </a:lnTo>
                  <a:lnTo>
                    <a:pt x="6374134" y="1229681"/>
                  </a:lnTo>
                  <a:lnTo>
                    <a:pt x="6374795" y="1191209"/>
                  </a:lnTo>
                  <a:lnTo>
                    <a:pt x="6375455" y="1179473"/>
                  </a:lnTo>
                  <a:lnTo>
                    <a:pt x="6376116" y="1151591"/>
                  </a:lnTo>
                  <a:lnTo>
                    <a:pt x="6376776" y="1142375"/>
                  </a:lnTo>
                  <a:lnTo>
                    <a:pt x="6377437" y="1152634"/>
                  </a:lnTo>
                  <a:lnTo>
                    <a:pt x="6378098" y="1174347"/>
                  </a:lnTo>
                  <a:lnTo>
                    <a:pt x="6378758" y="1197879"/>
                  </a:lnTo>
                  <a:lnTo>
                    <a:pt x="6379419" y="1214956"/>
                  </a:lnTo>
                  <a:lnTo>
                    <a:pt x="6380079" y="1186455"/>
                  </a:lnTo>
                  <a:lnTo>
                    <a:pt x="6380740" y="1163824"/>
                  </a:lnTo>
                  <a:lnTo>
                    <a:pt x="6381400" y="1153156"/>
                  </a:lnTo>
                  <a:lnTo>
                    <a:pt x="6382061" y="1123388"/>
                  </a:lnTo>
                  <a:lnTo>
                    <a:pt x="6382721" y="1139369"/>
                  </a:lnTo>
                  <a:lnTo>
                    <a:pt x="6383382" y="1196655"/>
                  </a:lnTo>
                  <a:lnTo>
                    <a:pt x="6384042" y="1265546"/>
                  </a:lnTo>
                  <a:lnTo>
                    <a:pt x="6384703" y="1336177"/>
                  </a:lnTo>
                  <a:lnTo>
                    <a:pt x="6385363" y="1403955"/>
                  </a:lnTo>
                  <a:lnTo>
                    <a:pt x="6386024" y="1430742"/>
                  </a:lnTo>
                  <a:lnTo>
                    <a:pt x="6386684" y="1430742"/>
                  </a:lnTo>
                  <a:lnTo>
                    <a:pt x="6387345" y="1430742"/>
                  </a:lnTo>
                  <a:lnTo>
                    <a:pt x="6388006" y="1430742"/>
                  </a:lnTo>
                  <a:lnTo>
                    <a:pt x="6388666" y="1430742"/>
                  </a:lnTo>
                  <a:lnTo>
                    <a:pt x="6389327" y="1430742"/>
                  </a:lnTo>
                  <a:lnTo>
                    <a:pt x="6389987" y="1430742"/>
                  </a:lnTo>
                  <a:lnTo>
                    <a:pt x="6390648" y="1430742"/>
                  </a:lnTo>
                  <a:lnTo>
                    <a:pt x="6391308" y="1430742"/>
                  </a:lnTo>
                  <a:lnTo>
                    <a:pt x="6391969" y="1430742"/>
                  </a:lnTo>
                  <a:lnTo>
                    <a:pt x="6392629" y="1430742"/>
                  </a:lnTo>
                  <a:lnTo>
                    <a:pt x="6393290" y="1418371"/>
                  </a:lnTo>
                  <a:lnTo>
                    <a:pt x="6393950" y="1369155"/>
                  </a:lnTo>
                  <a:lnTo>
                    <a:pt x="6394611" y="1304865"/>
                  </a:lnTo>
                  <a:lnTo>
                    <a:pt x="6395271" y="1271065"/>
                  </a:lnTo>
                  <a:lnTo>
                    <a:pt x="6395932" y="1232443"/>
                  </a:lnTo>
                  <a:lnTo>
                    <a:pt x="6396592" y="1187045"/>
                  </a:lnTo>
                  <a:lnTo>
                    <a:pt x="6397253" y="1137383"/>
                  </a:lnTo>
                  <a:lnTo>
                    <a:pt x="6397913" y="1097330"/>
                  </a:lnTo>
                  <a:lnTo>
                    <a:pt x="6398574" y="1072697"/>
                  </a:lnTo>
                  <a:lnTo>
                    <a:pt x="6399235" y="1069570"/>
                  </a:lnTo>
                  <a:lnTo>
                    <a:pt x="6399895" y="1093918"/>
                  </a:lnTo>
                  <a:lnTo>
                    <a:pt x="6400556" y="1145923"/>
                  </a:lnTo>
                  <a:lnTo>
                    <a:pt x="6401216" y="1196655"/>
                  </a:lnTo>
                  <a:lnTo>
                    <a:pt x="6401877" y="1196655"/>
                  </a:lnTo>
                  <a:lnTo>
                    <a:pt x="6402537" y="1184693"/>
                  </a:lnTo>
                  <a:lnTo>
                    <a:pt x="6403198" y="1141370"/>
                  </a:lnTo>
                  <a:lnTo>
                    <a:pt x="6403858" y="1121979"/>
                  </a:lnTo>
                  <a:lnTo>
                    <a:pt x="6404519" y="1139369"/>
                  </a:lnTo>
                  <a:lnTo>
                    <a:pt x="6405179" y="1194221"/>
                  </a:lnTo>
                  <a:lnTo>
                    <a:pt x="6405840" y="1247407"/>
                  </a:lnTo>
                  <a:lnTo>
                    <a:pt x="6406500" y="1332191"/>
                  </a:lnTo>
                  <a:lnTo>
                    <a:pt x="6407161" y="1352714"/>
                  </a:lnTo>
                  <a:lnTo>
                    <a:pt x="6407821" y="1281610"/>
                  </a:lnTo>
                  <a:lnTo>
                    <a:pt x="6408482" y="1222222"/>
                  </a:lnTo>
                  <a:lnTo>
                    <a:pt x="6409143" y="1184693"/>
                  </a:lnTo>
                  <a:lnTo>
                    <a:pt x="6409803" y="1173220"/>
                  </a:lnTo>
                  <a:lnTo>
                    <a:pt x="6410464" y="1196655"/>
                  </a:lnTo>
                  <a:lnTo>
                    <a:pt x="6411124" y="1265546"/>
                  </a:lnTo>
                  <a:lnTo>
                    <a:pt x="6411785" y="1336177"/>
                  </a:lnTo>
                  <a:lnTo>
                    <a:pt x="6412445" y="1403955"/>
                  </a:lnTo>
                  <a:lnTo>
                    <a:pt x="6413106" y="1379501"/>
                  </a:lnTo>
                  <a:lnTo>
                    <a:pt x="6413766" y="1298649"/>
                  </a:lnTo>
                  <a:lnTo>
                    <a:pt x="6414427" y="1265546"/>
                  </a:lnTo>
                  <a:lnTo>
                    <a:pt x="6415087" y="1235935"/>
                  </a:lnTo>
                  <a:lnTo>
                    <a:pt x="6415748" y="1220222"/>
                  </a:lnTo>
                  <a:lnTo>
                    <a:pt x="6416408" y="1220222"/>
                  </a:lnTo>
                  <a:lnTo>
                    <a:pt x="6417069" y="1263214"/>
                  </a:lnTo>
                  <a:lnTo>
                    <a:pt x="6417729" y="1296026"/>
                  </a:lnTo>
                  <a:lnTo>
                    <a:pt x="6418390" y="1296026"/>
                  </a:lnTo>
                  <a:lnTo>
                    <a:pt x="6419051" y="1281610"/>
                  </a:lnTo>
                  <a:lnTo>
                    <a:pt x="6419711" y="1312142"/>
                  </a:lnTo>
                  <a:lnTo>
                    <a:pt x="6420372" y="1331203"/>
                  </a:lnTo>
                  <a:lnTo>
                    <a:pt x="6421032" y="1331203"/>
                  </a:lnTo>
                  <a:lnTo>
                    <a:pt x="6421693" y="1373706"/>
                  </a:lnTo>
                  <a:lnTo>
                    <a:pt x="6422353" y="1423802"/>
                  </a:lnTo>
                  <a:lnTo>
                    <a:pt x="6423014" y="1430742"/>
                  </a:lnTo>
                  <a:lnTo>
                    <a:pt x="6423674" y="1430742"/>
                  </a:lnTo>
                  <a:lnTo>
                    <a:pt x="6424335" y="1430742"/>
                  </a:lnTo>
                  <a:lnTo>
                    <a:pt x="6424995" y="1430742"/>
                  </a:lnTo>
                  <a:lnTo>
                    <a:pt x="6425656" y="1430742"/>
                  </a:lnTo>
                  <a:lnTo>
                    <a:pt x="6426316" y="1389029"/>
                  </a:lnTo>
                  <a:lnTo>
                    <a:pt x="6426977" y="1324383"/>
                  </a:lnTo>
                  <a:lnTo>
                    <a:pt x="6427637" y="1288302"/>
                  </a:lnTo>
                  <a:lnTo>
                    <a:pt x="6428298" y="1288302"/>
                  </a:lnTo>
                  <a:lnTo>
                    <a:pt x="6428958" y="1271862"/>
                  </a:lnTo>
                  <a:lnTo>
                    <a:pt x="6429619" y="1281610"/>
                  </a:lnTo>
                  <a:lnTo>
                    <a:pt x="6430280" y="1298649"/>
                  </a:lnTo>
                  <a:lnTo>
                    <a:pt x="6430940" y="1316787"/>
                  </a:lnTo>
                  <a:lnTo>
                    <a:pt x="6431601" y="1281610"/>
                  </a:lnTo>
                  <a:lnTo>
                    <a:pt x="6432261" y="1281610"/>
                  </a:lnTo>
                  <a:lnTo>
                    <a:pt x="6432922" y="1281610"/>
                  </a:lnTo>
                  <a:lnTo>
                    <a:pt x="6433582" y="1316787"/>
                  </a:lnTo>
                  <a:lnTo>
                    <a:pt x="6434243" y="1336177"/>
                  </a:lnTo>
                  <a:lnTo>
                    <a:pt x="6434903" y="1379501"/>
                  </a:lnTo>
                  <a:lnTo>
                    <a:pt x="6435564" y="1403955"/>
                  </a:lnTo>
                  <a:lnTo>
                    <a:pt x="6436224" y="1379501"/>
                  </a:lnTo>
                  <a:lnTo>
                    <a:pt x="6436885" y="1281610"/>
                  </a:lnTo>
                  <a:lnTo>
                    <a:pt x="6437545" y="1217577"/>
                  </a:lnTo>
                  <a:lnTo>
                    <a:pt x="6438206" y="1182361"/>
                  </a:lnTo>
                  <a:lnTo>
                    <a:pt x="6438866" y="1149517"/>
                  </a:lnTo>
                  <a:lnTo>
                    <a:pt x="6439527" y="1160044"/>
                  </a:lnTo>
                  <a:lnTo>
                    <a:pt x="6440188" y="1194221"/>
                  </a:lnTo>
                  <a:lnTo>
                    <a:pt x="6440848" y="1186455"/>
                  </a:lnTo>
                  <a:lnTo>
                    <a:pt x="6441509" y="1118257"/>
                  </a:lnTo>
                  <a:lnTo>
                    <a:pt x="6442169" y="1075462"/>
                  </a:lnTo>
                  <a:lnTo>
                    <a:pt x="6442830" y="1038330"/>
                  </a:lnTo>
                  <a:lnTo>
                    <a:pt x="6443490" y="1037983"/>
                  </a:lnTo>
                  <a:lnTo>
                    <a:pt x="6444151" y="1067247"/>
                  </a:lnTo>
                  <a:lnTo>
                    <a:pt x="6444811" y="1121511"/>
                  </a:lnTo>
                  <a:lnTo>
                    <a:pt x="6445472" y="1172659"/>
                  </a:lnTo>
                  <a:lnTo>
                    <a:pt x="6446132" y="1202208"/>
                  </a:lnTo>
                  <a:lnTo>
                    <a:pt x="6446793" y="1191809"/>
                  </a:lnTo>
                  <a:lnTo>
                    <a:pt x="6447453" y="1180048"/>
                  </a:lnTo>
                  <a:lnTo>
                    <a:pt x="6448114" y="1204084"/>
                  </a:lnTo>
                  <a:lnTo>
                    <a:pt x="6448774" y="1230369"/>
                  </a:lnTo>
                  <a:lnTo>
                    <a:pt x="6449435" y="1267112"/>
                  </a:lnTo>
                  <a:lnTo>
                    <a:pt x="6450096" y="1290853"/>
                  </a:lnTo>
                  <a:lnTo>
                    <a:pt x="6450756" y="1274267"/>
                  </a:lnTo>
                  <a:lnTo>
                    <a:pt x="6451417" y="1243772"/>
                  </a:lnTo>
                  <a:lnTo>
                    <a:pt x="6452077" y="1216263"/>
                  </a:lnTo>
                  <a:lnTo>
                    <a:pt x="6452738" y="1216263"/>
                  </a:lnTo>
                  <a:lnTo>
                    <a:pt x="6453398" y="1209148"/>
                  </a:lnTo>
                  <a:lnTo>
                    <a:pt x="6454059" y="1235935"/>
                  </a:lnTo>
                  <a:lnTo>
                    <a:pt x="6454719" y="1267112"/>
                  </a:lnTo>
                  <a:lnTo>
                    <a:pt x="6455380" y="1318667"/>
                  </a:lnTo>
                  <a:lnTo>
                    <a:pt x="6456040" y="1338192"/>
                  </a:lnTo>
                  <a:lnTo>
                    <a:pt x="6456701" y="1381853"/>
                  </a:lnTo>
                  <a:lnTo>
                    <a:pt x="6457361" y="1381853"/>
                  </a:lnTo>
                  <a:lnTo>
                    <a:pt x="6458022" y="1357005"/>
                  </a:lnTo>
                  <a:lnTo>
                    <a:pt x="6458682" y="1336177"/>
                  </a:lnTo>
                  <a:lnTo>
                    <a:pt x="6459343" y="1336177"/>
                  </a:lnTo>
                  <a:lnTo>
                    <a:pt x="6460004" y="1336177"/>
                  </a:lnTo>
                  <a:lnTo>
                    <a:pt x="6460664" y="1357005"/>
                  </a:lnTo>
                  <a:lnTo>
                    <a:pt x="6461325" y="1403955"/>
                  </a:lnTo>
                  <a:lnTo>
                    <a:pt x="6461985" y="1430742"/>
                  </a:lnTo>
                  <a:lnTo>
                    <a:pt x="6462646" y="1430742"/>
                  </a:lnTo>
                  <a:lnTo>
                    <a:pt x="6463306" y="1430742"/>
                  </a:lnTo>
                  <a:lnTo>
                    <a:pt x="6463967" y="1430742"/>
                  </a:lnTo>
                  <a:lnTo>
                    <a:pt x="6464627" y="1403955"/>
                  </a:lnTo>
                  <a:lnTo>
                    <a:pt x="6465288" y="1336177"/>
                  </a:lnTo>
                  <a:lnTo>
                    <a:pt x="6465948" y="1281610"/>
                  </a:lnTo>
                  <a:lnTo>
                    <a:pt x="6466609" y="1250350"/>
                  </a:lnTo>
                  <a:lnTo>
                    <a:pt x="6467269" y="1250350"/>
                  </a:lnTo>
                  <a:lnTo>
                    <a:pt x="6467930" y="1265546"/>
                  </a:lnTo>
                  <a:lnTo>
                    <a:pt x="6468590" y="1316787"/>
                  </a:lnTo>
                  <a:lnTo>
                    <a:pt x="6469251" y="1379501"/>
                  </a:lnTo>
                  <a:lnTo>
                    <a:pt x="6469911" y="1430742"/>
                  </a:lnTo>
                  <a:lnTo>
                    <a:pt x="6470572" y="1430742"/>
                  </a:lnTo>
                  <a:lnTo>
                    <a:pt x="6471233" y="1430742"/>
                  </a:lnTo>
                  <a:lnTo>
                    <a:pt x="6471893" y="1430742"/>
                  </a:lnTo>
                  <a:lnTo>
                    <a:pt x="6472554" y="1430742"/>
                  </a:lnTo>
                  <a:lnTo>
                    <a:pt x="6473214" y="1430742"/>
                  </a:lnTo>
                  <a:lnTo>
                    <a:pt x="6473875" y="1430742"/>
                  </a:lnTo>
                  <a:lnTo>
                    <a:pt x="6474535" y="1403955"/>
                  </a:lnTo>
                  <a:lnTo>
                    <a:pt x="6475196" y="1298649"/>
                  </a:lnTo>
                  <a:lnTo>
                    <a:pt x="6475856" y="1184693"/>
                  </a:lnTo>
                  <a:lnTo>
                    <a:pt x="6476517" y="1063038"/>
                  </a:lnTo>
                  <a:lnTo>
                    <a:pt x="6477177" y="978694"/>
                  </a:lnTo>
                  <a:lnTo>
                    <a:pt x="6477838" y="951626"/>
                  </a:lnTo>
                  <a:lnTo>
                    <a:pt x="6478498" y="932850"/>
                  </a:lnTo>
                  <a:lnTo>
                    <a:pt x="6479159" y="947567"/>
                  </a:lnTo>
                  <a:lnTo>
                    <a:pt x="6479819" y="1009276"/>
                  </a:lnTo>
                  <a:lnTo>
                    <a:pt x="6480480" y="1096473"/>
                  </a:lnTo>
                  <a:lnTo>
                    <a:pt x="6481141" y="1114583"/>
                  </a:lnTo>
                  <a:lnTo>
                    <a:pt x="6481801" y="1151591"/>
                  </a:lnTo>
                  <a:lnTo>
                    <a:pt x="6482462" y="1154731"/>
                  </a:lnTo>
                  <a:lnTo>
                    <a:pt x="6483122" y="1144397"/>
                  </a:lnTo>
                  <a:lnTo>
                    <a:pt x="6483783" y="1151591"/>
                  </a:lnTo>
                  <a:lnTo>
                    <a:pt x="6484443" y="1196655"/>
                  </a:lnTo>
                  <a:lnTo>
                    <a:pt x="6485104" y="1222222"/>
                  </a:lnTo>
                  <a:lnTo>
                    <a:pt x="6485764" y="1193013"/>
                  </a:lnTo>
                  <a:lnTo>
                    <a:pt x="6486425" y="1148485"/>
                  </a:lnTo>
                  <a:lnTo>
                    <a:pt x="6487085" y="1077054"/>
                  </a:lnTo>
                  <a:lnTo>
                    <a:pt x="6487746" y="1014021"/>
                  </a:lnTo>
                  <a:lnTo>
                    <a:pt x="6488406" y="969833"/>
                  </a:lnTo>
                  <a:lnTo>
                    <a:pt x="6489067" y="959135"/>
                  </a:lnTo>
                  <a:lnTo>
                    <a:pt x="6489727" y="953935"/>
                  </a:lnTo>
                  <a:lnTo>
                    <a:pt x="6490388" y="949843"/>
                  </a:lnTo>
                  <a:lnTo>
                    <a:pt x="6491049" y="970105"/>
                  </a:lnTo>
                  <a:lnTo>
                    <a:pt x="6491709" y="1027414"/>
                  </a:lnTo>
                  <a:lnTo>
                    <a:pt x="6492370" y="1095193"/>
                  </a:lnTo>
                  <a:lnTo>
                    <a:pt x="6493030" y="1173220"/>
                  </a:lnTo>
                  <a:lnTo>
                    <a:pt x="6493691" y="1281610"/>
                  </a:lnTo>
                  <a:lnTo>
                    <a:pt x="6494351" y="1336177"/>
                  </a:lnTo>
                  <a:lnTo>
                    <a:pt x="6495012" y="1303968"/>
                  </a:lnTo>
                  <a:lnTo>
                    <a:pt x="6495672" y="1270270"/>
                  </a:lnTo>
                  <a:lnTo>
                    <a:pt x="6496333" y="1226266"/>
                  </a:lnTo>
                  <a:lnTo>
                    <a:pt x="6496993" y="1198494"/>
                  </a:lnTo>
                  <a:lnTo>
                    <a:pt x="6497654" y="1178898"/>
                  </a:lnTo>
                  <a:lnTo>
                    <a:pt x="6498314" y="1187045"/>
                  </a:lnTo>
                  <a:lnTo>
                    <a:pt x="6498975" y="1175478"/>
                  </a:lnTo>
                  <a:lnTo>
                    <a:pt x="6499635" y="1199109"/>
                  </a:lnTo>
                  <a:lnTo>
                    <a:pt x="6500296" y="1240896"/>
                  </a:lnTo>
                  <a:lnTo>
                    <a:pt x="6500956" y="1298649"/>
                  </a:lnTo>
                  <a:lnTo>
                    <a:pt x="6501617" y="1336177"/>
                  </a:lnTo>
                  <a:lnTo>
                    <a:pt x="6502278" y="1403955"/>
                  </a:lnTo>
                  <a:lnTo>
                    <a:pt x="6502938" y="1430742"/>
                  </a:lnTo>
                  <a:lnTo>
                    <a:pt x="6503599" y="1430742"/>
                  </a:lnTo>
                  <a:lnTo>
                    <a:pt x="6504259" y="1430742"/>
                  </a:lnTo>
                  <a:lnTo>
                    <a:pt x="6504920" y="1430742"/>
                  </a:lnTo>
                  <a:lnTo>
                    <a:pt x="6505580" y="1430742"/>
                  </a:lnTo>
                  <a:lnTo>
                    <a:pt x="6506241" y="1430742"/>
                  </a:lnTo>
                  <a:lnTo>
                    <a:pt x="6506901" y="1430742"/>
                  </a:lnTo>
                  <a:lnTo>
                    <a:pt x="6507562" y="1430742"/>
                  </a:lnTo>
                  <a:lnTo>
                    <a:pt x="6508222" y="1430742"/>
                  </a:lnTo>
                  <a:lnTo>
                    <a:pt x="6508883" y="1430742"/>
                  </a:lnTo>
                  <a:lnTo>
                    <a:pt x="6509543" y="1379501"/>
                  </a:lnTo>
                  <a:lnTo>
                    <a:pt x="6510204" y="1336177"/>
                  </a:lnTo>
                  <a:lnTo>
                    <a:pt x="6510864" y="1316787"/>
                  </a:lnTo>
                  <a:lnTo>
                    <a:pt x="6511525" y="1316787"/>
                  </a:lnTo>
                  <a:lnTo>
                    <a:pt x="6512186" y="1316787"/>
                  </a:lnTo>
                  <a:lnTo>
                    <a:pt x="6512846" y="1336177"/>
                  </a:lnTo>
                  <a:lnTo>
                    <a:pt x="6513507" y="1357005"/>
                  </a:lnTo>
                  <a:lnTo>
                    <a:pt x="6514167" y="1357005"/>
                  </a:lnTo>
                  <a:lnTo>
                    <a:pt x="6514828" y="1336177"/>
                  </a:lnTo>
                  <a:lnTo>
                    <a:pt x="6515488" y="1331203"/>
                  </a:lnTo>
                  <a:lnTo>
                    <a:pt x="6516149" y="1331203"/>
                  </a:lnTo>
                  <a:lnTo>
                    <a:pt x="6516809" y="1331203"/>
                  </a:lnTo>
                  <a:lnTo>
                    <a:pt x="6517470" y="1312142"/>
                  </a:lnTo>
                  <a:lnTo>
                    <a:pt x="6518130" y="1312142"/>
                  </a:lnTo>
                  <a:lnTo>
                    <a:pt x="6518791" y="1298649"/>
                  </a:lnTo>
                  <a:lnTo>
                    <a:pt x="6519451" y="1298649"/>
                  </a:lnTo>
                  <a:lnTo>
                    <a:pt x="6520112" y="1281610"/>
                  </a:lnTo>
                  <a:lnTo>
                    <a:pt x="6520772" y="1298649"/>
                  </a:lnTo>
                  <a:lnTo>
                    <a:pt x="6521433" y="1316787"/>
                  </a:lnTo>
                  <a:lnTo>
                    <a:pt x="6522094" y="1316787"/>
                  </a:lnTo>
                  <a:lnTo>
                    <a:pt x="6522754" y="1316787"/>
                  </a:lnTo>
                  <a:lnTo>
                    <a:pt x="6523415" y="1299528"/>
                  </a:lnTo>
                  <a:lnTo>
                    <a:pt x="6524075" y="1251091"/>
                  </a:lnTo>
                  <a:lnTo>
                    <a:pt x="6524736" y="1197266"/>
                  </a:lnTo>
                  <a:lnTo>
                    <a:pt x="6525396" y="1185280"/>
                  </a:lnTo>
                  <a:lnTo>
                    <a:pt x="6526057" y="1185280"/>
                  </a:lnTo>
                  <a:lnTo>
                    <a:pt x="6526717" y="1222222"/>
                  </a:lnTo>
                  <a:lnTo>
                    <a:pt x="6527378" y="1281610"/>
                  </a:lnTo>
                  <a:lnTo>
                    <a:pt x="6528038" y="1316787"/>
                  </a:lnTo>
                  <a:lnTo>
                    <a:pt x="6528699" y="1297772"/>
                  </a:lnTo>
                  <a:lnTo>
                    <a:pt x="6529359" y="1247407"/>
                  </a:lnTo>
                  <a:lnTo>
                    <a:pt x="6530020" y="1182361"/>
                  </a:lnTo>
                  <a:lnTo>
                    <a:pt x="6530680" y="1119183"/>
                  </a:lnTo>
                  <a:lnTo>
                    <a:pt x="6531341" y="1092649"/>
                  </a:lnTo>
                  <a:lnTo>
                    <a:pt x="6532002" y="1089711"/>
                  </a:lnTo>
                  <a:lnTo>
                    <a:pt x="6532662" y="1103841"/>
                  </a:lnTo>
                  <a:lnTo>
                    <a:pt x="6533323" y="1112764"/>
                  </a:lnTo>
                  <a:lnTo>
                    <a:pt x="6533983" y="1097330"/>
                  </a:lnTo>
                  <a:lnTo>
                    <a:pt x="6534644" y="1064943"/>
                  </a:lnTo>
                  <a:lnTo>
                    <a:pt x="6535304" y="1038678"/>
                  </a:lnTo>
                  <a:lnTo>
                    <a:pt x="6535965" y="1032479"/>
                  </a:lnTo>
                  <a:lnTo>
                    <a:pt x="6536625" y="1032479"/>
                  </a:lnTo>
                  <a:lnTo>
                    <a:pt x="6537286" y="1067633"/>
                  </a:lnTo>
                  <a:lnTo>
                    <a:pt x="6537946" y="1127657"/>
                  </a:lnTo>
                  <a:lnTo>
                    <a:pt x="6538607" y="1180048"/>
                  </a:lnTo>
                  <a:lnTo>
                    <a:pt x="6539267" y="1196655"/>
                  </a:lnTo>
                  <a:lnTo>
                    <a:pt x="6539928" y="1184693"/>
                  </a:lnTo>
                  <a:lnTo>
                    <a:pt x="6540588" y="1131507"/>
                  </a:lnTo>
                  <a:lnTo>
                    <a:pt x="6541249" y="1086802"/>
                  </a:lnTo>
                  <a:lnTo>
                    <a:pt x="6541909" y="1041127"/>
                  </a:lnTo>
                  <a:lnTo>
                    <a:pt x="6542570" y="978413"/>
                  </a:lnTo>
                  <a:lnTo>
                    <a:pt x="6543231" y="936700"/>
                  </a:lnTo>
                  <a:lnTo>
                    <a:pt x="6543891" y="922066"/>
                  </a:lnTo>
                  <a:lnTo>
                    <a:pt x="6544552" y="931419"/>
                  </a:lnTo>
                  <a:lnTo>
                    <a:pt x="6545212" y="968744"/>
                  </a:lnTo>
                  <a:lnTo>
                    <a:pt x="6545873" y="1042889"/>
                  </a:lnTo>
                  <a:lnTo>
                    <a:pt x="6546533" y="1154205"/>
                  </a:lnTo>
                  <a:lnTo>
                    <a:pt x="6547194" y="1260900"/>
                  </a:lnTo>
                  <a:lnTo>
                    <a:pt x="6547854" y="1245947"/>
                  </a:lnTo>
                  <a:lnTo>
                    <a:pt x="6548515" y="1115955"/>
                  </a:lnTo>
                  <a:lnTo>
                    <a:pt x="6549175" y="1046805"/>
                  </a:lnTo>
                  <a:lnTo>
                    <a:pt x="6549836" y="1006467"/>
                  </a:lnTo>
                  <a:lnTo>
                    <a:pt x="6550496" y="964166"/>
                  </a:lnTo>
                  <a:lnTo>
                    <a:pt x="6551157" y="933807"/>
                  </a:lnTo>
                  <a:lnTo>
                    <a:pt x="6551817" y="950606"/>
                  </a:lnTo>
                  <a:lnTo>
                    <a:pt x="6552478" y="963099"/>
                  </a:lnTo>
                  <a:lnTo>
                    <a:pt x="6553139" y="958087"/>
                  </a:lnTo>
                  <a:lnTo>
                    <a:pt x="6553799" y="952906"/>
                  </a:lnTo>
                  <a:lnTo>
                    <a:pt x="6554460" y="968744"/>
                  </a:lnTo>
                  <a:lnTo>
                    <a:pt x="6555120" y="982375"/>
                  </a:lnTo>
                  <a:lnTo>
                    <a:pt x="6555781" y="954967"/>
                  </a:lnTo>
                  <a:lnTo>
                    <a:pt x="6556441" y="925537"/>
                  </a:lnTo>
                  <a:lnTo>
                    <a:pt x="6557102" y="913459"/>
                  </a:lnTo>
                  <a:lnTo>
                    <a:pt x="6557762" y="904676"/>
                  </a:lnTo>
                  <a:lnTo>
                    <a:pt x="6558423" y="901024"/>
                  </a:lnTo>
                  <a:lnTo>
                    <a:pt x="6559083" y="920918"/>
                  </a:lnTo>
                  <a:lnTo>
                    <a:pt x="6559744" y="935009"/>
                  </a:lnTo>
                  <a:lnTo>
                    <a:pt x="6560404" y="931657"/>
                  </a:lnTo>
                  <a:lnTo>
                    <a:pt x="6561065" y="911902"/>
                  </a:lnTo>
                  <a:lnTo>
                    <a:pt x="6561725" y="886470"/>
                  </a:lnTo>
                  <a:lnTo>
                    <a:pt x="6562386" y="873598"/>
                  </a:lnTo>
                  <a:lnTo>
                    <a:pt x="6563047" y="869753"/>
                  </a:lnTo>
                  <a:lnTo>
                    <a:pt x="6563707" y="899322"/>
                  </a:lnTo>
                  <a:lnTo>
                    <a:pt x="6564368" y="962302"/>
                  </a:lnTo>
                  <a:lnTo>
                    <a:pt x="6565028" y="1014660"/>
                  </a:lnTo>
                  <a:lnTo>
                    <a:pt x="6565689" y="1061901"/>
                  </a:lnTo>
                  <a:lnTo>
                    <a:pt x="6566349" y="1118257"/>
                  </a:lnTo>
                  <a:lnTo>
                    <a:pt x="6567010" y="1147458"/>
                  </a:lnTo>
                  <a:lnTo>
                    <a:pt x="6567670" y="1157907"/>
                  </a:lnTo>
                  <a:lnTo>
                    <a:pt x="6568331" y="1143384"/>
                  </a:lnTo>
                  <a:lnTo>
                    <a:pt x="6568991" y="1073484"/>
                  </a:lnTo>
                  <a:lnTo>
                    <a:pt x="6569652" y="990179"/>
                  </a:lnTo>
                  <a:lnTo>
                    <a:pt x="6570312" y="914577"/>
                  </a:lnTo>
                  <a:lnTo>
                    <a:pt x="6570973" y="857975"/>
                  </a:lnTo>
                  <a:lnTo>
                    <a:pt x="6571633" y="845092"/>
                  </a:lnTo>
                  <a:lnTo>
                    <a:pt x="6572294" y="878479"/>
                  </a:lnTo>
                  <a:lnTo>
                    <a:pt x="6572954" y="952650"/>
                  </a:lnTo>
                  <a:lnTo>
                    <a:pt x="6573615" y="1070738"/>
                  </a:lnTo>
                  <a:lnTo>
                    <a:pt x="6574276" y="1209148"/>
                  </a:lnTo>
                  <a:lnTo>
                    <a:pt x="6574936" y="1298649"/>
                  </a:lnTo>
                  <a:lnTo>
                    <a:pt x="6575597" y="1281610"/>
                  </a:lnTo>
                  <a:lnTo>
                    <a:pt x="6576257" y="1265546"/>
                  </a:lnTo>
                  <a:lnTo>
                    <a:pt x="6576918" y="1265546"/>
                  </a:lnTo>
                  <a:lnTo>
                    <a:pt x="6577578" y="1265546"/>
                  </a:lnTo>
                  <a:lnTo>
                    <a:pt x="6578239" y="1281610"/>
                  </a:lnTo>
                  <a:lnTo>
                    <a:pt x="6578899" y="1313991"/>
                  </a:lnTo>
                  <a:lnTo>
                    <a:pt x="6579560" y="1313991"/>
                  </a:lnTo>
                  <a:lnTo>
                    <a:pt x="6580220" y="1273463"/>
                  </a:lnTo>
                  <a:lnTo>
                    <a:pt x="6580881" y="1228995"/>
                  </a:lnTo>
                  <a:lnTo>
                    <a:pt x="6581541" y="1190610"/>
                  </a:lnTo>
                  <a:lnTo>
                    <a:pt x="6582202" y="1147971"/>
                  </a:lnTo>
                  <a:lnTo>
                    <a:pt x="6582862" y="1128136"/>
                  </a:lnTo>
                  <a:lnTo>
                    <a:pt x="6583523" y="1133452"/>
                  </a:lnTo>
                  <a:lnTo>
                    <a:pt x="6584184" y="1164368"/>
                  </a:lnTo>
                  <a:lnTo>
                    <a:pt x="6584844" y="1143384"/>
                  </a:lnTo>
                  <a:lnTo>
                    <a:pt x="6585505" y="1114583"/>
                  </a:lnTo>
                  <a:lnTo>
                    <a:pt x="6586165" y="1096901"/>
                  </a:lnTo>
                  <a:lnTo>
                    <a:pt x="6586826" y="1092227"/>
                  </a:lnTo>
                  <a:lnTo>
                    <a:pt x="6587486" y="1092227"/>
                  </a:lnTo>
                  <a:lnTo>
                    <a:pt x="6588147" y="1147971"/>
                  </a:lnTo>
                  <a:lnTo>
                    <a:pt x="6588807" y="1192410"/>
                  </a:lnTo>
                  <a:lnTo>
                    <a:pt x="6589468" y="1204712"/>
                  </a:lnTo>
                  <a:lnTo>
                    <a:pt x="6590128" y="1222222"/>
                  </a:lnTo>
                  <a:lnTo>
                    <a:pt x="6590789" y="1235935"/>
                  </a:lnTo>
                  <a:lnTo>
                    <a:pt x="6591449" y="1235935"/>
                  </a:lnTo>
                  <a:lnTo>
                    <a:pt x="6592110" y="1265546"/>
                  </a:lnTo>
                  <a:lnTo>
                    <a:pt x="6592770" y="1283268"/>
                  </a:lnTo>
                  <a:lnTo>
                    <a:pt x="6593431" y="1237343"/>
                  </a:lnTo>
                  <a:lnTo>
                    <a:pt x="6594092" y="1210428"/>
                  </a:lnTo>
                  <a:lnTo>
                    <a:pt x="6594752" y="1194221"/>
                  </a:lnTo>
                  <a:lnTo>
                    <a:pt x="6595413" y="1160044"/>
                  </a:lnTo>
                  <a:lnTo>
                    <a:pt x="6596073" y="1107821"/>
                  </a:lnTo>
                  <a:lnTo>
                    <a:pt x="6596734" y="1088461"/>
                  </a:lnTo>
                  <a:lnTo>
                    <a:pt x="6597394" y="1069959"/>
                  </a:lnTo>
                  <a:lnTo>
                    <a:pt x="6598055" y="1035561"/>
                  </a:lnTo>
                  <a:lnTo>
                    <a:pt x="6598715" y="1007089"/>
                  </a:lnTo>
                  <a:lnTo>
                    <a:pt x="6599376" y="995803"/>
                  </a:lnTo>
                  <a:lnTo>
                    <a:pt x="6600036" y="983232"/>
                  </a:lnTo>
                  <a:lnTo>
                    <a:pt x="6600697" y="984952"/>
                  </a:lnTo>
                  <a:lnTo>
                    <a:pt x="6601357" y="1002765"/>
                  </a:lnTo>
                  <a:lnTo>
                    <a:pt x="6602018" y="1031798"/>
                  </a:lnTo>
                  <a:lnTo>
                    <a:pt x="6602678" y="1046447"/>
                  </a:lnTo>
                  <a:lnTo>
                    <a:pt x="6603339" y="1021783"/>
                  </a:lnTo>
                  <a:lnTo>
                    <a:pt x="6603999" y="972572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090278"/>
              <a:ext cx="0" cy="1168846"/>
            </a:xfrm>
            <a:custGeom>
              <a:avLst/>
              <a:pathLst>
                <a:path w="0" h="1168846">
                  <a:moveTo>
                    <a:pt x="0" y="116884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5912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86950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47989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09027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02570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13959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42226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032644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510179" y="1666860"/>
              <a:ext cx="4123640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0.022, obs|pred 0, pred|obs 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50208" y="4072607"/>
              <a:ext cx="1043582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chr22,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70000" y="2023189"/>
              <a:ext cx="6603999" cy="1430742"/>
            </a:xfrm>
            <a:custGeom>
              <a:avLst/>
              <a:pathLst>
                <a:path w="6603999" h="1430742">
                  <a:moveTo>
                    <a:pt x="0" y="1430742"/>
                  </a:moveTo>
                  <a:lnTo>
                    <a:pt x="660" y="1430742"/>
                  </a:lnTo>
                  <a:lnTo>
                    <a:pt x="1321" y="1430742"/>
                  </a:lnTo>
                  <a:lnTo>
                    <a:pt x="1981" y="1430742"/>
                  </a:lnTo>
                  <a:lnTo>
                    <a:pt x="2642" y="1430742"/>
                  </a:lnTo>
                  <a:lnTo>
                    <a:pt x="3302" y="1430742"/>
                  </a:lnTo>
                  <a:lnTo>
                    <a:pt x="3963" y="1430742"/>
                  </a:lnTo>
                  <a:lnTo>
                    <a:pt x="4623" y="1430742"/>
                  </a:lnTo>
                  <a:lnTo>
                    <a:pt x="5284" y="1430742"/>
                  </a:lnTo>
                  <a:lnTo>
                    <a:pt x="5944" y="1430742"/>
                  </a:lnTo>
                  <a:lnTo>
                    <a:pt x="6605" y="1430742"/>
                  </a:lnTo>
                  <a:lnTo>
                    <a:pt x="7265" y="1430742"/>
                  </a:lnTo>
                  <a:lnTo>
                    <a:pt x="7926" y="1430742"/>
                  </a:lnTo>
                  <a:lnTo>
                    <a:pt x="8586" y="1430742"/>
                  </a:lnTo>
                  <a:lnTo>
                    <a:pt x="9247" y="1430742"/>
                  </a:lnTo>
                  <a:lnTo>
                    <a:pt x="9907" y="1430742"/>
                  </a:lnTo>
                  <a:lnTo>
                    <a:pt x="10568" y="1430742"/>
                  </a:lnTo>
                  <a:lnTo>
                    <a:pt x="11229" y="1430742"/>
                  </a:lnTo>
                  <a:lnTo>
                    <a:pt x="11889" y="1430742"/>
                  </a:lnTo>
                  <a:lnTo>
                    <a:pt x="12550" y="1430742"/>
                  </a:lnTo>
                  <a:lnTo>
                    <a:pt x="13210" y="1430742"/>
                  </a:lnTo>
                  <a:lnTo>
                    <a:pt x="13871" y="1430742"/>
                  </a:lnTo>
                  <a:lnTo>
                    <a:pt x="14531" y="1430742"/>
                  </a:lnTo>
                  <a:lnTo>
                    <a:pt x="15192" y="1430742"/>
                  </a:lnTo>
                  <a:lnTo>
                    <a:pt x="15852" y="1430742"/>
                  </a:lnTo>
                  <a:lnTo>
                    <a:pt x="16513" y="1430742"/>
                  </a:lnTo>
                  <a:lnTo>
                    <a:pt x="17173" y="1430742"/>
                  </a:lnTo>
                  <a:lnTo>
                    <a:pt x="17834" y="1430742"/>
                  </a:lnTo>
                  <a:lnTo>
                    <a:pt x="18494" y="1430742"/>
                  </a:lnTo>
                  <a:lnTo>
                    <a:pt x="19155" y="1430742"/>
                  </a:lnTo>
                  <a:lnTo>
                    <a:pt x="19815" y="1430742"/>
                  </a:lnTo>
                  <a:lnTo>
                    <a:pt x="20476" y="1430742"/>
                  </a:lnTo>
                  <a:lnTo>
                    <a:pt x="21137" y="1430742"/>
                  </a:lnTo>
                  <a:lnTo>
                    <a:pt x="21797" y="1430742"/>
                  </a:lnTo>
                  <a:lnTo>
                    <a:pt x="22458" y="1430742"/>
                  </a:lnTo>
                  <a:lnTo>
                    <a:pt x="23118" y="1430742"/>
                  </a:lnTo>
                  <a:lnTo>
                    <a:pt x="23779" y="1430742"/>
                  </a:lnTo>
                  <a:lnTo>
                    <a:pt x="24439" y="1430742"/>
                  </a:lnTo>
                  <a:lnTo>
                    <a:pt x="25100" y="1430742"/>
                  </a:lnTo>
                  <a:lnTo>
                    <a:pt x="25760" y="1430742"/>
                  </a:lnTo>
                  <a:lnTo>
                    <a:pt x="26421" y="1430742"/>
                  </a:lnTo>
                  <a:lnTo>
                    <a:pt x="27081" y="1430742"/>
                  </a:lnTo>
                  <a:lnTo>
                    <a:pt x="27742" y="1430742"/>
                  </a:lnTo>
                  <a:lnTo>
                    <a:pt x="28402" y="1430742"/>
                  </a:lnTo>
                  <a:lnTo>
                    <a:pt x="29063" y="1430742"/>
                  </a:lnTo>
                  <a:lnTo>
                    <a:pt x="29723" y="1430742"/>
                  </a:lnTo>
                  <a:lnTo>
                    <a:pt x="30384" y="1430742"/>
                  </a:lnTo>
                  <a:lnTo>
                    <a:pt x="31045" y="1430742"/>
                  </a:lnTo>
                  <a:lnTo>
                    <a:pt x="31705" y="1430742"/>
                  </a:lnTo>
                  <a:lnTo>
                    <a:pt x="32366" y="1430742"/>
                  </a:lnTo>
                  <a:lnTo>
                    <a:pt x="33026" y="1430742"/>
                  </a:lnTo>
                  <a:lnTo>
                    <a:pt x="33687" y="1430742"/>
                  </a:lnTo>
                  <a:lnTo>
                    <a:pt x="34347" y="1430742"/>
                  </a:lnTo>
                  <a:lnTo>
                    <a:pt x="35008" y="1430742"/>
                  </a:lnTo>
                  <a:lnTo>
                    <a:pt x="35668" y="1430742"/>
                  </a:lnTo>
                  <a:lnTo>
                    <a:pt x="36329" y="1430742"/>
                  </a:lnTo>
                  <a:lnTo>
                    <a:pt x="36989" y="1430742"/>
                  </a:lnTo>
                  <a:lnTo>
                    <a:pt x="37650" y="1430742"/>
                  </a:lnTo>
                  <a:lnTo>
                    <a:pt x="38310" y="1430742"/>
                  </a:lnTo>
                  <a:lnTo>
                    <a:pt x="38971" y="1430742"/>
                  </a:lnTo>
                  <a:lnTo>
                    <a:pt x="39631" y="1430742"/>
                  </a:lnTo>
                  <a:lnTo>
                    <a:pt x="40292" y="1430742"/>
                  </a:lnTo>
                  <a:lnTo>
                    <a:pt x="40952" y="1430742"/>
                  </a:lnTo>
                  <a:lnTo>
                    <a:pt x="41613" y="1430742"/>
                  </a:lnTo>
                  <a:lnTo>
                    <a:pt x="42274" y="1430742"/>
                  </a:lnTo>
                  <a:lnTo>
                    <a:pt x="42934" y="1430742"/>
                  </a:lnTo>
                  <a:lnTo>
                    <a:pt x="43595" y="1430742"/>
                  </a:lnTo>
                  <a:lnTo>
                    <a:pt x="44255" y="1430742"/>
                  </a:lnTo>
                  <a:lnTo>
                    <a:pt x="44916" y="1430742"/>
                  </a:lnTo>
                  <a:lnTo>
                    <a:pt x="45576" y="1430742"/>
                  </a:lnTo>
                  <a:lnTo>
                    <a:pt x="46237" y="1430742"/>
                  </a:lnTo>
                  <a:lnTo>
                    <a:pt x="46897" y="1430742"/>
                  </a:lnTo>
                  <a:lnTo>
                    <a:pt x="47558" y="1430742"/>
                  </a:lnTo>
                  <a:lnTo>
                    <a:pt x="48218" y="1430742"/>
                  </a:lnTo>
                  <a:lnTo>
                    <a:pt x="48879" y="1430742"/>
                  </a:lnTo>
                  <a:lnTo>
                    <a:pt x="49539" y="1430742"/>
                  </a:lnTo>
                  <a:lnTo>
                    <a:pt x="50200" y="1430742"/>
                  </a:lnTo>
                  <a:lnTo>
                    <a:pt x="50860" y="1430742"/>
                  </a:lnTo>
                  <a:lnTo>
                    <a:pt x="51521" y="1430742"/>
                  </a:lnTo>
                  <a:lnTo>
                    <a:pt x="52182" y="1430742"/>
                  </a:lnTo>
                  <a:lnTo>
                    <a:pt x="52842" y="1430742"/>
                  </a:lnTo>
                  <a:lnTo>
                    <a:pt x="53503" y="1430742"/>
                  </a:lnTo>
                  <a:lnTo>
                    <a:pt x="54163" y="1430742"/>
                  </a:lnTo>
                  <a:lnTo>
                    <a:pt x="54824" y="1430742"/>
                  </a:lnTo>
                  <a:lnTo>
                    <a:pt x="55484" y="1430742"/>
                  </a:lnTo>
                  <a:lnTo>
                    <a:pt x="56145" y="1430742"/>
                  </a:lnTo>
                  <a:lnTo>
                    <a:pt x="56805" y="1430742"/>
                  </a:lnTo>
                  <a:lnTo>
                    <a:pt x="57466" y="1430742"/>
                  </a:lnTo>
                  <a:lnTo>
                    <a:pt x="58126" y="1430742"/>
                  </a:lnTo>
                  <a:lnTo>
                    <a:pt x="58787" y="1430742"/>
                  </a:lnTo>
                  <a:lnTo>
                    <a:pt x="59447" y="1430742"/>
                  </a:lnTo>
                  <a:lnTo>
                    <a:pt x="60108" y="1430742"/>
                  </a:lnTo>
                  <a:lnTo>
                    <a:pt x="60768" y="1430742"/>
                  </a:lnTo>
                  <a:lnTo>
                    <a:pt x="61429" y="1430742"/>
                  </a:lnTo>
                  <a:lnTo>
                    <a:pt x="62090" y="1430742"/>
                  </a:lnTo>
                  <a:lnTo>
                    <a:pt x="62750" y="1430742"/>
                  </a:lnTo>
                  <a:lnTo>
                    <a:pt x="63411" y="1430742"/>
                  </a:lnTo>
                  <a:lnTo>
                    <a:pt x="64071" y="1430742"/>
                  </a:lnTo>
                  <a:lnTo>
                    <a:pt x="64732" y="1430742"/>
                  </a:lnTo>
                  <a:lnTo>
                    <a:pt x="65392" y="1430742"/>
                  </a:lnTo>
                  <a:lnTo>
                    <a:pt x="66053" y="1430742"/>
                  </a:lnTo>
                  <a:lnTo>
                    <a:pt x="66713" y="1430742"/>
                  </a:lnTo>
                  <a:lnTo>
                    <a:pt x="67374" y="1430742"/>
                  </a:lnTo>
                  <a:lnTo>
                    <a:pt x="68034" y="1430742"/>
                  </a:lnTo>
                  <a:lnTo>
                    <a:pt x="68695" y="1430742"/>
                  </a:lnTo>
                  <a:lnTo>
                    <a:pt x="69355" y="1430742"/>
                  </a:lnTo>
                  <a:lnTo>
                    <a:pt x="70016" y="1430742"/>
                  </a:lnTo>
                  <a:lnTo>
                    <a:pt x="70676" y="1430742"/>
                  </a:lnTo>
                  <a:lnTo>
                    <a:pt x="71337" y="1430742"/>
                  </a:lnTo>
                  <a:lnTo>
                    <a:pt x="71997" y="1430742"/>
                  </a:lnTo>
                  <a:lnTo>
                    <a:pt x="72658" y="1430742"/>
                  </a:lnTo>
                  <a:lnTo>
                    <a:pt x="73319" y="1430742"/>
                  </a:lnTo>
                  <a:lnTo>
                    <a:pt x="73979" y="1430742"/>
                  </a:lnTo>
                  <a:lnTo>
                    <a:pt x="74640" y="1430742"/>
                  </a:lnTo>
                  <a:lnTo>
                    <a:pt x="75300" y="1430742"/>
                  </a:lnTo>
                  <a:lnTo>
                    <a:pt x="75961" y="1430742"/>
                  </a:lnTo>
                  <a:lnTo>
                    <a:pt x="76621" y="1430742"/>
                  </a:lnTo>
                  <a:lnTo>
                    <a:pt x="77282" y="1430742"/>
                  </a:lnTo>
                  <a:lnTo>
                    <a:pt x="77942" y="1430742"/>
                  </a:lnTo>
                  <a:lnTo>
                    <a:pt x="78603" y="1430742"/>
                  </a:lnTo>
                  <a:lnTo>
                    <a:pt x="79263" y="1430742"/>
                  </a:lnTo>
                  <a:lnTo>
                    <a:pt x="79924" y="1430742"/>
                  </a:lnTo>
                  <a:lnTo>
                    <a:pt x="80584" y="1430742"/>
                  </a:lnTo>
                  <a:lnTo>
                    <a:pt x="81245" y="1430742"/>
                  </a:lnTo>
                  <a:lnTo>
                    <a:pt x="81905" y="1430742"/>
                  </a:lnTo>
                  <a:lnTo>
                    <a:pt x="82566" y="1430742"/>
                  </a:lnTo>
                  <a:lnTo>
                    <a:pt x="83227" y="1430742"/>
                  </a:lnTo>
                  <a:lnTo>
                    <a:pt x="83887" y="1430742"/>
                  </a:lnTo>
                  <a:lnTo>
                    <a:pt x="84548" y="1430742"/>
                  </a:lnTo>
                  <a:lnTo>
                    <a:pt x="85208" y="1430742"/>
                  </a:lnTo>
                  <a:lnTo>
                    <a:pt x="85869" y="1430742"/>
                  </a:lnTo>
                  <a:lnTo>
                    <a:pt x="86529" y="1430742"/>
                  </a:lnTo>
                  <a:lnTo>
                    <a:pt x="87190" y="1430742"/>
                  </a:lnTo>
                  <a:lnTo>
                    <a:pt x="87850" y="1430742"/>
                  </a:lnTo>
                  <a:lnTo>
                    <a:pt x="88511" y="1430742"/>
                  </a:lnTo>
                  <a:lnTo>
                    <a:pt x="89171" y="1430742"/>
                  </a:lnTo>
                  <a:lnTo>
                    <a:pt x="89832" y="1430742"/>
                  </a:lnTo>
                  <a:lnTo>
                    <a:pt x="90492" y="1430742"/>
                  </a:lnTo>
                  <a:lnTo>
                    <a:pt x="91153" y="1430742"/>
                  </a:lnTo>
                  <a:lnTo>
                    <a:pt x="91813" y="1430742"/>
                  </a:lnTo>
                  <a:lnTo>
                    <a:pt x="92474" y="1430742"/>
                  </a:lnTo>
                  <a:lnTo>
                    <a:pt x="93135" y="1430742"/>
                  </a:lnTo>
                  <a:lnTo>
                    <a:pt x="93795" y="1430742"/>
                  </a:lnTo>
                  <a:lnTo>
                    <a:pt x="94456" y="1430742"/>
                  </a:lnTo>
                  <a:lnTo>
                    <a:pt x="95116" y="1430742"/>
                  </a:lnTo>
                  <a:lnTo>
                    <a:pt x="95777" y="1430742"/>
                  </a:lnTo>
                  <a:lnTo>
                    <a:pt x="96437" y="1430742"/>
                  </a:lnTo>
                  <a:lnTo>
                    <a:pt x="97098" y="1430742"/>
                  </a:lnTo>
                  <a:lnTo>
                    <a:pt x="97758" y="1430742"/>
                  </a:lnTo>
                  <a:lnTo>
                    <a:pt x="98419" y="1430742"/>
                  </a:lnTo>
                  <a:lnTo>
                    <a:pt x="99079" y="1430742"/>
                  </a:lnTo>
                  <a:lnTo>
                    <a:pt x="99740" y="1430742"/>
                  </a:lnTo>
                  <a:lnTo>
                    <a:pt x="100400" y="1430742"/>
                  </a:lnTo>
                  <a:lnTo>
                    <a:pt x="101061" y="1430742"/>
                  </a:lnTo>
                  <a:lnTo>
                    <a:pt x="101721" y="1430742"/>
                  </a:lnTo>
                  <a:lnTo>
                    <a:pt x="102382" y="1430742"/>
                  </a:lnTo>
                  <a:lnTo>
                    <a:pt x="103043" y="1430742"/>
                  </a:lnTo>
                  <a:lnTo>
                    <a:pt x="103703" y="1430742"/>
                  </a:lnTo>
                  <a:lnTo>
                    <a:pt x="104364" y="1430742"/>
                  </a:lnTo>
                  <a:lnTo>
                    <a:pt x="105024" y="1430742"/>
                  </a:lnTo>
                  <a:lnTo>
                    <a:pt x="105685" y="1430742"/>
                  </a:lnTo>
                  <a:lnTo>
                    <a:pt x="106345" y="1430742"/>
                  </a:lnTo>
                  <a:lnTo>
                    <a:pt x="107006" y="1403955"/>
                  </a:lnTo>
                  <a:lnTo>
                    <a:pt x="107666" y="1358088"/>
                  </a:lnTo>
                  <a:lnTo>
                    <a:pt x="108327" y="1317725"/>
                  </a:lnTo>
                  <a:lnTo>
                    <a:pt x="108987" y="1299528"/>
                  </a:lnTo>
                  <a:lnTo>
                    <a:pt x="109648" y="1299528"/>
                  </a:lnTo>
                  <a:lnTo>
                    <a:pt x="110308" y="1317725"/>
                  </a:lnTo>
                  <a:lnTo>
                    <a:pt x="110969" y="1357005"/>
                  </a:lnTo>
                  <a:lnTo>
                    <a:pt x="111629" y="1403955"/>
                  </a:lnTo>
                  <a:lnTo>
                    <a:pt x="112290" y="1430742"/>
                  </a:lnTo>
                  <a:lnTo>
                    <a:pt x="112950" y="1425177"/>
                  </a:lnTo>
                  <a:lnTo>
                    <a:pt x="113611" y="1374856"/>
                  </a:lnTo>
                  <a:lnTo>
                    <a:pt x="114272" y="1295157"/>
                  </a:lnTo>
                  <a:lnTo>
                    <a:pt x="114932" y="1247407"/>
                  </a:lnTo>
                  <a:lnTo>
                    <a:pt x="115593" y="1233138"/>
                  </a:lnTo>
                  <a:lnTo>
                    <a:pt x="116253" y="1235935"/>
                  </a:lnTo>
                  <a:lnTo>
                    <a:pt x="116914" y="1265546"/>
                  </a:lnTo>
                  <a:lnTo>
                    <a:pt x="117574" y="1336177"/>
                  </a:lnTo>
                  <a:lnTo>
                    <a:pt x="118235" y="1403955"/>
                  </a:lnTo>
                  <a:lnTo>
                    <a:pt x="118895" y="1430742"/>
                  </a:lnTo>
                  <a:lnTo>
                    <a:pt x="119556" y="1430742"/>
                  </a:lnTo>
                  <a:lnTo>
                    <a:pt x="120216" y="1403955"/>
                  </a:lnTo>
                  <a:lnTo>
                    <a:pt x="120877" y="1357005"/>
                  </a:lnTo>
                  <a:lnTo>
                    <a:pt x="121537" y="1336177"/>
                  </a:lnTo>
                  <a:lnTo>
                    <a:pt x="122198" y="1316787"/>
                  </a:lnTo>
                  <a:lnTo>
                    <a:pt x="122858" y="1281610"/>
                  </a:lnTo>
                  <a:lnTo>
                    <a:pt x="123519" y="1248875"/>
                  </a:lnTo>
                  <a:lnTo>
                    <a:pt x="124180" y="1224912"/>
                  </a:lnTo>
                  <a:lnTo>
                    <a:pt x="124840" y="1211714"/>
                  </a:lnTo>
                  <a:lnTo>
                    <a:pt x="125501" y="1211714"/>
                  </a:lnTo>
                  <a:lnTo>
                    <a:pt x="126161" y="1238759"/>
                  </a:lnTo>
                  <a:lnTo>
                    <a:pt x="126822" y="1286614"/>
                  </a:lnTo>
                  <a:lnTo>
                    <a:pt x="127482" y="1357005"/>
                  </a:lnTo>
                  <a:lnTo>
                    <a:pt x="128143" y="1403955"/>
                  </a:lnTo>
                  <a:lnTo>
                    <a:pt x="128803" y="1430742"/>
                  </a:lnTo>
                  <a:lnTo>
                    <a:pt x="129464" y="1430742"/>
                  </a:lnTo>
                  <a:lnTo>
                    <a:pt x="130124" y="1430742"/>
                  </a:lnTo>
                  <a:lnTo>
                    <a:pt x="130785" y="1430742"/>
                  </a:lnTo>
                  <a:lnTo>
                    <a:pt x="131445" y="1430742"/>
                  </a:lnTo>
                  <a:lnTo>
                    <a:pt x="132106" y="1430742"/>
                  </a:lnTo>
                  <a:lnTo>
                    <a:pt x="132766" y="1430742"/>
                  </a:lnTo>
                  <a:lnTo>
                    <a:pt x="133427" y="1430742"/>
                  </a:lnTo>
                  <a:lnTo>
                    <a:pt x="134088" y="1430742"/>
                  </a:lnTo>
                  <a:lnTo>
                    <a:pt x="134748" y="1430742"/>
                  </a:lnTo>
                  <a:lnTo>
                    <a:pt x="135409" y="1430742"/>
                  </a:lnTo>
                  <a:lnTo>
                    <a:pt x="136069" y="1430742"/>
                  </a:lnTo>
                  <a:lnTo>
                    <a:pt x="136730" y="1430742"/>
                  </a:lnTo>
                  <a:lnTo>
                    <a:pt x="137390" y="1430742"/>
                  </a:lnTo>
                  <a:lnTo>
                    <a:pt x="138051" y="1430742"/>
                  </a:lnTo>
                  <a:lnTo>
                    <a:pt x="138711" y="1430742"/>
                  </a:lnTo>
                  <a:lnTo>
                    <a:pt x="139372" y="1430742"/>
                  </a:lnTo>
                  <a:lnTo>
                    <a:pt x="140032" y="1430742"/>
                  </a:lnTo>
                  <a:lnTo>
                    <a:pt x="140693" y="1430742"/>
                  </a:lnTo>
                  <a:lnTo>
                    <a:pt x="141353" y="1430742"/>
                  </a:lnTo>
                  <a:lnTo>
                    <a:pt x="142014" y="1430742"/>
                  </a:lnTo>
                  <a:lnTo>
                    <a:pt x="142674" y="1430742"/>
                  </a:lnTo>
                  <a:lnTo>
                    <a:pt x="143335" y="1430742"/>
                  </a:lnTo>
                  <a:lnTo>
                    <a:pt x="143995" y="1403955"/>
                  </a:lnTo>
                  <a:lnTo>
                    <a:pt x="144656" y="1357005"/>
                  </a:lnTo>
                  <a:lnTo>
                    <a:pt x="145317" y="1316787"/>
                  </a:lnTo>
                  <a:lnTo>
                    <a:pt x="145977" y="1316787"/>
                  </a:lnTo>
                  <a:lnTo>
                    <a:pt x="146638" y="1316787"/>
                  </a:lnTo>
                  <a:lnTo>
                    <a:pt x="147298" y="1336177"/>
                  </a:lnTo>
                  <a:lnTo>
                    <a:pt x="147959" y="1379501"/>
                  </a:lnTo>
                  <a:lnTo>
                    <a:pt x="148619" y="1430742"/>
                  </a:lnTo>
                  <a:lnTo>
                    <a:pt x="149280" y="1430742"/>
                  </a:lnTo>
                  <a:lnTo>
                    <a:pt x="149940" y="1430742"/>
                  </a:lnTo>
                  <a:lnTo>
                    <a:pt x="150601" y="1430742"/>
                  </a:lnTo>
                  <a:lnTo>
                    <a:pt x="151261" y="1430742"/>
                  </a:lnTo>
                  <a:lnTo>
                    <a:pt x="151922" y="1430742"/>
                  </a:lnTo>
                  <a:lnTo>
                    <a:pt x="152582" y="1430742"/>
                  </a:lnTo>
                  <a:lnTo>
                    <a:pt x="153243" y="1430742"/>
                  </a:lnTo>
                  <a:lnTo>
                    <a:pt x="153903" y="1430742"/>
                  </a:lnTo>
                  <a:lnTo>
                    <a:pt x="154564" y="1430742"/>
                  </a:lnTo>
                  <a:lnTo>
                    <a:pt x="155225" y="1430742"/>
                  </a:lnTo>
                  <a:lnTo>
                    <a:pt x="155885" y="1430742"/>
                  </a:lnTo>
                  <a:lnTo>
                    <a:pt x="156546" y="1401412"/>
                  </a:lnTo>
                  <a:lnTo>
                    <a:pt x="157206" y="1334177"/>
                  </a:lnTo>
                  <a:lnTo>
                    <a:pt x="157867" y="1279962"/>
                  </a:lnTo>
                  <a:lnTo>
                    <a:pt x="158527" y="1263989"/>
                  </a:lnTo>
                  <a:lnTo>
                    <a:pt x="159188" y="1263989"/>
                  </a:lnTo>
                  <a:lnTo>
                    <a:pt x="159848" y="1281610"/>
                  </a:lnTo>
                  <a:lnTo>
                    <a:pt x="160509" y="1316787"/>
                  </a:lnTo>
                  <a:lnTo>
                    <a:pt x="161169" y="1357005"/>
                  </a:lnTo>
                  <a:lnTo>
                    <a:pt x="161830" y="1357005"/>
                  </a:lnTo>
                  <a:lnTo>
                    <a:pt x="162490" y="1336177"/>
                  </a:lnTo>
                  <a:lnTo>
                    <a:pt x="163151" y="1336177"/>
                  </a:lnTo>
                  <a:lnTo>
                    <a:pt x="163811" y="1336177"/>
                  </a:lnTo>
                  <a:lnTo>
                    <a:pt x="164472" y="1336177"/>
                  </a:lnTo>
                  <a:lnTo>
                    <a:pt x="165133" y="1336177"/>
                  </a:lnTo>
                  <a:lnTo>
                    <a:pt x="165793" y="1316787"/>
                  </a:lnTo>
                  <a:lnTo>
                    <a:pt x="166454" y="1298649"/>
                  </a:lnTo>
                  <a:lnTo>
                    <a:pt x="167114" y="1298649"/>
                  </a:lnTo>
                  <a:lnTo>
                    <a:pt x="167775" y="1298649"/>
                  </a:lnTo>
                  <a:lnTo>
                    <a:pt x="168435" y="1316787"/>
                  </a:lnTo>
                  <a:lnTo>
                    <a:pt x="169096" y="1336177"/>
                  </a:lnTo>
                  <a:lnTo>
                    <a:pt x="169756" y="1316787"/>
                  </a:lnTo>
                  <a:lnTo>
                    <a:pt x="170417" y="1298649"/>
                  </a:lnTo>
                  <a:lnTo>
                    <a:pt x="171077" y="1302184"/>
                  </a:lnTo>
                  <a:lnTo>
                    <a:pt x="171738" y="1302184"/>
                  </a:lnTo>
                  <a:lnTo>
                    <a:pt x="172398" y="1320560"/>
                  </a:lnTo>
                  <a:lnTo>
                    <a:pt x="173059" y="1361363"/>
                  </a:lnTo>
                  <a:lnTo>
                    <a:pt x="173719" y="1409112"/>
                  </a:lnTo>
                  <a:lnTo>
                    <a:pt x="174380" y="1403955"/>
                  </a:lnTo>
                  <a:lnTo>
                    <a:pt x="175041" y="1357005"/>
                  </a:lnTo>
                  <a:lnTo>
                    <a:pt x="175701" y="1333182"/>
                  </a:lnTo>
                  <a:lnTo>
                    <a:pt x="176362" y="1333182"/>
                  </a:lnTo>
                  <a:lnTo>
                    <a:pt x="177022" y="1333182"/>
                  </a:lnTo>
                  <a:lnTo>
                    <a:pt x="177683" y="1353781"/>
                  </a:lnTo>
                  <a:lnTo>
                    <a:pt x="178343" y="1376010"/>
                  </a:lnTo>
                  <a:lnTo>
                    <a:pt x="179004" y="1379501"/>
                  </a:lnTo>
                  <a:lnTo>
                    <a:pt x="179664" y="1336177"/>
                  </a:lnTo>
                  <a:lnTo>
                    <a:pt x="180325" y="1298649"/>
                  </a:lnTo>
                  <a:lnTo>
                    <a:pt x="180985" y="1250350"/>
                  </a:lnTo>
                  <a:lnTo>
                    <a:pt x="181646" y="1235935"/>
                  </a:lnTo>
                  <a:lnTo>
                    <a:pt x="182306" y="1250350"/>
                  </a:lnTo>
                  <a:lnTo>
                    <a:pt x="182967" y="1281610"/>
                  </a:lnTo>
                  <a:lnTo>
                    <a:pt x="183627" y="1316787"/>
                  </a:lnTo>
                  <a:lnTo>
                    <a:pt x="184288" y="1379501"/>
                  </a:lnTo>
                  <a:lnTo>
                    <a:pt x="184948" y="1407814"/>
                  </a:lnTo>
                  <a:lnTo>
                    <a:pt x="185609" y="1376010"/>
                  </a:lnTo>
                  <a:lnTo>
                    <a:pt x="186270" y="1333182"/>
                  </a:lnTo>
                  <a:lnTo>
                    <a:pt x="186930" y="1313991"/>
                  </a:lnTo>
                  <a:lnTo>
                    <a:pt x="187591" y="1313991"/>
                  </a:lnTo>
                  <a:lnTo>
                    <a:pt x="188251" y="1330219"/>
                  </a:lnTo>
                  <a:lnTo>
                    <a:pt x="188912" y="1357005"/>
                  </a:lnTo>
                  <a:lnTo>
                    <a:pt x="189572" y="1403955"/>
                  </a:lnTo>
                  <a:lnTo>
                    <a:pt x="190233" y="1403955"/>
                  </a:lnTo>
                  <a:lnTo>
                    <a:pt x="190893" y="1357005"/>
                  </a:lnTo>
                  <a:lnTo>
                    <a:pt x="191554" y="1316787"/>
                  </a:lnTo>
                  <a:lnTo>
                    <a:pt x="192214" y="1316787"/>
                  </a:lnTo>
                  <a:lnTo>
                    <a:pt x="192875" y="1316787"/>
                  </a:lnTo>
                  <a:lnTo>
                    <a:pt x="193535" y="1336177"/>
                  </a:lnTo>
                  <a:lnTo>
                    <a:pt x="194196" y="1379501"/>
                  </a:lnTo>
                  <a:lnTo>
                    <a:pt x="194856" y="1430742"/>
                  </a:lnTo>
                  <a:lnTo>
                    <a:pt x="195517" y="1430742"/>
                  </a:lnTo>
                  <a:lnTo>
                    <a:pt x="196178" y="1430742"/>
                  </a:lnTo>
                  <a:lnTo>
                    <a:pt x="196838" y="1430742"/>
                  </a:lnTo>
                  <a:lnTo>
                    <a:pt x="197499" y="1430742"/>
                  </a:lnTo>
                  <a:lnTo>
                    <a:pt x="198159" y="1430742"/>
                  </a:lnTo>
                  <a:lnTo>
                    <a:pt x="198820" y="1430742"/>
                  </a:lnTo>
                  <a:lnTo>
                    <a:pt x="199480" y="1430742"/>
                  </a:lnTo>
                  <a:lnTo>
                    <a:pt x="200141" y="1430742"/>
                  </a:lnTo>
                  <a:lnTo>
                    <a:pt x="200801" y="1430742"/>
                  </a:lnTo>
                  <a:lnTo>
                    <a:pt x="201462" y="1430742"/>
                  </a:lnTo>
                  <a:lnTo>
                    <a:pt x="202122" y="1403955"/>
                  </a:lnTo>
                  <a:lnTo>
                    <a:pt x="202783" y="1357005"/>
                  </a:lnTo>
                  <a:lnTo>
                    <a:pt x="203443" y="1336177"/>
                  </a:lnTo>
                  <a:lnTo>
                    <a:pt x="204104" y="1298649"/>
                  </a:lnTo>
                  <a:lnTo>
                    <a:pt x="204764" y="1265546"/>
                  </a:lnTo>
                  <a:lnTo>
                    <a:pt x="205425" y="1252578"/>
                  </a:lnTo>
                  <a:lnTo>
                    <a:pt x="206086" y="1284101"/>
                  </a:lnTo>
                  <a:lnTo>
                    <a:pt x="206746" y="1301296"/>
                  </a:lnTo>
                  <a:lnTo>
                    <a:pt x="207407" y="1339205"/>
                  </a:lnTo>
                  <a:lnTo>
                    <a:pt x="208067" y="1383036"/>
                  </a:lnTo>
                  <a:lnTo>
                    <a:pt x="208728" y="1430742"/>
                  </a:lnTo>
                  <a:lnTo>
                    <a:pt x="209388" y="1430742"/>
                  </a:lnTo>
                  <a:lnTo>
                    <a:pt x="210049" y="1430742"/>
                  </a:lnTo>
                  <a:lnTo>
                    <a:pt x="210709" y="1430742"/>
                  </a:lnTo>
                  <a:lnTo>
                    <a:pt x="211370" y="1430742"/>
                  </a:lnTo>
                  <a:lnTo>
                    <a:pt x="212030" y="1430742"/>
                  </a:lnTo>
                  <a:lnTo>
                    <a:pt x="212691" y="1430742"/>
                  </a:lnTo>
                  <a:lnTo>
                    <a:pt x="213351" y="1430742"/>
                  </a:lnTo>
                  <a:lnTo>
                    <a:pt x="214012" y="1430742"/>
                  </a:lnTo>
                  <a:lnTo>
                    <a:pt x="214672" y="1430742"/>
                  </a:lnTo>
                  <a:lnTo>
                    <a:pt x="215333" y="1379501"/>
                  </a:lnTo>
                  <a:lnTo>
                    <a:pt x="215993" y="1298649"/>
                  </a:lnTo>
                  <a:lnTo>
                    <a:pt x="216654" y="1252578"/>
                  </a:lnTo>
                  <a:lnTo>
                    <a:pt x="217315" y="1252578"/>
                  </a:lnTo>
                  <a:lnTo>
                    <a:pt x="217975" y="1252578"/>
                  </a:lnTo>
                  <a:lnTo>
                    <a:pt x="218636" y="1284101"/>
                  </a:lnTo>
                  <a:lnTo>
                    <a:pt x="219296" y="1360267"/>
                  </a:lnTo>
                  <a:lnTo>
                    <a:pt x="219957" y="1430742"/>
                  </a:lnTo>
                  <a:lnTo>
                    <a:pt x="220617" y="1430742"/>
                  </a:lnTo>
                  <a:lnTo>
                    <a:pt x="221278" y="1430742"/>
                  </a:lnTo>
                  <a:lnTo>
                    <a:pt x="221938" y="1430742"/>
                  </a:lnTo>
                  <a:lnTo>
                    <a:pt x="222599" y="1430742"/>
                  </a:lnTo>
                  <a:lnTo>
                    <a:pt x="223259" y="1430742"/>
                  </a:lnTo>
                  <a:lnTo>
                    <a:pt x="223920" y="1430742"/>
                  </a:lnTo>
                  <a:lnTo>
                    <a:pt x="224580" y="1430742"/>
                  </a:lnTo>
                  <a:lnTo>
                    <a:pt x="225241" y="1430742"/>
                  </a:lnTo>
                  <a:lnTo>
                    <a:pt x="225901" y="1430742"/>
                  </a:lnTo>
                  <a:lnTo>
                    <a:pt x="226562" y="1430742"/>
                  </a:lnTo>
                  <a:lnTo>
                    <a:pt x="227223" y="1430742"/>
                  </a:lnTo>
                  <a:lnTo>
                    <a:pt x="227883" y="1430742"/>
                  </a:lnTo>
                  <a:lnTo>
                    <a:pt x="228544" y="1430742"/>
                  </a:lnTo>
                  <a:lnTo>
                    <a:pt x="229204" y="1430742"/>
                  </a:lnTo>
                  <a:lnTo>
                    <a:pt x="229865" y="1430742"/>
                  </a:lnTo>
                  <a:lnTo>
                    <a:pt x="230525" y="1430742"/>
                  </a:lnTo>
                  <a:lnTo>
                    <a:pt x="231186" y="1430742"/>
                  </a:lnTo>
                  <a:lnTo>
                    <a:pt x="231846" y="1430742"/>
                  </a:lnTo>
                  <a:lnTo>
                    <a:pt x="232507" y="1430742"/>
                  </a:lnTo>
                  <a:lnTo>
                    <a:pt x="233167" y="1430742"/>
                  </a:lnTo>
                  <a:lnTo>
                    <a:pt x="233828" y="1430742"/>
                  </a:lnTo>
                  <a:lnTo>
                    <a:pt x="234488" y="1430742"/>
                  </a:lnTo>
                  <a:lnTo>
                    <a:pt x="235149" y="1430742"/>
                  </a:lnTo>
                  <a:lnTo>
                    <a:pt x="235809" y="1430742"/>
                  </a:lnTo>
                  <a:lnTo>
                    <a:pt x="236470" y="1430742"/>
                  </a:lnTo>
                  <a:lnTo>
                    <a:pt x="237131" y="1430742"/>
                  </a:lnTo>
                  <a:lnTo>
                    <a:pt x="237791" y="1430742"/>
                  </a:lnTo>
                  <a:lnTo>
                    <a:pt x="238452" y="1430742"/>
                  </a:lnTo>
                  <a:lnTo>
                    <a:pt x="239112" y="1430742"/>
                  </a:lnTo>
                  <a:lnTo>
                    <a:pt x="239773" y="1430742"/>
                  </a:lnTo>
                  <a:lnTo>
                    <a:pt x="240433" y="1430742"/>
                  </a:lnTo>
                  <a:lnTo>
                    <a:pt x="241094" y="1430742"/>
                  </a:lnTo>
                  <a:lnTo>
                    <a:pt x="241754" y="1430742"/>
                  </a:lnTo>
                  <a:lnTo>
                    <a:pt x="242415" y="1430742"/>
                  </a:lnTo>
                  <a:lnTo>
                    <a:pt x="243075" y="1430742"/>
                  </a:lnTo>
                  <a:lnTo>
                    <a:pt x="243736" y="1430742"/>
                  </a:lnTo>
                  <a:lnTo>
                    <a:pt x="244396" y="1430742"/>
                  </a:lnTo>
                  <a:lnTo>
                    <a:pt x="245057" y="1430742"/>
                  </a:lnTo>
                  <a:lnTo>
                    <a:pt x="245717" y="1430742"/>
                  </a:lnTo>
                  <a:lnTo>
                    <a:pt x="246378" y="1430742"/>
                  </a:lnTo>
                  <a:lnTo>
                    <a:pt x="247039" y="1430742"/>
                  </a:lnTo>
                  <a:lnTo>
                    <a:pt x="247699" y="1430742"/>
                  </a:lnTo>
                  <a:lnTo>
                    <a:pt x="248360" y="1430742"/>
                  </a:lnTo>
                  <a:lnTo>
                    <a:pt x="249020" y="1430742"/>
                  </a:lnTo>
                  <a:lnTo>
                    <a:pt x="249681" y="1430742"/>
                  </a:lnTo>
                  <a:lnTo>
                    <a:pt x="250341" y="1430742"/>
                  </a:lnTo>
                  <a:lnTo>
                    <a:pt x="251002" y="1430742"/>
                  </a:lnTo>
                  <a:lnTo>
                    <a:pt x="251662" y="1430742"/>
                  </a:lnTo>
                  <a:lnTo>
                    <a:pt x="252323" y="1430742"/>
                  </a:lnTo>
                  <a:lnTo>
                    <a:pt x="252983" y="1430742"/>
                  </a:lnTo>
                  <a:lnTo>
                    <a:pt x="253644" y="1430742"/>
                  </a:lnTo>
                  <a:lnTo>
                    <a:pt x="254304" y="1403955"/>
                  </a:lnTo>
                  <a:lnTo>
                    <a:pt x="254965" y="1357005"/>
                  </a:lnTo>
                  <a:lnTo>
                    <a:pt x="255625" y="1336177"/>
                  </a:lnTo>
                  <a:lnTo>
                    <a:pt x="256286" y="1336177"/>
                  </a:lnTo>
                  <a:lnTo>
                    <a:pt x="256946" y="1336177"/>
                  </a:lnTo>
                  <a:lnTo>
                    <a:pt x="257607" y="1357005"/>
                  </a:lnTo>
                  <a:lnTo>
                    <a:pt x="258268" y="1403955"/>
                  </a:lnTo>
                  <a:lnTo>
                    <a:pt x="258928" y="1430742"/>
                  </a:lnTo>
                  <a:lnTo>
                    <a:pt x="259589" y="1430742"/>
                  </a:lnTo>
                  <a:lnTo>
                    <a:pt x="260249" y="1430742"/>
                  </a:lnTo>
                  <a:lnTo>
                    <a:pt x="260910" y="1430742"/>
                  </a:lnTo>
                  <a:lnTo>
                    <a:pt x="261570" y="1430742"/>
                  </a:lnTo>
                  <a:lnTo>
                    <a:pt x="262231" y="1430742"/>
                  </a:lnTo>
                  <a:lnTo>
                    <a:pt x="262891" y="1430742"/>
                  </a:lnTo>
                  <a:lnTo>
                    <a:pt x="263552" y="1430742"/>
                  </a:lnTo>
                  <a:lnTo>
                    <a:pt x="264212" y="1430742"/>
                  </a:lnTo>
                  <a:lnTo>
                    <a:pt x="264873" y="1430742"/>
                  </a:lnTo>
                  <a:lnTo>
                    <a:pt x="265533" y="1430742"/>
                  </a:lnTo>
                  <a:lnTo>
                    <a:pt x="266194" y="1430742"/>
                  </a:lnTo>
                  <a:lnTo>
                    <a:pt x="266854" y="1430742"/>
                  </a:lnTo>
                  <a:lnTo>
                    <a:pt x="267515" y="1403955"/>
                  </a:lnTo>
                  <a:lnTo>
                    <a:pt x="268176" y="1379501"/>
                  </a:lnTo>
                  <a:lnTo>
                    <a:pt x="268836" y="1336177"/>
                  </a:lnTo>
                  <a:lnTo>
                    <a:pt x="269497" y="1316787"/>
                  </a:lnTo>
                  <a:lnTo>
                    <a:pt x="270157" y="1316787"/>
                  </a:lnTo>
                  <a:lnTo>
                    <a:pt x="270818" y="1336177"/>
                  </a:lnTo>
                  <a:lnTo>
                    <a:pt x="271478" y="1357005"/>
                  </a:lnTo>
                  <a:lnTo>
                    <a:pt x="272139" y="1403955"/>
                  </a:lnTo>
                  <a:lnTo>
                    <a:pt x="272799" y="1430742"/>
                  </a:lnTo>
                  <a:lnTo>
                    <a:pt x="273460" y="1430742"/>
                  </a:lnTo>
                  <a:lnTo>
                    <a:pt x="274120" y="1430742"/>
                  </a:lnTo>
                  <a:lnTo>
                    <a:pt x="274781" y="1430742"/>
                  </a:lnTo>
                  <a:lnTo>
                    <a:pt x="275441" y="1430742"/>
                  </a:lnTo>
                  <a:lnTo>
                    <a:pt x="276102" y="1430742"/>
                  </a:lnTo>
                  <a:lnTo>
                    <a:pt x="276762" y="1403955"/>
                  </a:lnTo>
                  <a:lnTo>
                    <a:pt x="277423" y="1379501"/>
                  </a:lnTo>
                  <a:lnTo>
                    <a:pt x="278084" y="1357005"/>
                  </a:lnTo>
                  <a:lnTo>
                    <a:pt x="278744" y="1336177"/>
                  </a:lnTo>
                  <a:lnTo>
                    <a:pt x="279405" y="1336177"/>
                  </a:lnTo>
                  <a:lnTo>
                    <a:pt x="280065" y="1357005"/>
                  </a:lnTo>
                  <a:lnTo>
                    <a:pt x="280726" y="1379501"/>
                  </a:lnTo>
                  <a:lnTo>
                    <a:pt x="281386" y="1403955"/>
                  </a:lnTo>
                  <a:lnTo>
                    <a:pt x="282047" y="1430742"/>
                  </a:lnTo>
                  <a:lnTo>
                    <a:pt x="282707" y="1430742"/>
                  </a:lnTo>
                  <a:lnTo>
                    <a:pt x="283368" y="1430742"/>
                  </a:lnTo>
                  <a:lnTo>
                    <a:pt x="284028" y="1430742"/>
                  </a:lnTo>
                  <a:lnTo>
                    <a:pt x="284689" y="1403955"/>
                  </a:lnTo>
                  <a:lnTo>
                    <a:pt x="285349" y="1357005"/>
                  </a:lnTo>
                  <a:lnTo>
                    <a:pt x="286010" y="1336177"/>
                  </a:lnTo>
                  <a:lnTo>
                    <a:pt x="286670" y="1336177"/>
                  </a:lnTo>
                  <a:lnTo>
                    <a:pt x="287331" y="1336177"/>
                  </a:lnTo>
                  <a:lnTo>
                    <a:pt x="287991" y="1357005"/>
                  </a:lnTo>
                  <a:lnTo>
                    <a:pt x="288652" y="1403955"/>
                  </a:lnTo>
                  <a:lnTo>
                    <a:pt x="289313" y="1430742"/>
                  </a:lnTo>
                  <a:lnTo>
                    <a:pt x="289973" y="1430742"/>
                  </a:lnTo>
                  <a:lnTo>
                    <a:pt x="290634" y="1430742"/>
                  </a:lnTo>
                  <a:lnTo>
                    <a:pt x="291294" y="1430742"/>
                  </a:lnTo>
                  <a:lnTo>
                    <a:pt x="291955" y="1430742"/>
                  </a:lnTo>
                  <a:lnTo>
                    <a:pt x="292615" y="1430742"/>
                  </a:lnTo>
                  <a:lnTo>
                    <a:pt x="293276" y="1430742"/>
                  </a:lnTo>
                  <a:lnTo>
                    <a:pt x="293936" y="1430742"/>
                  </a:lnTo>
                  <a:lnTo>
                    <a:pt x="294597" y="1430742"/>
                  </a:lnTo>
                  <a:lnTo>
                    <a:pt x="295257" y="1430742"/>
                  </a:lnTo>
                  <a:lnTo>
                    <a:pt x="295918" y="1430742"/>
                  </a:lnTo>
                  <a:lnTo>
                    <a:pt x="296578" y="1430742"/>
                  </a:lnTo>
                  <a:lnTo>
                    <a:pt x="297239" y="1403955"/>
                  </a:lnTo>
                  <a:lnTo>
                    <a:pt x="297899" y="1379501"/>
                  </a:lnTo>
                  <a:lnTo>
                    <a:pt x="298560" y="1336177"/>
                  </a:lnTo>
                  <a:lnTo>
                    <a:pt x="299221" y="1316787"/>
                  </a:lnTo>
                  <a:lnTo>
                    <a:pt x="299881" y="1316787"/>
                  </a:lnTo>
                  <a:lnTo>
                    <a:pt x="300542" y="1336177"/>
                  </a:lnTo>
                  <a:lnTo>
                    <a:pt x="301202" y="1357005"/>
                  </a:lnTo>
                  <a:lnTo>
                    <a:pt x="301863" y="1403955"/>
                  </a:lnTo>
                  <a:lnTo>
                    <a:pt x="302523" y="1430742"/>
                  </a:lnTo>
                  <a:lnTo>
                    <a:pt x="303184" y="1418371"/>
                  </a:lnTo>
                  <a:lnTo>
                    <a:pt x="303844" y="1374856"/>
                  </a:lnTo>
                  <a:lnTo>
                    <a:pt x="304505" y="1332191"/>
                  </a:lnTo>
                  <a:lnTo>
                    <a:pt x="305165" y="1313064"/>
                  </a:lnTo>
                  <a:lnTo>
                    <a:pt x="305826" y="1313064"/>
                  </a:lnTo>
                  <a:lnTo>
                    <a:pt x="306486" y="1321511"/>
                  </a:lnTo>
                  <a:lnTo>
                    <a:pt x="307147" y="1357005"/>
                  </a:lnTo>
                  <a:lnTo>
                    <a:pt x="307807" y="1403955"/>
                  </a:lnTo>
                  <a:lnTo>
                    <a:pt x="308468" y="1430742"/>
                  </a:lnTo>
                  <a:lnTo>
                    <a:pt x="309129" y="1430742"/>
                  </a:lnTo>
                  <a:lnTo>
                    <a:pt x="309789" y="1430742"/>
                  </a:lnTo>
                  <a:lnTo>
                    <a:pt x="310450" y="1430742"/>
                  </a:lnTo>
                  <a:lnTo>
                    <a:pt x="311110" y="1430742"/>
                  </a:lnTo>
                  <a:lnTo>
                    <a:pt x="311771" y="1430742"/>
                  </a:lnTo>
                  <a:lnTo>
                    <a:pt x="312431" y="1430742"/>
                  </a:lnTo>
                  <a:lnTo>
                    <a:pt x="313092" y="1403955"/>
                  </a:lnTo>
                  <a:lnTo>
                    <a:pt x="313752" y="1357005"/>
                  </a:lnTo>
                  <a:lnTo>
                    <a:pt x="314413" y="1336177"/>
                  </a:lnTo>
                  <a:lnTo>
                    <a:pt x="315073" y="1336177"/>
                  </a:lnTo>
                  <a:lnTo>
                    <a:pt x="315734" y="1336177"/>
                  </a:lnTo>
                  <a:lnTo>
                    <a:pt x="316394" y="1357005"/>
                  </a:lnTo>
                  <a:lnTo>
                    <a:pt x="317055" y="1403955"/>
                  </a:lnTo>
                  <a:lnTo>
                    <a:pt x="317715" y="1430742"/>
                  </a:lnTo>
                  <a:lnTo>
                    <a:pt x="318376" y="1430742"/>
                  </a:lnTo>
                  <a:lnTo>
                    <a:pt x="319037" y="1430742"/>
                  </a:lnTo>
                  <a:lnTo>
                    <a:pt x="319697" y="1430742"/>
                  </a:lnTo>
                  <a:lnTo>
                    <a:pt x="320358" y="1430742"/>
                  </a:lnTo>
                  <a:lnTo>
                    <a:pt x="321018" y="1430742"/>
                  </a:lnTo>
                  <a:lnTo>
                    <a:pt x="321679" y="1430742"/>
                  </a:lnTo>
                  <a:lnTo>
                    <a:pt x="322339" y="1430742"/>
                  </a:lnTo>
                  <a:lnTo>
                    <a:pt x="323000" y="1430742"/>
                  </a:lnTo>
                  <a:lnTo>
                    <a:pt x="323660" y="1430742"/>
                  </a:lnTo>
                  <a:lnTo>
                    <a:pt x="324321" y="1430742"/>
                  </a:lnTo>
                  <a:lnTo>
                    <a:pt x="324981" y="1430742"/>
                  </a:lnTo>
                  <a:lnTo>
                    <a:pt x="325642" y="1430742"/>
                  </a:lnTo>
                  <a:lnTo>
                    <a:pt x="326302" y="1403955"/>
                  </a:lnTo>
                  <a:lnTo>
                    <a:pt x="326963" y="1357005"/>
                  </a:lnTo>
                  <a:lnTo>
                    <a:pt x="327623" y="1336177"/>
                  </a:lnTo>
                  <a:lnTo>
                    <a:pt x="328284" y="1336177"/>
                  </a:lnTo>
                  <a:lnTo>
                    <a:pt x="328944" y="1336177"/>
                  </a:lnTo>
                  <a:lnTo>
                    <a:pt x="329605" y="1357005"/>
                  </a:lnTo>
                  <a:lnTo>
                    <a:pt x="330266" y="1403955"/>
                  </a:lnTo>
                  <a:lnTo>
                    <a:pt x="330926" y="1430742"/>
                  </a:lnTo>
                  <a:lnTo>
                    <a:pt x="331587" y="1430742"/>
                  </a:lnTo>
                  <a:lnTo>
                    <a:pt x="332247" y="1430742"/>
                  </a:lnTo>
                  <a:lnTo>
                    <a:pt x="332908" y="1430742"/>
                  </a:lnTo>
                  <a:lnTo>
                    <a:pt x="333568" y="1430742"/>
                  </a:lnTo>
                  <a:lnTo>
                    <a:pt x="334229" y="1430742"/>
                  </a:lnTo>
                  <a:lnTo>
                    <a:pt x="334889" y="1430742"/>
                  </a:lnTo>
                  <a:lnTo>
                    <a:pt x="335550" y="1430742"/>
                  </a:lnTo>
                  <a:lnTo>
                    <a:pt x="336210" y="1430742"/>
                  </a:lnTo>
                  <a:lnTo>
                    <a:pt x="336871" y="1430742"/>
                  </a:lnTo>
                  <a:lnTo>
                    <a:pt x="337531" y="1430742"/>
                  </a:lnTo>
                  <a:lnTo>
                    <a:pt x="338192" y="1430742"/>
                  </a:lnTo>
                  <a:lnTo>
                    <a:pt x="338852" y="1392687"/>
                  </a:lnTo>
                  <a:lnTo>
                    <a:pt x="339513" y="1347441"/>
                  </a:lnTo>
                  <a:lnTo>
                    <a:pt x="340174" y="1327286"/>
                  </a:lnTo>
                  <a:lnTo>
                    <a:pt x="340834" y="1327286"/>
                  </a:lnTo>
                  <a:lnTo>
                    <a:pt x="341495" y="1308480"/>
                  </a:lnTo>
                  <a:lnTo>
                    <a:pt x="342155" y="1298649"/>
                  </a:lnTo>
                  <a:lnTo>
                    <a:pt x="342816" y="1298649"/>
                  </a:lnTo>
                  <a:lnTo>
                    <a:pt x="343476" y="1299528"/>
                  </a:lnTo>
                  <a:lnTo>
                    <a:pt x="344137" y="1299528"/>
                  </a:lnTo>
                  <a:lnTo>
                    <a:pt x="344797" y="1317725"/>
                  </a:lnTo>
                  <a:lnTo>
                    <a:pt x="345458" y="1358088"/>
                  </a:lnTo>
                  <a:lnTo>
                    <a:pt x="346118" y="1405236"/>
                  </a:lnTo>
                  <a:lnTo>
                    <a:pt x="346779" y="1430742"/>
                  </a:lnTo>
                  <a:lnTo>
                    <a:pt x="347439" y="1430742"/>
                  </a:lnTo>
                  <a:lnTo>
                    <a:pt x="348100" y="1430742"/>
                  </a:lnTo>
                  <a:lnTo>
                    <a:pt x="348760" y="1430742"/>
                  </a:lnTo>
                  <a:lnTo>
                    <a:pt x="349421" y="1430742"/>
                  </a:lnTo>
                  <a:lnTo>
                    <a:pt x="350082" y="1430742"/>
                  </a:lnTo>
                  <a:lnTo>
                    <a:pt x="350742" y="1430742"/>
                  </a:lnTo>
                  <a:lnTo>
                    <a:pt x="351403" y="1430742"/>
                  </a:lnTo>
                  <a:lnTo>
                    <a:pt x="352063" y="1430742"/>
                  </a:lnTo>
                  <a:lnTo>
                    <a:pt x="352724" y="1430742"/>
                  </a:lnTo>
                  <a:lnTo>
                    <a:pt x="353384" y="1430742"/>
                  </a:lnTo>
                  <a:lnTo>
                    <a:pt x="354045" y="1430742"/>
                  </a:lnTo>
                  <a:lnTo>
                    <a:pt x="354705" y="1430742"/>
                  </a:lnTo>
                  <a:lnTo>
                    <a:pt x="355366" y="1430742"/>
                  </a:lnTo>
                  <a:lnTo>
                    <a:pt x="356026" y="1430742"/>
                  </a:lnTo>
                  <a:lnTo>
                    <a:pt x="356687" y="1430742"/>
                  </a:lnTo>
                  <a:lnTo>
                    <a:pt x="357347" y="1430742"/>
                  </a:lnTo>
                  <a:lnTo>
                    <a:pt x="358008" y="1430742"/>
                  </a:lnTo>
                  <a:lnTo>
                    <a:pt x="358668" y="1430742"/>
                  </a:lnTo>
                  <a:lnTo>
                    <a:pt x="359329" y="1430742"/>
                  </a:lnTo>
                  <a:lnTo>
                    <a:pt x="359989" y="1430742"/>
                  </a:lnTo>
                  <a:lnTo>
                    <a:pt x="360650" y="1430742"/>
                  </a:lnTo>
                  <a:lnTo>
                    <a:pt x="361311" y="1430742"/>
                  </a:lnTo>
                  <a:lnTo>
                    <a:pt x="361971" y="1430742"/>
                  </a:lnTo>
                  <a:lnTo>
                    <a:pt x="362632" y="1430742"/>
                  </a:lnTo>
                  <a:lnTo>
                    <a:pt x="363292" y="1430742"/>
                  </a:lnTo>
                  <a:lnTo>
                    <a:pt x="363953" y="1430742"/>
                  </a:lnTo>
                  <a:lnTo>
                    <a:pt x="364613" y="1430742"/>
                  </a:lnTo>
                  <a:lnTo>
                    <a:pt x="365274" y="1430742"/>
                  </a:lnTo>
                  <a:lnTo>
                    <a:pt x="365934" y="1430742"/>
                  </a:lnTo>
                  <a:lnTo>
                    <a:pt x="366595" y="1430742"/>
                  </a:lnTo>
                  <a:lnTo>
                    <a:pt x="367255" y="1430742"/>
                  </a:lnTo>
                  <a:lnTo>
                    <a:pt x="367916" y="1430742"/>
                  </a:lnTo>
                  <a:lnTo>
                    <a:pt x="368576" y="1430742"/>
                  </a:lnTo>
                  <a:lnTo>
                    <a:pt x="369237" y="1430742"/>
                  </a:lnTo>
                  <a:lnTo>
                    <a:pt x="369897" y="1430742"/>
                  </a:lnTo>
                  <a:lnTo>
                    <a:pt x="370558" y="1430742"/>
                  </a:lnTo>
                  <a:lnTo>
                    <a:pt x="371219" y="1430742"/>
                  </a:lnTo>
                  <a:lnTo>
                    <a:pt x="371879" y="1430742"/>
                  </a:lnTo>
                  <a:lnTo>
                    <a:pt x="372540" y="1430742"/>
                  </a:lnTo>
                  <a:lnTo>
                    <a:pt x="373200" y="1430742"/>
                  </a:lnTo>
                  <a:lnTo>
                    <a:pt x="373861" y="1430742"/>
                  </a:lnTo>
                  <a:lnTo>
                    <a:pt x="374521" y="1430742"/>
                  </a:lnTo>
                  <a:lnTo>
                    <a:pt x="375182" y="1389029"/>
                  </a:lnTo>
                  <a:lnTo>
                    <a:pt x="375842" y="1344324"/>
                  </a:lnTo>
                  <a:lnTo>
                    <a:pt x="376503" y="1305764"/>
                  </a:lnTo>
                  <a:lnTo>
                    <a:pt x="377163" y="1272661"/>
                  </a:lnTo>
                  <a:lnTo>
                    <a:pt x="377824" y="1242330"/>
                  </a:lnTo>
                  <a:lnTo>
                    <a:pt x="378484" y="1222892"/>
                  </a:lnTo>
                  <a:lnTo>
                    <a:pt x="379145" y="1222892"/>
                  </a:lnTo>
                  <a:lnTo>
                    <a:pt x="379805" y="1222892"/>
                  </a:lnTo>
                  <a:lnTo>
                    <a:pt x="380466" y="1250350"/>
                  </a:lnTo>
                  <a:lnTo>
                    <a:pt x="381127" y="1267898"/>
                  </a:lnTo>
                  <a:lnTo>
                    <a:pt x="381787" y="1267898"/>
                  </a:lnTo>
                  <a:lnTo>
                    <a:pt x="382448" y="1211071"/>
                  </a:lnTo>
                  <a:lnTo>
                    <a:pt x="383108" y="1153156"/>
                  </a:lnTo>
                  <a:lnTo>
                    <a:pt x="383769" y="1114127"/>
                  </a:lnTo>
                  <a:lnTo>
                    <a:pt x="384429" y="1112764"/>
                  </a:lnTo>
                  <a:lnTo>
                    <a:pt x="385090" y="1141370"/>
                  </a:lnTo>
                  <a:lnTo>
                    <a:pt x="385750" y="1209148"/>
                  </a:lnTo>
                  <a:lnTo>
                    <a:pt x="386411" y="1316787"/>
                  </a:lnTo>
                  <a:lnTo>
                    <a:pt x="387071" y="1403955"/>
                  </a:lnTo>
                  <a:lnTo>
                    <a:pt x="387732" y="1430742"/>
                  </a:lnTo>
                  <a:lnTo>
                    <a:pt x="388392" y="1403955"/>
                  </a:lnTo>
                  <a:lnTo>
                    <a:pt x="389053" y="1379501"/>
                  </a:lnTo>
                  <a:lnTo>
                    <a:pt x="389713" y="1336177"/>
                  </a:lnTo>
                  <a:lnTo>
                    <a:pt x="390374" y="1281610"/>
                  </a:lnTo>
                  <a:lnTo>
                    <a:pt x="391035" y="1250350"/>
                  </a:lnTo>
                  <a:lnTo>
                    <a:pt x="391695" y="1235935"/>
                  </a:lnTo>
                  <a:lnTo>
                    <a:pt x="392356" y="1235935"/>
                  </a:lnTo>
                  <a:lnTo>
                    <a:pt x="393016" y="1235935"/>
                  </a:lnTo>
                  <a:lnTo>
                    <a:pt x="393677" y="1265546"/>
                  </a:lnTo>
                  <a:lnTo>
                    <a:pt x="394337" y="1298649"/>
                  </a:lnTo>
                  <a:lnTo>
                    <a:pt x="394998" y="1336177"/>
                  </a:lnTo>
                  <a:lnTo>
                    <a:pt x="395658" y="1357005"/>
                  </a:lnTo>
                  <a:lnTo>
                    <a:pt x="396319" y="1403955"/>
                  </a:lnTo>
                  <a:lnTo>
                    <a:pt x="396979" y="1403955"/>
                  </a:lnTo>
                  <a:lnTo>
                    <a:pt x="397640" y="1357005"/>
                  </a:lnTo>
                  <a:lnTo>
                    <a:pt x="398300" y="1298649"/>
                  </a:lnTo>
                  <a:lnTo>
                    <a:pt x="398961" y="1245220"/>
                  </a:lnTo>
                  <a:lnTo>
                    <a:pt x="399621" y="1180624"/>
                  </a:lnTo>
                  <a:lnTo>
                    <a:pt x="400282" y="1128136"/>
                  </a:lnTo>
                  <a:lnTo>
                    <a:pt x="400942" y="1109608"/>
                  </a:lnTo>
                  <a:lnTo>
                    <a:pt x="401603" y="1092227"/>
                  </a:lnTo>
                  <a:lnTo>
                    <a:pt x="402264" y="1095193"/>
                  </a:lnTo>
                  <a:lnTo>
                    <a:pt x="402924" y="1121979"/>
                  </a:lnTo>
                  <a:lnTo>
                    <a:pt x="403585" y="1173220"/>
                  </a:lnTo>
                  <a:lnTo>
                    <a:pt x="404245" y="1222222"/>
                  </a:lnTo>
                  <a:lnTo>
                    <a:pt x="404906" y="1298649"/>
                  </a:lnTo>
                  <a:lnTo>
                    <a:pt x="405566" y="1357005"/>
                  </a:lnTo>
                  <a:lnTo>
                    <a:pt x="406227" y="1403955"/>
                  </a:lnTo>
                  <a:lnTo>
                    <a:pt x="406887" y="1430742"/>
                  </a:lnTo>
                  <a:lnTo>
                    <a:pt x="407548" y="1430742"/>
                  </a:lnTo>
                  <a:lnTo>
                    <a:pt x="408208" y="1430742"/>
                  </a:lnTo>
                  <a:lnTo>
                    <a:pt x="408869" y="1430742"/>
                  </a:lnTo>
                  <a:lnTo>
                    <a:pt x="409529" y="1430742"/>
                  </a:lnTo>
                  <a:lnTo>
                    <a:pt x="410190" y="1403955"/>
                  </a:lnTo>
                  <a:lnTo>
                    <a:pt x="410850" y="1351652"/>
                  </a:lnTo>
                  <a:lnTo>
                    <a:pt x="411511" y="1261669"/>
                  </a:lnTo>
                  <a:lnTo>
                    <a:pt x="412172" y="1205972"/>
                  </a:lnTo>
                  <a:lnTo>
                    <a:pt x="412832" y="1193616"/>
                  </a:lnTo>
                  <a:lnTo>
                    <a:pt x="413493" y="1205972"/>
                  </a:lnTo>
                  <a:lnTo>
                    <a:pt x="414153" y="1222222"/>
                  </a:lnTo>
                  <a:lnTo>
                    <a:pt x="414814" y="1243050"/>
                  </a:lnTo>
                  <a:lnTo>
                    <a:pt x="415474" y="1202832"/>
                  </a:lnTo>
                  <a:lnTo>
                    <a:pt x="416135" y="1156844"/>
                  </a:lnTo>
                  <a:lnTo>
                    <a:pt x="416795" y="1132478"/>
                  </a:lnTo>
                  <a:lnTo>
                    <a:pt x="417456" y="1113672"/>
                  </a:lnTo>
                  <a:lnTo>
                    <a:pt x="418116" y="1137383"/>
                  </a:lnTo>
                  <a:lnTo>
                    <a:pt x="418777" y="1216919"/>
                  </a:lnTo>
                  <a:lnTo>
                    <a:pt x="419437" y="1275074"/>
                  </a:lnTo>
                  <a:lnTo>
                    <a:pt x="420098" y="1263214"/>
                  </a:lnTo>
                  <a:lnTo>
                    <a:pt x="420758" y="1248140"/>
                  </a:lnTo>
                  <a:lnTo>
                    <a:pt x="421419" y="1220222"/>
                  </a:lnTo>
                  <a:lnTo>
                    <a:pt x="422080" y="1194828"/>
                  </a:lnTo>
                  <a:lnTo>
                    <a:pt x="422740" y="1182942"/>
                  </a:lnTo>
                  <a:lnTo>
                    <a:pt x="423401" y="1220887"/>
                  </a:lnTo>
                  <a:lnTo>
                    <a:pt x="424061" y="1279962"/>
                  </a:lnTo>
                  <a:lnTo>
                    <a:pt x="424722" y="1329238"/>
                  </a:lnTo>
                  <a:lnTo>
                    <a:pt x="425382" y="1329238"/>
                  </a:lnTo>
                  <a:lnTo>
                    <a:pt x="426043" y="1329238"/>
                  </a:lnTo>
                  <a:lnTo>
                    <a:pt x="426703" y="1312142"/>
                  </a:lnTo>
                  <a:lnTo>
                    <a:pt x="427364" y="1312142"/>
                  </a:lnTo>
                  <a:lnTo>
                    <a:pt x="428024" y="1265546"/>
                  </a:lnTo>
                  <a:lnTo>
                    <a:pt x="428685" y="1250350"/>
                  </a:lnTo>
                  <a:lnTo>
                    <a:pt x="429345" y="1250350"/>
                  </a:lnTo>
                  <a:lnTo>
                    <a:pt x="430006" y="1250350"/>
                  </a:lnTo>
                  <a:lnTo>
                    <a:pt x="430666" y="1250350"/>
                  </a:lnTo>
                  <a:lnTo>
                    <a:pt x="431327" y="1298649"/>
                  </a:lnTo>
                  <a:lnTo>
                    <a:pt x="431987" y="1357005"/>
                  </a:lnTo>
                  <a:lnTo>
                    <a:pt x="432648" y="1379501"/>
                  </a:lnTo>
                  <a:lnTo>
                    <a:pt x="433309" y="1351652"/>
                  </a:lnTo>
                  <a:lnTo>
                    <a:pt x="433969" y="1284101"/>
                  </a:lnTo>
                  <a:lnTo>
                    <a:pt x="434630" y="1238050"/>
                  </a:lnTo>
                  <a:lnTo>
                    <a:pt x="435290" y="1211071"/>
                  </a:lnTo>
                  <a:lnTo>
                    <a:pt x="435951" y="1209148"/>
                  </a:lnTo>
                  <a:lnTo>
                    <a:pt x="436611" y="1225588"/>
                  </a:lnTo>
                  <a:lnTo>
                    <a:pt x="437272" y="1279141"/>
                  </a:lnTo>
                  <a:lnTo>
                    <a:pt x="437932" y="1333182"/>
                  </a:lnTo>
                  <a:lnTo>
                    <a:pt x="438593" y="1376010"/>
                  </a:lnTo>
                  <a:lnTo>
                    <a:pt x="439253" y="1316787"/>
                  </a:lnTo>
                  <a:lnTo>
                    <a:pt x="439914" y="1196655"/>
                  </a:lnTo>
                  <a:lnTo>
                    <a:pt x="440574" y="1093071"/>
                  </a:lnTo>
                  <a:lnTo>
                    <a:pt x="441235" y="988426"/>
                  </a:lnTo>
                  <a:lnTo>
                    <a:pt x="441895" y="912346"/>
                  </a:lnTo>
                  <a:lnTo>
                    <a:pt x="442556" y="905325"/>
                  </a:lnTo>
                  <a:lnTo>
                    <a:pt x="443217" y="932611"/>
                  </a:lnTo>
                  <a:lnTo>
                    <a:pt x="443877" y="958873"/>
                  </a:lnTo>
                  <a:lnTo>
                    <a:pt x="444538" y="1023428"/>
                  </a:lnTo>
                  <a:lnTo>
                    <a:pt x="445198" y="1098620"/>
                  </a:lnTo>
                  <a:lnTo>
                    <a:pt x="445859" y="1088461"/>
                  </a:lnTo>
                  <a:lnTo>
                    <a:pt x="446519" y="1096901"/>
                  </a:lnTo>
                  <a:lnTo>
                    <a:pt x="447180" y="1143384"/>
                  </a:lnTo>
                  <a:lnTo>
                    <a:pt x="447840" y="1187045"/>
                  </a:lnTo>
                  <a:lnTo>
                    <a:pt x="448501" y="1253324"/>
                  </a:lnTo>
                  <a:lnTo>
                    <a:pt x="449161" y="1379501"/>
                  </a:lnTo>
                  <a:lnTo>
                    <a:pt x="449822" y="1430742"/>
                  </a:lnTo>
                  <a:lnTo>
                    <a:pt x="450482" y="1430742"/>
                  </a:lnTo>
                  <a:lnTo>
                    <a:pt x="451143" y="1430742"/>
                  </a:lnTo>
                  <a:lnTo>
                    <a:pt x="451803" y="1430742"/>
                  </a:lnTo>
                  <a:lnTo>
                    <a:pt x="452464" y="1430742"/>
                  </a:lnTo>
                  <a:lnTo>
                    <a:pt x="453125" y="1430742"/>
                  </a:lnTo>
                  <a:lnTo>
                    <a:pt x="453785" y="1403955"/>
                  </a:lnTo>
                  <a:lnTo>
                    <a:pt x="454446" y="1379501"/>
                  </a:lnTo>
                  <a:lnTo>
                    <a:pt x="455106" y="1336177"/>
                  </a:lnTo>
                  <a:lnTo>
                    <a:pt x="455767" y="1298649"/>
                  </a:lnTo>
                  <a:lnTo>
                    <a:pt x="456427" y="1225588"/>
                  </a:lnTo>
                  <a:lnTo>
                    <a:pt x="457088" y="1187636"/>
                  </a:lnTo>
                  <a:lnTo>
                    <a:pt x="457748" y="1146434"/>
                  </a:lnTo>
                  <a:lnTo>
                    <a:pt x="458409" y="1136395"/>
                  </a:lnTo>
                  <a:lnTo>
                    <a:pt x="459069" y="1136395"/>
                  </a:lnTo>
                  <a:lnTo>
                    <a:pt x="459730" y="1176045"/>
                  </a:lnTo>
                  <a:lnTo>
                    <a:pt x="460390" y="1209787"/>
                  </a:lnTo>
                  <a:lnTo>
                    <a:pt x="461051" y="1247407"/>
                  </a:lnTo>
                  <a:lnTo>
                    <a:pt x="461711" y="1278323"/>
                  </a:lnTo>
                  <a:lnTo>
                    <a:pt x="462372" y="1313064"/>
                  </a:lnTo>
                  <a:lnTo>
                    <a:pt x="463033" y="1332191"/>
                  </a:lnTo>
                  <a:lnTo>
                    <a:pt x="463693" y="1357005"/>
                  </a:lnTo>
                  <a:lnTo>
                    <a:pt x="464354" y="1403955"/>
                  </a:lnTo>
                  <a:lnTo>
                    <a:pt x="465014" y="1430742"/>
                  </a:lnTo>
                  <a:lnTo>
                    <a:pt x="465675" y="1403955"/>
                  </a:lnTo>
                  <a:lnTo>
                    <a:pt x="466335" y="1336177"/>
                  </a:lnTo>
                  <a:lnTo>
                    <a:pt x="466996" y="1265546"/>
                  </a:lnTo>
                  <a:lnTo>
                    <a:pt x="467656" y="1250350"/>
                  </a:lnTo>
                  <a:lnTo>
                    <a:pt x="468317" y="1250350"/>
                  </a:lnTo>
                  <a:lnTo>
                    <a:pt x="468977" y="1250350"/>
                  </a:lnTo>
                  <a:lnTo>
                    <a:pt x="469638" y="1257087"/>
                  </a:lnTo>
                  <a:lnTo>
                    <a:pt x="470298" y="1257087"/>
                  </a:lnTo>
                  <a:lnTo>
                    <a:pt x="470959" y="1190013"/>
                  </a:lnTo>
                  <a:lnTo>
                    <a:pt x="471619" y="1156314"/>
                  </a:lnTo>
                  <a:lnTo>
                    <a:pt x="472280" y="1126227"/>
                  </a:lnTo>
                  <a:lnTo>
                    <a:pt x="472940" y="1103841"/>
                  </a:lnTo>
                  <a:lnTo>
                    <a:pt x="473601" y="1109608"/>
                  </a:lnTo>
                  <a:lnTo>
                    <a:pt x="474262" y="1112311"/>
                  </a:lnTo>
                  <a:lnTo>
                    <a:pt x="474922" y="1079460"/>
                  </a:lnTo>
                  <a:lnTo>
                    <a:pt x="475583" y="1076257"/>
                  </a:lnTo>
                  <a:lnTo>
                    <a:pt x="476243" y="1096046"/>
                  </a:lnTo>
                  <a:lnTo>
                    <a:pt x="476904" y="1116873"/>
                  </a:lnTo>
                  <a:lnTo>
                    <a:pt x="477564" y="1155258"/>
                  </a:lnTo>
                  <a:lnTo>
                    <a:pt x="478225" y="1199109"/>
                  </a:lnTo>
                  <a:lnTo>
                    <a:pt x="478885" y="1204084"/>
                  </a:lnTo>
                  <a:lnTo>
                    <a:pt x="479546" y="1211714"/>
                  </a:lnTo>
                  <a:lnTo>
                    <a:pt x="480206" y="1224912"/>
                  </a:lnTo>
                  <a:lnTo>
                    <a:pt x="480867" y="1250350"/>
                  </a:lnTo>
                  <a:lnTo>
                    <a:pt x="481527" y="1298649"/>
                  </a:lnTo>
                  <a:lnTo>
                    <a:pt x="482188" y="1379501"/>
                  </a:lnTo>
                  <a:lnTo>
                    <a:pt x="482848" y="1430742"/>
                  </a:lnTo>
                  <a:lnTo>
                    <a:pt x="483509" y="1430742"/>
                  </a:lnTo>
                  <a:lnTo>
                    <a:pt x="484170" y="1430742"/>
                  </a:lnTo>
                  <a:lnTo>
                    <a:pt x="484830" y="1430742"/>
                  </a:lnTo>
                  <a:lnTo>
                    <a:pt x="485491" y="1430742"/>
                  </a:lnTo>
                  <a:lnTo>
                    <a:pt x="486151" y="1430742"/>
                  </a:lnTo>
                  <a:lnTo>
                    <a:pt x="486812" y="1430742"/>
                  </a:lnTo>
                  <a:lnTo>
                    <a:pt x="487472" y="1403955"/>
                  </a:lnTo>
                  <a:lnTo>
                    <a:pt x="488133" y="1336177"/>
                  </a:lnTo>
                  <a:lnTo>
                    <a:pt x="488793" y="1298649"/>
                  </a:lnTo>
                  <a:lnTo>
                    <a:pt x="489454" y="1265546"/>
                  </a:lnTo>
                  <a:lnTo>
                    <a:pt x="490114" y="1235935"/>
                  </a:lnTo>
                  <a:lnTo>
                    <a:pt x="490775" y="1206604"/>
                  </a:lnTo>
                  <a:lnTo>
                    <a:pt x="491435" y="1170981"/>
                  </a:lnTo>
                  <a:lnTo>
                    <a:pt x="492096" y="1102090"/>
                  </a:lnTo>
                  <a:lnTo>
                    <a:pt x="492756" y="1054067"/>
                  </a:lnTo>
                  <a:lnTo>
                    <a:pt x="493417" y="1020475"/>
                  </a:lnTo>
                  <a:lnTo>
                    <a:pt x="494078" y="1014340"/>
                  </a:lnTo>
                  <a:lnTo>
                    <a:pt x="494738" y="1048242"/>
                  </a:lnTo>
                  <a:lnTo>
                    <a:pt x="495399" y="1095193"/>
                  </a:lnTo>
                  <a:lnTo>
                    <a:pt x="496059" y="1141370"/>
                  </a:lnTo>
                  <a:lnTo>
                    <a:pt x="496720" y="1194828"/>
                  </a:lnTo>
                  <a:lnTo>
                    <a:pt x="497380" y="1250350"/>
                  </a:lnTo>
                  <a:lnTo>
                    <a:pt x="498041" y="1265546"/>
                  </a:lnTo>
                  <a:lnTo>
                    <a:pt x="498701" y="1301296"/>
                  </a:lnTo>
                  <a:lnTo>
                    <a:pt x="499362" y="1339205"/>
                  </a:lnTo>
                  <a:lnTo>
                    <a:pt x="500022" y="1339205"/>
                  </a:lnTo>
                  <a:lnTo>
                    <a:pt x="500683" y="1319612"/>
                  </a:lnTo>
                  <a:lnTo>
                    <a:pt x="501343" y="1319612"/>
                  </a:lnTo>
                  <a:lnTo>
                    <a:pt x="502004" y="1316787"/>
                  </a:lnTo>
                  <a:lnTo>
                    <a:pt x="502664" y="1298649"/>
                  </a:lnTo>
                  <a:lnTo>
                    <a:pt x="503325" y="1311222"/>
                  </a:lnTo>
                  <a:lnTo>
                    <a:pt x="503985" y="1311222"/>
                  </a:lnTo>
                  <a:lnTo>
                    <a:pt x="504646" y="1276694"/>
                  </a:lnTo>
                  <a:lnTo>
                    <a:pt x="505307" y="1260900"/>
                  </a:lnTo>
                  <a:lnTo>
                    <a:pt x="505967" y="1245947"/>
                  </a:lnTo>
                  <a:lnTo>
                    <a:pt x="506628" y="1235935"/>
                  </a:lnTo>
                  <a:lnTo>
                    <a:pt x="507288" y="1250350"/>
                  </a:lnTo>
                  <a:lnTo>
                    <a:pt x="507949" y="1281610"/>
                  </a:lnTo>
                  <a:lnTo>
                    <a:pt x="508609" y="1316787"/>
                  </a:lnTo>
                  <a:lnTo>
                    <a:pt x="509270" y="1379501"/>
                  </a:lnTo>
                  <a:lnTo>
                    <a:pt x="509930" y="1430742"/>
                  </a:lnTo>
                  <a:lnTo>
                    <a:pt x="510591" y="1430742"/>
                  </a:lnTo>
                  <a:lnTo>
                    <a:pt x="511251" y="1430742"/>
                  </a:lnTo>
                  <a:lnTo>
                    <a:pt x="511912" y="1430742"/>
                  </a:lnTo>
                  <a:lnTo>
                    <a:pt x="512572" y="1403955"/>
                  </a:lnTo>
                  <a:lnTo>
                    <a:pt x="513233" y="1357005"/>
                  </a:lnTo>
                  <a:lnTo>
                    <a:pt x="513893" y="1328260"/>
                  </a:lnTo>
                  <a:lnTo>
                    <a:pt x="514554" y="1328260"/>
                  </a:lnTo>
                  <a:lnTo>
                    <a:pt x="515215" y="1328260"/>
                  </a:lnTo>
                  <a:lnTo>
                    <a:pt x="515875" y="1348488"/>
                  </a:lnTo>
                  <a:lnTo>
                    <a:pt x="516536" y="1393917"/>
                  </a:lnTo>
                  <a:lnTo>
                    <a:pt x="517196" y="1430742"/>
                  </a:lnTo>
                  <a:lnTo>
                    <a:pt x="517857" y="1430742"/>
                  </a:lnTo>
                  <a:lnTo>
                    <a:pt x="518517" y="1430742"/>
                  </a:lnTo>
                  <a:lnTo>
                    <a:pt x="519178" y="1379501"/>
                  </a:lnTo>
                  <a:lnTo>
                    <a:pt x="519838" y="1281610"/>
                  </a:lnTo>
                  <a:lnTo>
                    <a:pt x="520499" y="1199109"/>
                  </a:lnTo>
                  <a:lnTo>
                    <a:pt x="521159" y="1145414"/>
                  </a:lnTo>
                  <a:lnTo>
                    <a:pt x="521820" y="1090129"/>
                  </a:lnTo>
                  <a:lnTo>
                    <a:pt x="522480" y="1073878"/>
                  </a:lnTo>
                  <a:lnTo>
                    <a:pt x="523141" y="1116414"/>
                  </a:lnTo>
                  <a:lnTo>
                    <a:pt x="523801" y="1175478"/>
                  </a:lnTo>
                  <a:lnTo>
                    <a:pt x="524462" y="1235935"/>
                  </a:lnTo>
                  <a:lnTo>
                    <a:pt x="525123" y="1336177"/>
                  </a:lnTo>
                  <a:lnTo>
                    <a:pt x="525783" y="1430742"/>
                  </a:lnTo>
                  <a:lnTo>
                    <a:pt x="526444" y="1430742"/>
                  </a:lnTo>
                  <a:lnTo>
                    <a:pt x="527104" y="1430742"/>
                  </a:lnTo>
                  <a:lnTo>
                    <a:pt x="527765" y="1430742"/>
                  </a:lnTo>
                  <a:lnTo>
                    <a:pt x="528425" y="1430742"/>
                  </a:lnTo>
                  <a:lnTo>
                    <a:pt x="529086" y="1430742"/>
                  </a:lnTo>
                  <a:lnTo>
                    <a:pt x="529746" y="1403955"/>
                  </a:lnTo>
                  <a:lnTo>
                    <a:pt x="530407" y="1379501"/>
                  </a:lnTo>
                  <a:lnTo>
                    <a:pt x="531067" y="1336177"/>
                  </a:lnTo>
                  <a:lnTo>
                    <a:pt x="531728" y="1281610"/>
                  </a:lnTo>
                  <a:lnTo>
                    <a:pt x="532388" y="1254073"/>
                  </a:lnTo>
                  <a:lnTo>
                    <a:pt x="533049" y="1269477"/>
                  </a:lnTo>
                  <a:lnTo>
                    <a:pt x="533709" y="1285774"/>
                  </a:lnTo>
                  <a:lnTo>
                    <a:pt x="534370" y="1321511"/>
                  </a:lnTo>
                  <a:lnTo>
                    <a:pt x="535031" y="1385418"/>
                  </a:lnTo>
                  <a:lnTo>
                    <a:pt x="535691" y="1430742"/>
                  </a:lnTo>
                  <a:lnTo>
                    <a:pt x="536352" y="1430742"/>
                  </a:lnTo>
                  <a:lnTo>
                    <a:pt x="537012" y="1379501"/>
                  </a:lnTo>
                  <a:lnTo>
                    <a:pt x="537673" y="1336177"/>
                  </a:lnTo>
                  <a:lnTo>
                    <a:pt x="538333" y="1300411"/>
                  </a:lnTo>
                  <a:lnTo>
                    <a:pt x="538994" y="1300411"/>
                  </a:lnTo>
                  <a:lnTo>
                    <a:pt x="539654" y="1300411"/>
                  </a:lnTo>
                  <a:lnTo>
                    <a:pt x="540315" y="1338192"/>
                  </a:lnTo>
                  <a:lnTo>
                    <a:pt x="540975" y="1381853"/>
                  </a:lnTo>
                  <a:lnTo>
                    <a:pt x="541636" y="1403955"/>
                  </a:lnTo>
                  <a:lnTo>
                    <a:pt x="542296" y="1357005"/>
                  </a:lnTo>
                  <a:lnTo>
                    <a:pt x="542957" y="1336177"/>
                  </a:lnTo>
                  <a:lnTo>
                    <a:pt x="543617" y="1336177"/>
                  </a:lnTo>
                  <a:lnTo>
                    <a:pt x="544278" y="1336177"/>
                  </a:lnTo>
                  <a:lnTo>
                    <a:pt x="544938" y="1357005"/>
                  </a:lnTo>
                  <a:lnTo>
                    <a:pt x="545599" y="1379501"/>
                  </a:lnTo>
                  <a:lnTo>
                    <a:pt x="546260" y="1357005"/>
                  </a:lnTo>
                  <a:lnTo>
                    <a:pt x="546920" y="1328260"/>
                  </a:lnTo>
                  <a:lnTo>
                    <a:pt x="547581" y="1309391"/>
                  </a:lnTo>
                  <a:lnTo>
                    <a:pt x="548241" y="1309391"/>
                  </a:lnTo>
                  <a:lnTo>
                    <a:pt x="548902" y="1328260"/>
                  </a:lnTo>
                  <a:lnTo>
                    <a:pt x="549562" y="1370286"/>
                  </a:lnTo>
                  <a:lnTo>
                    <a:pt x="550223" y="1403955"/>
                  </a:lnTo>
                  <a:lnTo>
                    <a:pt x="550883" y="1430742"/>
                  </a:lnTo>
                  <a:lnTo>
                    <a:pt x="551544" y="1430742"/>
                  </a:lnTo>
                  <a:lnTo>
                    <a:pt x="552204" y="1430742"/>
                  </a:lnTo>
                  <a:lnTo>
                    <a:pt x="552865" y="1430742"/>
                  </a:lnTo>
                  <a:lnTo>
                    <a:pt x="553525" y="1430742"/>
                  </a:lnTo>
                  <a:lnTo>
                    <a:pt x="554186" y="1430742"/>
                  </a:lnTo>
                  <a:lnTo>
                    <a:pt x="554846" y="1403955"/>
                  </a:lnTo>
                  <a:lnTo>
                    <a:pt x="555507" y="1357005"/>
                  </a:lnTo>
                  <a:lnTo>
                    <a:pt x="556168" y="1336177"/>
                  </a:lnTo>
                  <a:lnTo>
                    <a:pt x="556828" y="1336177"/>
                  </a:lnTo>
                  <a:lnTo>
                    <a:pt x="557489" y="1336177"/>
                  </a:lnTo>
                  <a:lnTo>
                    <a:pt x="558149" y="1357005"/>
                  </a:lnTo>
                  <a:lnTo>
                    <a:pt x="558810" y="1403955"/>
                  </a:lnTo>
                  <a:lnTo>
                    <a:pt x="559470" y="1430742"/>
                  </a:lnTo>
                  <a:lnTo>
                    <a:pt x="560131" y="1430742"/>
                  </a:lnTo>
                  <a:lnTo>
                    <a:pt x="560791" y="1430742"/>
                  </a:lnTo>
                  <a:lnTo>
                    <a:pt x="561452" y="1430742"/>
                  </a:lnTo>
                  <a:lnTo>
                    <a:pt x="562112" y="1430742"/>
                  </a:lnTo>
                  <a:lnTo>
                    <a:pt x="562773" y="1430742"/>
                  </a:lnTo>
                  <a:lnTo>
                    <a:pt x="563433" y="1430742"/>
                  </a:lnTo>
                  <a:lnTo>
                    <a:pt x="564094" y="1430742"/>
                  </a:lnTo>
                  <a:lnTo>
                    <a:pt x="564754" y="1430742"/>
                  </a:lnTo>
                  <a:lnTo>
                    <a:pt x="565415" y="1430742"/>
                  </a:lnTo>
                  <a:lnTo>
                    <a:pt x="566076" y="1430742"/>
                  </a:lnTo>
                  <a:lnTo>
                    <a:pt x="566736" y="1430742"/>
                  </a:lnTo>
                  <a:lnTo>
                    <a:pt x="567397" y="1430742"/>
                  </a:lnTo>
                  <a:lnTo>
                    <a:pt x="568057" y="1430742"/>
                  </a:lnTo>
                  <a:lnTo>
                    <a:pt x="568718" y="1430742"/>
                  </a:lnTo>
                  <a:lnTo>
                    <a:pt x="569378" y="1430742"/>
                  </a:lnTo>
                  <a:lnTo>
                    <a:pt x="570039" y="1430742"/>
                  </a:lnTo>
                  <a:lnTo>
                    <a:pt x="570699" y="1387820"/>
                  </a:lnTo>
                  <a:lnTo>
                    <a:pt x="571360" y="1304865"/>
                  </a:lnTo>
                  <a:lnTo>
                    <a:pt x="572020" y="1226946"/>
                  </a:lnTo>
                  <a:lnTo>
                    <a:pt x="572681" y="1200964"/>
                  </a:lnTo>
                  <a:lnTo>
                    <a:pt x="573341" y="1177183"/>
                  </a:lnTo>
                  <a:lnTo>
                    <a:pt x="574002" y="1173220"/>
                  </a:lnTo>
                  <a:lnTo>
                    <a:pt x="574662" y="1209148"/>
                  </a:lnTo>
                  <a:lnTo>
                    <a:pt x="575323" y="1265546"/>
                  </a:lnTo>
                  <a:lnTo>
                    <a:pt x="575983" y="1277507"/>
                  </a:lnTo>
                  <a:lnTo>
                    <a:pt x="576644" y="1277507"/>
                  </a:lnTo>
                  <a:lnTo>
                    <a:pt x="577305" y="1294291"/>
                  </a:lnTo>
                  <a:lnTo>
                    <a:pt x="577965" y="1312142"/>
                  </a:lnTo>
                  <a:lnTo>
                    <a:pt x="578626" y="1331203"/>
                  </a:lnTo>
                  <a:lnTo>
                    <a:pt x="579286" y="1357005"/>
                  </a:lnTo>
                  <a:lnTo>
                    <a:pt x="579947" y="1379501"/>
                  </a:lnTo>
                  <a:lnTo>
                    <a:pt x="580607" y="1357005"/>
                  </a:lnTo>
                  <a:lnTo>
                    <a:pt x="581268" y="1316787"/>
                  </a:lnTo>
                  <a:lnTo>
                    <a:pt x="581928" y="1312142"/>
                  </a:lnTo>
                  <a:lnTo>
                    <a:pt x="582589" y="1294291"/>
                  </a:lnTo>
                  <a:lnTo>
                    <a:pt x="583249" y="1261669"/>
                  </a:lnTo>
                  <a:lnTo>
                    <a:pt x="583910" y="1251834"/>
                  </a:lnTo>
                  <a:lnTo>
                    <a:pt x="584570" y="1251834"/>
                  </a:lnTo>
                  <a:lnTo>
                    <a:pt x="585231" y="1240896"/>
                  </a:lnTo>
                  <a:lnTo>
                    <a:pt x="585891" y="1255576"/>
                  </a:lnTo>
                  <a:lnTo>
                    <a:pt x="586552" y="1287457"/>
                  </a:lnTo>
                  <a:lnTo>
                    <a:pt x="587213" y="1316787"/>
                  </a:lnTo>
                  <a:lnTo>
                    <a:pt x="587873" y="1336177"/>
                  </a:lnTo>
                  <a:lnTo>
                    <a:pt x="588534" y="1316787"/>
                  </a:lnTo>
                  <a:lnTo>
                    <a:pt x="589194" y="1298649"/>
                  </a:lnTo>
                  <a:lnTo>
                    <a:pt x="589855" y="1298649"/>
                  </a:lnTo>
                  <a:lnTo>
                    <a:pt x="590515" y="1298649"/>
                  </a:lnTo>
                  <a:lnTo>
                    <a:pt x="591176" y="1298649"/>
                  </a:lnTo>
                  <a:lnTo>
                    <a:pt x="591836" y="1336177"/>
                  </a:lnTo>
                  <a:lnTo>
                    <a:pt x="592497" y="1357005"/>
                  </a:lnTo>
                  <a:lnTo>
                    <a:pt x="593157" y="1357005"/>
                  </a:lnTo>
                  <a:lnTo>
                    <a:pt x="593818" y="1357005"/>
                  </a:lnTo>
                  <a:lnTo>
                    <a:pt x="594478" y="1336177"/>
                  </a:lnTo>
                  <a:lnTo>
                    <a:pt x="595139" y="1316787"/>
                  </a:lnTo>
                  <a:lnTo>
                    <a:pt x="595799" y="1303968"/>
                  </a:lnTo>
                  <a:lnTo>
                    <a:pt x="596460" y="1322465"/>
                  </a:lnTo>
                  <a:lnTo>
                    <a:pt x="597121" y="1342265"/>
                  </a:lnTo>
                  <a:lnTo>
                    <a:pt x="597781" y="1386617"/>
                  </a:lnTo>
                  <a:lnTo>
                    <a:pt x="598442" y="1411727"/>
                  </a:lnTo>
                  <a:lnTo>
                    <a:pt x="599102" y="1430742"/>
                  </a:lnTo>
                  <a:lnTo>
                    <a:pt x="599763" y="1430742"/>
                  </a:lnTo>
                  <a:lnTo>
                    <a:pt x="600423" y="1430742"/>
                  </a:lnTo>
                  <a:lnTo>
                    <a:pt x="601084" y="1430742"/>
                  </a:lnTo>
                  <a:lnTo>
                    <a:pt x="601744" y="1430742"/>
                  </a:lnTo>
                  <a:lnTo>
                    <a:pt x="602405" y="1430742"/>
                  </a:lnTo>
                  <a:lnTo>
                    <a:pt x="603065" y="1430742"/>
                  </a:lnTo>
                  <a:lnTo>
                    <a:pt x="603726" y="1430742"/>
                  </a:lnTo>
                  <a:lnTo>
                    <a:pt x="604386" y="1430742"/>
                  </a:lnTo>
                  <a:lnTo>
                    <a:pt x="605047" y="1430742"/>
                  </a:lnTo>
                  <a:lnTo>
                    <a:pt x="605707" y="1403955"/>
                  </a:lnTo>
                  <a:lnTo>
                    <a:pt x="606368" y="1357005"/>
                  </a:lnTo>
                  <a:lnTo>
                    <a:pt x="607029" y="1316787"/>
                  </a:lnTo>
                  <a:lnTo>
                    <a:pt x="607689" y="1316787"/>
                  </a:lnTo>
                  <a:lnTo>
                    <a:pt x="608350" y="1316787"/>
                  </a:lnTo>
                  <a:lnTo>
                    <a:pt x="609010" y="1336177"/>
                  </a:lnTo>
                  <a:lnTo>
                    <a:pt x="609671" y="1379501"/>
                  </a:lnTo>
                  <a:lnTo>
                    <a:pt x="610331" y="1430742"/>
                  </a:lnTo>
                  <a:lnTo>
                    <a:pt x="610992" y="1430742"/>
                  </a:lnTo>
                  <a:lnTo>
                    <a:pt x="611652" y="1430742"/>
                  </a:lnTo>
                  <a:lnTo>
                    <a:pt x="612313" y="1430742"/>
                  </a:lnTo>
                  <a:lnTo>
                    <a:pt x="612973" y="1430742"/>
                  </a:lnTo>
                  <a:lnTo>
                    <a:pt x="613634" y="1430742"/>
                  </a:lnTo>
                  <a:lnTo>
                    <a:pt x="614294" y="1379501"/>
                  </a:lnTo>
                  <a:lnTo>
                    <a:pt x="614955" y="1298649"/>
                  </a:lnTo>
                  <a:lnTo>
                    <a:pt x="615615" y="1250350"/>
                  </a:lnTo>
                  <a:lnTo>
                    <a:pt x="616276" y="1222222"/>
                  </a:lnTo>
                  <a:lnTo>
                    <a:pt x="616936" y="1196655"/>
                  </a:lnTo>
                  <a:lnTo>
                    <a:pt x="617597" y="1209148"/>
                  </a:lnTo>
                  <a:lnTo>
                    <a:pt x="618258" y="1265546"/>
                  </a:lnTo>
                  <a:lnTo>
                    <a:pt x="618918" y="1316787"/>
                  </a:lnTo>
                  <a:lnTo>
                    <a:pt x="619579" y="1336177"/>
                  </a:lnTo>
                  <a:lnTo>
                    <a:pt x="620239" y="1336177"/>
                  </a:lnTo>
                  <a:lnTo>
                    <a:pt x="620900" y="1336177"/>
                  </a:lnTo>
                  <a:lnTo>
                    <a:pt x="621560" y="1336177"/>
                  </a:lnTo>
                  <a:lnTo>
                    <a:pt x="622221" y="1336177"/>
                  </a:lnTo>
                  <a:lnTo>
                    <a:pt x="622881" y="1357005"/>
                  </a:lnTo>
                  <a:lnTo>
                    <a:pt x="623542" y="1403955"/>
                  </a:lnTo>
                  <a:lnTo>
                    <a:pt x="624202" y="1430742"/>
                  </a:lnTo>
                  <a:lnTo>
                    <a:pt x="624863" y="1430742"/>
                  </a:lnTo>
                  <a:lnTo>
                    <a:pt x="625523" y="1430742"/>
                  </a:lnTo>
                  <a:lnTo>
                    <a:pt x="626184" y="1430742"/>
                  </a:lnTo>
                  <a:lnTo>
                    <a:pt x="626844" y="1430742"/>
                  </a:lnTo>
                  <a:lnTo>
                    <a:pt x="627505" y="1430742"/>
                  </a:lnTo>
                  <a:lnTo>
                    <a:pt x="628166" y="1430742"/>
                  </a:lnTo>
                  <a:lnTo>
                    <a:pt x="628826" y="1379501"/>
                  </a:lnTo>
                  <a:lnTo>
                    <a:pt x="629487" y="1336177"/>
                  </a:lnTo>
                  <a:lnTo>
                    <a:pt x="630147" y="1316787"/>
                  </a:lnTo>
                  <a:lnTo>
                    <a:pt x="630808" y="1298649"/>
                  </a:lnTo>
                  <a:lnTo>
                    <a:pt x="631468" y="1265546"/>
                  </a:lnTo>
                  <a:lnTo>
                    <a:pt x="632129" y="1281610"/>
                  </a:lnTo>
                  <a:lnTo>
                    <a:pt x="632789" y="1298649"/>
                  </a:lnTo>
                  <a:lnTo>
                    <a:pt x="633450" y="1298649"/>
                  </a:lnTo>
                  <a:lnTo>
                    <a:pt x="634110" y="1281610"/>
                  </a:lnTo>
                  <a:lnTo>
                    <a:pt x="634771" y="1298649"/>
                  </a:lnTo>
                  <a:lnTo>
                    <a:pt x="635431" y="1316787"/>
                  </a:lnTo>
                  <a:lnTo>
                    <a:pt x="636092" y="1336177"/>
                  </a:lnTo>
                  <a:lnTo>
                    <a:pt x="636752" y="1357005"/>
                  </a:lnTo>
                  <a:lnTo>
                    <a:pt x="637413" y="1403955"/>
                  </a:lnTo>
                  <a:lnTo>
                    <a:pt x="638074" y="1430742"/>
                  </a:lnTo>
                  <a:lnTo>
                    <a:pt x="638734" y="1430742"/>
                  </a:lnTo>
                  <a:lnTo>
                    <a:pt x="639395" y="1430742"/>
                  </a:lnTo>
                  <a:lnTo>
                    <a:pt x="640055" y="1430742"/>
                  </a:lnTo>
                  <a:lnTo>
                    <a:pt x="640716" y="1430742"/>
                  </a:lnTo>
                  <a:lnTo>
                    <a:pt x="641376" y="1430742"/>
                  </a:lnTo>
                  <a:lnTo>
                    <a:pt x="642037" y="1430742"/>
                  </a:lnTo>
                  <a:lnTo>
                    <a:pt x="642697" y="1430742"/>
                  </a:lnTo>
                  <a:lnTo>
                    <a:pt x="643358" y="1430742"/>
                  </a:lnTo>
                  <a:lnTo>
                    <a:pt x="644018" y="1430742"/>
                  </a:lnTo>
                  <a:lnTo>
                    <a:pt x="644679" y="1403955"/>
                  </a:lnTo>
                  <a:lnTo>
                    <a:pt x="645339" y="1357005"/>
                  </a:lnTo>
                  <a:lnTo>
                    <a:pt x="646000" y="1316787"/>
                  </a:lnTo>
                  <a:lnTo>
                    <a:pt x="646660" y="1290853"/>
                  </a:lnTo>
                  <a:lnTo>
                    <a:pt x="647321" y="1258606"/>
                  </a:lnTo>
                  <a:lnTo>
                    <a:pt x="647981" y="1243772"/>
                  </a:lnTo>
                  <a:lnTo>
                    <a:pt x="648642" y="1258606"/>
                  </a:lnTo>
                  <a:lnTo>
                    <a:pt x="649303" y="1290853"/>
                  </a:lnTo>
                  <a:lnTo>
                    <a:pt x="649963" y="1316787"/>
                  </a:lnTo>
                  <a:lnTo>
                    <a:pt x="650624" y="1357005"/>
                  </a:lnTo>
                  <a:lnTo>
                    <a:pt x="651284" y="1403955"/>
                  </a:lnTo>
                  <a:lnTo>
                    <a:pt x="651945" y="1430742"/>
                  </a:lnTo>
                  <a:lnTo>
                    <a:pt x="652605" y="1430742"/>
                  </a:lnTo>
                  <a:lnTo>
                    <a:pt x="653266" y="1430742"/>
                  </a:lnTo>
                  <a:lnTo>
                    <a:pt x="653926" y="1430742"/>
                  </a:lnTo>
                  <a:lnTo>
                    <a:pt x="654587" y="1430742"/>
                  </a:lnTo>
                  <a:lnTo>
                    <a:pt x="655247" y="1430742"/>
                  </a:lnTo>
                  <a:lnTo>
                    <a:pt x="655908" y="1430742"/>
                  </a:lnTo>
                  <a:lnTo>
                    <a:pt x="656568" y="1430742"/>
                  </a:lnTo>
                  <a:lnTo>
                    <a:pt x="657229" y="1430742"/>
                  </a:lnTo>
                  <a:lnTo>
                    <a:pt x="657889" y="1430742"/>
                  </a:lnTo>
                  <a:lnTo>
                    <a:pt x="658550" y="1430742"/>
                  </a:lnTo>
                  <a:lnTo>
                    <a:pt x="659211" y="1430742"/>
                  </a:lnTo>
                  <a:lnTo>
                    <a:pt x="659871" y="1430742"/>
                  </a:lnTo>
                  <a:lnTo>
                    <a:pt x="660532" y="1430742"/>
                  </a:lnTo>
                  <a:lnTo>
                    <a:pt x="661192" y="1430742"/>
                  </a:lnTo>
                  <a:lnTo>
                    <a:pt x="661853" y="1430742"/>
                  </a:lnTo>
                  <a:lnTo>
                    <a:pt x="662513" y="1430742"/>
                  </a:lnTo>
                  <a:lnTo>
                    <a:pt x="663174" y="1430742"/>
                  </a:lnTo>
                  <a:lnTo>
                    <a:pt x="663834" y="1430742"/>
                  </a:lnTo>
                  <a:lnTo>
                    <a:pt x="664495" y="1430742"/>
                  </a:lnTo>
                  <a:lnTo>
                    <a:pt x="665155" y="1430742"/>
                  </a:lnTo>
                  <a:lnTo>
                    <a:pt x="665816" y="1430742"/>
                  </a:lnTo>
                  <a:lnTo>
                    <a:pt x="666476" y="1430742"/>
                  </a:lnTo>
                  <a:lnTo>
                    <a:pt x="667137" y="1430742"/>
                  </a:lnTo>
                  <a:lnTo>
                    <a:pt x="667797" y="1430742"/>
                  </a:lnTo>
                  <a:lnTo>
                    <a:pt x="668458" y="1430742"/>
                  </a:lnTo>
                  <a:lnTo>
                    <a:pt x="669119" y="1430742"/>
                  </a:lnTo>
                  <a:lnTo>
                    <a:pt x="669779" y="1430742"/>
                  </a:lnTo>
                  <a:lnTo>
                    <a:pt x="670440" y="1430742"/>
                  </a:lnTo>
                  <a:lnTo>
                    <a:pt x="671100" y="1430742"/>
                  </a:lnTo>
                  <a:lnTo>
                    <a:pt x="671761" y="1430742"/>
                  </a:lnTo>
                  <a:lnTo>
                    <a:pt x="672421" y="1430742"/>
                  </a:lnTo>
                  <a:lnTo>
                    <a:pt x="673082" y="1430742"/>
                  </a:lnTo>
                  <a:lnTo>
                    <a:pt x="673742" y="1430742"/>
                  </a:lnTo>
                  <a:lnTo>
                    <a:pt x="674403" y="1430742"/>
                  </a:lnTo>
                  <a:lnTo>
                    <a:pt x="675063" y="1403955"/>
                  </a:lnTo>
                  <a:lnTo>
                    <a:pt x="675724" y="1379501"/>
                  </a:lnTo>
                  <a:lnTo>
                    <a:pt x="676384" y="1336177"/>
                  </a:lnTo>
                  <a:lnTo>
                    <a:pt x="677045" y="1316787"/>
                  </a:lnTo>
                  <a:lnTo>
                    <a:pt x="677705" y="1316787"/>
                  </a:lnTo>
                  <a:lnTo>
                    <a:pt x="678366" y="1336177"/>
                  </a:lnTo>
                  <a:lnTo>
                    <a:pt x="679027" y="1357005"/>
                  </a:lnTo>
                  <a:lnTo>
                    <a:pt x="679687" y="1379501"/>
                  </a:lnTo>
                  <a:lnTo>
                    <a:pt x="680348" y="1357005"/>
                  </a:lnTo>
                  <a:lnTo>
                    <a:pt x="681008" y="1336177"/>
                  </a:lnTo>
                  <a:lnTo>
                    <a:pt x="681669" y="1336177"/>
                  </a:lnTo>
                  <a:lnTo>
                    <a:pt x="682329" y="1326315"/>
                  </a:lnTo>
                  <a:lnTo>
                    <a:pt x="682990" y="1323423"/>
                  </a:lnTo>
                  <a:lnTo>
                    <a:pt x="683650" y="1323423"/>
                  </a:lnTo>
                  <a:lnTo>
                    <a:pt x="684311" y="1323423"/>
                  </a:lnTo>
                  <a:lnTo>
                    <a:pt x="684971" y="1323423"/>
                  </a:lnTo>
                  <a:lnTo>
                    <a:pt x="685632" y="1333182"/>
                  </a:lnTo>
                  <a:lnTo>
                    <a:pt x="686292" y="1357005"/>
                  </a:lnTo>
                  <a:lnTo>
                    <a:pt x="686953" y="1403955"/>
                  </a:lnTo>
                  <a:lnTo>
                    <a:pt x="687613" y="1430742"/>
                  </a:lnTo>
                  <a:lnTo>
                    <a:pt x="688274" y="1430742"/>
                  </a:lnTo>
                  <a:lnTo>
                    <a:pt x="688934" y="1430742"/>
                  </a:lnTo>
                  <a:lnTo>
                    <a:pt x="689595" y="1430742"/>
                  </a:lnTo>
                  <a:lnTo>
                    <a:pt x="690256" y="1430742"/>
                  </a:lnTo>
                  <a:lnTo>
                    <a:pt x="690916" y="1430742"/>
                  </a:lnTo>
                  <a:lnTo>
                    <a:pt x="691577" y="1430742"/>
                  </a:lnTo>
                  <a:lnTo>
                    <a:pt x="692237" y="1403955"/>
                  </a:lnTo>
                  <a:lnTo>
                    <a:pt x="692898" y="1379501"/>
                  </a:lnTo>
                  <a:lnTo>
                    <a:pt x="693558" y="1298649"/>
                  </a:lnTo>
                  <a:lnTo>
                    <a:pt x="694219" y="1222222"/>
                  </a:lnTo>
                  <a:lnTo>
                    <a:pt x="694879" y="1164368"/>
                  </a:lnTo>
                  <a:lnTo>
                    <a:pt x="695540" y="1156844"/>
                  </a:lnTo>
                  <a:lnTo>
                    <a:pt x="696200" y="1167655"/>
                  </a:lnTo>
                  <a:lnTo>
                    <a:pt x="696861" y="1215609"/>
                  </a:lnTo>
                  <a:lnTo>
                    <a:pt x="697521" y="1290000"/>
                  </a:lnTo>
                  <a:lnTo>
                    <a:pt x="698182" y="1386617"/>
                  </a:lnTo>
                  <a:lnTo>
                    <a:pt x="698842" y="1430742"/>
                  </a:lnTo>
                  <a:lnTo>
                    <a:pt x="699503" y="1430742"/>
                  </a:lnTo>
                  <a:lnTo>
                    <a:pt x="700164" y="1430742"/>
                  </a:lnTo>
                  <a:lnTo>
                    <a:pt x="700824" y="1409112"/>
                  </a:lnTo>
                  <a:lnTo>
                    <a:pt x="701485" y="1384225"/>
                  </a:lnTo>
                  <a:lnTo>
                    <a:pt x="702145" y="1340221"/>
                  </a:lnTo>
                  <a:lnTo>
                    <a:pt x="702806" y="1320560"/>
                  </a:lnTo>
                  <a:lnTo>
                    <a:pt x="703466" y="1320560"/>
                  </a:lnTo>
                  <a:lnTo>
                    <a:pt x="704127" y="1336177"/>
                  </a:lnTo>
                  <a:lnTo>
                    <a:pt x="704787" y="1357005"/>
                  </a:lnTo>
                  <a:lnTo>
                    <a:pt x="705448" y="1403955"/>
                  </a:lnTo>
                  <a:lnTo>
                    <a:pt x="706108" y="1430742"/>
                  </a:lnTo>
                  <a:lnTo>
                    <a:pt x="706769" y="1430742"/>
                  </a:lnTo>
                  <a:lnTo>
                    <a:pt x="707429" y="1430742"/>
                  </a:lnTo>
                  <a:lnTo>
                    <a:pt x="708090" y="1430742"/>
                  </a:lnTo>
                  <a:lnTo>
                    <a:pt x="708750" y="1430742"/>
                  </a:lnTo>
                  <a:lnTo>
                    <a:pt x="709411" y="1430742"/>
                  </a:lnTo>
                  <a:lnTo>
                    <a:pt x="710072" y="1430742"/>
                  </a:lnTo>
                  <a:lnTo>
                    <a:pt x="710732" y="1430742"/>
                  </a:lnTo>
                  <a:lnTo>
                    <a:pt x="711393" y="1430742"/>
                  </a:lnTo>
                  <a:lnTo>
                    <a:pt x="712053" y="1430742"/>
                  </a:lnTo>
                  <a:lnTo>
                    <a:pt x="712714" y="1430742"/>
                  </a:lnTo>
                  <a:lnTo>
                    <a:pt x="713374" y="1430742"/>
                  </a:lnTo>
                  <a:lnTo>
                    <a:pt x="714035" y="1430742"/>
                  </a:lnTo>
                  <a:lnTo>
                    <a:pt x="714695" y="1430742"/>
                  </a:lnTo>
                  <a:lnTo>
                    <a:pt x="715356" y="1430742"/>
                  </a:lnTo>
                  <a:lnTo>
                    <a:pt x="716016" y="1430742"/>
                  </a:lnTo>
                  <a:lnTo>
                    <a:pt x="716677" y="1430742"/>
                  </a:lnTo>
                  <a:lnTo>
                    <a:pt x="717337" y="1430742"/>
                  </a:lnTo>
                  <a:lnTo>
                    <a:pt x="717998" y="1430742"/>
                  </a:lnTo>
                  <a:lnTo>
                    <a:pt x="718658" y="1430742"/>
                  </a:lnTo>
                  <a:lnTo>
                    <a:pt x="719319" y="1430742"/>
                  </a:lnTo>
                  <a:lnTo>
                    <a:pt x="719979" y="1430742"/>
                  </a:lnTo>
                  <a:lnTo>
                    <a:pt x="720640" y="1379501"/>
                  </a:lnTo>
                  <a:lnTo>
                    <a:pt x="721301" y="1265546"/>
                  </a:lnTo>
                  <a:lnTo>
                    <a:pt x="721961" y="1185867"/>
                  </a:lnTo>
                  <a:lnTo>
                    <a:pt x="722622" y="1157907"/>
                  </a:lnTo>
                  <a:lnTo>
                    <a:pt x="723282" y="1147458"/>
                  </a:lnTo>
                  <a:lnTo>
                    <a:pt x="723943" y="1168759"/>
                  </a:lnTo>
                  <a:lnTo>
                    <a:pt x="724603" y="1244495"/>
                  </a:lnTo>
                  <a:lnTo>
                    <a:pt x="725264" y="1346398"/>
                  </a:lnTo>
                  <a:lnTo>
                    <a:pt x="725924" y="1403955"/>
                  </a:lnTo>
                  <a:lnTo>
                    <a:pt x="726585" y="1430742"/>
                  </a:lnTo>
                  <a:lnTo>
                    <a:pt x="727245" y="1403955"/>
                  </a:lnTo>
                  <a:lnTo>
                    <a:pt x="727906" y="1357005"/>
                  </a:lnTo>
                  <a:lnTo>
                    <a:pt x="728566" y="1336177"/>
                  </a:lnTo>
                  <a:lnTo>
                    <a:pt x="729227" y="1336177"/>
                  </a:lnTo>
                  <a:lnTo>
                    <a:pt x="729887" y="1336177"/>
                  </a:lnTo>
                  <a:lnTo>
                    <a:pt x="730548" y="1357005"/>
                  </a:lnTo>
                  <a:lnTo>
                    <a:pt x="731209" y="1403955"/>
                  </a:lnTo>
                  <a:lnTo>
                    <a:pt x="731869" y="1403955"/>
                  </a:lnTo>
                  <a:lnTo>
                    <a:pt x="732530" y="1379501"/>
                  </a:lnTo>
                  <a:lnTo>
                    <a:pt x="733190" y="1341241"/>
                  </a:lnTo>
                  <a:lnTo>
                    <a:pt x="733851" y="1269477"/>
                  </a:lnTo>
                  <a:lnTo>
                    <a:pt x="734511" y="1195435"/>
                  </a:lnTo>
                  <a:lnTo>
                    <a:pt x="735172" y="1140368"/>
                  </a:lnTo>
                  <a:lnTo>
                    <a:pt x="735832" y="1140368"/>
                  </a:lnTo>
                  <a:lnTo>
                    <a:pt x="736493" y="1147971"/>
                  </a:lnTo>
                  <a:lnTo>
                    <a:pt x="737153" y="1192410"/>
                  </a:lnTo>
                  <a:lnTo>
                    <a:pt x="737814" y="1265546"/>
                  </a:lnTo>
                  <a:lnTo>
                    <a:pt x="738474" y="1379501"/>
                  </a:lnTo>
                  <a:lnTo>
                    <a:pt x="739135" y="1403955"/>
                  </a:lnTo>
                  <a:lnTo>
                    <a:pt x="739795" y="1403955"/>
                  </a:lnTo>
                  <a:lnTo>
                    <a:pt x="740456" y="1357005"/>
                  </a:lnTo>
                  <a:lnTo>
                    <a:pt x="741117" y="1336177"/>
                  </a:lnTo>
                  <a:lnTo>
                    <a:pt x="741777" y="1336177"/>
                  </a:lnTo>
                  <a:lnTo>
                    <a:pt x="742438" y="1336177"/>
                  </a:lnTo>
                  <a:lnTo>
                    <a:pt x="743098" y="1357005"/>
                  </a:lnTo>
                  <a:lnTo>
                    <a:pt x="743759" y="1403955"/>
                  </a:lnTo>
                  <a:lnTo>
                    <a:pt x="744419" y="1403955"/>
                  </a:lnTo>
                  <a:lnTo>
                    <a:pt x="745080" y="1357005"/>
                  </a:lnTo>
                  <a:lnTo>
                    <a:pt x="745740" y="1316787"/>
                  </a:lnTo>
                  <a:lnTo>
                    <a:pt x="746401" y="1281610"/>
                  </a:lnTo>
                  <a:lnTo>
                    <a:pt x="747061" y="1250350"/>
                  </a:lnTo>
                  <a:lnTo>
                    <a:pt x="747722" y="1265546"/>
                  </a:lnTo>
                  <a:lnTo>
                    <a:pt x="748382" y="1298649"/>
                  </a:lnTo>
                  <a:lnTo>
                    <a:pt x="749043" y="1316787"/>
                  </a:lnTo>
                  <a:lnTo>
                    <a:pt x="749703" y="1238759"/>
                  </a:lnTo>
                  <a:lnTo>
                    <a:pt x="750364" y="1083515"/>
                  </a:lnTo>
                  <a:lnTo>
                    <a:pt x="751025" y="976173"/>
                  </a:lnTo>
                  <a:lnTo>
                    <a:pt x="751685" y="894486"/>
                  </a:lnTo>
                  <a:lnTo>
                    <a:pt x="752346" y="832774"/>
                  </a:lnTo>
                  <a:lnTo>
                    <a:pt x="753006" y="807804"/>
                  </a:lnTo>
                  <a:lnTo>
                    <a:pt x="753667" y="826321"/>
                  </a:lnTo>
                  <a:lnTo>
                    <a:pt x="754327" y="870135"/>
                  </a:lnTo>
                  <a:lnTo>
                    <a:pt x="754988" y="928345"/>
                  </a:lnTo>
                  <a:lnTo>
                    <a:pt x="755648" y="985817"/>
                  </a:lnTo>
                  <a:lnTo>
                    <a:pt x="756309" y="1036942"/>
                  </a:lnTo>
                  <a:lnTo>
                    <a:pt x="756969" y="1088045"/>
                  </a:lnTo>
                  <a:lnTo>
                    <a:pt x="757630" y="1093071"/>
                  </a:lnTo>
                  <a:lnTo>
                    <a:pt x="758290" y="1103841"/>
                  </a:lnTo>
                  <a:lnTo>
                    <a:pt x="758951" y="1146434"/>
                  </a:lnTo>
                  <a:lnTo>
                    <a:pt x="759611" y="1196655"/>
                  </a:lnTo>
                  <a:lnTo>
                    <a:pt x="760272" y="1235935"/>
                  </a:lnTo>
                  <a:lnTo>
                    <a:pt x="760932" y="1265546"/>
                  </a:lnTo>
                  <a:lnTo>
                    <a:pt x="761593" y="1265546"/>
                  </a:lnTo>
                  <a:lnTo>
                    <a:pt x="762254" y="1281610"/>
                  </a:lnTo>
                  <a:lnTo>
                    <a:pt x="762914" y="1298649"/>
                  </a:lnTo>
                  <a:lnTo>
                    <a:pt x="763575" y="1298649"/>
                  </a:lnTo>
                  <a:lnTo>
                    <a:pt x="764235" y="1281610"/>
                  </a:lnTo>
                  <a:lnTo>
                    <a:pt x="764896" y="1281610"/>
                  </a:lnTo>
                  <a:lnTo>
                    <a:pt x="765556" y="1265546"/>
                  </a:lnTo>
                  <a:lnTo>
                    <a:pt x="766217" y="1281610"/>
                  </a:lnTo>
                  <a:lnTo>
                    <a:pt x="766877" y="1298649"/>
                  </a:lnTo>
                  <a:lnTo>
                    <a:pt x="767538" y="1336177"/>
                  </a:lnTo>
                  <a:lnTo>
                    <a:pt x="768198" y="1379501"/>
                  </a:lnTo>
                  <a:lnTo>
                    <a:pt x="768859" y="1430742"/>
                  </a:lnTo>
                  <a:lnTo>
                    <a:pt x="769519" y="1403955"/>
                  </a:lnTo>
                  <a:lnTo>
                    <a:pt x="770180" y="1357005"/>
                  </a:lnTo>
                  <a:lnTo>
                    <a:pt x="770840" y="1336177"/>
                  </a:lnTo>
                  <a:lnTo>
                    <a:pt x="771501" y="1329238"/>
                  </a:lnTo>
                  <a:lnTo>
                    <a:pt x="772162" y="1329238"/>
                  </a:lnTo>
                  <a:lnTo>
                    <a:pt x="772822" y="1349539"/>
                  </a:lnTo>
                  <a:lnTo>
                    <a:pt x="773483" y="1395152"/>
                  </a:lnTo>
                  <a:lnTo>
                    <a:pt x="774143" y="1421074"/>
                  </a:lnTo>
                  <a:lnTo>
                    <a:pt x="774804" y="1430742"/>
                  </a:lnTo>
                  <a:lnTo>
                    <a:pt x="775464" y="1403955"/>
                  </a:lnTo>
                  <a:lnTo>
                    <a:pt x="776125" y="1357005"/>
                  </a:lnTo>
                  <a:lnTo>
                    <a:pt x="776785" y="1298649"/>
                  </a:lnTo>
                  <a:lnTo>
                    <a:pt x="777446" y="1195435"/>
                  </a:lnTo>
                  <a:lnTo>
                    <a:pt x="778106" y="1121044"/>
                  </a:lnTo>
                  <a:lnTo>
                    <a:pt x="778767" y="1117334"/>
                  </a:lnTo>
                  <a:lnTo>
                    <a:pt x="779427" y="1136395"/>
                  </a:lnTo>
                  <a:lnTo>
                    <a:pt x="780088" y="1167655"/>
                  </a:lnTo>
                  <a:lnTo>
                    <a:pt x="780748" y="1259369"/>
                  </a:lnTo>
                  <a:lnTo>
                    <a:pt x="781409" y="1393917"/>
                  </a:lnTo>
                  <a:lnTo>
                    <a:pt x="782070" y="1430742"/>
                  </a:lnTo>
                  <a:lnTo>
                    <a:pt x="782730" y="1430742"/>
                  </a:lnTo>
                  <a:lnTo>
                    <a:pt x="783391" y="1430742"/>
                  </a:lnTo>
                  <a:lnTo>
                    <a:pt x="784051" y="1430742"/>
                  </a:lnTo>
                  <a:lnTo>
                    <a:pt x="784712" y="1430742"/>
                  </a:lnTo>
                  <a:lnTo>
                    <a:pt x="785372" y="1430742"/>
                  </a:lnTo>
                  <a:lnTo>
                    <a:pt x="786033" y="1403955"/>
                  </a:lnTo>
                  <a:lnTo>
                    <a:pt x="786693" y="1357005"/>
                  </a:lnTo>
                  <a:lnTo>
                    <a:pt x="787354" y="1336177"/>
                  </a:lnTo>
                  <a:lnTo>
                    <a:pt x="788014" y="1336177"/>
                  </a:lnTo>
                  <a:lnTo>
                    <a:pt x="788675" y="1336177"/>
                  </a:lnTo>
                  <a:lnTo>
                    <a:pt x="789335" y="1357005"/>
                  </a:lnTo>
                  <a:lnTo>
                    <a:pt x="789996" y="1403955"/>
                  </a:lnTo>
                  <a:lnTo>
                    <a:pt x="790656" y="1430742"/>
                  </a:lnTo>
                  <a:lnTo>
                    <a:pt x="791317" y="1396393"/>
                  </a:lnTo>
                  <a:lnTo>
                    <a:pt x="791977" y="1350593"/>
                  </a:lnTo>
                  <a:lnTo>
                    <a:pt x="792638" y="1330219"/>
                  </a:lnTo>
                  <a:lnTo>
                    <a:pt x="793299" y="1330219"/>
                  </a:lnTo>
                  <a:lnTo>
                    <a:pt x="793959" y="1330219"/>
                  </a:lnTo>
                  <a:lnTo>
                    <a:pt x="794620" y="1357005"/>
                  </a:lnTo>
                  <a:lnTo>
                    <a:pt x="795280" y="1403955"/>
                  </a:lnTo>
                  <a:lnTo>
                    <a:pt x="795941" y="1430742"/>
                  </a:lnTo>
                  <a:lnTo>
                    <a:pt x="796601" y="1430742"/>
                  </a:lnTo>
                  <a:lnTo>
                    <a:pt x="797262" y="1403955"/>
                  </a:lnTo>
                  <a:lnTo>
                    <a:pt x="797922" y="1379501"/>
                  </a:lnTo>
                  <a:lnTo>
                    <a:pt x="798583" y="1357005"/>
                  </a:lnTo>
                  <a:lnTo>
                    <a:pt x="799243" y="1336177"/>
                  </a:lnTo>
                  <a:lnTo>
                    <a:pt x="799904" y="1316787"/>
                  </a:lnTo>
                  <a:lnTo>
                    <a:pt x="800564" y="1336177"/>
                  </a:lnTo>
                  <a:lnTo>
                    <a:pt x="801225" y="1357005"/>
                  </a:lnTo>
                  <a:lnTo>
                    <a:pt x="801885" y="1379501"/>
                  </a:lnTo>
                  <a:lnTo>
                    <a:pt x="802546" y="1403955"/>
                  </a:lnTo>
                  <a:lnTo>
                    <a:pt x="803207" y="1430742"/>
                  </a:lnTo>
                  <a:lnTo>
                    <a:pt x="803867" y="1430742"/>
                  </a:lnTo>
                  <a:lnTo>
                    <a:pt x="804528" y="1430742"/>
                  </a:lnTo>
                  <a:lnTo>
                    <a:pt x="805188" y="1430742"/>
                  </a:lnTo>
                  <a:lnTo>
                    <a:pt x="805849" y="1422435"/>
                  </a:lnTo>
                  <a:lnTo>
                    <a:pt x="806509" y="1396393"/>
                  </a:lnTo>
                  <a:lnTo>
                    <a:pt x="807170" y="1350593"/>
                  </a:lnTo>
                  <a:lnTo>
                    <a:pt x="807830" y="1329238"/>
                  </a:lnTo>
                  <a:lnTo>
                    <a:pt x="808491" y="1310305"/>
                  </a:lnTo>
                  <a:lnTo>
                    <a:pt x="809151" y="1280785"/>
                  </a:lnTo>
                  <a:lnTo>
                    <a:pt x="809812" y="1280785"/>
                  </a:lnTo>
                  <a:lnTo>
                    <a:pt x="810472" y="1315852"/>
                  </a:lnTo>
                  <a:lnTo>
                    <a:pt x="811133" y="1336177"/>
                  </a:lnTo>
                  <a:lnTo>
                    <a:pt x="811793" y="1336177"/>
                  </a:lnTo>
                  <a:lnTo>
                    <a:pt x="812454" y="1336177"/>
                  </a:lnTo>
                  <a:lnTo>
                    <a:pt x="813115" y="1316787"/>
                  </a:lnTo>
                  <a:lnTo>
                    <a:pt x="813775" y="1235935"/>
                  </a:lnTo>
                  <a:lnTo>
                    <a:pt x="814436" y="1196655"/>
                  </a:lnTo>
                  <a:lnTo>
                    <a:pt x="815096" y="1184693"/>
                  </a:lnTo>
                  <a:lnTo>
                    <a:pt x="815757" y="1209148"/>
                  </a:lnTo>
                  <a:lnTo>
                    <a:pt x="816417" y="1235935"/>
                  </a:lnTo>
                  <a:lnTo>
                    <a:pt x="817078" y="1293428"/>
                  </a:lnTo>
                  <a:lnTo>
                    <a:pt x="817738" y="1311222"/>
                  </a:lnTo>
                  <a:lnTo>
                    <a:pt x="818399" y="1330219"/>
                  </a:lnTo>
                  <a:lnTo>
                    <a:pt x="819059" y="1330219"/>
                  </a:lnTo>
                  <a:lnTo>
                    <a:pt x="819720" y="1330219"/>
                  </a:lnTo>
                  <a:lnTo>
                    <a:pt x="820380" y="1357005"/>
                  </a:lnTo>
                  <a:lnTo>
                    <a:pt x="821041" y="1403955"/>
                  </a:lnTo>
                  <a:lnTo>
                    <a:pt x="821701" y="1430742"/>
                  </a:lnTo>
                  <a:lnTo>
                    <a:pt x="822362" y="1430742"/>
                  </a:lnTo>
                  <a:lnTo>
                    <a:pt x="823023" y="1430742"/>
                  </a:lnTo>
                  <a:lnTo>
                    <a:pt x="823683" y="1430742"/>
                  </a:lnTo>
                  <a:lnTo>
                    <a:pt x="824344" y="1430742"/>
                  </a:lnTo>
                  <a:lnTo>
                    <a:pt x="825004" y="1430742"/>
                  </a:lnTo>
                  <a:lnTo>
                    <a:pt x="825665" y="1430742"/>
                  </a:lnTo>
                  <a:lnTo>
                    <a:pt x="826325" y="1430742"/>
                  </a:lnTo>
                  <a:lnTo>
                    <a:pt x="826986" y="1430742"/>
                  </a:lnTo>
                  <a:lnTo>
                    <a:pt x="827646" y="1430742"/>
                  </a:lnTo>
                  <a:lnTo>
                    <a:pt x="828307" y="1430742"/>
                  </a:lnTo>
                  <a:lnTo>
                    <a:pt x="828967" y="1430742"/>
                  </a:lnTo>
                  <a:lnTo>
                    <a:pt x="829628" y="1430742"/>
                  </a:lnTo>
                  <a:lnTo>
                    <a:pt x="830288" y="1430742"/>
                  </a:lnTo>
                  <a:lnTo>
                    <a:pt x="830949" y="1430742"/>
                  </a:lnTo>
                  <a:lnTo>
                    <a:pt x="831609" y="1403955"/>
                  </a:lnTo>
                  <a:lnTo>
                    <a:pt x="832270" y="1370286"/>
                  </a:lnTo>
                  <a:lnTo>
                    <a:pt x="832930" y="1328260"/>
                  </a:lnTo>
                  <a:lnTo>
                    <a:pt x="833591" y="1309391"/>
                  </a:lnTo>
                  <a:lnTo>
                    <a:pt x="834252" y="1309391"/>
                  </a:lnTo>
                  <a:lnTo>
                    <a:pt x="834912" y="1328260"/>
                  </a:lnTo>
                  <a:lnTo>
                    <a:pt x="835573" y="1357005"/>
                  </a:lnTo>
                  <a:lnTo>
                    <a:pt x="836233" y="1403955"/>
                  </a:lnTo>
                  <a:lnTo>
                    <a:pt x="836894" y="1430742"/>
                  </a:lnTo>
                  <a:lnTo>
                    <a:pt x="837554" y="1430742"/>
                  </a:lnTo>
                  <a:lnTo>
                    <a:pt x="838215" y="1430742"/>
                  </a:lnTo>
                  <a:lnTo>
                    <a:pt x="838875" y="1430742"/>
                  </a:lnTo>
                  <a:lnTo>
                    <a:pt x="839536" y="1430742"/>
                  </a:lnTo>
                  <a:lnTo>
                    <a:pt x="840196" y="1430742"/>
                  </a:lnTo>
                  <a:lnTo>
                    <a:pt x="840857" y="1430742"/>
                  </a:lnTo>
                  <a:lnTo>
                    <a:pt x="841517" y="1430742"/>
                  </a:lnTo>
                  <a:lnTo>
                    <a:pt x="842178" y="1430742"/>
                  </a:lnTo>
                  <a:lnTo>
                    <a:pt x="842838" y="1430742"/>
                  </a:lnTo>
                  <a:lnTo>
                    <a:pt x="843499" y="1430742"/>
                  </a:lnTo>
                  <a:lnTo>
                    <a:pt x="844160" y="1403955"/>
                  </a:lnTo>
                  <a:lnTo>
                    <a:pt x="844820" y="1379501"/>
                  </a:lnTo>
                  <a:lnTo>
                    <a:pt x="845481" y="1357005"/>
                  </a:lnTo>
                  <a:lnTo>
                    <a:pt x="846141" y="1316787"/>
                  </a:lnTo>
                  <a:lnTo>
                    <a:pt x="846802" y="1281610"/>
                  </a:lnTo>
                  <a:lnTo>
                    <a:pt x="847462" y="1239470"/>
                  </a:lnTo>
                  <a:lnTo>
                    <a:pt x="848123" y="1212360"/>
                  </a:lnTo>
                  <a:lnTo>
                    <a:pt x="848783" y="1219558"/>
                  </a:lnTo>
                  <a:lnTo>
                    <a:pt x="849444" y="1247407"/>
                  </a:lnTo>
                  <a:lnTo>
                    <a:pt x="850104" y="1278323"/>
                  </a:lnTo>
                  <a:lnTo>
                    <a:pt x="850765" y="1347441"/>
                  </a:lnTo>
                  <a:lnTo>
                    <a:pt x="851425" y="1418371"/>
                  </a:lnTo>
                  <a:lnTo>
                    <a:pt x="852086" y="1430742"/>
                  </a:lnTo>
                  <a:lnTo>
                    <a:pt x="852746" y="1430742"/>
                  </a:lnTo>
                  <a:lnTo>
                    <a:pt x="853407" y="1430742"/>
                  </a:lnTo>
                  <a:lnTo>
                    <a:pt x="854068" y="1430742"/>
                  </a:lnTo>
                  <a:lnTo>
                    <a:pt x="854728" y="1430742"/>
                  </a:lnTo>
                  <a:lnTo>
                    <a:pt x="855389" y="1430742"/>
                  </a:lnTo>
                  <a:lnTo>
                    <a:pt x="856049" y="1430742"/>
                  </a:lnTo>
                  <a:lnTo>
                    <a:pt x="856710" y="1430742"/>
                  </a:lnTo>
                  <a:lnTo>
                    <a:pt x="857370" y="1430742"/>
                  </a:lnTo>
                  <a:lnTo>
                    <a:pt x="858031" y="1430742"/>
                  </a:lnTo>
                  <a:lnTo>
                    <a:pt x="858691" y="1430742"/>
                  </a:lnTo>
                  <a:lnTo>
                    <a:pt x="859352" y="1430742"/>
                  </a:lnTo>
                  <a:lnTo>
                    <a:pt x="860012" y="1430742"/>
                  </a:lnTo>
                  <a:lnTo>
                    <a:pt x="860673" y="1430742"/>
                  </a:lnTo>
                  <a:lnTo>
                    <a:pt x="861333" y="1430742"/>
                  </a:lnTo>
                  <a:lnTo>
                    <a:pt x="861994" y="1430742"/>
                  </a:lnTo>
                  <a:lnTo>
                    <a:pt x="862654" y="1430742"/>
                  </a:lnTo>
                  <a:lnTo>
                    <a:pt x="863315" y="1430742"/>
                  </a:lnTo>
                  <a:lnTo>
                    <a:pt x="863975" y="1430742"/>
                  </a:lnTo>
                  <a:lnTo>
                    <a:pt x="864636" y="1403955"/>
                  </a:lnTo>
                  <a:lnTo>
                    <a:pt x="865297" y="1357005"/>
                  </a:lnTo>
                  <a:lnTo>
                    <a:pt x="865957" y="1316787"/>
                  </a:lnTo>
                  <a:lnTo>
                    <a:pt x="866618" y="1316787"/>
                  </a:lnTo>
                  <a:lnTo>
                    <a:pt x="867278" y="1316787"/>
                  </a:lnTo>
                  <a:lnTo>
                    <a:pt x="867939" y="1336177"/>
                  </a:lnTo>
                  <a:lnTo>
                    <a:pt x="868599" y="1357005"/>
                  </a:lnTo>
                  <a:lnTo>
                    <a:pt x="869260" y="1357005"/>
                  </a:lnTo>
                  <a:lnTo>
                    <a:pt x="869920" y="1336177"/>
                  </a:lnTo>
                  <a:lnTo>
                    <a:pt x="870581" y="1336177"/>
                  </a:lnTo>
                  <a:lnTo>
                    <a:pt x="871241" y="1336177"/>
                  </a:lnTo>
                  <a:lnTo>
                    <a:pt x="871902" y="1357005"/>
                  </a:lnTo>
                  <a:lnTo>
                    <a:pt x="872562" y="1403955"/>
                  </a:lnTo>
                  <a:lnTo>
                    <a:pt x="873223" y="1430742"/>
                  </a:lnTo>
                  <a:lnTo>
                    <a:pt x="873883" y="1430742"/>
                  </a:lnTo>
                  <a:lnTo>
                    <a:pt x="874544" y="1430742"/>
                  </a:lnTo>
                  <a:lnTo>
                    <a:pt x="875205" y="1430742"/>
                  </a:lnTo>
                  <a:lnTo>
                    <a:pt x="875865" y="1430742"/>
                  </a:lnTo>
                  <a:lnTo>
                    <a:pt x="876526" y="1430742"/>
                  </a:lnTo>
                  <a:lnTo>
                    <a:pt x="877186" y="1430742"/>
                  </a:lnTo>
                  <a:lnTo>
                    <a:pt x="877847" y="1430742"/>
                  </a:lnTo>
                  <a:lnTo>
                    <a:pt x="878507" y="1430742"/>
                  </a:lnTo>
                  <a:lnTo>
                    <a:pt x="879168" y="1430742"/>
                  </a:lnTo>
                  <a:lnTo>
                    <a:pt x="879828" y="1403955"/>
                  </a:lnTo>
                  <a:lnTo>
                    <a:pt x="880489" y="1357005"/>
                  </a:lnTo>
                  <a:lnTo>
                    <a:pt x="881149" y="1316787"/>
                  </a:lnTo>
                  <a:lnTo>
                    <a:pt x="881810" y="1298649"/>
                  </a:lnTo>
                  <a:lnTo>
                    <a:pt x="882470" y="1298649"/>
                  </a:lnTo>
                  <a:lnTo>
                    <a:pt x="883131" y="1316787"/>
                  </a:lnTo>
                  <a:lnTo>
                    <a:pt x="883791" y="1357005"/>
                  </a:lnTo>
                  <a:lnTo>
                    <a:pt x="884452" y="1403955"/>
                  </a:lnTo>
                  <a:lnTo>
                    <a:pt x="885113" y="1430742"/>
                  </a:lnTo>
                  <a:lnTo>
                    <a:pt x="885773" y="1403955"/>
                  </a:lnTo>
                  <a:lnTo>
                    <a:pt x="886434" y="1357005"/>
                  </a:lnTo>
                  <a:lnTo>
                    <a:pt x="887094" y="1309391"/>
                  </a:lnTo>
                  <a:lnTo>
                    <a:pt x="887755" y="1275074"/>
                  </a:lnTo>
                  <a:lnTo>
                    <a:pt x="888415" y="1259369"/>
                  </a:lnTo>
                  <a:lnTo>
                    <a:pt x="889076" y="1275074"/>
                  </a:lnTo>
                  <a:lnTo>
                    <a:pt x="889736" y="1309391"/>
                  </a:lnTo>
                  <a:lnTo>
                    <a:pt x="890397" y="1357005"/>
                  </a:lnTo>
                  <a:lnTo>
                    <a:pt x="891057" y="1403955"/>
                  </a:lnTo>
                  <a:lnTo>
                    <a:pt x="891718" y="1430742"/>
                  </a:lnTo>
                  <a:lnTo>
                    <a:pt x="892378" y="1430742"/>
                  </a:lnTo>
                  <a:lnTo>
                    <a:pt x="893039" y="1430742"/>
                  </a:lnTo>
                  <a:lnTo>
                    <a:pt x="893699" y="1430742"/>
                  </a:lnTo>
                  <a:lnTo>
                    <a:pt x="894360" y="1430742"/>
                  </a:lnTo>
                  <a:lnTo>
                    <a:pt x="895021" y="1430742"/>
                  </a:lnTo>
                  <a:lnTo>
                    <a:pt x="895681" y="1430742"/>
                  </a:lnTo>
                  <a:lnTo>
                    <a:pt x="896342" y="1430742"/>
                  </a:lnTo>
                  <a:lnTo>
                    <a:pt x="897002" y="1430742"/>
                  </a:lnTo>
                  <a:lnTo>
                    <a:pt x="897663" y="1430742"/>
                  </a:lnTo>
                  <a:lnTo>
                    <a:pt x="898323" y="1430742"/>
                  </a:lnTo>
                  <a:lnTo>
                    <a:pt x="898984" y="1430742"/>
                  </a:lnTo>
                  <a:lnTo>
                    <a:pt x="899644" y="1430742"/>
                  </a:lnTo>
                  <a:lnTo>
                    <a:pt x="900305" y="1430742"/>
                  </a:lnTo>
                  <a:lnTo>
                    <a:pt x="900965" y="1430742"/>
                  </a:lnTo>
                  <a:lnTo>
                    <a:pt x="901626" y="1430742"/>
                  </a:lnTo>
                  <a:lnTo>
                    <a:pt x="902286" y="1430742"/>
                  </a:lnTo>
                  <a:lnTo>
                    <a:pt x="902947" y="1430742"/>
                  </a:lnTo>
                  <a:lnTo>
                    <a:pt x="903607" y="1430742"/>
                  </a:lnTo>
                  <a:lnTo>
                    <a:pt x="904268" y="1430742"/>
                  </a:lnTo>
                  <a:lnTo>
                    <a:pt x="904928" y="1430742"/>
                  </a:lnTo>
                  <a:lnTo>
                    <a:pt x="905589" y="1430742"/>
                  </a:lnTo>
                  <a:lnTo>
                    <a:pt x="906250" y="1430742"/>
                  </a:lnTo>
                  <a:lnTo>
                    <a:pt x="906910" y="1430742"/>
                  </a:lnTo>
                  <a:lnTo>
                    <a:pt x="907571" y="1430742"/>
                  </a:lnTo>
                  <a:lnTo>
                    <a:pt x="908231" y="1430742"/>
                  </a:lnTo>
                  <a:lnTo>
                    <a:pt x="908892" y="1430742"/>
                  </a:lnTo>
                  <a:lnTo>
                    <a:pt x="909552" y="1430742"/>
                  </a:lnTo>
                  <a:lnTo>
                    <a:pt x="910213" y="1430742"/>
                  </a:lnTo>
                  <a:lnTo>
                    <a:pt x="910873" y="1430742"/>
                  </a:lnTo>
                  <a:lnTo>
                    <a:pt x="911534" y="1430742"/>
                  </a:lnTo>
                  <a:lnTo>
                    <a:pt x="912194" y="1430742"/>
                  </a:lnTo>
                  <a:lnTo>
                    <a:pt x="912855" y="1430742"/>
                  </a:lnTo>
                  <a:lnTo>
                    <a:pt x="913515" y="1430742"/>
                  </a:lnTo>
                  <a:lnTo>
                    <a:pt x="914176" y="1430742"/>
                  </a:lnTo>
                  <a:lnTo>
                    <a:pt x="914836" y="1430742"/>
                  </a:lnTo>
                  <a:lnTo>
                    <a:pt x="915497" y="1430742"/>
                  </a:lnTo>
                  <a:lnTo>
                    <a:pt x="916158" y="1430742"/>
                  </a:lnTo>
                  <a:lnTo>
                    <a:pt x="916818" y="1430742"/>
                  </a:lnTo>
                  <a:lnTo>
                    <a:pt x="917479" y="1430742"/>
                  </a:lnTo>
                  <a:lnTo>
                    <a:pt x="918139" y="1430742"/>
                  </a:lnTo>
                  <a:lnTo>
                    <a:pt x="918800" y="1430742"/>
                  </a:lnTo>
                  <a:lnTo>
                    <a:pt x="919460" y="1430742"/>
                  </a:lnTo>
                  <a:lnTo>
                    <a:pt x="920121" y="1430742"/>
                  </a:lnTo>
                  <a:lnTo>
                    <a:pt x="920781" y="1430742"/>
                  </a:lnTo>
                  <a:lnTo>
                    <a:pt x="921442" y="1430742"/>
                  </a:lnTo>
                  <a:lnTo>
                    <a:pt x="922102" y="1403955"/>
                  </a:lnTo>
                  <a:lnTo>
                    <a:pt x="922763" y="1357005"/>
                  </a:lnTo>
                  <a:lnTo>
                    <a:pt x="923423" y="1336177"/>
                  </a:lnTo>
                  <a:lnTo>
                    <a:pt x="924084" y="1336177"/>
                  </a:lnTo>
                  <a:lnTo>
                    <a:pt x="924744" y="1336177"/>
                  </a:lnTo>
                  <a:lnTo>
                    <a:pt x="925405" y="1357005"/>
                  </a:lnTo>
                  <a:lnTo>
                    <a:pt x="926066" y="1403955"/>
                  </a:lnTo>
                  <a:lnTo>
                    <a:pt x="926726" y="1430742"/>
                  </a:lnTo>
                  <a:lnTo>
                    <a:pt x="927387" y="1430742"/>
                  </a:lnTo>
                  <a:lnTo>
                    <a:pt x="928047" y="1430742"/>
                  </a:lnTo>
                  <a:lnTo>
                    <a:pt x="928708" y="1430742"/>
                  </a:lnTo>
                  <a:lnTo>
                    <a:pt x="929368" y="1430742"/>
                  </a:lnTo>
                  <a:lnTo>
                    <a:pt x="930029" y="1430742"/>
                  </a:lnTo>
                  <a:lnTo>
                    <a:pt x="930689" y="1430742"/>
                  </a:lnTo>
                  <a:lnTo>
                    <a:pt x="931350" y="1430742"/>
                  </a:lnTo>
                  <a:lnTo>
                    <a:pt x="932010" y="1430742"/>
                  </a:lnTo>
                  <a:lnTo>
                    <a:pt x="932671" y="1430742"/>
                  </a:lnTo>
                  <a:lnTo>
                    <a:pt x="933331" y="1430742"/>
                  </a:lnTo>
                  <a:lnTo>
                    <a:pt x="933992" y="1430742"/>
                  </a:lnTo>
                  <a:lnTo>
                    <a:pt x="934652" y="1430742"/>
                  </a:lnTo>
                  <a:lnTo>
                    <a:pt x="935313" y="1430742"/>
                  </a:lnTo>
                  <a:lnTo>
                    <a:pt x="935973" y="1430742"/>
                  </a:lnTo>
                  <a:lnTo>
                    <a:pt x="936634" y="1430742"/>
                  </a:lnTo>
                  <a:lnTo>
                    <a:pt x="937295" y="1430742"/>
                  </a:lnTo>
                  <a:lnTo>
                    <a:pt x="937955" y="1430742"/>
                  </a:lnTo>
                  <a:lnTo>
                    <a:pt x="938616" y="1430742"/>
                  </a:lnTo>
                  <a:lnTo>
                    <a:pt x="939276" y="1430742"/>
                  </a:lnTo>
                  <a:lnTo>
                    <a:pt x="939937" y="1430742"/>
                  </a:lnTo>
                  <a:lnTo>
                    <a:pt x="940597" y="1430742"/>
                  </a:lnTo>
                  <a:lnTo>
                    <a:pt x="941258" y="1430742"/>
                  </a:lnTo>
                  <a:lnTo>
                    <a:pt x="941918" y="1430742"/>
                  </a:lnTo>
                  <a:lnTo>
                    <a:pt x="942579" y="1430742"/>
                  </a:lnTo>
                  <a:lnTo>
                    <a:pt x="943239" y="1430742"/>
                  </a:lnTo>
                  <a:lnTo>
                    <a:pt x="943900" y="1430742"/>
                  </a:lnTo>
                  <a:lnTo>
                    <a:pt x="944560" y="1430742"/>
                  </a:lnTo>
                  <a:lnTo>
                    <a:pt x="945221" y="1430742"/>
                  </a:lnTo>
                  <a:lnTo>
                    <a:pt x="945881" y="1430742"/>
                  </a:lnTo>
                  <a:lnTo>
                    <a:pt x="946542" y="1430742"/>
                  </a:lnTo>
                  <a:lnTo>
                    <a:pt x="947203" y="1430742"/>
                  </a:lnTo>
                  <a:lnTo>
                    <a:pt x="947863" y="1430742"/>
                  </a:lnTo>
                  <a:lnTo>
                    <a:pt x="948524" y="1430742"/>
                  </a:lnTo>
                  <a:lnTo>
                    <a:pt x="949184" y="1430742"/>
                  </a:lnTo>
                  <a:lnTo>
                    <a:pt x="949845" y="1430742"/>
                  </a:lnTo>
                  <a:lnTo>
                    <a:pt x="950505" y="1430742"/>
                  </a:lnTo>
                  <a:lnTo>
                    <a:pt x="951166" y="1430742"/>
                  </a:lnTo>
                  <a:lnTo>
                    <a:pt x="951826" y="1430742"/>
                  </a:lnTo>
                  <a:lnTo>
                    <a:pt x="952487" y="1430742"/>
                  </a:lnTo>
                  <a:lnTo>
                    <a:pt x="953147" y="1430742"/>
                  </a:lnTo>
                  <a:lnTo>
                    <a:pt x="953808" y="1430742"/>
                  </a:lnTo>
                  <a:lnTo>
                    <a:pt x="954468" y="1430742"/>
                  </a:lnTo>
                  <a:lnTo>
                    <a:pt x="955129" y="1430742"/>
                  </a:lnTo>
                  <a:lnTo>
                    <a:pt x="955789" y="1430742"/>
                  </a:lnTo>
                  <a:lnTo>
                    <a:pt x="956450" y="1430742"/>
                  </a:lnTo>
                  <a:lnTo>
                    <a:pt x="957111" y="1430742"/>
                  </a:lnTo>
                  <a:lnTo>
                    <a:pt x="957771" y="1430742"/>
                  </a:lnTo>
                  <a:lnTo>
                    <a:pt x="958432" y="1430742"/>
                  </a:lnTo>
                  <a:lnTo>
                    <a:pt x="959092" y="1430742"/>
                  </a:lnTo>
                  <a:lnTo>
                    <a:pt x="959753" y="1430742"/>
                  </a:lnTo>
                  <a:lnTo>
                    <a:pt x="960413" y="1403955"/>
                  </a:lnTo>
                  <a:lnTo>
                    <a:pt x="961074" y="1357005"/>
                  </a:lnTo>
                  <a:lnTo>
                    <a:pt x="961734" y="1336177"/>
                  </a:lnTo>
                  <a:lnTo>
                    <a:pt x="962395" y="1336177"/>
                  </a:lnTo>
                  <a:lnTo>
                    <a:pt x="963055" y="1336177"/>
                  </a:lnTo>
                  <a:lnTo>
                    <a:pt x="963716" y="1357005"/>
                  </a:lnTo>
                  <a:lnTo>
                    <a:pt x="964376" y="1403955"/>
                  </a:lnTo>
                  <a:lnTo>
                    <a:pt x="965037" y="1430742"/>
                  </a:lnTo>
                  <a:lnTo>
                    <a:pt x="965697" y="1430742"/>
                  </a:lnTo>
                  <a:lnTo>
                    <a:pt x="966358" y="1430742"/>
                  </a:lnTo>
                  <a:lnTo>
                    <a:pt x="967019" y="1430742"/>
                  </a:lnTo>
                  <a:lnTo>
                    <a:pt x="967679" y="1430742"/>
                  </a:lnTo>
                  <a:lnTo>
                    <a:pt x="968340" y="1430742"/>
                  </a:lnTo>
                  <a:lnTo>
                    <a:pt x="969000" y="1430742"/>
                  </a:lnTo>
                  <a:lnTo>
                    <a:pt x="969661" y="1430742"/>
                  </a:lnTo>
                  <a:lnTo>
                    <a:pt x="970321" y="1430742"/>
                  </a:lnTo>
                  <a:lnTo>
                    <a:pt x="970982" y="1430742"/>
                  </a:lnTo>
                  <a:lnTo>
                    <a:pt x="971642" y="1430742"/>
                  </a:lnTo>
                  <a:lnTo>
                    <a:pt x="972303" y="1430742"/>
                  </a:lnTo>
                  <a:lnTo>
                    <a:pt x="972963" y="1430742"/>
                  </a:lnTo>
                  <a:lnTo>
                    <a:pt x="973624" y="1430742"/>
                  </a:lnTo>
                  <a:lnTo>
                    <a:pt x="974284" y="1430742"/>
                  </a:lnTo>
                  <a:lnTo>
                    <a:pt x="974945" y="1430742"/>
                  </a:lnTo>
                  <a:lnTo>
                    <a:pt x="975605" y="1430742"/>
                  </a:lnTo>
                  <a:lnTo>
                    <a:pt x="976266" y="1430742"/>
                  </a:lnTo>
                  <a:lnTo>
                    <a:pt x="976926" y="1430742"/>
                  </a:lnTo>
                  <a:lnTo>
                    <a:pt x="977587" y="1430742"/>
                  </a:lnTo>
                  <a:lnTo>
                    <a:pt x="978248" y="1430742"/>
                  </a:lnTo>
                  <a:lnTo>
                    <a:pt x="978908" y="1430742"/>
                  </a:lnTo>
                  <a:lnTo>
                    <a:pt x="979569" y="1430742"/>
                  </a:lnTo>
                  <a:lnTo>
                    <a:pt x="980229" y="1403955"/>
                  </a:lnTo>
                  <a:lnTo>
                    <a:pt x="980890" y="1357005"/>
                  </a:lnTo>
                  <a:lnTo>
                    <a:pt x="981550" y="1316787"/>
                  </a:lnTo>
                  <a:lnTo>
                    <a:pt x="982211" y="1298649"/>
                  </a:lnTo>
                  <a:lnTo>
                    <a:pt x="982871" y="1298649"/>
                  </a:lnTo>
                  <a:lnTo>
                    <a:pt x="983532" y="1316787"/>
                  </a:lnTo>
                  <a:lnTo>
                    <a:pt x="984192" y="1357005"/>
                  </a:lnTo>
                  <a:lnTo>
                    <a:pt x="984853" y="1403955"/>
                  </a:lnTo>
                  <a:lnTo>
                    <a:pt x="985513" y="1430742"/>
                  </a:lnTo>
                  <a:lnTo>
                    <a:pt x="986174" y="1430742"/>
                  </a:lnTo>
                  <a:lnTo>
                    <a:pt x="986834" y="1430742"/>
                  </a:lnTo>
                  <a:lnTo>
                    <a:pt x="987495" y="1430742"/>
                  </a:lnTo>
                  <a:lnTo>
                    <a:pt x="988156" y="1430742"/>
                  </a:lnTo>
                  <a:lnTo>
                    <a:pt x="988816" y="1430742"/>
                  </a:lnTo>
                  <a:lnTo>
                    <a:pt x="989477" y="1430742"/>
                  </a:lnTo>
                  <a:lnTo>
                    <a:pt x="990137" y="1430742"/>
                  </a:lnTo>
                  <a:lnTo>
                    <a:pt x="990798" y="1430742"/>
                  </a:lnTo>
                  <a:lnTo>
                    <a:pt x="991458" y="1430742"/>
                  </a:lnTo>
                  <a:lnTo>
                    <a:pt x="992119" y="1430742"/>
                  </a:lnTo>
                  <a:lnTo>
                    <a:pt x="992779" y="1430742"/>
                  </a:lnTo>
                  <a:lnTo>
                    <a:pt x="993440" y="1430742"/>
                  </a:lnTo>
                  <a:lnTo>
                    <a:pt x="994100" y="1403955"/>
                  </a:lnTo>
                  <a:lnTo>
                    <a:pt x="994761" y="1357005"/>
                  </a:lnTo>
                  <a:lnTo>
                    <a:pt x="995421" y="1316787"/>
                  </a:lnTo>
                  <a:lnTo>
                    <a:pt x="996082" y="1316787"/>
                  </a:lnTo>
                  <a:lnTo>
                    <a:pt x="996742" y="1316787"/>
                  </a:lnTo>
                  <a:lnTo>
                    <a:pt x="997403" y="1336177"/>
                  </a:lnTo>
                  <a:lnTo>
                    <a:pt x="998064" y="1379501"/>
                  </a:lnTo>
                  <a:lnTo>
                    <a:pt x="998724" y="1430742"/>
                  </a:lnTo>
                  <a:lnTo>
                    <a:pt x="999385" y="1430742"/>
                  </a:lnTo>
                  <a:lnTo>
                    <a:pt x="1000045" y="1430742"/>
                  </a:lnTo>
                  <a:lnTo>
                    <a:pt x="1000706" y="1430742"/>
                  </a:lnTo>
                  <a:lnTo>
                    <a:pt x="1001366" y="1430742"/>
                  </a:lnTo>
                  <a:lnTo>
                    <a:pt x="1002027" y="1430742"/>
                  </a:lnTo>
                  <a:lnTo>
                    <a:pt x="1002687" y="1430742"/>
                  </a:lnTo>
                  <a:lnTo>
                    <a:pt x="1003348" y="1430742"/>
                  </a:lnTo>
                  <a:lnTo>
                    <a:pt x="1004008" y="1430742"/>
                  </a:lnTo>
                  <a:lnTo>
                    <a:pt x="1004669" y="1403955"/>
                  </a:lnTo>
                  <a:lnTo>
                    <a:pt x="1005329" y="1357005"/>
                  </a:lnTo>
                  <a:lnTo>
                    <a:pt x="1005990" y="1316787"/>
                  </a:lnTo>
                  <a:lnTo>
                    <a:pt x="1006650" y="1298649"/>
                  </a:lnTo>
                  <a:lnTo>
                    <a:pt x="1007311" y="1298649"/>
                  </a:lnTo>
                  <a:lnTo>
                    <a:pt x="1007971" y="1316787"/>
                  </a:lnTo>
                  <a:lnTo>
                    <a:pt x="1008632" y="1357005"/>
                  </a:lnTo>
                  <a:lnTo>
                    <a:pt x="1009293" y="1403955"/>
                  </a:lnTo>
                  <a:lnTo>
                    <a:pt x="1009953" y="1430742"/>
                  </a:lnTo>
                  <a:lnTo>
                    <a:pt x="1010614" y="1430742"/>
                  </a:lnTo>
                  <a:lnTo>
                    <a:pt x="1011274" y="1430742"/>
                  </a:lnTo>
                  <a:lnTo>
                    <a:pt x="1011935" y="1430742"/>
                  </a:lnTo>
                  <a:lnTo>
                    <a:pt x="1012595" y="1430742"/>
                  </a:lnTo>
                  <a:lnTo>
                    <a:pt x="1013256" y="1430742"/>
                  </a:lnTo>
                  <a:lnTo>
                    <a:pt x="1013916" y="1430742"/>
                  </a:lnTo>
                  <a:lnTo>
                    <a:pt x="1014577" y="1430742"/>
                  </a:lnTo>
                  <a:lnTo>
                    <a:pt x="1015237" y="1430742"/>
                  </a:lnTo>
                  <a:lnTo>
                    <a:pt x="1015898" y="1430742"/>
                  </a:lnTo>
                  <a:lnTo>
                    <a:pt x="1016558" y="1430742"/>
                  </a:lnTo>
                  <a:lnTo>
                    <a:pt x="1017219" y="1430742"/>
                  </a:lnTo>
                  <a:lnTo>
                    <a:pt x="1017879" y="1430742"/>
                  </a:lnTo>
                  <a:lnTo>
                    <a:pt x="1018540" y="1430742"/>
                  </a:lnTo>
                  <a:lnTo>
                    <a:pt x="1019201" y="1430742"/>
                  </a:lnTo>
                  <a:lnTo>
                    <a:pt x="1019861" y="1430742"/>
                  </a:lnTo>
                  <a:lnTo>
                    <a:pt x="1020522" y="1430742"/>
                  </a:lnTo>
                  <a:lnTo>
                    <a:pt x="1021182" y="1430742"/>
                  </a:lnTo>
                  <a:lnTo>
                    <a:pt x="1021843" y="1430742"/>
                  </a:lnTo>
                  <a:lnTo>
                    <a:pt x="1022503" y="1430742"/>
                  </a:lnTo>
                  <a:lnTo>
                    <a:pt x="1023164" y="1430742"/>
                  </a:lnTo>
                  <a:lnTo>
                    <a:pt x="1023824" y="1430742"/>
                  </a:lnTo>
                  <a:lnTo>
                    <a:pt x="1024485" y="1430742"/>
                  </a:lnTo>
                  <a:lnTo>
                    <a:pt x="1025145" y="1430742"/>
                  </a:lnTo>
                  <a:lnTo>
                    <a:pt x="1025806" y="1430742"/>
                  </a:lnTo>
                  <a:lnTo>
                    <a:pt x="1026466" y="1430742"/>
                  </a:lnTo>
                  <a:lnTo>
                    <a:pt x="1027127" y="1430742"/>
                  </a:lnTo>
                  <a:lnTo>
                    <a:pt x="1027787" y="1430742"/>
                  </a:lnTo>
                  <a:lnTo>
                    <a:pt x="1028448" y="1430742"/>
                  </a:lnTo>
                  <a:lnTo>
                    <a:pt x="1029109" y="1430742"/>
                  </a:lnTo>
                  <a:lnTo>
                    <a:pt x="1029769" y="1430742"/>
                  </a:lnTo>
                  <a:lnTo>
                    <a:pt x="1030430" y="1430742"/>
                  </a:lnTo>
                  <a:lnTo>
                    <a:pt x="1031090" y="1430742"/>
                  </a:lnTo>
                  <a:lnTo>
                    <a:pt x="1031751" y="1430742"/>
                  </a:lnTo>
                  <a:lnTo>
                    <a:pt x="1032411" y="1430742"/>
                  </a:lnTo>
                  <a:lnTo>
                    <a:pt x="1033072" y="1430742"/>
                  </a:lnTo>
                  <a:lnTo>
                    <a:pt x="1033732" y="1430742"/>
                  </a:lnTo>
                  <a:lnTo>
                    <a:pt x="1034393" y="1430742"/>
                  </a:lnTo>
                  <a:lnTo>
                    <a:pt x="1035053" y="1430742"/>
                  </a:lnTo>
                  <a:lnTo>
                    <a:pt x="1035714" y="1430742"/>
                  </a:lnTo>
                  <a:lnTo>
                    <a:pt x="1036374" y="1430742"/>
                  </a:lnTo>
                  <a:lnTo>
                    <a:pt x="1037035" y="1430742"/>
                  </a:lnTo>
                  <a:lnTo>
                    <a:pt x="1037695" y="1430742"/>
                  </a:lnTo>
                  <a:lnTo>
                    <a:pt x="1038356" y="1430742"/>
                  </a:lnTo>
                  <a:lnTo>
                    <a:pt x="1039017" y="1430742"/>
                  </a:lnTo>
                  <a:lnTo>
                    <a:pt x="1039677" y="1430742"/>
                  </a:lnTo>
                  <a:lnTo>
                    <a:pt x="1040338" y="1430742"/>
                  </a:lnTo>
                  <a:lnTo>
                    <a:pt x="1040998" y="1430742"/>
                  </a:lnTo>
                  <a:lnTo>
                    <a:pt x="1041659" y="1430742"/>
                  </a:lnTo>
                  <a:lnTo>
                    <a:pt x="1042319" y="1430742"/>
                  </a:lnTo>
                  <a:lnTo>
                    <a:pt x="1042980" y="1430742"/>
                  </a:lnTo>
                  <a:lnTo>
                    <a:pt x="1043640" y="1430742"/>
                  </a:lnTo>
                  <a:lnTo>
                    <a:pt x="1044301" y="1430742"/>
                  </a:lnTo>
                  <a:lnTo>
                    <a:pt x="1044961" y="1430742"/>
                  </a:lnTo>
                  <a:lnTo>
                    <a:pt x="1045622" y="1430742"/>
                  </a:lnTo>
                  <a:lnTo>
                    <a:pt x="1046282" y="1430742"/>
                  </a:lnTo>
                  <a:lnTo>
                    <a:pt x="1046943" y="1430742"/>
                  </a:lnTo>
                  <a:lnTo>
                    <a:pt x="1047603" y="1430742"/>
                  </a:lnTo>
                  <a:lnTo>
                    <a:pt x="1048264" y="1430742"/>
                  </a:lnTo>
                  <a:lnTo>
                    <a:pt x="1048924" y="1430742"/>
                  </a:lnTo>
                  <a:lnTo>
                    <a:pt x="1049585" y="1430742"/>
                  </a:lnTo>
                  <a:lnTo>
                    <a:pt x="1050246" y="1430742"/>
                  </a:lnTo>
                  <a:lnTo>
                    <a:pt x="1050906" y="1430742"/>
                  </a:lnTo>
                  <a:lnTo>
                    <a:pt x="1051567" y="1430742"/>
                  </a:lnTo>
                  <a:lnTo>
                    <a:pt x="1052227" y="1430742"/>
                  </a:lnTo>
                  <a:lnTo>
                    <a:pt x="1052888" y="1430742"/>
                  </a:lnTo>
                  <a:lnTo>
                    <a:pt x="1053548" y="1430742"/>
                  </a:lnTo>
                  <a:lnTo>
                    <a:pt x="1054209" y="1430742"/>
                  </a:lnTo>
                  <a:lnTo>
                    <a:pt x="1054869" y="1430742"/>
                  </a:lnTo>
                  <a:lnTo>
                    <a:pt x="1055530" y="1403955"/>
                  </a:lnTo>
                  <a:lnTo>
                    <a:pt x="1056190" y="1357005"/>
                  </a:lnTo>
                  <a:lnTo>
                    <a:pt x="1056851" y="1336177"/>
                  </a:lnTo>
                  <a:lnTo>
                    <a:pt x="1057511" y="1316787"/>
                  </a:lnTo>
                  <a:lnTo>
                    <a:pt x="1058172" y="1316787"/>
                  </a:lnTo>
                  <a:lnTo>
                    <a:pt x="1058832" y="1336177"/>
                  </a:lnTo>
                  <a:lnTo>
                    <a:pt x="1059493" y="1379501"/>
                  </a:lnTo>
                  <a:lnTo>
                    <a:pt x="1060154" y="1403955"/>
                  </a:lnTo>
                  <a:lnTo>
                    <a:pt x="1060814" y="1430742"/>
                  </a:lnTo>
                  <a:lnTo>
                    <a:pt x="1061475" y="1430742"/>
                  </a:lnTo>
                  <a:lnTo>
                    <a:pt x="1062135" y="1430742"/>
                  </a:lnTo>
                  <a:lnTo>
                    <a:pt x="1062796" y="1430742"/>
                  </a:lnTo>
                  <a:lnTo>
                    <a:pt x="1063456" y="1430742"/>
                  </a:lnTo>
                  <a:lnTo>
                    <a:pt x="1064117" y="1430742"/>
                  </a:lnTo>
                  <a:lnTo>
                    <a:pt x="1064777" y="1403955"/>
                  </a:lnTo>
                  <a:lnTo>
                    <a:pt x="1065438" y="1357005"/>
                  </a:lnTo>
                  <a:lnTo>
                    <a:pt x="1066098" y="1316787"/>
                  </a:lnTo>
                  <a:lnTo>
                    <a:pt x="1066759" y="1316787"/>
                  </a:lnTo>
                  <a:lnTo>
                    <a:pt x="1067419" y="1316787"/>
                  </a:lnTo>
                  <a:lnTo>
                    <a:pt x="1068080" y="1336177"/>
                  </a:lnTo>
                  <a:lnTo>
                    <a:pt x="1068740" y="1379501"/>
                  </a:lnTo>
                  <a:lnTo>
                    <a:pt x="1069401" y="1430742"/>
                  </a:lnTo>
                  <a:lnTo>
                    <a:pt x="1070062" y="1430742"/>
                  </a:lnTo>
                  <a:lnTo>
                    <a:pt x="1070722" y="1430742"/>
                  </a:lnTo>
                  <a:lnTo>
                    <a:pt x="1071383" y="1430742"/>
                  </a:lnTo>
                  <a:lnTo>
                    <a:pt x="1072043" y="1430742"/>
                  </a:lnTo>
                  <a:lnTo>
                    <a:pt x="1072704" y="1430742"/>
                  </a:lnTo>
                  <a:lnTo>
                    <a:pt x="1073364" y="1430742"/>
                  </a:lnTo>
                  <a:lnTo>
                    <a:pt x="1074025" y="1430742"/>
                  </a:lnTo>
                  <a:lnTo>
                    <a:pt x="1074685" y="1430742"/>
                  </a:lnTo>
                  <a:lnTo>
                    <a:pt x="1075346" y="1430742"/>
                  </a:lnTo>
                  <a:lnTo>
                    <a:pt x="1076006" y="1430742"/>
                  </a:lnTo>
                  <a:lnTo>
                    <a:pt x="1076667" y="1430742"/>
                  </a:lnTo>
                  <a:lnTo>
                    <a:pt x="1077327" y="1430742"/>
                  </a:lnTo>
                  <a:lnTo>
                    <a:pt x="1077988" y="1430742"/>
                  </a:lnTo>
                  <a:lnTo>
                    <a:pt x="1078648" y="1430742"/>
                  </a:lnTo>
                  <a:lnTo>
                    <a:pt x="1079309" y="1430742"/>
                  </a:lnTo>
                  <a:lnTo>
                    <a:pt x="1079969" y="1430742"/>
                  </a:lnTo>
                  <a:lnTo>
                    <a:pt x="1080630" y="1430742"/>
                  </a:lnTo>
                  <a:lnTo>
                    <a:pt x="1081291" y="1430742"/>
                  </a:lnTo>
                  <a:lnTo>
                    <a:pt x="1081951" y="1430742"/>
                  </a:lnTo>
                  <a:lnTo>
                    <a:pt x="1082612" y="1430742"/>
                  </a:lnTo>
                  <a:lnTo>
                    <a:pt x="1083272" y="1430742"/>
                  </a:lnTo>
                  <a:lnTo>
                    <a:pt x="1083933" y="1430742"/>
                  </a:lnTo>
                  <a:lnTo>
                    <a:pt x="1084593" y="1430742"/>
                  </a:lnTo>
                  <a:lnTo>
                    <a:pt x="1085254" y="1430742"/>
                  </a:lnTo>
                  <a:lnTo>
                    <a:pt x="1085914" y="1430742"/>
                  </a:lnTo>
                  <a:lnTo>
                    <a:pt x="1086575" y="1430742"/>
                  </a:lnTo>
                  <a:lnTo>
                    <a:pt x="1087235" y="1430742"/>
                  </a:lnTo>
                  <a:lnTo>
                    <a:pt x="1087896" y="1430742"/>
                  </a:lnTo>
                  <a:lnTo>
                    <a:pt x="1088556" y="1430742"/>
                  </a:lnTo>
                  <a:lnTo>
                    <a:pt x="1089217" y="1430742"/>
                  </a:lnTo>
                  <a:lnTo>
                    <a:pt x="1089877" y="1430742"/>
                  </a:lnTo>
                  <a:lnTo>
                    <a:pt x="1090538" y="1430742"/>
                  </a:lnTo>
                  <a:lnTo>
                    <a:pt x="1091199" y="1430742"/>
                  </a:lnTo>
                  <a:lnTo>
                    <a:pt x="1091859" y="1430742"/>
                  </a:lnTo>
                  <a:lnTo>
                    <a:pt x="1092520" y="1430742"/>
                  </a:lnTo>
                  <a:lnTo>
                    <a:pt x="1093180" y="1430742"/>
                  </a:lnTo>
                  <a:lnTo>
                    <a:pt x="1093841" y="1430742"/>
                  </a:lnTo>
                  <a:lnTo>
                    <a:pt x="1094501" y="1430742"/>
                  </a:lnTo>
                  <a:lnTo>
                    <a:pt x="1095162" y="1430742"/>
                  </a:lnTo>
                  <a:lnTo>
                    <a:pt x="1095822" y="1430742"/>
                  </a:lnTo>
                  <a:lnTo>
                    <a:pt x="1096483" y="1430742"/>
                  </a:lnTo>
                  <a:lnTo>
                    <a:pt x="1097143" y="1430742"/>
                  </a:lnTo>
                  <a:lnTo>
                    <a:pt x="1097804" y="1430742"/>
                  </a:lnTo>
                  <a:lnTo>
                    <a:pt x="1098464" y="1430742"/>
                  </a:lnTo>
                  <a:lnTo>
                    <a:pt x="1099125" y="1430742"/>
                  </a:lnTo>
                  <a:lnTo>
                    <a:pt x="1099785" y="1430742"/>
                  </a:lnTo>
                  <a:lnTo>
                    <a:pt x="1100446" y="1430742"/>
                  </a:lnTo>
                  <a:lnTo>
                    <a:pt x="1101107" y="1430742"/>
                  </a:lnTo>
                  <a:lnTo>
                    <a:pt x="1101767" y="1430742"/>
                  </a:lnTo>
                  <a:lnTo>
                    <a:pt x="1102428" y="1430742"/>
                  </a:lnTo>
                  <a:lnTo>
                    <a:pt x="1103088" y="1430742"/>
                  </a:lnTo>
                  <a:lnTo>
                    <a:pt x="1103749" y="1430742"/>
                  </a:lnTo>
                  <a:lnTo>
                    <a:pt x="1104409" y="1403955"/>
                  </a:lnTo>
                  <a:lnTo>
                    <a:pt x="1105070" y="1379501"/>
                  </a:lnTo>
                  <a:lnTo>
                    <a:pt x="1105730" y="1379501"/>
                  </a:lnTo>
                  <a:lnTo>
                    <a:pt x="1106391" y="1357005"/>
                  </a:lnTo>
                  <a:lnTo>
                    <a:pt x="1107051" y="1336177"/>
                  </a:lnTo>
                  <a:lnTo>
                    <a:pt x="1107712" y="1357005"/>
                  </a:lnTo>
                  <a:lnTo>
                    <a:pt x="1108372" y="1379501"/>
                  </a:lnTo>
                  <a:lnTo>
                    <a:pt x="1109033" y="1379501"/>
                  </a:lnTo>
                  <a:lnTo>
                    <a:pt x="1109693" y="1403955"/>
                  </a:lnTo>
                  <a:lnTo>
                    <a:pt x="1110354" y="1430742"/>
                  </a:lnTo>
                  <a:lnTo>
                    <a:pt x="1111015" y="1430742"/>
                  </a:lnTo>
                  <a:lnTo>
                    <a:pt x="1111675" y="1430742"/>
                  </a:lnTo>
                  <a:lnTo>
                    <a:pt x="1112336" y="1430742"/>
                  </a:lnTo>
                  <a:lnTo>
                    <a:pt x="1112996" y="1430742"/>
                  </a:lnTo>
                  <a:lnTo>
                    <a:pt x="1113657" y="1430742"/>
                  </a:lnTo>
                  <a:lnTo>
                    <a:pt x="1114317" y="1430742"/>
                  </a:lnTo>
                  <a:lnTo>
                    <a:pt x="1114978" y="1430742"/>
                  </a:lnTo>
                  <a:lnTo>
                    <a:pt x="1115638" y="1430742"/>
                  </a:lnTo>
                  <a:lnTo>
                    <a:pt x="1116299" y="1430742"/>
                  </a:lnTo>
                  <a:lnTo>
                    <a:pt x="1116959" y="1430742"/>
                  </a:lnTo>
                  <a:lnTo>
                    <a:pt x="1117620" y="1430742"/>
                  </a:lnTo>
                  <a:lnTo>
                    <a:pt x="1118280" y="1430742"/>
                  </a:lnTo>
                  <a:lnTo>
                    <a:pt x="1118941" y="1430742"/>
                  </a:lnTo>
                  <a:lnTo>
                    <a:pt x="1119601" y="1430742"/>
                  </a:lnTo>
                  <a:lnTo>
                    <a:pt x="1120262" y="1430742"/>
                  </a:lnTo>
                  <a:lnTo>
                    <a:pt x="1120922" y="1430742"/>
                  </a:lnTo>
                  <a:lnTo>
                    <a:pt x="1121583" y="1430742"/>
                  </a:lnTo>
                  <a:lnTo>
                    <a:pt x="1122244" y="1430742"/>
                  </a:lnTo>
                  <a:lnTo>
                    <a:pt x="1122904" y="1430742"/>
                  </a:lnTo>
                  <a:lnTo>
                    <a:pt x="1123565" y="1430742"/>
                  </a:lnTo>
                  <a:lnTo>
                    <a:pt x="1124225" y="1430742"/>
                  </a:lnTo>
                  <a:lnTo>
                    <a:pt x="1124886" y="1430742"/>
                  </a:lnTo>
                  <a:lnTo>
                    <a:pt x="1125546" y="1430742"/>
                  </a:lnTo>
                  <a:lnTo>
                    <a:pt x="1126207" y="1430742"/>
                  </a:lnTo>
                  <a:lnTo>
                    <a:pt x="1126867" y="1430742"/>
                  </a:lnTo>
                  <a:lnTo>
                    <a:pt x="1127528" y="1430742"/>
                  </a:lnTo>
                  <a:lnTo>
                    <a:pt x="1128188" y="1430742"/>
                  </a:lnTo>
                  <a:lnTo>
                    <a:pt x="1128849" y="1430742"/>
                  </a:lnTo>
                  <a:lnTo>
                    <a:pt x="1129509" y="1430742"/>
                  </a:lnTo>
                  <a:lnTo>
                    <a:pt x="1130170" y="1430742"/>
                  </a:lnTo>
                  <a:lnTo>
                    <a:pt x="1130830" y="1430742"/>
                  </a:lnTo>
                  <a:lnTo>
                    <a:pt x="1131491" y="1430742"/>
                  </a:lnTo>
                  <a:lnTo>
                    <a:pt x="1132152" y="1430742"/>
                  </a:lnTo>
                  <a:lnTo>
                    <a:pt x="1132812" y="1430742"/>
                  </a:lnTo>
                  <a:lnTo>
                    <a:pt x="1133473" y="1430742"/>
                  </a:lnTo>
                  <a:lnTo>
                    <a:pt x="1134133" y="1430742"/>
                  </a:lnTo>
                  <a:lnTo>
                    <a:pt x="1134794" y="1430742"/>
                  </a:lnTo>
                  <a:lnTo>
                    <a:pt x="1135454" y="1430742"/>
                  </a:lnTo>
                  <a:lnTo>
                    <a:pt x="1136115" y="1430742"/>
                  </a:lnTo>
                  <a:lnTo>
                    <a:pt x="1136775" y="1430742"/>
                  </a:lnTo>
                  <a:lnTo>
                    <a:pt x="1137436" y="1430742"/>
                  </a:lnTo>
                  <a:lnTo>
                    <a:pt x="1138096" y="1430742"/>
                  </a:lnTo>
                  <a:lnTo>
                    <a:pt x="1138757" y="1430742"/>
                  </a:lnTo>
                  <a:lnTo>
                    <a:pt x="1139417" y="1430742"/>
                  </a:lnTo>
                  <a:lnTo>
                    <a:pt x="1140078" y="1430742"/>
                  </a:lnTo>
                  <a:lnTo>
                    <a:pt x="1140738" y="1430742"/>
                  </a:lnTo>
                  <a:lnTo>
                    <a:pt x="1141399" y="1430742"/>
                  </a:lnTo>
                  <a:lnTo>
                    <a:pt x="1142060" y="1430742"/>
                  </a:lnTo>
                  <a:lnTo>
                    <a:pt x="1142720" y="1430742"/>
                  </a:lnTo>
                  <a:lnTo>
                    <a:pt x="1143381" y="1430742"/>
                  </a:lnTo>
                  <a:lnTo>
                    <a:pt x="1144041" y="1430742"/>
                  </a:lnTo>
                  <a:lnTo>
                    <a:pt x="1144702" y="1430742"/>
                  </a:lnTo>
                  <a:lnTo>
                    <a:pt x="1145362" y="1430742"/>
                  </a:lnTo>
                  <a:lnTo>
                    <a:pt x="1146023" y="1430742"/>
                  </a:lnTo>
                  <a:lnTo>
                    <a:pt x="1146683" y="1403955"/>
                  </a:lnTo>
                  <a:lnTo>
                    <a:pt x="1147344" y="1379501"/>
                  </a:lnTo>
                  <a:lnTo>
                    <a:pt x="1148004" y="1336177"/>
                  </a:lnTo>
                  <a:lnTo>
                    <a:pt x="1148665" y="1316787"/>
                  </a:lnTo>
                  <a:lnTo>
                    <a:pt x="1149325" y="1316787"/>
                  </a:lnTo>
                  <a:lnTo>
                    <a:pt x="1149986" y="1336177"/>
                  </a:lnTo>
                  <a:lnTo>
                    <a:pt x="1150646" y="1357005"/>
                  </a:lnTo>
                  <a:lnTo>
                    <a:pt x="1151307" y="1403955"/>
                  </a:lnTo>
                  <a:lnTo>
                    <a:pt x="1151967" y="1430742"/>
                  </a:lnTo>
                  <a:lnTo>
                    <a:pt x="1152628" y="1430742"/>
                  </a:lnTo>
                  <a:lnTo>
                    <a:pt x="1153289" y="1430742"/>
                  </a:lnTo>
                  <a:lnTo>
                    <a:pt x="1153949" y="1430742"/>
                  </a:lnTo>
                  <a:lnTo>
                    <a:pt x="1154610" y="1430742"/>
                  </a:lnTo>
                  <a:lnTo>
                    <a:pt x="1155270" y="1430742"/>
                  </a:lnTo>
                  <a:lnTo>
                    <a:pt x="1155931" y="1430742"/>
                  </a:lnTo>
                  <a:lnTo>
                    <a:pt x="1156591" y="1430742"/>
                  </a:lnTo>
                  <a:lnTo>
                    <a:pt x="1157252" y="1430742"/>
                  </a:lnTo>
                  <a:lnTo>
                    <a:pt x="1157912" y="1430742"/>
                  </a:lnTo>
                  <a:lnTo>
                    <a:pt x="1158573" y="1430742"/>
                  </a:lnTo>
                  <a:lnTo>
                    <a:pt x="1159233" y="1430742"/>
                  </a:lnTo>
                  <a:lnTo>
                    <a:pt x="1159894" y="1430742"/>
                  </a:lnTo>
                  <a:lnTo>
                    <a:pt x="1160554" y="1430742"/>
                  </a:lnTo>
                  <a:lnTo>
                    <a:pt x="1161215" y="1430742"/>
                  </a:lnTo>
                  <a:lnTo>
                    <a:pt x="1161875" y="1430742"/>
                  </a:lnTo>
                  <a:lnTo>
                    <a:pt x="1162536" y="1430742"/>
                  </a:lnTo>
                  <a:lnTo>
                    <a:pt x="1163197" y="1430742"/>
                  </a:lnTo>
                  <a:lnTo>
                    <a:pt x="1163857" y="1430742"/>
                  </a:lnTo>
                  <a:lnTo>
                    <a:pt x="1164518" y="1430742"/>
                  </a:lnTo>
                  <a:lnTo>
                    <a:pt x="1165178" y="1430742"/>
                  </a:lnTo>
                  <a:lnTo>
                    <a:pt x="1165839" y="1379501"/>
                  </a:lnTo>
                  <a:lnTo>
                    <a:pt x="1166499" y="1330219"/>
                  </a:lnTo>
                  <a:lnTo>
                    <a:pt x="1167160" y="1293428"/>
                  </a:lnTo>
                  <a:lnTo>
                    <a:pt x="1167820" y="1260900"/>
                  </a:lnTo>
                  <a:lnTo>
                    <a:pt x="1168481" y="1245947"/>
                  </a:lnTo>
                  <a:lnTo>
                    <a:pt x="1169141" y="1276694"/>
                  </a:lnTo>
                  <a:lnTo>
                    <a:pt x="1169802" y="1316787"/>
                  </a:lnTo>
                  <a:lnTo>
                    <a:pt x="1170462" y="1357005"/>
                  </a:lnTo>
                  <a:lnTo>
                    <a:pt x="1171123" y="1403955"/>
                  </a:lnTo>
                  <a:lnTo>
                    <a:pt x="1171783" y="1430742"/>
                  </a:lnTo>
                  <a:lnTo>
                    <a:pt x="1172444" y="1430742"/>
                  </a:lnTo>
                  <a:lnTo>
                    <a:pt x="1173105" y="1430742"/>
                  </a:lnTo>
                  <a:lnTo>
                    <a:pt x="1173765" y="1430742"/>
                  </a:lnTo>
                  <a:lnTo>
                    <a:pt x="1174426" y="1430742"/>
                  </a:lnTo>
                  <a:lnTo>
                    <a:pt x="1175086" y="1430742"/>
                  </a:lnTo>
                  <a:lnTo>
                    <a:pt x="1175747" y="1430742"/>
                  </a:lnTo>
                  <a:lnTo>
                    <a:pt x="1176407" y="1430742"/>
                  </a:lnTo>
                  <a:lnTo>
                    <a:pt x="1177068" y="1430742"/>
                  </a:lnTo>
                  <a:lnTo>
                    <a:pt x="1177728" y="1430742"/>
                  </a:lnTo>
                  <a:lnTo>
                    <a:pt x="1178389" y="1430742"/>
                  </a:lnTo>
                  <a:lnTo>
                    <a:pt x="1179049" y="1430742"/>
                  </a:lnTo>
                  <a:lnTo>
                    <a:pt x="1179710" y="1430742"/>
                  </a:lnTo>
                  <a:lnTo>
                    <a:pt x="1180370" y="1430742"/>
                  </a:lnTo>
                  <a:lnTo>
                    <a:pt x="1181031" y="1430742"/>
                  </a:lnTo>
                  <a:lnTo>
                    <a:pt x="1181691" y="1430742"/>
                  </a:lnTo>
                  <a:lnTo>
                    <a:pt x="1182352" y="1430742"/>
                  </a:lnTo>
                  <a:lnTo>
                    <a:pt x="1183013" y="1430742"/>
                  </a:lnTo>
                  <a:lnTo>
                    <a:pt x="1183673" y="1403955"/>
                  </a:lnTo>
                  <a:lnTo>
                    <a:pt x="1184334" y="1357005"/>
                  </a:lnTo>
                  <a:lnTo>
                    <a:pt x="1184994" y="1336177"/>
                  </a:lnTo>
                  <a:lnTo>
                    <a:pt x="1185655" y="1316787"/>
                  </a:lnTo>
                  <a:lnTo>
                    <a:pt x="1186315" y="1265546"/>
                  </a:lnTo>
                  <a:lnTo>
                    <a:pt x="1186976" y="1196655"/>
                  </a:lnTo>
                  <a:lnTo>
                    <a:pt x="1187636" y="1145414"/>
                  </a:lnTo>
                  <a:lnTo>
                    <a:pt x="1188297" y="1094767"/>
                  </a:lnTo>
                  <a:lnTo>
                    <a:pt x="1188957" y="1086389"/>
                  </a:lnTo>
                  <a:lnTo>
                    <a:pt x="1189618" y="1112311"/>
                  </a:lnTo>
                  <a:lnTo>
                    <a:pt x="1190278" y="1172659"/>
                  </a:lnTo>
                  <a:lnTo>
                    <a:pt x="1190939" y="1258606"/>
                  </a:lnTo>
                  <a:lnTo>
                    <a:pt x="1191599" y="1379501"/>
                  </a:lnTo>
                  <a:lnTo>
                    <a:pt x="1192260" y="1430742"/>
                  </a:lnTo>
                  <a:lnTo>
                    <a:pt x="1192920" y="1430742"/>
                  </a:lnTo>
                  <a:lnTo>
                    <a:pt x="1193581" y="1430742"/>
                  </a:lnTo>
                  <a:lnTo>
                    <a:pt x="1194242" y="1430742"/>
                  </a:lnTo>
                  <a:lnTo>
                    <a:pt x="1194902" y="1430742"/>
                  </a:lnTo>
                  <a:lnTo>
                    <a:pt x="1195563" y="1430742"/>
                  </a:lnTo>
                  <a:lnTo>
                    <a:pt x="1196223" y="1430742"/>
                  </a:lnTo>
                  <a:lnTo>
                    <a:pt x="1196884" y="1430742"/>
                  </a:lnTo>
                  <a:lnTo>
                    <a:pt x="1197544" y="1430742"/>
                  </a:lnTo>
                  <a:lnTo>
                    <a:pt x="1198205" y="1430742"/>
                  </a:lnTo>
                  <a:lnTo>
                    <a:pt x="1198865" y="1430742"/>
                  </a:lnTo>
                  <a:lnTo>
                    <a:pt x="1199526" y="1430742"/>
                  </a:lnTo>
                  <a:lnTo>
                    <a:pt x="1200186" y="1430742"/>
                  </a:lnTo>
                  <a:lnTo>
                    <a:pt x="1200847" y="1430742"/>
                  </a:lnTo>
                  <a:lnTo>
                    <a:pt x="1201507" y="1379501"/>
                  </a:lnTo>
                  <a:lnTo>
                    <a:pt x="1202168" y="1307572"/>
                  </a:lnTo>
                  <a:lnTo>
                    <a:pt x="1202828" y="1273463"/>
                  </a:lnTo>
                  <a:lnTo>
                    <a:pt x="1203489" y="1257845"/>
                  </a:lnTo>
                  <a:lnTo>
                    <a:pt x="1204150" y="1257845"/>
                  </a:lnTo>
                  <a:lnTo>
                    <a:pt x="1204810" y="1290000"/>
                  </a:lnTo>
                  <a:lnTo>
                    <a:pt x="1205471" y="1357005"/>
                  </a:lnTo>
                  <a:lnTo>
                    <a:pt x="1206131" y="1403955"/>
                  </a:lnTo>
                  <a:lnTo>
                    <a:pt x="1206792" y="1430742"/>
                  </a:lnTo>
                  <a:lnTo>
                    <a:pt x="1207452" y="1430742"/>
                  </a:lnTo>
                  <a:lnTo>
                    <a:pt x="1208113" y="1430742"/>
                  </a:lnTo>
                  <a:lnTo>
                    <a:pt x="1208773" y="1430742"/>
                  </a:lnTo>
                  <a:lnTo>
                    <a:pt x="1209434" y="1403955"/>
                  </a:lnTo>
                  <a:lnTo>
                    <a:pt x="1210094" y="1379501"/>
                  </a:lnTo>
                  <a:lnTo>
                    <a:pt x="1210755" y="1357005"/>
                  </a:lnTo>
                  <a:lnTo>
                    <a:pt x="1211415" y="1337183"/>
                  </a:lnTo>
                  <a:lnTo>
                    <a:pt x="1212076" y="1299528"/>
                  </a:lnTo>
                  <a:lnTo>
                    <a:pt x="1212736" y="1282438"/>
                  </a:lnTo>
                  <a:lnTo>
                    <a:pt x="1213397" y="1282438"/>
                  </a:lnTo>
                  <a:lnTo>
                    <a:pt x="1214058" y="1282438"/>
                  </a:lnTo>
                  <a:lnTo>
                    <a:pt x="1214718" y="1298649"/>
                  </a:lnTo>
                  <a:lnTo>
                    <a:pt x="1215379" y="1336177"/>
                  </a:lnTo>
                  <a:lnTo>
                    <a:pt x="1216039" y="1379501"/>
                  </a:lnTo>
                  <a:lnTo>
                    <a:pt x="1216700" y="1403955"/>
                  </a:lnTo>
                  <a:lnTo>
                    <a:pt x="1217360" y="1430742"/>
                  </a:lnTo>
                  <a:lnTo>
                    <a:pt x="1218021" y="1430742"/>
                  </a:lnTo>
                  <a:lnTo>
                    <a:pt x="1218681" y="1430742"/>
                  </a:lnTo>
                  <a:lnTo>
                    <a:pt x="1219342" y="1430742"/>
                  </a:lnTo>
                  <a:lnTo>
                    <a:pt x="1220002" y="1430742"/>
                  </a:lnTo>
                  <a:lnTo>
                    <a:pt x="1220663" y="1430742"/>
                  </a:lnTo>
                  <a:lnTo>
                    <a:pt x="1221323" y="1430742"/>
                  </a:lnTo>
                  <a:lnTo>
                    <a:pt x="1221984" y="1430742"/>
                  </a:lnTo>
                  <a:lnTo>
                    <a:pt x="1222644" y="1430742"/>
                  </a:lnTo>
                  <a:lnTo>
                    <a:pt x="1223305" y="1430742"/>
                  </a:lnTo>
                  <a:lnTo>
                    <a:pt x="1223965" y="1430742"/>
                  </a:lnTo>
                  <a:lnTo>
                    <a:pt x="1224626" y="1430742"/>
                  </a:lnTo>
                  <a:lnTo>
                    <a:pt x="1225287" y="1430742"/>
                  </a:lnTo>
                  <a:lnTo>
                    <a:pt x="1225947" y="1430742"/>
                  </a:lnTo>
                  <a:lnTo>
                    <a:pt x="1226608" y="1430742"/>
                  </a:lnTo>
                  <a:lnTo>
                    <a:pt x="1227268" y="1430742"/>
                  </a:lnTo>
                  <a:lnTo>
                    <a:pt x="1227929" y="1430742"/>
                  </a:lnTo>
                  <a:lnTo>
                    <a:pt x="1228589" y="1430742"/>
                  </a:lnTo>
                  <a:lnTo>
                    <a:pt x="1229250" y="1430742"/>
                  </a:lnTo>
                  <a:lnTo>
                    <a:pt x="1229910" y="1430742"/>
                  </a:lnTo>
                  <a:lnTo>
                    <a:pt x="1230571" y="1430742"/>
                  </a:lnTo>
                  <a:lnTo>
                    <a:pt x="1231231" y="1427946"/>
                  </a:lnTo>
                  <a:lnTo>
                    <a:pt x="1231892" y="1401412"/>
                  </a:lnTo>
                  <a:lnTo>
                    <a:pt x="1232552" y="1354852"/>
                  </a:lnTo>
                  <a:lnTo>
                    <a:pt x="1233213" y="1334177"/>
                  </a:lnTo>
                  <a:lnTo>
                    <a:pt x="1233873" y="1314920"/>
                  </a:lnTo>
                  <a:lnTo>
                    <a:pt x="1234534" y="1316787"/>
                  </a:lnTo>
                  <a:lnTo>
                    <a:pt x="1235195" y="1336177"/>
                  </a:lnTo>
                  <a:lnTo>
                    <a:pt x="1235855" y="1379501"/>
                  </a:lnTo>
                  <a:lnTo>
                    <a:pt x="1236516" y="1403955"/>
                  </a:lnTo>
                  <a:lnTo>
                    <a:pt x="1237176" y="1430742"/>
                  </a:lnTo>
                  <a:lnTo>
                    <a:pt x="1237837" y="1430742"/>
                  </a:lnTo>
                  <a:lnTo>
                    <a:pt x="1238497" y="1430742"/>
                  </a:lnTo>
                  <a:lnTo>
                    <a:pt x="1239158" y="1430742"/>
                  </a:lnTo>
                  <a:lnTo>
                    <a:pt x="1239818" y="1430742"/>
                  </a:lnTo>
                  <a:lnTo>
                    <a:pt x="1240479" y="1430742"/>
                  </a:lnTo>
                  <a:lnTo>
                    <a:pt x="1241139" y="1430742"/>
                  </a:lnTo>
                  <a:lnTo>
                    <a:pt x="1241800" y="1430742"/>
                  </a:lnTo>
                  <a:lnTo>
                    <a:pt x="1242460" y="1430742"/>
                  </a:lnTo>
                  <a:lnTo>
                    <a:pt x="1243121" y="1430742"/>
                  </a:lnTo>
                  <a:lnTo>
                    <a:pt x="1243781" y="1430742"/>
                  </a:lnTo>
                  <a:lnTo>
                    <a:pt x="1244442" y="1430742"/>
                  </a:lnTo>
                  <a:lnTo>
                    <a:pt x="1245103" y="1430742"/>
                  </a:lnTo>
                  <a:lnTo>
                    <a:pt x="1245763" y="1430742"/>
                  </a:lnTo>
                  <a:lnTo>
                    <a:pt x="1246424" y="1430742"/>
                  </a:lnTo>
                  <a:lnTo>
                    <a:pt x="1247084" y="1430742"/>
                  </a:lnTo>
                  <a:lnTo>
                    <a:pt x="1247745" y="1403955"/>
                  </a:lnTo>
                  <a:lnTo>
                    <a:pt x="1248405" y="1357005"/>
                  </a:lnTo>
                  <a:lnTo>
                    <a:pt x="1249066" y="1336177"/>
                  </a:lnTo>
                  <a:lnTo>
                    <a:pt x="1249726" y="1336177"/>
                  </a:lnTo>
                  <a:lnTo>
                    <a:pt x="1250387" y="1336177"/>
                  </a:lnTo>
                  <a:lnTo>
                    <a:pt x="1251047" y="1357005"/>
                  </a:lnTo>
                  <a:lnTo>
                    <a:pt x="1251708" y="1403955"/>
                  </a:lnTo>
                  <a:lnTo>
                    <a:pt x="1252368" y="1430742"/>
                  </a:lnTo>
                  <a:lnTo>
                    <a:pt x="1253029" y="1430742"/>
                  </a:lnTo>
                  <a:lnTo>
                    <a:pt x="1253689" y="1430742"/>
                  </a:lnTo>
                  <a:lnTo>
                    <a:pt x="1254350" y="1430742"/>
                  </a:lnTo>
                  <a:lnTo>
                    <a:pt x="1255011" y="1430742"/>
                  </a:lnTo>
                  <a:lnTo>
                    <a:pt x="1255671" y="1430742"/>
                  </a:lnTo>
                  <a:lnTo>
                    <a:pt x="1256332" y="1430742"/>
                  </a:lnTo>
                  <a:lnTo>
                    <a:pt x="1256992" y="1430742"/>
                  </a:lnTo>
                  <a:lnTo>
                    <a:pt x="1257653" y="1430742"/>
                  </a:lnTo>
                  <a:lnTo>
                    <a:pt x="1258313" y="1430742"/>
                  </a:lnTo>
                  <a:lnTo>
                    <a:pt x="1258974" y="1430742"/>
                  </a:lnTo>
                  <a:lnTo>
                    <a:pt x="1259634" y="1430742"/>
                  </a:lnTo>
                  <a:lnTo>
                    <a:pt x="1260295" y="1430742"/>
                  </a:lnTo>
                  <a:lnTo>
                    <a:pt x="1260955" y="1430742"/>
                  </a:lnTo>
                  <a:lnTo>
                    <a:pt x="1261616" y="1430742"/>
                  </a:lnTo>
                  <a:lnTo>
                    <a:pt x="1262276" y="1430742"/>
                  </a:lnTo>
                  <a:lnTo>
                    <a:pt x="1262937" y="1430742"/>
                  </a:lnTo>
                  <a:lnTo>
                    <a:pt x="1263597" y="1430742"/>
                  </a:lnTo>
                  <a:lnTo>
                    <a:pt x="1264258" y="1430742"/>
                  </a:lnTo>
                  <a:lnTo>
                    <a:pt x="1264918" y="1430742"/>
                  </a:lnTo>
                  <a:lnTo>
                    <a:pt x="1265579" y="1430742"/>
                  </a:lnTo>
                  <a:lnTo>
                    <a:pt x="1266240" y="1430742"/>
                  </a:lnTo>
                  <a:lnTo>
                    <a:pt x="1266900" y="1430742"/>
                  </a:lnTo>
                  <a:lnTo>
                    <a:pt x="1267561" y="1430742"/>
                  </a:lnTo>
                  <a:lnTo>
                    <a:pt x="1268221" y="1430742"/>
                  </a:lnTo>
                  <a:lnTo>
                    <a:pt x="1268882" y="1430742"/>
                  </a:lnTo>
                  <a:lnTo>
                    <a:pt x="1269542" y="1430742"/>
                  </a:lnTo>
                  <a:lnTo>
                    <a:pt x="1270203" y="1430742"/>
                  </a:lnTo>
                  <a:lnTo>
                    <a:pt x="1270863" y="1430742"/>
                  </a:lnTo>
                  <a:lnTo>
                    <a:pt x="1271524" y="1430742"/>
                  </a:lnTo>
                  <a:lnTo>
                    <a:pt x="1272184" y="1430742"/>
                  </a:lnTo>
                  <a:lnTo>
                    <a:pt x="1272845" y="1430742"/>
                  </a:lnTo>
                  <a:lnTo>
                    <a:pt x="1273505" y="1430742"/>
                  </a:lnTo>
                  <a:lnTo>
                    <a:pt x="1274166" y="1430742"/>
                  </a:lnTo>
                  <a:lnTo>
                    <a:pt x="1274826" y="1430742"/>
                  </a:lnTo>
                  <a:lnTo>
                    <a:pt x="1275487" y="1430742"/>
                  </a:lnTo>
                  <a:lnTo>
                    <a:pt x="1276148" y="1430742"/>
                  </a:lnTo>
                  <a:lnTo>
                    <a:pt x="1276808" y="1430742"/>
                  </a:lnTo>
                  <a:lnTo>
                    <a:pt x="1277469" y="1430742"/>
                  </a:lnTo>
                  <a:lnTo>
                    <a:pt x="1278129" y="1430742"/>
                  </a:lnTo>
                  <a:lnTo>
                    <a:pt x="1278790" y="1430742"/>
                  </a:lnTo>
                  <a:lnTo>
                    <a:pt x="1279450" y="1430742"/>
                  </a:lnTo>
                  <a:lnTo>
                    <a:pt x="1280111" y="1430742"/>
                  </a:lnTo>
                  <a:lnTo>
                    <a:pt x="1280771" y="1430742"/>
                  </a:lnTo>
                  <a:lnTo>
                    <a:pt x="1281432" y="1430742"/>
                  </a:lnTo>
                  <a:lnTo>
                    <a:pt x="1282092" y="1430742"/>
                  </a:lnTo>
                  <a:lnTo>
                    <a:pt x="1282753" y="1403955"/>
                  </a:lnTo>
                  <a:lnTo>
                    <a:pt x="1283413" y="1357005"/>
                  </a:lnTo>
                  <a:lnTo>
                    <a:pt x="1284074" y="1336177"/>
                  </a:lnTo>
                  <a:lnTo>
                    <a:pt x="1284734" y="1316787"/>
                  </a:lnTo>
                  <a:lnTo>
                    <a:pt x="1285395" y="1298649"/>
                  </a:lnTo>
                  <a:lnTo>
                    <a:pt x="1286056" y="1281610"/>
                  </a:lnTo>
                  <a:lnTo>
                    <a:pt x="1286716" y="1294291"/>
                  </a:lnTo>
                  <a:lnTo>
                    <a:pt x="1287377" y="1294291"/>
                  </a:lnTo>
                  <a:lnTo>
                    <a:pt x="1288037" y="1312142"/>
                  </a:lnTo>
                  <a:lnTo>
                    <a:pt x="1288698" y="1331203"/>
                  </a:lnTo>
                  <a:lnTo>
                    <a:pt x="1289358" y="1373706"/>
                  </a:lnTo>
                  <a:lnTo>
                    <a:pt x="1290019" y="1403955"/>
                  </a:lnTo>
                  <a:lnTo>
                    <a:pt x="1290679" y="1430742"/>
                  </a:lnTo>
                  <a:lnTo>
                    <a:pt x="1291340" y="1403955"/>
                  </a:lnTo>
                  <a:lnTo>
                    <a:pt x="1292000" y="1357005"/>
                  </a:lnTo>
                  <a:lnTo>
                    <a:pt x="1292661" y="1316787"/>
                  </a:lnTo>
                  <a:lnTo>
                    <a:pt x="1293321" y="1303075"/>
                  </a:lnTo>
                  <a:lnTo>
                    <a:pt x="1293982" y="1303075"/>
                  </a:lnTo>
                  <a:lnTo>
                    <a:pt x="1294642" y="1321511"/>
                  </a:lnTo>
                  <a:lnTo>
                    <a:pt x="1295303" y="1362463"/>
                  </a:lnTo>
                  <a:lnTo>
                    <a:pt x="1295963" y="1410417"/>
                  </a:lnTo>
                  <a:lnTo>
                    <a:pt x="1296624" y="1430742"/>
                  </a:lnTo>
                  <a:lnTo>
                    <a:pt x="1297285" y="1430742"/>
                  </a:lnTo>
                  <a:lnTo>
                    <a:pt x="1297945" y="1430742"/>
                  </a:lnTo>
                  <a:lnTo>
                    <a:pt x="1298606" y="1430742"/>
                  </a:lnTo>
                  <a:lnTo>
                    <a:pt x="1299266" y="1430742"/>
                  </a:lnTo>
                  <a:lnTo>
                    <a:pt x="1299927" y="1430742"/>
                  </a:lnTo>
                  <a:lnTo>
                    <a:pt x="1300587" y="1430742"/>
                  </a:lnTo>
                  <a:lnTo>
                    <a:pt x="1301248" y="1430742"/>
                  </a:lnTo>
                  <a:lnTo>
                    <a:pt x="1301908" y="1430742"/>
                  </a:lnTo>
                  <a:lnTo>
                    <a:pt x="1302569" y="1430742"/>
                  </a:lnTo>
                  <a:lnTo>
                    <a:pt x="1303229" y="1430742"/>
                  </a:lnTo>
                  <a:lnTo>
                    <a:pt x="1303890" y="1403955"/>
                  </a:lnTo>
                  <a:lnTo>
                    <a:pt x="1304550" y="1362463"/>
                  </a:lnTo>
                  <a:lnTo>
                    <a:pt x="1305211" y="1321511"/>
                  </a:lnTo>
                  <a:lnTo>
                    <a:pt x="1305871" y="1303075"/>
                  </a:lnTo>
                  <a:lnTo>
                    <a:pt x="1306532" y="1285774"/>
                  </a:lnTo>
                  <a:lnTo>
                    <a:pt x="1307193" y="1269477"/>
                  </a:lnTo>
                  <a:lnTo>
                    <a:pt x="1307853" y="1250350"/>
                  </a:lnTo>
                  <a:lnTo>
                    <a:pt x="1308514" y="1243772"/>
                  </a:lnTo>
                  <a:lnTo>
                    <a:pt x="1309174" y="1229681"/>
                  </a:lnTo>
                  <a:lnTo>
                    <a:pt x="1309835" y="1229681"/>
                  </a:lnTo>
                  <a:lnTo>
                    <a:pt x="1310495" y="1258606"/>
                  </a:lnTo>
                  <a:lnTo>
                    <a:pt x="1311156" y="1308480"/>
                  </a:lnTo>
                  <a:lnTo>
                    <a:pt x="1311816" y="1357005"/>
                  </a:lnTo>
                  <a:lnTo>
                    <a:pt x="1312477" y="1403955"/>
                  </a:lnTo>
                  <a:lnTo>
                    <a:pt x="1313137" y="1430742"/>
                  </a:lnTo>
                  <a:lnTo>
                    <a:pt x="1313798" y="1430742"/>
                  </a:lnTo>
                  <a:lnTo>
                    <a:pt x="1314458" y="1430742"/>
                  </a:lnTo>
                  <a:lnTo>
                    <a:pt x="1315119" y="1403955"/>
                  </a:lnTo>
                  <a:lnTo>
                    <a:pt x="1315779" y="1357005"/>
                  </a:lnTo>
                  <a:lnTo>
                    <a:pt x="1316440" y="1316787"/>
                  </a:lnTo>
                  <a:lnTo>
                    <a:pt x="1317101" y="1316787"/>
                  </a:lnTo>
                  <a:lnTo>
                    <a:pt x="1317761" y="1316787"/>
                  </a:lnTo>
                  <a:lnTo>
                    <a:pt x="1318422" y="1336177"/>
                  </a:lnTo>
                  <a:lnTo>
                    <a:pt x="1319082" y="1379501"/>
                  </a:lnTo>
                  <a:lnTo>
                    <a:pt x="1319743" y="1430742"/>
                  </a:lnTo>
                  <a:lnTo>
                    <a:pt x="1320403" y="1430742"/>
                  </a:lnTo>
                  <a:lnTo>
                    <a:pt x="1321064" y="1430742"/>
                  </a:lnTo>
                  <a:lnTo>
                    <a:pt x="1321724" y="1430742"/>
                  </a:lnTo>
                  <a:lnTo>
                    <a:pt x="1322385" y="1430742"/>
                  </a:lnTo>
                  <a:lnTo>
                    <a:pt x="1323045" y="1430742"/>
                  </a:lnTo>
                  <a:lnTo>
                    <a:pt x="1323706" y="1430742"/>
                  </a:lnTo>
                  <a:lnTo>
                    <a:pt x="1324366" y="1430742"/>
                  </a:lnTo>
                  <a:lnTo>
                    <a:pt x="1325027" y="1430742"/>
                  </a:lnTo>
                  <a:lnTo>
                    <a:pt x="1325687" y="1430742"/>
                  </a:lnTo>
                  <a:lnTo>
                    <a:pt x="1326348" y="1430742"/>
                  </a:lnTo>
                  <a:lnTo>
                    <a:pt x="1327009" y="1430742"/>
                  </a:lnTo>
                  <a:lnTo>
                    <a:pt x="1327669" y="1430742"/>
                  </a:lnTo>
                  <a:lnTo>
                    <a:pt x="1328330" y="1430742"/>
                  </a:lnTo>
                  <a:lnTo>
                    <a:pt x="1328990" y="1430742"/>
                  </a:lnTo>
                  <a:lnTo>
                    <a:pt x="1329651" y="1430742"/>
                  </a:lnTo>
                  <a:lnTo>
                    <a:pt x="1330311" y="1430742"/>
                  </a:lnTo>
                  <a:lnTo>
                    <a:pt x="1330972" y="1403955"/>
                  </a:lnTo>
                  <a:lnTo>
                    <a:pt x="1331632" y="1379501"/>
                  </a:lnTo>
                  <a:lnTo>
                    <a:pt x="1332293" y="1357005"/>
                  </a:lnTo>
                  <a:lnTo>
                    <a:pt x="1332953" y="1336177"/>
                  </a:lnTo>
                  <a:lnTo>
                    <a:pt x="1333614" y="1336177"/>
                  </a:lnTo>
                  <a:lnTo>
                    <a:pt x="1334274" y="1357005"/>
                  </a:lnTo>
                  <a:lnTo>
                    <a:pt x="1334935" y="1379501"/>
                  </a:lnTo>
                  <a:lnTo>
                    <a:pt x="1335595" y="1403955"/>
                  </a:lnTo>
                  <a:lnTo>
                    <a:pt x="1336256" y="1430742"/>
                  </a:lnTo>
                  <a:lnTo>
                    <a:pt x="1336916" y="1430742"/>
                  </a:lnTo>
                  <a:lnTo>
                    <a:pt x="1337577" y="1430742"/>
                  </a:lnTo>
                  <a:lnTo>
                    <a:pt x="1338238" y="1430742"/>
                  </a:lnTo>
                  <a:lnTo>
                    <a:pt x="1338898" y="1430742"/>
                  </a:lnTo>
                  <a:lnTo>
                    <a:pt x="1339559" y="1430742"/>
                  </a:lnTo>
                  <a:lnTo>
                    <a:pt x="1340219" y="1430742"/>
                  </a:lnTo>
                  <a:lnTo>
                    <a:pt x="1340880" y="1430742"/>
                  </a:lnTo>
                  <a:lnTo>
                    <a:pt x="1341540" y="1430742"/>
                  </a:lnTo>
                  <a:lnTo>
                    <a:pt x="1342201" y="1430742"/>
                  </a:lnTo>
                  <a:lnTo>
                    <a:pt x="1342861" y="1430742"/>
                  </a:lnTo>
                  <a:lnTo>
                    <a:pt x="1343522" y="1430742"/>
                  </a:lnTo>
                  <a:lnTo>
                    <a:pt x="1344182" y="1430742"/>
                  </a:lnTo>
                  <a:lnTo>
                    <a:pt x="1344843" y="1430742"/>
                  </a:lnTo>
                  <a:lnTo>
                    <a:pt x="1345503" y="1430742"/>
                  </a:lnTo>
                  <a:lnTo>
                    <a:pt x="1346164" y="1379501"/>
                  </a:lnTo>
                  <a:lnTo>
                    <a:pt x="1346824" y="1316787"/>
                  </a:lnTo>
                  <a:lnTo>
                    <a:pt x="1347485" y="1250350"/>
                  </a:lnTo>
                  <a:lnTo>
                    <a:pt x="1348146" y="1222222"/>
                  </a:lnTo>
                  <a:lnTo>
                    <a:pt x="1348806" y="1196655"/>
                  </a:lnTo>
                  <a:lnTo>
                    <a:pt x="1349467" y="1209148"/>
                  </a:lnTo>
                  <a:lnTo>
                    <a:pt x="1350127" y="1250350"/>
                  </a:lnTo>
                  <a:lnTo>
                    <a:pt x="1350788" y="1281610"/>
                  </a:lnTo>
                  <a:lnTo>
                    <a:pt x="1351448" y="1265546"/>
                  </a:lnTo>
                  <a:lnTo>
                    <a:pt x="1352109" y="1265546"/>
                  </a:lnTo>
                  <a:lnTo>
                    <a:pt x="1352769" y="1250350"/>
                  </a:lnTo>
                  <a:lnTo>
                    <a:pt x="1353430" y="1235935"/>
                  </a:lnTo>
                  <a:lnTo>
                    <a:pt x="1354090" y="1265546"/>
                  </a:lnTo>
                  <a:lnTo>
                    <a:pt x="1354751" y="1316787"/>
                  </a:lnTo>
                  <a:lnTo>
                    <a:pt x="1355411" y="1357005"/>
                  </a:lnTo>
                  <a:lnTo>
                    <a:pt x="1356072" y="1403955"/>
                  </a:lnTo>
                  <a:lnTo>
                    <a:pt x="1356732" y="1430742"/>
                  </a:lnTo>
                  <a:lnTo>
                    <a:pt x="1357393" y="1430742"/>
                  </a:lnTo>
                  <a:lnTo>
                    <a:pt x="1358054" y="1379501"/>
                  </a:lnTo>
                  <a:lnTo>
                    <a:pt x="1358714" y="1281610"/>
                  </a:lnTo>
                  <a:lnTo>
                    <a:pt x="1359375" y="1222222"/>
                  </a:lnTo>
                  <a:lnTo>
                    <a:pt x="1360035" y="1209148"/>
                  </a:lnTo>
                  <a:lnTo>
                    <a:pt x="1360696" y="1184693"/>
                  </a:lnTo>
                  <a:lnTo>
                    <a:pt x="1361356" y="1141370"/>
                  </a:lnTo>
                  <a:lnTo>
                    <a:pt x="1362017" y="1134920"/>
                  </a:lnTo>
                  <a:lnTo>
                    <a:pt x="1362677" y="1146434"/>
                  </a:lnTo>
                  <a:lnTo>
                    <a:pt x="1363338" y="1126703"/>
                  </a:lnTo>
                  <a:lnTo>
                    <a:pt x="1363998" y="1117334"/>
                  </a:lnTo>
                  <a:lnTo>
                    <a:pt x="1364659" y="1136395"/>
                  </a:lnTo>
                  <a:lnTo>
                    <a:pt x="1365319" y="1163824"/>
                  </a:lnTo>
                  <a:lnTo>
                    <a:pt x="1365980" y="1184693"/>
                  </a:lnTo>
                  <a:lnTo>
                    <a:pt x="1366640" y="1209148"/>
                  </a:lnTo>
                  <a:lnTo>
                    <a:pt x="1367301" y="1222222"/>
                  </a:lnTo>
                  <a:lnTo>
                    <a:pt x="1367961" y="1224912"/>
                  </a:lnTo>
                  <a:lnTo>
                    <a:pt x="1368622" y="1204712"/>
                  </a:lnTo>
                  <a:lnTo>
                    <a:pt x="1369283" y="1180624"/>
                  </a:lnTo>
                  <a:lnTo>
                    <a:pt x="1369943" y="1180624"/>
                  </a:lnTo>
                  <a:lnTo>
                    <a:pt x="1370604" y="1204712"/>
                  </a:lnTo>
                  <a:lnTo>
                    <a:pt x="1371264" y="1242330"/>
                  </a:lnTo>
                  <a:lnTo>
                    <a:pt x="1371925" y="1298649"/>
                  </a:lnTo>
                  <a:lnTo>
                    <a:pt x="1372585" y="1336177"/>
                  </a:lnTo>
                  <a:lnTo>
                    <a:pt x="1373246" y="1336177"/>
                  </a:lnTo>
                  <a:lnTo>
                    <a:pt x="1373906" y="1336177"/>
                  </a:lnTo>
                  <a:lnTo>
                    <a:pt x="1374567" y="1357005"/>
                  </a:lnTo>
                  <a:lnTo>
                    <a:pt x="1375227" y="1379501"/>
                  </a:lnTo>
                  <a:lnTo>
                    <a:pt x="1375888" y="1403955"/>
                  </a:lnTo>
                  <a:lnTo>
                    <a:pt x="1376548" y="1430742"/>
                  </a:lnTo>
                  <a:lnTo>
                    <a:pt x="1377209" y="1403955"/>
                  </a:lnTo>
                  <a:lnTo>
                    <a:pt x="1377869" y="1357005"/>
                  </a:lnTo>
                  <a:lnTo>
                    <a:pt x="1378530" y="1256330"/>
                  </a:lnTo>
                  <a:lnTo>
                    <a:pt x="1379191" y="1189417"/>
                  </a:lnTo>
                  <a:lnTo>
                    <a:pt x="1379851" y="1178325"/>
                  </a:lnTo>
                  <a:lnTo>
                    <a:pt x="1380512" y="1190013"/>
                  </a:lnTo>
                  <a:lnTo>
                    <a:pt x="1381172" y="1202208"/>
                  </a:lnTo>
                  <a:lnTo>
                    <a:pt x="1381833" y="1251091"/>
                  </a:lnTo>
                  <a:lnTo>
                    <a:pt x="1382493" y="1270270"/>
                  </a:lnTo>
                  <a:lnTo>
                    <a:pt x="1383154" y="1223564"/>
                  </a:lnTo>
                  <a:lnTo>
                    <a:pt x="1383814" y="1163281"/>
                  </a:lnTo>
                  <a:lnTo>
                    <a:pt x="1384475" y="1132478"/>
                  </a:lnTo>
                  <a:lnTo>
                    <a:pt x="1385135" y="1120112"/>
                  </a:lnTo>
                  <a:lnTo>
                    <a:pt x="1385796" y="1136889"/>
                  </a:lnTo>
                  <a:lnTo>
                    <a:pt x="1386456" y="1181202"/>
                  </a:lnTo>
                  <a:lnTo>
                    <a:pt x="1387117" y="1245947"/>
                  </a:lnTo>
                  <a:lnTo>
                    <a:pt x="1387777" y="1311222"/>
                  </a:lnTo>
                  <a:lnTo>
                    <a:pt x="1388438" y="1379501"/>
                  </a:lnTo>
                  <a:lnTo>
                    <a:pt x="1389099" y="1403955"/>
                  </a:lnTo>
                  <a:lnTo>
                    <a:pt x="1389759" y="1371421"/>
                  </a:lnTo>
                  <a:lnTo>
                    <a:pt x="1390420" y="1349539"/>
                  </a:lnTo>
                  <a:lnTo>
                    <a:pt x="1391080" y="1329238"/>
                  </a:lnTo>
                  <a:lnTo>
                    <a:pt x="1391741" y="1329238"/>
                  </a:lnTo>
                  <a:lnTo>
                    <a:pt x="1392401" y="1349539"/>
                  </a:lnTo>
                  <a:lnTo>
                    <a:pt x="1393062" y="1359176"/>
                  </a:lnTo>
                  <a:lnTo>
                    <a:pt x="1393722" y="1338192"/>
                  </a:lnTo>
                  <a:lnTo>
                    <a:pt x="1394383" y="1300411"/>
                  </a:lnTo>
                  <a:lnTo>
                    <a:pt x="1395043" y="1251834"/>
                  </a:lnTo>
                  <a:lnTo>
                    <a:pt x="1395704" y="1210428"/>
                  </a:lnTo>
                  <a:lnTo>
                    <a:pt x="1396364" y="1173220"/>
                  </a:lnTo>
                  <a:lnTo>
                    <a:pt x="1397025" y="1151591"/>
                  </a:lnTo>
                  <a:lnTo>
                    <a:pt x="1397685" y="1151591"/>
                  </a:lnTo>
                  <a:lnTo>
                    <a:pt x="1398346" y="1151591"/>
                  </a:lnTo>
                  <a:lnTo>
                    <a:pt x="1399007" y="1173220"/>
                  </a:lnTo>
                  <a:lnTo>
                    <a:pt x="1399667" y="1222222"/>
                  </a:lnTo>
                  <a:lnTo>
                    <a:pt x="1400328" y="1281610"/>
                  </a:lnTo>
                  <a:lnTo>
                    <a:pt x="1400988" y="1301296"/>
                  </a:lnTo>
                  <a:lnTo>
                    <a:pt x="1401649" y="1270270"/>
                  </a:lnTo>
                  <a:lnTo>
                    <a:pt x="1402309" y="1205972"/>
                  </a:lnTo>
                  <a:lnTo>
                    <a:pt x="1402970" y="1153680"/>
                  </a:lnTo>
                  <a:lnTo>
                    <a:pt x="1403630" y="1123859"/>
                  </a:lnTo>
                  <a:lnTo>
                    <a:pt x="1404291" y="1113217"/>
                  </a:lnTo>
                  <a:lnTo>
                    <a:pt x="1404951" y="1130540"/>
                  </a:lnTo>
                  <a:lnTo>
                    <a:pt x="1405612" y="1167104"/>
                  </a:lnTo>
                  <a:lnTo>
                    <a:pt x="1406272" y="1209148"/>
                  </a:lnTo>
                  <a:lnTo>
                    <a:pt x="1406933" y="1235935"/>
                  </a:lnTo>
                  <a:lnTo>
                    <a:pt x="1407593" y="1265546"/>
                  </a:lnTo>
                  <a:lnTo>
                    <a:pt x="1408254" y="1316787"/>
                  </a:lnTo>
                  <a:lnTo>
                    <a:pt x="1408914" y="1336177"/>
                  </a:lnTo>
                  <a:lnTo>
                    <a:pt x="1409575" y="1336177"/>
                  </a:lnTo>
                  <a:lnTo>
                    <a:pt x="1410236" y="1336177"/>
                  </a:lnTo>
                  <a:lnTo>
                    <a:pt x="1410896" y="1357005"/>
                  </a:lnTo>
                  <a:lnTo>
                    <a:pt x="1411557" y="1357005"/>
                  </a:lnTo>
                  <a:lnTo>
                    <a:pt x="1412217" y="1357005"/>
                  </a:lnTo>
                  <a:lnTo>
                    <a:pt x="1412878" y="1336177"/>
                  </a:lnTo>
                  <a:lnTo>
                    <a:pt x="1413538" y="1336177"/>
                  </a:lnTo>
                  <a:lnTo>
                    <a:pt x="1414199" y="1316787"/>
                  </a:lnTo>
                  <a:lnTo>
                    <a:pt x="1414859" y="1316787"/>
                  </a:lnTo>
                  <a:lnTo>
                    <a:pt x="1415520" y="1336177"/>
                  </a:lnTo>
                  <a:lnTo>
                    <a:pt x="1416180" y="1379501"/>
                  </a:lnTo>
                  <a:lnTo>
                    <a:pt x="1416841" y="1403955"/>
                  </a:lnTo>
                  <a:lnTo>
                    <a:pt x="1417501" y="1430742"/>
                  </a:lnTo>
                  <a:lnTo>
                    <a:pt x="1418162" y="1379501"/>
                  </a:lnTo>
                  <a:lnTo>
                    <a:pt x="1418822" y="1291709"/>
                  </a:lnTo>
                  <a:lnTo>
                    <a:pt x="1419483" y="1216919"/>
                  </a:lnTo>
                  <a:lnTo>
                    <a:pt x="1420144" y="1180048"/>
                  </a:lnTo>
                  <a:lnTo>
                    <a:pt x="1420804" y="1168759"/>
                  </a:lnTo>
                  <a:lnTo>
                    <a:pt x="1421465" y="1168759"/>
                  </a:lnTo>
                  <a:lnTo>
                    <a:pt x="1422125" y="1173220"/>
                  </a:lnTo>
                  <a:lnTo>
                    <a:pt x="1422786" y="1184693"/>
                  </a:lnTo>
                  <a:lnTo>
                    <a:pt x="1423446" y="1196655"/>
                  </a:lnTo>
                  <a:lnTo>
                    <a:pt x="1424107" y="1209148"/>
                  </a:lnTo>
                  <a:lnTo>
                    <a:pt x="1424767" y="1235935"/>
                  </a:lnTo>
                  <a:lnTo>
                    <a:pt x="1425428" y="1298649"/>
                  </a:lnTo>
                  <a:lnTo>
                    <a:pt x="1426088" y="1379501"/>
                  </a:lnTo>
                  <a:lnTo>
                    <a:pt x="1426749" y="1430742"/>
                  </a:lnTo>
                  <a:lnTo>
                    <a:pt x="1427409" y="1430742"/>
                  </a:lnTo>
                  <a:lnTo>
                    <a:pt x="1428070" y="1430742"/>
                  </a:lnTo>
                  <a:lnTo>
                    <a:pt x="1428730" y="1414366"/>
                  </a:lnTo>
                  <a:lnTo>
                    <a:pt x="1429391" y="1365789"/>
                  </a:lnTo>
                  <a:lnTo>
                    <a:pt x="1430052" y="1324383"/>
                  </a:lnTo>
                  <a:lnTo>
                    <a:pt x="1430712" y="1288302"/>
                  </a:lnTo>
                  <a:lnTo>
                    <a:pt x="1431373" y="1256330"/>
                  </a:lnTo>
                  <a:lnTo>
                    <a:pt x="1432033" y="1250350"/>
                  </a:lnTo>
                  <a:lnTo>
                    <a:pt x="1432694" y="1281610"/>
                  </a:lnTo>
                  <a:lnTo>
                    <a:pt x="1433354" y="1316787"/>
                  </a:lnTo>
                  <a:lnTo>
                    <a:pt x="1434015" y="1357005"/>
                  </a:lnTo>
                  <a:lnTo>
                    <a:pt x="1434675" y="1403955"/>
                  </a:lnTo>
                  <a:lnTo>
                    <a:pt x="1435336" y="1430742"/>
                  </a:lnTo>
                  <a:lnTo>
                    <a:pt x="1435996" y="1430742"/>
                  </a:lnTo>
                  <a:lnTo>
                    <a:pt x="1436657" y="1403955"/>
                  </a:lnTo>
                  <a:lnTo>
                    <a:pt x="1437317" y="1316787"/>
                  </a:lnTo>
                  <a:lnTo>
                    <a:pt x="1437978" y="1250350"/>
                  </a:lnTo>
                  <a:lnTo>
                    <a:pt x="1438638" y="1235233"/>
                  </a:lnTo>
                  <a:lnTo>
                    <a:pt x="1439299" y="1208510"/>
                  </a:lnTo>
                  <a:lnTo>
                    <a:pt x="1439959" y="1172659"/>
                  </a:lnTo>
                  <a:lnTo>
                    <a:pt x="1440620" y="1162198"/>
                  </a:lnTo>
                  <a:lnTo>
                    <a:pt x="1441281" y="1173220"/>
                  </a:lnTo>
                  <a:lnTo>
                    <a:pt x="1441941" y="1162739"/>
                  </a:lnTo>
                  <a:lnTo>
                    <a:pt x="1442602" y="1173783"/>
                  </a:lnTo>
                  <a:lnTo>
                    <a:pt x="1443262" y="1209787"/>
                  </a:lnTo>
                  <a:lnTo>
                    <a:pt x="1443923" y="1235935"/>
                  </a:lnTo>
                  <a:lnTo>
                    <a:pt x="1444583" y="1222222"/>
                  </a:lnTo>
                  <a:lnTo>
                    <a:pt x="1445244" y="1209148"/>
                  </a:lnTo>
                  <a:lnTo>
                    <a:pt x="1445904" y="1209148"/>
                  </a:lnTo>
                  <a:lnTo>
                    <a:pt x="1446565" y="1196655"/>
                  </a:lnTo>
                  <a:lnTo>
                    <a:pt x="1447225" y="1209148"/>
                  </a:lnTo>
                  <a:lnTo>
                    <a:pt x="1447886" y="1235935"/>
                  </a:lnTo>
                  <a:lnTo>
                    <a:pt x="1448546" y="1250350"/>
                  </a:lnTo>
                  <a:lnTo>
                    <a:pt x="1449207" y="1250350"/>
                  </a:lnTo>
                  <a:lnTo>
                    <a:pt x="1449867" y="1209148"/>
                  </a:lnTo>
                  <a:lnTo>
                    <a:pt x="1450528" y="1162198"/>
                  </a:lnTo>
                  <a:lnTo>
                    <a:pt x="1451189" y="1114127"/>
                  </a:lnTo>
                  <a:lnTo>
                    <a:pt x="1451849" y="1079863"/>
                  </a:lnTo>
                  <a:lnTo>
                    <a:pt x="1452510" y="1071912"/>
                  </a:lnTo>
                  <a:lnTo>
                    <a:pt x="1453170" y="1097759"/>
                  </a:lnTo>
                  <a:lnTo>
                    <a:pt x="1453831" y="1139369"/>
                  </a:lnTo>
                  <a:lnTo>
                    <a:pt x="1454491" y="1180624"/>
                  </a:lnTo>
                  <a:lnTo>
                    <a:pt x="1455152" y="1180624"/>
                  </a:lnTo>
                  <a:lnTo>
                    <a:pt x="1455812" y="1128136"/>
                  </a:lnTo>
                  <a:lnTo>
                    <a:pt x="1456473" y="1093494"/>
                  </a:lnTo>
                  <a:lnTo>
                    <a:pt x="1457133" y="1069959"/>
                  </a:lnTo>
                  <a:lnTo>
                    <a:pt x="1457794" y="1077054"/>
                  </a:lnTo>
                  <a:lnTo>
                    <a:pt x="1458454" y="1081480"/>
                  </a:lnTo>
                  <a:lnTo>
                    <a:pt x="1459115" y="1081480"/>
                  </a:lnTo>
                  <a:lnTo>
                    <a:pt x="1459775" y="1083924"/>
                  </a:lnTo>
                  <a:lnTo>
                    <a:pt x="1460436" y="1087216"/>
                  </a:lnTo>
                  <a:lnTo>
                    <a:pt x="1461097" y="1088045"/>
                  </a:lnTo>
                  <a:lnTo>
                    <a:pt x="1461757" y="1137383"/>
                  </a:lnTo>
                  <a:lnTo>
                    <a:pt x="1462418" y="1216919"/>
                  </a:lnTo>
                  <a:lnTo>
                    <a:pt x="1463078" y="1298649"/>
                  </a:lnTo>
                  <a:lnTo>
                    <a:pt x="1463739" y="1298649"/>
                  </a:lnTo>
                  <a:lnTo>
                    <a:pt x="1464399" y="1235935"/>
                  </a:lnTo>
                  <a:lnTo>
                    <a:pt x="1465060" y="1139868"/>
                  </a:lnTo>
                  <a:lnTo>
                    <a:pt x="1465720" y="1019823"/>
                  </a:lnTo>
                  <a:lnTo>
                    <a:pt x="1466381" y="945810"/>
                  </a:lnTo>
                  <a:lnTo>
                    <a:pt x="1467041" y="931182"/>
                  </a:lnTo>
                  <a:lnTo>
                    <a:pt x="1467702" y="907719"/>
                  </a:lnTo>
                  <a:lnTo>
                    <a:pt x="1468362" y="895530"/>
                  </a:lnTo>
                  <a:lnTo>
                    <a:pt x="1469023" y="931182"/>
                  </a:lnTo>
                  <a:lnTo>
                    <a:pt x="1469683" y="983232"/>
                  </a:lnTo>
                  <a:lnTo>
                    <a:pt x="1470344" y="1013384"/>
                  </a:lnTo>
                  <a:lnTo>
                    <a:pt x="1471005" y="1070738"/>
                  </a:lnTo>
                  <a:lnTo>
                    <a:pt x="1471665" y="1116873"/>
                  </a:lnTo>
                  <a:lnTo>
                    <a:pt x="1472326" y="1135903"/>
                  </a:lnTo>
                  <a:lnTo>
                    <a:pt x="1472986" y="1113217"/>
                  </a:lnTo>
                  <a:lnTo>
                    <a:pt x="1473647" y="955485"/>
                  </a:lnTo>
                  <a:lnTo>
                    <a:pt x="1474307" y="779559"/>
                  </a:lnTo>
                  <a:lnTo>
                    <a:pt x="1474968" y="655759"/>
                  </a:lnTo>
                  <a:lnTo>
                    <a:pt x="1475628" y="549212"/>
                  </a:lnTo>
                  <a:lnTo>
                    <a:pt x="1476289" y="485779"/>
                  </a:lnTo>
                  <a:lnTo>
                    <a:pt x="1476949" y="462426"/>
                  </a:lnTo>
                  <a:lnTo>
                    <a:pt x="1477610" y="493531"/>
                  </a:lnTo>
                  <a:lnTo>
                    <a:pt x="1478270" y="556758"/>
                  </a:lnTo>
                  <a:lnTo>
                    <a:pt x="1478931" y="654159"/>
                  </a:lnTo>
                  <a:lnTo>
                    <a:pt x="1479591" y="750128"/>
                  </a:lnTo>
                  <a:lnTo>
                    <a:pt x="1480252" y="757842"/>
                  </a:lnTo>
                  <a:lnTo>
                    <a:pt x="1480912" y="650985"/>
                  </a:lnTo>
                  <a:lnTo>
                    <a:pt x="1481573" y="570374"/>
                  </a:lnTo>
                  <a:lnTo>
                    <a:pt x="1482234" y="531417"/>
                  </a:lnTo>
                  <a:lnTo>
                    <a:pt x="1482894" y="525185"/>
                  </a:lnTo>
                  <a:lnTo>
                    <a:pt x="1483555" y="548846"/>
                  </a:lnTo>
                  <a:lnTo>
                    <a:pt x="1484215" y="573085"/>
                  </a:lnTo>
                  <a:lnTo>
                    <a:pt x="1484876" y="576898"/>
                  </a:lnTo>
                  <a:lnTo>
                    <a:pt x="1485536" y="578180"/>
                  </a:lnTo>
                  <a:lnTo>
                    <a:pt x="1486197" y="583025"/>
                  </a:lnTo>
                  <a:lnTo>
                    <a:pt x="1486857" y="608589"/>
                  </a:lnTo>
                  <a:lnTo>
                    <a:pt x="1487518" y="692271"/>
                  </a:lnTo>
                  <a:lnTo>
                    <a:pt x="1488178" y="833109"/>
                  </a:lnTo>
                  <a:lnTo>
                    <a:pt x="1488839" y="1027080"/>
                  </a:lnTo>
                  <a:lnTo>
                    <a:pt x="1489499" y="1172659"/>
                  </a:lnTo>
                  <a:lnTo>
                    <a:pt x="1490160" y="1224912"/>
                  </a:lnTo>
                  <a:lnTo>
                    <a:pt x="1490820" y="1153680"/>
                  </a:lnTo>
                  <a:lnTo>
                    <a:pt x="1491481" y="1133452"/>
                  </a:lnTo>
                  <a:lnTo>
                    <a:pt x="1492142" y="1143384"/>
                  </a:lnTo>
                  <a:lnTo>
                    <a:pt x="1492802" y="1162198"/>
                  </a:lnTo>
                  <a:lnTo>
                    <a:pt x="1493463" y="1209148"/>
                  </a:lnTo>
                  <a:lnTo>
                    <a:pt x="1494123" y="1286614"/>
                  </a:lnTo>
                  <a:lnTo>
                    <a:pt x="1494784" y="1303968"/>
                  </a:lnTo>
                  <a:lnTo>
                    <a:pt x="1495444" y="1254823"/>
                  </a:lnTo>
                  <a:lnTo>
                    <a:pt x="1496105" y="1254823"/>
                  </a:lnTo>
                  <a:lnTo>
                    <a:pt x="1496765" y="1254823"/>
                  </a:lnTo>
                  <a:lnTo>
                    <a:pt x="1497426" y="1281610"/>
                  </a:lnTo>
                  <a:lnTo>
                    <a:pt x="1498086" y="1298649"/>
                  </a:lnTo>
                  <a:lnTo>
                    <a:pt x="1498747" y="1336177"/>
                  </a:lnTo>
                  <a:lnTo>
                    <a:pt x="1499407" y="1336177"/>
                  </a:lnTo>
                  <a:lnTo>
                    <a:pt x="1500068" y="1313991"/>
                  </a:lnTo>
                  <a:lnTo>
                    <a:pt x="1500728" y="1279141"/>
                  </a:lnTo>
                  <a:lnTo>
                    <a:pt x="1501389" y="1279141"/>
                  </a:lnTo>
                  <a:lnTo>
                    <a:pt x="1502050" y="1296026"/>
                  </a:lnTo>
                  <a:lnTo>
                    <a:pt x="1502710" y="1313991"/>
                  </a:lnTo>
                  <a:lnTo>
                    <a:pt x="1503371" y="1336177"/>
                  </a:lnTo>
                  <a:lnTo>
                    <a:pt x="1504031" y="1336177"/>
                  </a:lnTo>
                  <a:lnTo>
                    <a:pt x="1504692" y="1336177"/>
                  </a:lnTo>
                  <a:lnTo>
                    <a:pt x="1505352" y="1336177"/>
                  </a:lnTo>
                  <a:lnTo>
                    <a:pt x="1506013" y="1316787"/>
                  </a:lnTo>
                  <a:lnTo>
                    <a:pt x="1506673" y="1316787"/>
                  </a:lnTo>
                  <a:lnTo>
                    <a:pt x="1507334" y="1336177"/>
                  </a:lnTo>
                  <a:lnTo>
                    <a:pt x="1507994" y="1336177"/>
                  </a:lnTo>
                  <a:lnTo>
                    <a:pt x="1508655" y="1336177"/>
                  </a:lnTo>
                  <a:lnTo>
                    <a:pt x="1509315" y="1357005"/>
                  </a:lnTo>
                  <a:lnTo>
                    <a:pt x="1509976" y="1379501"/>
                  </a:lnTo>
                  <a:lnTo>
                    <a:pt x="1510636" y="1403955"/>
                  </a:lnTo>
                  <a:lnTo>
                    <a:pt x="1511297" y="1430742"/>
                  </a:lnTo>
                  <a:lnTo>
                    <a:pt x="1511957" y="1430742"/>
                  </a:lnTo>
                  <a:lnTo>
                    <a:pt x="1512618" y="1430742"/>
                  </a:lnTo>
                  <a:lnTo>
                    <a:pt x="1513279" y="1403955"/>
                  </a:lnTo>
                  <a:lnTo>
                    <a:pt x="1513939" y="1316787"/>
                  </a:lnTo>
                  <a:lnTo>
                    <a:pt x="1514600" y="1250350"/>
                  </a:lnTo>
                  <a:lnTo>
                    <a:pt x="1515260" y="1209148"/>
                  </a:lnTo>
                  <a:lnTo>
                    <a:pt x="1515921" y="1184693"/>
                  </a:lnTo>
                  <a:lnTo>
                    <a:pt x="1516581" y="1173220"/>
                  </a:lnTo>
                  <a:lnTo>
                    <a:pt x="1517242" y="1196655"/>
                  </a:lnTo>
                  <a:lnTo>
                    <a:pt x="1517902" y="1235935"/>
                  </a:lnTo>
                  <a:lnTo>
                    <a:pt x="1518563" y="1265546"/>
                  </a:lnTo>
                  <a:lnTo>
                    <a:pt x="1519223" y="1298649"/>
                  </a:lnTo>
                  <a:lnTo>
                    <a:pt x="1519884" y="1336177"/>
                  </a:lnTo>
                  <a:lnTo>
                    <a:pt x="1520544" y="1379501"/>
                  </a:lnTo>
                  <a:lnTo>
                    <a:pt x="1521205" y="1403955"/>
                  </a:lnTo>
                  <a:lnTo>
                    <a:pt x="1521865" y="1430742"/>
                  </a:lnTo>
                  <a:lnTo>
                    <a:pt x="1522526" y="1430742"/>
                  </a:lnTo>
                  <a:lnTo>
                    <a:pt x="1523187" y="1430742"/>
                  </a:lnTo>
                  <a:lnTo>
                    <a:pt x="1523847" y="1430742"/>
                  </a:lnTo>
                  <a:lnTo>
                    <a:pt x="1524508" y="1379501"/>
                  </a:lnTo>
                  <a:lnTo>
                    <a:pt x="1525168" y="1336177"/>
                  </a:lnTo>
                  <a:lnTo>
                    <a:pt x="1525829" y="1316787"/>
                  </a:lnTo>
                  <a:lnTo>
                    <a:pt x="1526489" y="1281610"/>
                  </a:lnTo>
                  <a:lnTo>
                    <a:pt x="1527150" y="1196655"/>
                  </a:lnTo>
                  <a:lnTo>
                    <a:pt x="1527810" y="1162198"/>
                  </a:lnTo>
                  <a:lnTo>
                    <a:pt x="1528471" y="1141370"/>
                  </a:lnTo>
                  <a:lnTo>
                    <a:pt x="1529131" y="1132965"/>
                  </a:lnTo>
                  <a:lnTo>
                    <a:pt x="1529792" y="1142879"/>
                  </a:lnTo>
                  <a:lnTo>
                    <a:pt x="1530452" y="1186455"/>
                  </a:lnTo>
                  <a:lnTo>
                    <a:pt x="1531113" y="1224237"/>
                  </a:lnTo>
                  <a:lnTo>
                    <a:pt x="1531773" y="1252578"/>
                  </a:lnTo>
                  <a:lnTo>
                    <a:pt x="1532434" y="1222222"/>
                  </a:lnTo>
                  <a:lnTo>
                    <a:pt x="1533095" y="1184693"/>
                  </a:lnTo>
                  <a:lnTo>
                    <a:pt x="1533755" y="1162198"/>
                  </a:lnTo>
                  <a:lnTo>
                    <a:pt x="1534416" y="1135903"/>
                  </a:lnTo>
                  <a:lnTo>
                    <a:pt x="1535076" y="1108267"/>
                  </a:lnTo>
                  <a:lnTo>
                    <a:pt x="1535737" y="1111859"/>
                  </a:lnTo>
                  <a:lnTo>
                    <a:pt x="1536397" y="1121044"/>
                  </a:lnTo>
                  <a:lnTo>
                    <a:pt x="1537058" y="1146945"/>
                  </a:lnTo>
                  <a:lnTo>
                    <a:pt x="1537718" y="1185867"/>
                  </a:lnTo>
                  <a:lnTo>
                    <a:pt x="1538379" y="1211071"/>
                  </a:lnTo>
                  <a:lnTo>
                    <a:pt x="1539039" y="1193616"/>
                  </a:lnTo>
                  <a:lnTo>
                    <a:pt x="1539700" y="1158439"/>
                  </a:lnTo>
                  <a:lnTo>
                    <a:pt x="1540360" y="1121979"/>
                  </a:lnTo>
                  <a:lnTo>
                    <a:pt x="1541021" y="1095193"/>
                  </a:lnTo>
                  <a:lnTo>
                    <a:pt x="1541681" y="1085977"/>
                  </a:lnTo>
                  <a:lnTo>
                    <a:pt x="1542342" y="1102964"/>
                  </a:lnTo>
                  <a:lnTo>
                    <a:pt x="1543003" y="1151591"/>
                  </a:lnTo>
                  <a:lnTo>
                    <a:pt x="1543663" y="1196655"/>
                  </a:lnTo>
                  <a:lnTo>
                    <a:pt x="1544324" y="1222222"/>
                  </a:lnTo>
                  <a:lnTo>
                    <a:pt x="1544984" y="1265546"/>
                  </a:lnTo>
                  <a:lnTo>
                    <a:pt x="1545645" y="1316787"/>
                  </a:lnTo>
                  <a:lnTo>
                    <a:pt x="1546305" y="1336177"/>
                  </a:lnTo>
                  <a:lnTo>
                    <a:pt x="1546966" y="1357005"/>
                  </a:lnTo>
                  <a:lnTo>
                    <a:pt x="1547626" y="1403955"/>
                  </a:lnTo>
                  <a:lnTo>
                    <a:pt x="1548287" y="1430742"/>
                  </a:lnTo>
                  <a:lnTo>
                    <a:pt x="1548947" y="1403955"/>
                  </a:lnTo>
                  <a:lnTo>
                    <a:pt x="1549608" y="1379501"/>
                  </a:lnTo>
                  <a:lnTo>
                    <a:pt x="1550268" y="1357005"/>
                  </a:lnTo>
                  <a:lnTo>
                    <a:pt x="1550929" y="1336177"/>
                  </a:lnTo>
                  <a:lnTo>
                    <a:pt x="1551589" y="1316787"/>
                  </a:lnTo>
                  <a:lnTo>
                    <a:pt x="1552250" y="1336177"/>
                  </a:lnTo>
                  <a:lnTo>
                    <a:pt x="1552910" y="1336177"/>
                  </a:lnTo>
                  <a:lnTo>
                    <a:pt x="1553571" y="1316787"/>
                  </a:lnTo>
                  <a:lnTo>
                    <a:pt x="1554232" y="1316787"/>
                  </a:lnTo>
                  <a:lnTo>
                    <a:pt x="1554892" y="1316787"/>
                  </a:lnTo>
                  <a:lnTo>
                    <a:pt x="1555553" y="1298649"/>
                  </a:lnTo>
                  <a:lnTo>
                    <a:pt x="1556213" y="1281610"/>
                  </a:lnTo>
                  <a:lnTo>
                    <a:pt x="1556874" y="1265546"/>
                  </a:lnTo>
                  <a:lnTo>
                    <a:pt x="1557534" y="1238050"/>
                  </a:lnTo>
                  <a:lnTo>
                    <a:pt x="1558195" y="1211071"/>
                  </a:lnTo>
                  <a:lnTo>
                    <a:pt x="1558855" y="1198494"/>
                  </a:lnTo>
                  <a:lnTo>
                    <a:pt x="1559516" y="1211071"/>
                  </a:lnTo>
                  <a:lnTo>
                    <a:pt x="1560176" y="1238050"/>
                  </a:lnTo>
                  <a:lnTo>
                    <a:pt x="1560837" y="1275883"/>
                  </a:lnTo>
                  <a:lnTo>
                    <a:pt x="1561497" y="1329238"/>
                  </a:lnTo>
                  <a:lnTo>
                    <a:pt x="1562158" y="1354852"/>
                  </a:lnTo>
                  <a:lnTo>
                    <a:pt x="1562818" y="1354852"/>
                  </a:lnTo>
                  <a:lnTo>
                    <a:pt x="1563479" y="1314920"/>
                  </a:lnTo>
                  <a:lnTo>
                    <a:pt x="1564140" y="1240182"/>
                  </a:lnTo>
                  <a:lnTo>
                    <a:pt x="1564800" y="1181781"/>
                  </a:lnTo>
                  <a:lnTo>
                    <a:pt x="1565461" y="1146434"/>
                  </a:lnTo>
                  <a:lnTo>
                    <a:pt x="1566121" y="1136395"/>
                  </a:lnTo>
                  <a:lnTo>
                    <a:pt x="1566782" y="1136395"/>
                  </a:lnTo>
                  <a:lnTo>
                    <a:pt x="1567442" y="1146945"/>
                  </a:lnTo>
                  <a:lnTo>
                    <a:pt x="1568103" y="1142375"/>
                  </a:lnTo>
                  <a:lnTo>
                    <a:pt x="1568763" y="1142375"/>
                  </a:lnTo>
                  <a:lnTo>
                    <a:pt x="1569424" y="1149000"/>
                  </a:lnTo>
                  <a:lnTo>
                    <a:pt x="1570084" y="1181781"/>
                  </a:lnTo>
                  <a:lnTo>
                    <a:pt x="1570745" y="1231059"/>
                  </a:lnTo>
                  <a:lnTo>
                    <a:pt x="1571405" y="1310305"/>
                  </a:lnTo>
                  <a:lnTo>
                    <a:pt x="1572066" y="1371421"/>
                  </a:lnTo>
                  <a:lnTo>
                    <a:pt x="1572726" y="1357005"/>
                  </a:lnTo>
                  <a:lnTo>
                    <a:pt x="1573387" y="1222222"/>
                  </a:lnTo>
                  <a:lnTo>
                    <a:pt x="1574048" y="995803"/>
                  </a:lnTo>
                  <a:lnTo>
                    <a:pt x="1574708" y="830606"/>
                  </a:lnTo>
                  <a:lnTo>
                    <a:pt x="1575369" y="730962"/>
                  </a:lnTo>
                  <a:lnTo>
                    <a:pt x="1576029" y="670119"/>
                  </a:lnTo>
                  <a:lnTo>
                    <a:pt x="1576690" y="645172"/>
                  </a:lnTo>
                  <a:lnTo>
                    <a:pt x="1577350" y="664544"/>
                  </a:lnTo>
                  <a:lnTo>
                    <a:pt x="1578011" y="731079"/>
                  </a:lnTo>
                  <a:lnTo>
                    <a:pt x="1578671" y="804455"/>
                  </a:lnTo>
                  <a:lnTo>
                    <a:pt x="1579332" y="843871"/>
                  </a:lnTo>
                  <a:lnTo>
                    <a:pt x="1579992" y="840066"/>
                  </a:lnTo>
                  <a:lnTo>
                    <a:pt x="1580653" y="830274"/>
                  </a:lnTo>
                  <a:lnTo>
                    <a:pt x="1581313" y="821777"/>
                  </a:lnTo>
                  <a:lnTo>
                    <a:pt x="1581974" y="829281"/>
                  </a:lnTo>
                  <a:lnTo>
                    <a:pt x="1582634" y="832607"/>
                  </a:lnTo>
                  <a:lnTo>
                    <a:pt x="1583295" y="829281"/>
                  </a:lnTo>
                  <a:lnTo>
                    <a:pt x="1583955" y="770965"/>
                  </a:lnTo>
                  <a:lnTo>
                    <a:pt x="1584616" y="660162"/>
                  </a:lnTo>
                  <a:lnTo>
                    <a:pt x="1585277" y="546600"/>
                  </a:lnTo>
                  <a:lnTo>
                    <a:pt x="1585937" y="480855"/>
                  </a:lnTo>
                  <a:lnTo>
                    <a:pt x="1586598" y="435644"/>
                  </a:lnTo>
                  <a:lnTo>
                    <a:pt x="1587258" y="416775"/>
                  </a:lnTo>
                  <a:lnTo>
                    <a:pt x="1587919" y="406893"/>
                  </a:lnTo>
                  <a:lnTo>
                    <a:pt x="1588579" y="399775"/>
                  </a:lnTo>
                  <a:lnTo>
                    <a:pt x="1589240" y="379909"/>
                  </a:lnTo>
                  <a:lnTo>
                    <a:pt x="1589900" y="356364"/>
                  </a:lnTo>
                  <a:lnTo>
                    <a:pt x="1590561" y="318019"/>
                  </a:lnTo>
                  <a:lnTo>
                    <a:pt x="1591221" y="291166"/>
                  </a:lnTo>
                  <a:lnTo>
                    <a:pt x="1591882" y="270864"/>
                  </a:lnTo>
                  <a:lnTo>
                    <a:pt x="1592542" y="248812"/>
                  </a:lnTo>
                  <a:lnTo>
                    <a:pt x="1593203" y="232783"/>
                  </a:lnTo>
                  <a:lnTo>
                    <a:pt x="1593863" y="230968"/>
                  </a:lnTo>
                  <a:lnTo>
                    <a:pt x="1594524" y="233477"/>
                  </a:lnTo>
                  <a:lnTo>
                    <a:pt x="1595185" y="248372"/>
                  </a:lnTo>
                  <a:lnTo>
                    <a:pt x="1595845" y="264765"/>
                  </a:lnTo>
                  <a:lnTo>
                    <a:pt x="1596506" y="268269"/>
                  </a:lnTo>
                  <a:lnTo>
                    <a:pt x="1597166" y="268180"/>
                  </a:lnTo>
                  <a:lnTo>
                    <a:pt x="1597827" y="265498"/>
                  </a:lnTo>
                  <a:lnTo>
                    <a:pt x="1598487" y="262226"/>
                  </a:lnTo>
                  <a:lnTo>
                    <a:pt x="1599148" y="277958"/>
                  </a:lnTo>
                  <a:lnTo>
                    <a:pt x="1599808" y="312891"/>
                  </a:lnTo>
                  <a:lnTo>
                    <a:pt x="1600469" y="350465"/>
                  </a:lnTo>
                  <a:lnTo>
                    <a:pt x="1601129" y="392763"/>
                  </a:lnTo>
                  <a:lnTo>
                    <a:pt x="1601790" y="430917"/>
                  </a:lnTo>
                  <a:lnTo>
                    <a:pt x="1602450" y="473301"/>
                  </a:lnTo>
                  <a:lnTo>
                    <a:pt x="1603111" y="517176"/>
                  </a:lnTo>
                  <a:lnTo>
                    <a:pt x="1603771" y="542757"/>
                  </a:lnTo>
                  <a:lnTo>
                    <a:pt x="1604432" y="534065"/>
                  </a:lnTo>
                  <a:lnTo>
                    <a:pt x="1605093" y="490543"/>
                  </a:lnTo>
                  <a:lnTo>
                    <a:pt x="1605753" y="436419"/>
                  </a:lnTo>
                  <a:lnTo>
                    <a:pt x="1606414" y="376951"/>
                  </a:lnTo>
                  <a:lnTo>
                    <a:pt x="1607074" y="326538"/>
                  </a:lnTo>
                  <a:lnTo>
                    <a:pt x="1607735" y="288064"/>
                  </a:lnTo>
                  <a:lnTo>
                    <a:pt x="1608395" y="258361"/>
                  </a:lnTo>
                  <a:lnTo>
                    <a:pt x="1609056" y="235449"/>
                  </a:lnTo>
                  <a:lnTo>
                    <a:pt x="1609716" y="226596"/>
                  </a:lnTo>
                  <a:lnTo>
                    <a:pt x="1610377" y="221416"/>
                  </a:lnTo>
                  <a:lnTo>
                    <a:pt x="1611037" y="232072"/>
                  </a:lnTo>
                  <a:lnTo>
                    <a:pt x="1611698" y="261830"/>
                  </a:lnTo>
                  <a:lnTo>
                    <a:pt x="1612358" y="291385"/>
                  </a:lnTo>
                  <a:lnTo>
                    <a:pt x="1613019" y="307210"/>
                  </a:lnTo>
                  <a:lnTo>
                    <a:pt x="1613679" y="328479"/>
                  </a:lnTo>
                  <a:lnTo>
                    <a:pt x="1614340" y="355199"/>
                  </a:lnTo>
                  <a:lnTo>
                    <a:pt x="1615001" y="373566"/>
                  </a:lnTo>
                  <a:lnTo>
                    <a:pt x="1615661" y="367139"/>
                  </a:lnTo>
                  <a:lnTo>
                    <a:pt x="1616322" y="358090"/>
                  </a:lnTo>
                  <a:lnTo>
                    <a:pt x="1616982" y="355015"/>
                  </a:lnTo>
                  <a:lnTo>
                    <a:pt x="1617643" y="338824"/>
                  </a:lnTo>
                  <a:lnTo>
                    <a:pt x="1618303" y="325710"/>
                  </a:lnTo>
                  <a:lnTo>
                    <a:pt x="1618964" y="328618"/>
                  </a:lnTo>
                  <a:lnTo>
                    <a:pt x="1619624" y="336696"/>
                  </a:lnTo>
                  <a:lnTo>
                    <a:pt x="1620285" y="333165"/>
                  </a:lnTo>
                  <a:lnTo>
                    <a:pt x="1620945" y="336352"/>
                  </a:lnTo>
                  <a:lnTo>
                    <a:pt x="1621606" y="346996"/>
                  </a:lnTo>
                  <a:lnTo>
                    <a:pt x="1622266" y="370253"/>
                  </a:lnTo>
                  <a:lnTo>
                    <a:pt x="1622927" y="416091"/>
                  </a:lnTo>
                  <a:lnTo>
                    <a:pt x="1623587" y="486218"/>
                  </a:lnTo>
                  <a:lnTo>
                    <a:pt x="1624248" y="531017"/>
                  </a:lnTo>
                  <a:lnTo>
                    <a:pt x="1624908" y="520793"/>
                  </a:lnTo>
                  <a:lnTo>
                    <a:pt x="1625569" y="483403"/>
                  </a:lnTo>
                  <a:lnTo>
                    <a:pt x="1626230" y="439500"/>
                  </a:lnTo>
                  <a:lnTo>
                    <a:pt x="1626890" y="396992"/>
                  </a:lnTo>
                  <a:lnTo>
                    <a:pt x="1627551" y="367043"/>
                  </a:lnTo>
                  <a:lnTo>
                    <a:pt x="1628211" y="360575"/>
                  </a:lnTo>
                  <a:lnTo>
                    <a:pt x="1628872" y="378709"/>
                  </a:lnTo>
                  <a:lnTo>
                    <a:pt x="1629532" y="394236"/>
                  </a:lnTo>
                  <a:lnTo>
                    <a:pt x="1630193" y="408221"/>
                  </a:lnTo>
                  <a:lnTo>
                    <a:pt x="1630853" y="415863"/>
                  </a:lnTo>
                  <a:lnTo>
                    <a:pt x="1631514" y="422199"/>
                  </a:lnTo>
                  <a:lnTo>
                    <a:pt x="1632174" y="415597"/>
                  </a:lnTo>
                  <a:lnTo>
                    <a:pt x="1632835" y="406967"/>
                  </a:lnTo>
                  <a:lnTo>
                    <a:pt x="1633495" y="416091"/>
                  </a:lnTo>
                  <a:lnTo>
                    <a:pt x="1634156" y="448439"/>
                  </a:lnTo>
                  <a:lnTo>
                    <a:pt x="1634816" y="470842"/>
                  </a:lnTo>
                  <a:lnTo>
                    <a:pt x="1635477" y="479899"/>
                  </a:lnTo>
                  <a:lnTo>
                    <a:pt x="1636138" y="484952"/>
                  </a:lnTo>
                  <a:lnTo>
                    <a:pt x="1636798" y="483065"/>
                  </a:lnTo>
                  <a:lnTo>
                    <a:pt x="1637459" y="475969"/>
                  </a:lnTo>
                  <a:lnTo>
                    <a:pt x="1638119" y="490147"/>
                  </a:lnTo>
                  <a:lnTo>
                    <a:pt x="1638780" y="521069"/>
                  </a:lnTo>
                  <a:lnTo>
                    <a:pt x="1639440" y="550313"/>
                  </a:lnTo>
                  <a:lnTo>
                    <a:pt x="1640101" y="540085"/>
                  </a:lnTo>
                  <a:lnTo>
                    <a:pt x="1640761" y="483741"/>
                  </a:lnTo>
                  <a:lnTo>
                    <a:pt x="1641422" y="423094"/>
                  </a:lnTo>
                  <a:lnTo>
                    <a:pt x="1642082" y="376027"/>
                  </a:lnTo>
                  <a:lnTo>
                    <a:pt x="1642743" y="348815"/>
                  </a:lnTo>
                  <a:lnTo>
                    <a:pt x="1643403" y="349954"/>
                  </a:lnTo>
                  <a:lnTo>
                    <a:pt x="1644064" y="379676"/>
                  </a:lnTo>
                  <a:lnTo>
                    <a:pt x="1644724" y="412166"/>
                  </a:lnTo>
                  <a:lnTo>
                    <a:pt x="1645385" y="445048"/>
                  </a:lnTo>
                  <a:lnTo>
                    <a:pt x="1646046" y="480329"/>
                  </a:lnTo>
                  <a:lnTo>
                    <a:pt x="1646706" y="495843"/>
                  </a:lnTo>
                  <a:lnTo>
                    <a:pt x="1647367" y="495641"/>
                  </a:lnTo>
                  <a:lnTo>
                    <a:pt x="1648027" y="510238"/>
                  </a:lnTo>
                  <a:lnTo>
                    <a:pt x="1648688" y="513981"/>
                  </a:lnTo>
                  <a:lnTo>
                    <a:pt x="1649348" y="517776"/>
                  </a:lnTo>
                  <a:lnTo>
                    <a:pt x="1650009" y="535108"/>
                  </a:lnTo>
                  <a:lnTo>
                    <a:pt x="1650669" y="568733"/>
                  </a:lnTo>
                  <a:lnTo>
                    <a:pt x="1651330" y="592404"/>
                  </a:lnTo>
                  <a:lnTo>
                    <a:pt x="1651990" y="641843"/>
                  </a:lnTo>
                  <a:lnTo>
                    <a:pt x="1652651" y="657728"/>
                  </a:lnTo>
                  <a:lnTo>
                    <a:pt x="1653311" y="644058"/>
                  </a:lnTo>
                  <a:lnTo>
                    <a:pt x="1653972" y="606711"/>
                  </a:lnTo>
                  <a:lnTo>
                    <a:pt x="1654632" y="560101"/>
                  </a:lnTo>
                  <a:lnTo>
                    <a:pt x="1655293" y="489850"/>
                  </a:lnTo>
                  <a:lnTo>
                    <a:pt x="1655953" y="434465"/>
                  </a:lnTo>
                  <a:lnTo>
                    <a:pt x="1656614" y="387153"/>
                  </a:lnTo>
                  <a:lnTo>
                    <a:pt x="1657275" y="348277"/>
                  </a:lnTo>
                  <a:lnTo>
                    <a:pt x="1657935" y="317643"/>
                  </a:lnTo>
                  <a:lnTo>
                    <a:pt x="1658596" y="311998"/>
                  </a:lnTo>
                  <a:lnTo>
                    <a:pt x="1659256" y="323514"/>
                  </a:lnTo>
                  <a:lnTo>
                    <a:pt x="1659917" y="351128"/>
                  </a:lnTo>
                  <a:lnTo>
                    <a:pt x="1660577" y="388941"/>
                  </a:lnTo>
                  <a:lnTo>
                    <a:pt x="1661238" y="442281"/>
                  </a:lnTo>
                  <a:lnTo>
                    <a:pt x="1661898" y="478567"/>
                  </a:lnTo>
                  <a:lnTo>
                    <a:pt x="1662559" y="514844"/>
                  </a:lnTo>
                  <a:lnTo>
                    <a:pt x="1663219" y="542697"/>
                  </a:lnTo>
                  <a:lnTo>
                    <a:pt x="1663880" y="557198"/>
                  </a:lnTo>
                  <a:lnTo>
                    <a:pt x="1664540" y="557323"/>
                  </a:lnTo>
                  <a:lnTo>
                    <a:pt x="1665201" y="565093"/>
                  </a:lnTo>
                  <a:lnTo>
                    <a:pt x="1665861" y="573350"/>
                  </a:lnTo>
                  <a:lnTo>
                    <a:pt x="1666522" y="578722"/>
                  </a:lnTo>
                  <a:lnTo>
                    <a:pt x="1667183" y="617941"/>
                  </a:lnTo>
                  <a:lnTo>
                    <a:pt x="1667843" y="683672"/>
                  </a:lnTo>
                  <a:lnTo>
                    <a:pt x="1668504" y="747768"/>
                  </a:lnTo>
                  <a:lnTo>
                    <a:pt x="1669164" y="771773"/>
                  </a:lnTo>
                  <a:lnTo>
                    <a:pt x="1669825" y="753769"/>
                  </a:lnTo>
                  <a:lnTo>
                    <a:pt x="1670485" y="691662"/>
                  </a:lnTo>
                  <a:lnTo>
                    <a:pt x="1671146" y="637131"/>
                  </a:lnTo>
                  <a:lnTo>
                    <a:pt x="1671806" y="606861"/>
                  </a:lnTo>
                  <a:lnTo>
                    <a:pt x="1672467" y="588797"/>
                  </a:lnTo>
                  <a:lnTo>
                    <a:pt x="1673127" y="599029"/>
                  </a:lnTo>
                  <a:lnTo>
                    <a:pt x="1673788" y="638637"/>
                  </a:lnTo>
                  <a:lnTo>
                    <a:pt x="1674448" y="683376"/>
                  </a:lnTo>
                  <a:lnTo>
                    <a:pt x="1675109" y="714445"/>
                  </a:lnTo>
                  <a:lnTo>
                    <a:pt x="1675769" y="690449"/>
                  </a:lnTo>
                  <a:lnTo>
                    <a:pt x="1676430" y="637214"/>
                  </a:lnTo>
                  <a:lnTo>
                    <a:pt x="1677091" y="588096"/>
                  </a:lnTo>
                  <a:lnTo>
                    <a:pt x="1677751" y="547266"/>
                  </a:lnTo>
                  <a:lnTo>
                    <a:pt x="1678412" y="526196"/>
                  </a:lnTo>
                  <a:lnTo>
                    <a:pt x="1679072" y="549518"/>
                  </a:lnTo>
                  <a:lnTo>
                    <a:pt x="1679733" y="597720"/>
                  </a:lnTo>
                  <a:lnTo>
                    <a:pt x="1680393" y="655225"/>
                  </a:lnTo>
                  <a:lnTo>
                    <a:pt x="1681054" y="715215"/>
                  </a:lnTo>
                  <a:lnTo>
                    <a:pt x="1681714" y="758998"/>
                  </a:lnTo>
                  <a:lnTo>
                    <a:pt x="1682375" y="756053"/>
                  </a:lnTo>
                  <a:lnTo>
                    <a:pt x="1683035" y="747026"/>
                  </a:lnTo>
                  <a:lnTo>
                    <a:pt x="1683696" y="728179"/>
                  </a:lnTo>
                  <a:lnTo>
                    <a:pt x="1684356" y="725082"/>
                  </a:lnTo>
                  <a:lnTo>
                    <a:pt x="1685017" y="726684"/>
                  </a:lnTo>
                  <a:lnTo>
                    <a:pt x="1685677" y="723035"/>
                  </a:lnTo>
                  <a:lnTo>
                    <a:pt x="1686338" y="694104"/>
                  </a:lnTo>
                  <a:lnTo>
                    <a:pt x="1686998" y="659800"/>
                  </a:lnTo>
                  <a:lnTo>
                    <a:pt x="1687659" y="620210"/>
                  </a:lnTo>
                  <a:lnTo>
                    <a:pt x="1688320" y="592261"/>
                  </a:lnTo>
                  <a:lnTo>
                    <a:pt x="1688980" y="604771"/>
                  </a:lnTo>
                  <a:lnTo>
                    <a:pt x="1689641" y="638469"/>
                  </a:lnTo>
                  <a:lnTo>
                    <a:pt x="1690301" y="655759"/>
                  </a:lnTo>
                  <a:lnTo>
                    <a:pt x="1690962" y="668901"/>
                  </a:lnTo>
                  <a:lnTo>
                    <a:pt x="1691622" y="656116"/>
                  </a:lnTo>
                  <a:lnTo>
                    <a:pt x="1692283" y="637131"/>
                  </a:lnTo>
                  <a:lnTo>
                    <a:pt x="1692943" y="629151"/>
                  </a:lnTo>
                  <a:lnTo>
                    <a:pt x="1693604" y="636880"/>
                  </a:lnTo>
                  <a:lnTo>
                    <a:pt x="1694264" y="629232"/>
                  </a:lnTo>
                  <a:lnTo>
                    <a:pt x="1694925" y="649673"/>
                  </a:lnTo>
                  <a:lnTo>
                    <a:pt x="1695585" y="668995"/>
                  </a:lnTo>
                  <a:lnTo>
                    <a:pt x="1696246" y="649673"/>
                  </a:lnTo>
                  <a:lnTo>
                    <a:pt x="1696906" y="605665"/>
                  </a:lnTo>
                  <a:lnTo>
                    <a:pt x="1697567" y="540973"/>
                  </a:lnTo>
                  <a:lnTo>
                    <a:pt x="1698228" y="453820"/>
                  </a:lnTo>
                  <a:lnTo>
                    <a:pt x="1698888" y="374679"/>
                  </a:lnTo>
                  <a:lnTo>
                    <a:pt x="1699549" y="334896"/>
                  </a:lnTo>
                  <a:lnTo>
                    <a:pt x="1700209" y="320064"/>
                  </a:lnTo>
                  <a:lnTo>
                    <a:pt x="1700870" y="324336"/>
                  </a:lnTo>
                  <a:lnTo>
                    <a:pt x="1701530" y="356795"/>
                  </a:lnTo>
                  <a:lnTo>
                    <a:pt x="1702191" y="394623"/>
                  </a:lnTo>
                  <a:lnTo>
                    <a:pt x="1702851" y="407814"/>
                  </a:lnTo>
                  <a:lnTo>
                    <a:pt x="1703512" y="415673"/>
                  </a:lnTo>
                  <a:lnTo>
                    <a:pt x="1704172" y="439376"/>
                  </a:lnTo>
                  <a:lnTo>
                    <a:pt x="1704833" y="460639"/>
                  </a:lnTo>
                  <a:lnTo>
                    <a:pt x="1705493" y="486266"/>
                  </a:lnTo>
                  <a:lnTo>
                    <a:pt x="1706154" y="530559"/>
                  </a:lnTo>
                  <a:lnTo>
                    <a:pt x="1706814" y="563484"/>
                  </a:lnTo>
                  <a:lnTo>
                    <a:pt x="1707475" y="545694"/>
                  </a:lnTo>
                  <a:lnTo>
                    <a:pt x="1708136" y="500320"/>
                  </a:lnTo>
                  <a:lnTo>
                    <a:pt x="1708796" y="442240"/>
                  </a:lnTo>
                  <a:lnTo>
                    <a:pt x="1709457" y="361168"/>
                  </a:lnTo>
                  <a:lnTo>
                    <a:pt x="1710117" y="300481"/>
                  </a:lnTo>
                  <a:lnTo>
                    <a:pt x="1710778" y="274377"/>
                  </a:lnTo>
                  <a:lnTo>
                    <a:pt x="1711438" y="268427"/>
                  </a:lnTo>
                  <a:lnTo>
                    <a:pt x="1712099" y="290776"/>
                  </a:lnTo>
                  <a:lnTo>
                    <a:pt x="1712759" y="360544"/>
                  </a:lnTo>
                  <a:lnTo>
                    <a:pt x="1713420" y="458643"/>
                  </a:lnTo>
                  <a:lnTo>
                    <a:pt x="1714080" y="584682"/>
                  </a:lnTo>
                  <a:lnTo>
                    <a:pt x="1714741" y="750128"/>
                  </a:lnTo>
                  <a:lnTo>
                    <a:pt x="1715401" y="913013"/>
                  </a:lnTo>
                  <a:lnTo>
                    <a:pt x="1716062" y="967390"/>
                  </a:lnTo>
                  <a:lnTo>
                    <a:pt x="1716722" y="999111"/>
                  </a:lnTo>
                  <a:lnTo>
                    <a:pt x="1717383" y="920460"/>
                  </a:lnTo>
                  <a:lnTo>
                    <a:pt x="1718044" y="833780"/>
                  </a:lnTo>
                  <a:lnTo>
                    <a:pt x="1718704" y="755925"/>
                  </a:lnTo>
                  <a:lnTo>
                    <a:pt x="1719365" y="683278"/>
                  </a:lnTo>
                  <a:lnTo>
                    <a:pt x="1720025" y="636381"/>
                  </a:lnTo>
                  <a:lnTo>
                    <a:pt x="1720686" y="595769"/>
                  </a:lnTo>
                  <a:lnTo>
                    <a:pt x="1721346" y="564255"/>
                  </a:lnTo>
                  <a:lnTo>
                    <a:pt x="1722007" y="554324"/>
                  </a:lnTo>
                  <a:lnTo>
                    <a:pt x="1722667" y="581515"/>
                  </a:lnTo>
                  <a:lnTo>
                    <a:pt x="1723328" y="601959"/>
                  </a:lnTo>
                  <a:lnTo>
                    <a:pt x="1723988" y="612843"/>
                  </a:lnTo>
                  <a:lnTo>
                    <a:pt x="1724649" y="567623"/>
                  </a:lnTo>
                  <a:lnTo>
                    <a:pt x="1725309" y="481574"/>
                  </a:lnTo>
                  <a:lnTo>
                    <a:pt x="1725970" y="391193"/>
                  </a:lnTo>
                  <a:lnTo>
                    <a:pt x="1726630" y="323542"/>
                  </a:lnTo>
                  <a:lnTo>
                    <a:pt x="1727291" y="290533"/>
                  </a:lnTo>
                  <a:lnTo>
                    <a:pt x="1727951" y="298398"/>
                  </a:lnTo>
                  <a:lnTo>
                    <a:pt x="1728612" y="336839"/>
                  </a:lnTo>
                  <a:lnTo>
                    <a:pt x="1729273" y="378510"/>
                  </a:lnTo>
                  <a:lnTo>
                    <a:pt x="1729933" y="379909"/>
                  </a:lnTo>
                  <a:lnTo>
                    <a:pt x="1730594" y="323159"/>
                  </a:lnTo>
                  <a:lnTo>
                    <a:pt x="1731254" y="248749"/>
                  </a:lnTo>
                  <a:lnTo>
                    <a:pt x="1731915" y="173163"/>
                  </a:lnTo>
                  <a:lnTo>
                    <a:pt x="1732575" y="117242"/>
                  </a:lnTo>
                  <a:lnTo>
                    <a:pt x="1733236" y="100247"/>
                  </a:lnTo>
                  <a:lnTo>
                    <a:pt x="1733896" y="112467"/>
                  </a:lnTo>
                  <a:lnTo>
                    <a:pt x="1734557" y="133978"/>
                  </a:lnTo>
                  <a:lnTo>
                    <a:pt x="1735217" y="164848"/>
                  </a:lnTo>
                  <a:lnTo>
                    <a:pt x="1735878" y="198901"/>
                  </a:lnTo>
                  <a:lnTo>
                    <a:pt x="1736538" y="211645"/>
                  </a:lnTo>
                  <a:lnTo>
                    <a:pt x="1737199" y="202131"/>
                  </a:lnTo>
                  <a:lnTo>
                    <a:pt x="1737859" y="187855"/>
                  </a:lnTo>
                  <a:lnTo>
                    <a:pt x="1738520" y="175850"/>
                  </a:lnTo>
                  <a:lnTo>
                    <a:pt x="1739181" y="172028"/>
                  </a:lnTo>
                  <a:lnTo>
                    <a:pt x="1739841" y="189497"/>
                  </a:lnTo>
                  <a:lnTo>
                    <a:pt x="1740502" y="229732"/>
                  </a:lnTo>
                  <a:lnTo>
                    <a:pt x="1741162" y="287294"/>
                  </a:lnTo>
                  <a:lnTo>
                    <a:pt x="1741823" y="349204"/>
                  </a:lnTo>
                  <a:lnTo>
                    <a:pt x="1742483" y="388562"/>
                  </a:lnTo>
                  <a:lnTo>
                    <a:pt x="1743144" y="363648"/>
                  </a:lnTo>
                  <a:lnTo>
                    <a:pt x="1743804" y="300304"/>
                  </a:lnTo>
                  <a:lnTo>
                    <a:pt x="1744465" y="230045"/>
                  </a:lnTo>
                  <a:lnTo>
                    <a:pt x="1745125" y="194686"/>
                  </a:lnTo>
                  <a:lnTo>
                    <a:pt x="1745786" y="176546"/>
                  </a:lnTo>
                  <a:lnTo>
                    <a:pt x="1746446" y="176157"/>
                  </a:lnTo>
                  <a:lnTo>
                    <a:pt x="1747107" y="185955"/>
                  </a:lnTo>
                  <a:lnTo>
                    <a:pt x="1747767" y="217377"/>
                  </a:lnTo>
                  <a:lnTo>
                    <a:pt x="1748428" y="232151"/>
                  </a:lnTo>
                  <a:lnTo>
                    <a:pt x="1749089" y="244362"/>
                  </a:lnTo>
                  <a:lnTo>
                    <a:pt x="1749749" y="252440"/>
                  </a:lnTo>
                  <a:lnTo>
                    <a:pt x="1750410" y="249672"/>
                  </a:lnTo>
                  <a:lnTo>
                    <a:pt x="1751070" y="209049"/>
                  </a:lnTo>
                  <a:lnTo>
                    <a:pt x="1751731" y="179855"/>
                  </a:lnTo>
                  <a:lnTo>
                    <a:pt x="1752391" y="157863"/>
                  </a:lnTo>
                  <a:lnTo>
                    <a:pt x="1753052" y="154097"/>
                  </a:lnTo>
                  <a:lnTo>
                    <a:pt x="1753712" y="162557"/>
                  </a:lnTo>
                  <a:lnTo>
                    <a:pt x="1754373" y="193135"/>
                  </a:lnTo>
                  <a:lnTo>
                    <a:pt x="1755033" y="213044"/>
                  </a:lnTo>
                  <a:lnTo>
                    <a:pt x="1755694" y="225071"/>
                  </a:lnTo>
                  <a:lnTo>
                    <a:pt x="1756354" y="206478"/>
                  </a:lnTo>
                  <a:lnTo>
                    <a:pt x="1757015" y="198954"/>
                  </a:lnTo>
                  <a:lnTo>
                    <a:pt x="1757675" y="204896"/>
                  </a:lnTo>
                  <a:lnTo>
                    <a:pt x="1758336" y="227566"/>
                  </a:lnTo>
                  <a:lnTo>
                    <a:pt x="1758996" y="271795"/>
                  </a:lnTo>
                  <a:lnTo>
                    <a:pt x="1759657" y="360544"/>
                  </a:lnTo>
                  <a:lnTo>
                    <a:pt x="1760318" y="461621"/>
                  </a:lnTo>
                  <a:lnTo>
                    <a:pt x="1760978" y="574150"/>
                  </a:lnTo>
                  <a:lnTo>
                    <a:pt x="1761639" y="691966"/>
                  </a:lnTo>
                  <a:lnTo>
                    <a:pt x="1762299" y="725082"/>
                  </a:lnTo>
                  <a:lnTo>
                    <a:pt x="1762960" y="648454"/>
                  </a:lnTo>
                  <a:lnTo>
                    <a:pt x="1763620" y="566583"/>
                  </a:lnTo>
                  <a:lnTo>
                    <a:pt x="1764281" y="527040"/>
                  </a:lnTo>
                  <a:lnTo>
                    <a:pt x="1764941" y="513336"/>
                  </a:lnTo>
                  <a:lnTo>
                    <a:pt x="1765602" y="465400"/>
                  </a:lnTo>
                  <a:lnTo>
                    <a:pt x="1766262" y="379042"/>
                  </a:lnTo>
                  <a:lnTo>
                    <a:pt x="1766923" y="293098"/>
                  </a:lnTo>
                  <a:lnTo>
                    <a:pt x="1767583" y="215844"/>
                  </a:lnTo>
                  <a:lnTo>
                    <a:pt x="1768244" y="162172"/>
                  </a:lnTo>
                  <a:lnTo>
                    <a:pt x="1768904" y="152724"/>
                  </a:lnTo>
                  <a:lnTo>
                    <a:pt x="1769565" y="176708"/>
                  </a:lnTo>
                  <a:lnTo>
                    <a:pt x="1770226" y="227256"/>
                  </a:lnTo>
                  <a:lnTo>
                    <a:pt x="1770886" y="287751"/>
                  </a:lnTo>
                  <a:lnTo>
                    <a:pt x="1771547" y="355597"/>
                  </a:lnTo>
                  <a:lnTo>
                    <a:pt x="1772207" y="398666"/>
                  </a:lnTo>
                  <a:lnTo>
                    <a:pt x="1772868" y="410782"/>
                  </a:lnTo>
                  <a:lnTo>
                    <a:pt x="1773528" y="383339"/>
                  </a:lnTo>
                  <a:lnTo>
                    <a:pt x="1774189" y="370480"/>
                  </a:lnTo>
                  <a:lnTo>
                    <a:pt x="1774849" y="350164"/>
                  </a:lnTo>
                  <a:lnTo>
                    <a:pt x="1775510" y="322396"/>
                  </a:lnTo>
                  <a:lnTo>
                    <a:pt x="1776170" y="316521"/>
                  </a:lnTo>
                  <a:lnTo>
                    <a:pt x="1776831" y="326787"/>
                  </a:lnTo>
                  <a:lnTo>
                    <a:pt x="1777491" y="336094"/>
                  </a:lnTo>
                  <a:lnTo>
                    <a:pt x="1778152" y="341842"/>
                  </a:lnTo>
                  <a:lnTo>
                    <a:pt x="1778812" y="354893"/>
                  </a:lnTo>
                  <a:lnTo>
                    <a:pt x="1779473" y="340358"/>
                  </a:lnTo>
                  <a:lnTo>
                    <a:pt x="1780134" y="325517"/>
                  </a:lnTo>
                  <a:lnTo>
                    <a:pt x="1780794" y="307313"/>
                  </a:lnTo>
                  <a:lnTo>
                    <a:pt x="1781455" y="287390"/>
                  </a:lnTo>
                  <a:lnTo>
                    <a:pt x="1782115" y="266211"/>
                  </a:lnTo>
                  <a:lnTo>
                    <a:pt x="1782776" y="279076"/>
                  </a:lnTo>
                  <a:lnTo>
                    <a:pt x="1783436" y="318932"/>
                  </a:lnTo>
                  <a:lnTo>
                    <a:pt x="1784097" y="383779"/>
                  </a:lnTo>
                  <a:lnTo>
                    <a:pt x="1784757" y="470243"/>
                  </a:lnTo>
                  <a:lnTo>
                    <a:pt x="1785418" y="578112"/>
                  </a:lnTo>
                  <a:lnTo>
                    <a:pt x="1786078" y="613379"/>
                  </a:lnTo>
                  <a:lnTo>
                    <a:pt x="1786739" y="578045"/>
                  </a:lnTo>
                  <a:lnTo>
                    <a:pt x="1787399" y="547630"/>
                  </a:lnTo>
                  <a:lnTo>
                    <a:pt x="1788060" y="559720"/>
                  </a:lnTo>
                  <a:lnTo>
                    <a:pt x="1788720" y="609420"/>
                  </a:lnTo>
                  <a:lnTo>
                    <a:pt x="1789381" y="719993"/>
                  </a:lnTo>
                  <a:lnTo>
                    <a:pt x="1790042" y="912568"/>
                  </a:lnTo>
                  <a:lnTo>
                    <a:pt x="1790702" y="1127180"/>
                  </a:lnTo>
                  <a:lnTo>
                    <a:pt x="1791363" y="1217577"/>
                  </a:lnTo>
                  <a:lnTo>
                    <a:pt x="1792023" y="1068019"/>
                  </a:lnTo>
                  <a:lnTo>
                    <a:pt x="1792684" y="913459"/>
                  </a:lnTo>
                  <a:lnTo>
                    <a:pt x="1793344" y="810420"/>
                  </a:lnTo>
                  <a:lnTo>
                    <a:pt x="1794005" y="736493"/>
                  </a:lnTo>
                  <a:lnTo>
                    <a:pt x="1794665" y="683376"/>
                  </a:lnTo>
                  <a:lnTo>
                    <a:pt x="1795326" y="666853"/>
                  </a:lnTo>
                  <a:lnTo>
                    <a:pt x="1795986" y="644915"/>
                  </a:lnTo>
                  <a:lnTo>
                    <a:pt x="1796647" y="610025"/>
                  </a:lnTo>
                  <a:lnTo>
                    <a:pt x="1797307" y="594762"/>
                  </a:lnTo>
                  <a:lnTo>
                    <a:pt x="1797968" y="589712"/>
                  </a:lnTo>
                  <a:lnTo>
                    <a:pt x="1798628" y="569257"/>
                  </a:lnTo>
                  <a:lnTo>
                    <a:pt x="1799289" y="554324"/>
                  </a:lnTo>
                  <a:lnTo>
                    <a:pt x="1799949" y="562970"/>
                  </a:lnTo>
                  <a:lnTo>
                    <a:pt x="1800610" y="560482"/>
                  </a:lnTo>
                  <a:lnTo>
                    <a:pt x="1801271" y="546842"/>
                  </a:lnTo>
                  <a:lnTo>
                    <a:pt x="1801931" y="546963"/>
                  </a:lnTo>
                  <a:lnTo>
                    <a:pt x="1802592" y="557826"/>
                  </a:lnTo>
                  <a:lnTo>
                    <a:pt x="1803252" y="544972"/>
                  </a:lnTo>
                  <a:lnTo>
                    <a:pt x="1803913" y="528681"/>
                  </a:lnTo>
                  <a:lnTo>
                    <a:pt x="1804573" y="517285"/>
                  </a:lnTo>
                  <a:lnTo>
                    <a:pt x="1805234" y="501709"/>
                  </a:lnTo>
                  <a:lnTo>
                    <a:pt x="1805894" y="498735"/>
                  </a:lnTo>
                  <a:lnTo>
                    <a:pt x="1806555" y="510823"/>
                  </a:lnTo>
                  <a:lnTo>
                    <a:pt x="1807215" y="533084"/>
                  </a:lnTo>
                  <a:lnTo>
                    <a:pt x="1807876" y="541863"/>
                  </a:lnTo>
                  <a:lnTo>
                    <a:pt x="1808536" y="534586"/>
                  </a:lnTo>
                  <a:lnTo>
                    <a:pt x="1809197" y="520408"/>
                  </a:lnTo>
                  <a:lnTo>
                    <a:pt x="1809857" y="511516"/>
                  </a:lnTo>
                  <a:lnTo>
                    <a:pt x="1810518" y="501502"/>
                  </a:lnTo>
                  <a:lnTo>
                    <a:pt x="1811179" y="462920"/>
                  </a:lnTo>
                  <a:lnTo>
                    <a:pt x="1811839" y="422394"/>
                  </a:lnTo>
                  <a:lnTo>
                    <a:pt x="1812500" y="349324"/>
                  </a:lnTo>
                  <a:lnTo>
                    <a:pt x="1813160" y="274538"/>
                  </a:lnTo>
                  <a:lnTo>
                    <a:pt x="1813821" y="208450"/>
                  </a:lnTo>
                  <a:lnTo>
                    <a:pt x="1814481" y="180610"/>
                  </a:lnTo>
                  <a:lnTo>
                    <a:pt x="1815142" y="164538"/>
                  </a:lnTo>
                  <a:lnTo>
                    <a:pt x="1815802" y="156577"/>
                  </a:lnTo>
                  <a:lnTo>
                    <a:pt x="1816463" y="155447"/>
                  </a:lnTo>
                  <a:lnTo>
                    <a:pt x="1817123" y="160192"/>
                  </a:lnTo>
                  <a:lnTo>
                    <a:pt x="1817784" y="160407"/>
                  </a:lnTo>
                  <a:lnTo>
                    <a:pt x="1818444" y="157817"/>
                  </a:lnTo>
                  <a:lnTo>
                    <a:pt x="1819105" y="161510"/>
                  </a:lnTo>
                  <a:lnTo>
                    <a:pt x="1819765" y="171486"/>
                  </a:lnTo>
                  <a:lnTo>
                    <a:pt x="1820426" y="188649"/>
                  </a:lnTo>
                  <a:lnTo>
                    <a:pt x="1821087" y="209359"/>
                  </a:lnTo>
                  <a:lnTo>
                    <a:pt x="1821747" y="248037"/>
                  </a:lnTo>
                  <a:lnTo>
                    <a:pt x="1822408" y="319066"/>
                  </a:lnTo>
                  <a:lnTo>
                    <a:pt x="1823068" y="397596"/>
                  </a:lnTo>
                  <a:lnTo>
                    <a:pt x="1823729" y="428364"/>
                  </a:lnTo>
                  <a:lnTo>
                    <a:pt x="1824389" y="367522"/>
                  </a:lnTo>
                  <a:lnTo>
                    <a:pt x="1825050" y="286790"/>
                  </a:lnTo>
                  <a:lnTo>
                    <a:pt x="1825710" y="236630"/>
                  </a:lnTo>
                  <a:lnTo>
                    <a:pt x="1826371" y="204914"/>
                  </a:lnTo>
                  <a:lnTo>
                    <a:pt x="1827031" y="208468"/>
                  </a:lnTo>
                  <a:lnTo>
                    <a:pt x="1827692" y="260167"/>
                  </a:lnTo>
                  <a:lnTo>
                    <a:pt x="1828352" y="347115"/>
                  </a:lnTo>
                  <a:lnTo>
                    <a:pt x="1829013" y="425402"/>
                  </a:lnTo>
                  <a:lnTo>
                    <a:pt x="1829673" y="518377"/>
                  </a:lnTo>
                  <a:lnTo>
                    <a:pt x="1830334" y="614455"/>
                  </a:lnTo>
                  <a:lnTo>
                    <a:pt x="1830994" y="706323"/>
                  </a:lnTo>
                  <a:lnTo>
                    <a:pt x="1831655" y="764327"/>
                  </a:lnTo>
                  <a:lnTo>
                    <a:pt x="1832316" y="740321"/>
                  </a:lnTo>
                  <a:lnTo>
                    <a:pt x="1832976" y="663259"/>
                  </a:lnTo>
                  <a:lnTo>
                    <a:pt x="1833637" y="570045"/>
                  </a:lnTo>
                  <a:lnTo>
                    <a:pt x="1834297" y="490939"/>
                  </a:lnTo>
                  <a:lnTo>
                    <a:pt x="1834958" y="430717"/>
                  </a:lnTo>
                  <a:lnTo>
                    <a:pt x="1835618" y="400601"/>
                  </a:lnTo>
                  <a:lnTo>
                    <a:pt x="1836279" y="374253"/>
                  </a:lnTo>
                  <a:lnTo>
                    <a:pt x="1836939" y="363554"/>
                  </a:lnTo>
                  <a:lnTo>
                    <a:pt x="1837600" y="371256"/>
                  </a:lnTo>
                  <a:lnTo>
                    <a:pt x="1838260" y="380713"/>
                  </a:lnTo>
                  <a:lnTo>
                    <a:pt x="1838921" y="372165"/>
                  </a:lnTo>
                  <a:lnTo>
                    <a:pt x="1839581" y="370060"/>
                  </a:lnTo>
                  <a:lnTo>
                    <a:pt x="1840242" y="381216"/>
                  </a:lnTo>
                  <a:lnTo>
                    <a:pt x="1840902" y="382090"/>
                  </a:lnTo>
                  <a:lnTo>
                    <a:pt x="1841563" y="371710"/>
                  </a:lnTo>
                  <a:lnTo>
                    <a:pt x="1842224" y="362139"/>
                  </a:lnTo>
                  <a:lnTo>
                    <a:pt x="1842884" y="362327"/>
                  </a:lnTo>
                  <a:lnTo>
                    <a:pt x="1843545" y="353734"/>
                  </a:lnTo>
                  <a:lnTo>
                    <a:pt x="1844205" y="348875"/>
                  </a:lnTo>
                  <a:lnTo>
                    <a:pt x="1844866" y="321336"/>
                  </a:lnTo>
                  <a:lnTo>
                    <a:pt x="1845526" y="265431"/>
                  </a:lnTo>
                  <a:lnTo>
                    <a:pt x="1846187" y="194790"/>
                  </a:lnTo>
                  <a:lnTo>
                    <a:pt x="1846847" y="142103"/>
                  </a:lnTo>
                  <a:lnTo>
                    <a:pt x="1847508" y="109681"/>
                  </a:lnTo>
                  <a:lnTo>
                    <a:pt x="1848168" y="105509"/>
                  </a:lnTo>
                  <a:lnTo>
                    <a:pt x="1848829" y="121914"/>
                  </a:lnTo>
                  <a:lnTo>
                    <a:pt x="1849489" y="157166"/>
                  </a:lnTo>
                  <a:lnTo>
                    <a:pt x="1850150" y="195101"/>
                  </a:lnTo>
                  <a:lnTo>
                    <a:pt x="1850810" y="214450"/>
                  </a:lnTo>
                  <a:lnTo>
                    <a:pt x="1851471" y="206333"/>
                  </a:lnTo>
                  <a:lnTo>
                    <a:pt x="1852132" y="193324"/>
                  </a:lnTo>
                  <a:lnTo>
                    <a:pt x="1852792" y="187703"/>
                  </a:lnTo>
                  <a:lnTo>
                    <a:pt x="1853453" y="174141"/>
                  </a:lnTo>
                  <a:lnTo>
                    <a:pt x="1854113" y="148747"/>
                  </a:lnTo>
                  <a:lnTo>
                    <a:pt x="1854774" y="122822"/>
                  </a:lnTo>
                  <a:lnTo>
                    <a:pt x="1855434" y="93811"/>
                  </a:lnTo>
                  <a:lnTo>
                    <a:pt x="1856095" y="62029"/>
                  </a:lnTo>
                  <a:lnTo>
                    <a:pt x="1856755" y="37076"/>
                  </a:lnTo>
                  <a:lnTo>
                    <a:pt x="1857416" y="40681"/>
                  </a:lnTo>
                  <a:lnTo>
                    <a:pt x="1858076" y="68607"/>
                  </a:lnTo>
                  <a:lnTo>
                    <a:pt x="1858737" y="128256"/>
                  </a:lnTo>
                  <a:lnTo>
                    <a:pt x="1859397" y="207561"/>
                  </a:lnTo>
                  <a:lnTo>
                    <a:pt x="1860058" y="281420"/>
                  </a:lnTo>
                  <a:lnTo>
                    <a:pt x="1860718" y="294401"/>
                  </a:lnTo>
                  <a:lnTo>
                    <a:pt x="1861379" y="264920"/>
                  </a:lnTo>
                  <a:lnTo>
                    <a:pt x="1862040" y="221587"/>
                  </a:lnTo>
                  <a:lnTo>
                    <a:pt x="1862700" y="195257"/>
                  </a:lnTo>
                  <a:lnTo>
                    <a:pt x="1863361" y="203929"/>
                  </a:lnTo>
                  <a:lnTo>
                    <a:pt x="1864021" y="254186"/>
                  </a:lnTo>
                  <a:lnTo>
                    <a:pt x="1864682" y="329036"/>
                  </a:lnTo>
                  <a:lnTo>
                    <a:pt x="1865342" y="423913"/>
                  </a:lnTo>
                  <a:lnTo>
                    <a:pt x="1866003" y="533660"/>
                  </a:lnTo>
                  <a:lnTo>
                    <a:pt x="1866663" y="617863"/>
                  </a:lnTo>
                  <a:lnTo>
                    <a:pt x="1867324" y="532106"/>
                  </a:lnTo>
                  <a:lnTo>
                    <a:pt x="1867984" y="397454"/>
                  </a:lnTo>
                  <a:lnTo>
                    <a:pt x="1868645" y="281278"/>
                  </a:lnTo>
                  <a:lnTo>
                    <a:pt x="1869305" y="195639"/>
                  </a:lnTo>
                  <a:lnTo>
                    <a:pt x="1869966" y="138612"/>
                  </a:lnTo>
                  <a:lnTo>
                    <a:pt x="1870626" y="105308"/>
                  </a:lnTo>
                  <a:lnTo>
                    <a:pt x="1871287" y="87095"/>
                  </a:lnTo>
                  <a:lnTo>
                    <a:pt x="1871947" y="67836"/>
                  </a:lnTo>
                  <a:lnTo>
                    <a:pt x="1872608" y="51666"/>
                  </a:lnTo>
                  <a:lnTo>
                    <a:pt x="1873269" y="43847"/>
                  </a:lnTo>
                  <a:lnTo>
                    <a:pt x="1873929" y="53993"/>
                  </a:lnTo>
                  <a:lnTo>
                    <a:pt x="1874590" y="80316"/>
                  </a:lnTo>
                  <a:lnTo>
                    <a:pt x="1875250" y="126528"/>
                  </a:lnTo>
                  <a:lnTo>
                    <a:pt x="1875911" y="183287"/>
                  </a:lnTo>
                  <a:lnTo>
                    <a:pt x="1876571" y="216366"/>
                  </a:lnTo>
                  <a:lnTo>
                    <a:pt x="1877232" y="210728"/>
                  </a:lnTo>
                  <a:lnTo>
                    <a:pt x="1877892" y="186156"/>
                  </a:lnTo>
                  <a:lnTo>
                    <a:pt x="1878553" y="177633"/>
                  </a:lnTo>
                  <a:lnTo>
                    <a:pt x="1879213" y="184568"/>
                  </a:lnTo>
                  <a:lnTo>
                    <a:pt x="1879874" y="215453"/>
                  </a:lnTo>
                  <a:lnTo>
                    <a:pt x="1880534" y="271841"/>
                  </a:lnTo>
                  <a:lnTo>
                    <a:pt x="1881195" y="356733"/>
                  </a:lnTo>
                  <a:lnTo>
                    <a:pt x="1881855" y="407630"/>
                  </a:lnTo>
                  <a:lnTo>
                    <a:pt x="1882516" y="415597"/>
                  </a:lnTo>
                  <a:lnTo>
                    <a:pt x="1883177" y="395822"/>
                  </a:lnTo>
                  <a:lnTo>
                    <a:pt x="1883837" y="340474"/>
                  </a:lnTo>
                  <a:lnTo>
                    <a:pt x="1884498" y="262072"/>
                  </a:lnTo>
                  <a:lnTo>
                    <a:pt x="1885158" y="221644"/>
                  </a:lnTo>
                  <a:lnTo>
                    <a:pt x="1885819" y="195430"/>
                  </a:lnTo>
                  <a:lnTo>
                    <a:pt x="1886479" y="165424"/>
                  </a:lnTo>
                  <a:lnTo>
                    <a:pt x="1887140" y="137256"/>
                  </a:lnTo>
                  <a:lnTo>
                    <a:pt x="1887800" y="128447"/>
                  </a:lnTo>
                  <a:lnTo>
                    <a:pt x="1888461" y="105698"/>
                  </a:lnTo>
                  <a:lnTo>
                    <a:pt x="1889121" y="87166"/>
                  </a:lnTo>
                  <a:lnTo>
                    <a:pt x="1889782" y="79374"/>
                  </a:lnTo>
                  <a:lnTo>
                    <a:pt x="1890442" y="94997"/>
                  </a:lnTo>
                  <a:lnTo>
                    <a:pt x="1891103" y="113903"/>
                  </a:lnTo>
                  <a:lnTo>
                    <a:pt x="1891763" y="126040"/>
                  </a:lnTo>
                  <a:lnTo>
                    <a:pt x="1892424" y="125851"/>
                  </a:lnTo>
                  <a:lnTo>
                    <a:pt x="1893085" y="122702"/>
                  </a:lnTo>
                  <a:lnTo>
                    <a:pt x="1893745" y="117860"/>
                  </a:lnTo>
                  <a:lnTo>
                    <a:pt x="1894406" y="125540"/>
                  </a:lnTo>
                  <a:lnTo>
                    <a:pt x="1895066" y="168179"/>
                  </a:lnTo>
                  <a:lnTo>
                    <a:pt x="1895727" y="234212"/>
                  </a:lnTo>
                  <a:lnTo>
                    <a:pt x="1896387" y="323596"/>
                  </a:lnTo>
                  <a:lnTo>
                    <a:pt x="1897048" y="419301"/>
                  </a:lnTo>
                  <a:lnTo>
                    <a:pt x="1897708" y="465944"/>
                  </a:lnTo>
                  <a:lnTo>
                    <a:pt x="1898369" y="419994"/>
                  </a:lnTo>
                  <a:lnTo>
                    <a:pt x="1899029" y="352761"/>
                  </a:lnTo>
                  <a:lnTo>
                    <a:pt x="1899690" y="294993"/>
                  </a:lnTo>
                  <a:lnTo>
                    <a:pt x="1900350" y="236791"/>
                  </a:lnTo>
                  <a:lnTo>
                    <a:pt x="1901011" y="179232"/>
                  </a:lnTo>
                  <a:lnTo>
                    <a:pt x="1901671" y="136608"/>
                  </a:lnTo>
                  <a:lnTo>
                    <a:pt x="1902332" y="108356"/>
                  </a:lnTo>
                  <a:lnTo>
                    <a:pt x="1902992" y="100482"/>
                  </a:lnTo>
                  <a:lnTo>
                    <a:pt x="1903653" y="120702"/>
                  </a:lnTo>
                  <a:lnTo>
                    <a:pt x="1904314" y="172603"/>
                  </a:lnTo>
                  <a:lnTo>
                    <a:pt x="1904974" y="241101"/>
                  </a:lnTo>
                  <a:lnTo>
                    <a:pt x="1905635" y="319362"/>
                  </a:lnTo>
                  <a:lnTo>
                    <a:pt x="1906295" y="360170"/>
                  </a:lnTo>
                  <a:lnTo>
                    <a:pt x="1906956" y="338420"/>
                  </a:lnTo>
                  <a:lnTo>
                    <a:pt x="1907616" y="264765"/>
                  </a:lnTo>
                  <a:lnTo>
                    <a:pt x="1908277" y="185553"/>
                  </a:lnTo>
                  <a:lnTo>
                    <a:pt x="1908937" y="119284"/>
                  </a:lnTo>
                  <a:lnTo>
                    <a:pt x="1909598" y="68652"/>
                  </a:lnTo>
                  <a:lnTo>
                    <a:pt x="1910258" y="33342"/>
                  </a:lnTo>
                  <a:lnTo>
                    <a:pt x="1910919" y="15134"/>
                  </a:lnTo>
                  <a:lnTo>
                    <a:pt x="1911579" y="16470"/>
                  </a:lnTo>
                  <a:lnTo>
                    <a:pt x="1912240" y="35355"/>
                  </a:lnTo>
                  <a:lnTo>
                    <a:pt x="1912900" y="66704"/>
                  </a:lnTo>
                  <a:lnTo>
                    <a:pt x="1913561" y="108432"/>
                  </a:lnTo>
                  <a:lnTo>
                    <a:pt x="1914222" y="153977"/>
                  </a:lnTo>
                  <a:lnTo>
                    <a:pt x="1914882" y="191865"/>
                  </a:lnTo>
                  <a:lnTo>
                    <a:pt x="1915543" y="197221"/>
                  </a:lnTo>
                  <a:lnTo>
                    <a:pt x="1916203" y="177211"/>
                  </a:lnTo>
                  <a:lnTo>
                    <a:pt x="1916864" y="129857"/>
                  </a:lnTo>
                  <a:lnTo>
                    <a:pt x="1917524" y="83243"/>
                  </a:lnTo>
                  <a:lnTo>
                    <a:pt x="1918185" y="59005"/>
                  </a:lnTo>
                  <a:lnTo>
                    <a:pt x="1918845" y="56964"/>
                  </a:lnTo>
                  <a:lnTo>
                    <a:pt x="1919506" y="75683"/>
                  </a:lnTo>
                  <a:lnTo>
                    <a:pt x="1920166" y="116705"/>
                  </a:lnTo>
                  <a:lnTo>
                    <a:pt x="1920827" y="186878"/>
                  </a:lnTo>
                  <a:lnTo>
                    <a:pt x="1921487" y="262820"/>
                  </a:lnTo>
                  <a:lnTo>
                    <a:pt x="1922148" y="344452"/>
                  </a:lnTo>
                  <a:lnTo>
                    <a:pt x="1922808" y="406783"/>
                  </a:lnTo>
                  <a:lnTo>
                    <a:pt x="1923469" y="448482"/>
                  </a:lnTo>
                  <a:lnTo>
                    <a:pt x="1924130" y="460729"/>
                  </a:lnTo>
                  <a:lnTo>
                    <a:pt x="1924790" y="439046"/>
                  </a:lnTo>
                  <a:lnTo>
                    <a:pt x="1925451" y="349384"/>
                  </a:lnTo>
                  <a:lnTo>
                    <a:pt x="1926111" y="274768"/>
                  </a:lnTo>
                  <a:lnTo>
                    <a:pt x="1926772" y="236289"/>
                  </a:lnTo>
                  <a:lnTo>
                    <a:pt x="1927432" y="220013"/>
                  </a:lnTo>
                  <a:lnTo>
                    <a:pt x="1928093" y="217433"/>
                  </a:lnTo>
                  <a:lnTo>
                    <a:pt x="1928753" y="245582"/>
                  </a:lnTo>
                  <a:lnTo>
                    <a:pt x="1929414" y="291556"/>
                  </a:lnTo>
                  <a:lnTo>
                    <a:pt x="1930074" y="337470"/>
                  </a:lnTo>
                  <a:lnTo>
                    <a:pt x="1930735" y="371256"/>
                  </a:lnTo>
                  <a:lnTo>
                    <a:pt x="1931395" y="390672"/>
                  </a:lnTo>
                  <a:lnTo>
                    <a:pt x="1932056" y="387633"/>
                  </a:lnTo>
                  <a:lnTo>
                    <a:pt x="1932716" y="364944"/>
                  </a:lnTo>
                  <a:lnTo>
                    <a:pt x="1933377" y="318824"/>
                  </a:lnTo>
                  <a:lnTo>
                    <a:pt x="1934038" y="272752"/>
                  </a:lnTo>
                  <a:lnTo>
                    <a:pt x="1934698" y="245602"/>
                  </a:lnTo>
                  <a:lnTo>
                    <a:pt x="1935359" y="242327"/>
                  </a:lnTo>
                  <a:lnTo>
                    <a:pt x="1936019" y="244362"/>
                  </a:lnTo>
                  <a:lnTo>
                    <a:pt x="1936680" y="253674"/>
                  </a:lnTo>
                  <a:lnTo>
                    <a:pt x="1937340" y="271250"/>
                  </a:lnTo>
                  <a:lnTo>
                    <a:pt x="1938001" y="284449"/>
                  </a:lnTo>
                  <a:lnTo>
                    <a:pt x="1938661" y="279917"/>
                  </a:lnTo>
                  <a:lnTo>
                    <a:pt x="1939322" y="272752"/>
                  </a:lnTo>
                  <a:lnTo>
                    <a:pt x="1939982" y="275804"/>
                  </a:lnTo>
                  <a:lnTo>
                    <a:pt x="1940643" y="258839"/>
                  </a:lnTo>
                  <a:lnTo>
                    <a:pt x="1941303" y="235369"/>
                  </a:lnTo>
                  <a:lnTo>
                    <a:pt x="1941964" y="230595"/>
                  </a:lnTo>
                  <a:lnTo>
                    <a:pt x="1942624" y="232487"/>
                  </a:lnTo>
                  <a:lnTo>
                    <a:pt x="1943285" y="234651"/>
                  </a:lnTo>
                  <a:lnTo>
                    <a:pt x="1943945" y="267865"/>
                  </a:lnTo>
                  <a:lnTo>
                    <a:pt x="1944606" y="310584"/>
                  </a:lnTo>
                  <a:lnTo>
                    <a:pt x="1945267" y="338968"/>
                  </a:lnTo>
                  <a:lnTo>
                    <a:pt x="1945927" y="370641"/>
                  </a:lnTo>
                  <a:lnTo>
                    <a:pt x="1946588" y="375829"/>
                  </a:lnTo>
                  <a:lnTo>
                    <a:pt x="1947248" y="316575"/>
                  </a:lnTo>
                  <a:lnTo>
                    <a:pt x="1947909" y="262578"/>
                  </a:lnTo>
                  <a:lnTo>
                    <a:pt x="1948569" y="234471"/>
                  </a:lnTo>
                  <a:lnTo>
                    <a:pt x="1949230" y="206965"/>
                  </a:lnTo>
                  <a:lnTo>
                    <a:pt x="1949890" y="180840"/>
                  </a:lnTo>
                  <a:lnTo>
                    <a:pt x="1950551" y="170058"/>
                  </a:lnTo>
                  <a:lnTo>
                    <a:pt x="1951211" y="162572"/>
                  </a:lnTo>
                  <a:lnTo>
                    <a:pt x="1951872" y="156275"/>
                  </a:lnTo>
                  <a:lnTo>
                    <a:pt x="1952532" y="168337"/>
                  </a:lnTo>
                  <a:lnTo>
                    <a:pt x="1953193" y="217096"/>
                  </a:lnTo>
                  <a:lnTo>
                    <a:pt x="1953853" y="288185"/>
                  </a:lnTo>
                  <a:lnTo>
                    <a:pt x="1954514" y="361324"/>
                  </a:lnTo>
                  <a:lnTo>
                    <a:pt x="1955175" y="382832"/>
                  </a:lnTo>
                  <a:lnTo>
                    <a:pt x="1955835" y="368612"/>
                  </a:lnTo>
                  <a:lnTo>
                    <a:pt x="1956496" y="342018"/>
                  </a:lnTo>
                  <a:lnTo>
                    <a:pt x="1957156" y="340532"/>
                  </a:lnTo>
                  <a:lnTo>
                    <a:pt x="1957817" y="378742"/>
                  </a:lnTo>
                  <a:lnTo>
                    <a:pt x="1958477" y="480472"/>
                  </a:lnTo>
                  <a:lnTo>
                    <a:pt x="1959138" y="627856"/>
                  </a:lnTo>
                  <a:lnTo>
                    <a:pt x="1959798" y="735425"/>
                  </a:lnTo>
                  <a:lnTo>
                    <a:pt x="1960459" y="688038"/>
                  </a:lnTo>
                  <a:lnTo>
                    <a:pt x="1961119" y="605143"/>
                  </a:lnTo>
                  <a:lnTo>
                    <a:pt x="1961780" y="541863"/>
                  </a:lnTo>
                  <a:lnTo>
                    <a:pt x="1962440" y="497869"/>
                  </a:lnTo>
                  <a:lnTo>
                    <a:pt x="1963101" y="487244"/>
                  </a:lnTo>
                  <a:lnTo>
                    <a:pt x="1963761" y="504297"/>
                  </a:lnTo>
                  <a:lnTo>
                    <a:pt x="1964422" y="486315"/>
                  </a:lnTo>
                  <a:lnTo>
                    <a:pt x="1965083" y="445892"/>
                  </a:lnTo>
                  <a:lnTo>
                    <a:pt x="1965743" y="425560"/>
                  </a:lnTo>
                  <a:lnTo>
                    <a:pt x="1966404" y="390498"/>
                  </a:lnTo>
                  <a:lnTo>
                    <a:pt x="1967064" y="365515"/>
                  </a:lnTo>
                  <a:lnTo>
                    <a:pt x="1967725" y="369544"/>
                  </a:lnTo>
                  <a:lnTo>
                    <a:pt x="1968385" y="385103"/>
                  </a:lnTo>
                  <a:lnTo>
                    <a:pt x="1969046" y="395363"/>
                  </a:lnTo>
                  <a:lnTo>
                    <a:pt x="1969706" y="432081"/>
                  </a:lnTo>
                  <a:lnTo>
                    <a:pt x="1970367" y="479232"/>
                  </a:lnTo>
                  <a:lnTo>
                    <a:pt x="1971027" y="533314"/>
                  </a:lnTo>
                  <a:lnTo>
                    <a:pt x="1971688" y="602106"/>
                  </a:lnTo>
                  <a:lnTo>
                    <a:pt x="1972348" y="663901"/>
                  </a:lnTo>
                  <a:lnTo>
                    <a:pt x="1973009" y="681513"/>
                  </a:lnTo>
                  <a:lnTo>
                    <a:pt x="1973669" y="675710"/>
                  </a:lnTo>
                  <a:lnTo>
                    <a:pt x="1974330" y="660797"/>
                  </a:lnTo>
                  <a:lnTo>
                    <a:pt x="1974990" y="652744"/>
                  </a:lnTo>
                  <a:lnTo>
                    <a:pt x="1975651" y="635550"/>
                  </a:lnTo>
                  <a:lnTo>
                    <a:pt x="1976312" y="610025"/>
                  </a:lnTo>
                  <a:lnTo>
                    <a:pt x="1976972" y="569782"/>
                  </a:lnTo>
                  <a:lnTo>
                    <a:pt x="1977633" y="543533"/>
                  </a:lnTo>
                  <a:lnTo>
                    <a:pt x="1978293" y="507068"/>
                  </a:lnTo>
                  <a:lnTo>
                    <a:pt x="1978954" y="481046"/>
                  </a:lnTo>
                  <a:lnTo>
                    <a:pt x="1979614" y="467583"/>
                  </a:lnTo>
                  <a:lnTo>
                    <a:pt x="1980275" y="461576"/>
                  </a:lnTo>
                  <a:lnTo>
                    <a:pt x="1980935" y="454168"/>
                  </a:lnTo>
                  <a:lnTo>
                    <a:pt x="1981596" y="474608"/>
                  </a:lnTo>
                  <a:lnTo>
                    <a:pt x="1982256" y="513928"/>
                  </a:lnTo>
                  <a:lnTo>
                    <a:pt x="1982917" y="576696"/>
                  </a:lnTo>
                  <a:lnTo>
                    <a:pt x="1983577" y="670682"/>
                  </a:lnTo>
                  <a:lnTo>
                    <a:pt x="1984238" y="773123"/>
                  </a:lnTo>
                  <a:lnTo>
                    <a:pt x="1984898" y="811970"/>
                  </a:lnTo>
                  <a:lnTo>
                    <a:pt x="1985559" y="796398"/>
                  </a:lnTo>
                  <a:lnTo>
                    <a:pt x="1986220" y="748139"/>
                  </a:lnTo>
                  <a:lnTo>
                    <a:pt x="1986880" y="646291"/>
                  </a:lnTo>
                  <a:lnTo>
                    <a:pt x="1987541" y="575554"/>
                  </a:lnTo>
                  <a:lnTo>
                    <a:pt x="1988201" y="559151"/>
                  </a:lnTo>
                  <a:lnTo>
                    <a:pt x="1988862" y="567493"/>
                  </a:lnTo>
                  <a:lnTo>
                    <a:pt x="1989522" y="564900"/>
                  </a:lnTo>
                  <a:lnTo>
                    <a:pt x="1990183" y="520463"/>
                  </a:lnTo>
                  <a:lnTo>
                    <a:pt x="1990843" y="454691"/>
                  </a:lnTo>
                  <a:lnTo>
                    <a:pt x="1991504" y="376357"/>
                  </a:lnTo>
                  <a:lnTo>
                    <a:pt x="1992164" y="314026"/>
                  </a:lnTo>
                  <a:lnTo>
                    <a:pt x="1992825" y="289006"/>
                  </a:lnTo>
                  <a:lnTo>
                    <a:pt x="1993485" y="301692"/>
                  </a:lnTo>
                  <a:lnTo>
                    <a:pt x="1994146" y="336295"/>
                  </a:lnTo>
                  <a:lnTo>
                    <a:pt x="1994806" y="381115"/>
                  </a:lnTo>
                  <a:lnTo>
                    <a:pt x="1995467" y="437196"/>
                  </a:lnTo>
                  <a:lnTo>
                    <a:pt x="1996128" y="457848"/>
                  </a:lnTo>
                  <a:lnTo>
                    <a:pt x="1996788" y="441573"/>
                  </a:lnTo>
                  <a:lnTo>
                    <a:pt x="1997449" y="402152"/>
                  </a:lnTo>
                  <a:lnTo>
                    <a:pt x="1998109" y="368131"/>
                  </a:lnTo>
                  <a:lnTo>
                    <a:pt x="1998770" y="346966"/>
                  </a:lnTo>
                  <a:lnTo>
                    <a:pt x="1999430" y="359392"/>
                  </a:lnTo>
                  <a:lnTo>
                    <a:pt x="2000091" y="412841"/>
                  </a:lnTo>
                  <a:lnTo>
                    <a:pt x="2000751" y="500628"/>
                  </a:lnTo>
                  <a:lnTo>
                    <a:pt x="2001412" y="620682"/>
                  </a:lnTo>
                  <a:lnTo>
                    <a:pt x="2002072" y="731312"/>
                  </a:lnTo>
                  <a:lnTo>
                    <a:pt x="2002733" y="748511"/>
                  </a:lnTo>
                  <a:lnTo>
                    <a:pt x="2003393" y="676094"/>
                  </a:lnTo>
                  <a:lnTo>
                    <a:pt x="2004054" y="582888"/>
                  </a:lnTo>
                  <a:lnTo>
                    <a:pt x="2004714" y="514305"/>
                  </a:lnTo>
                  <a:lnTo>
                    <a:pt x="2005375" y="460729"/>
                  </a:lnTo>
                  <a:lnTo>
                    <a:pt x="2006036" y="426150"/>
                  </a:lnTo>
                  <a:lnTo>
                    <a:pt x="2006696" y="406746"/>
                  </a:lnTo>
                  <a:lnTo>
                    <a:pt x="2007357" y="411417"/>
                  </a:lnTo>
                  <a:lnTo>
                    <a:pt x="2008017" y="432846"/>
                  </a:lnTo>
                  <a:lnTo>
                    <a:pt x="2008678" y="462695"/>
                  </a:lnTo>
                  <a:lnTo>
                    <a:pt x="2009338" y="485487"/>
                  </a:lnTo>
                  <a:lnTo>
                    <a:pt x="2009999" y="513390"/>
                  </a:lnTo>
                  <a:lnTo>
                    <a:pt x="2010659" y="531532"/>
                  </a:lnTo>
                  <a:lnTo>
                    <a:pt x="2011320" y="527718"/>
                  </a:lnTo>
                  <a:lnTo>
                    <a:pt x="2011980" y="513175"/>
                  </a:lnTo>
                  <a:lnTo>
                    <a:pt x="2012641" y="511783"/>
                  </a:lnTo>
                  <a:lnTo>
                    <a:pt x="2013301" y="521899"/>
                  </a:lnTo>
                  <a:lnTo>
                    <a:pt x="2013962" y="519308"/>
                  </a:lnTo>
                  <a:lnTo>
                    <a:pt x="2014622" y="527492"/>
                  </a:lnTo>
                  <a:lnTo>
                    <a:pt x="2015283" y="557512"/>
                  </a:lnTo>
                  <a:lnTo>
                    <a:pt x="2015943" y="584544"/>
                  </a:lnTo>
                  <a:lnTo>
                    <a:pt x="2016604" y="584060"/>
                  </a:lnTo>
                  <a:lnTo>
                    <a:pt x="2017265" y="595553"/>
                  </a:lnTo>
                  <a:lnTo>
                    <a:pt x="2017925" y="592546"/>
                  </a:lnTo>
                  <a:lnTo>
                    <a:pt x="2018586" y="581105"/>
                  </a:lnTo>
                  <a:lnTo>
                    <a:pt x="2019246" y="561628"/>
                  </a:lnTo>
                  <a:lnTo>
                    <a:pt x="2019907" y="566193"/>
                  </a:lnTo>
                  <a:lnTo>
                    <a:pt x="2020567" y="596779"/>
                  </a:lnTo>
                  <a:lnTo>
                    <a:pt x="2021228" y="653273"/>
                  </a:lnTo>
                  <a:lnTo>
                    <a:pt x="2021888" y="730148"/>
                  </a:lnTo>
                  <a:lnTo>
                    <a:pt x="2022549" y="845267"/>
                  </a:lnTo>
                  <a:lnTo>
                    <a:pt x="2023209" y="969560"/>
                  </a:lnTo>
                  <a:lnTo>
                    <a:pt x="2023870" y="1043243"/>
                  </a:lnTo>
                  <a:lnTo>
                    <a:pt x="2024530" y="1016263"/>
                  </a:lnTo>
                  <a:lnTo>
                    <a:pt x="2025191" y="944562"/>
                  </a:lnTo>
                  <a:lnTo>
                    <a:pt x="2025851" y="883647"/>
                  </a:lnTo>
                  <a:lnTo>
                    <a:pt x="2026512" y="844219"/>
                  </a:lnTo>
                  <a:lnTo>
                    <a:pt x="2027173" y="810420"/>
                  </a:lnTo>
                  <a:lnTo>
                    <a:pt x="2027833" y="787710"/>
                  </a:lnTo>
                  <a:lnTo>
                    <a:pt x="2028494" y="772717"/>
                  </a:lnTo>
                  <a:lnTo>
                    <a:pt x="2029154" y="757842"/>
                  </a:lnTo>
                  <a:lnTo>
                    <a:pt x="2029815" y="727603"/>
                  </a:lnTo>
                  <a:lnTo>
                    <a:pt x="2030475" y="714885"/>
                  </a:lnTo>
                  <a:lnTo>
                    <a:pt x="2031136" y="709868"/>
                  </a:lnTo>
                  <a:lnTo>
                    <a:pt x="2031796" y="679857"/>
                  </a:lnTo>
                  <a:lnTo>
                    <a:pt x="2032457" y="633318"/>
                  </a:lnTo>
                  <a:lnTo>
                    <a:pt x="2033117" y="593902"/>
                  </a:lnTo>
                  <a:lnTo>
                    <a:pt x="2033778" y="512799"/>
                  </a:lnTo>
                  <a:lnTo>
                    <a:pt x="2034438" y="435359"/>
                  </a:lnTo>
                  <a:lnTo>
                    <a:pt x="2035099" y="375763"/>
                  </a:lnTo>
                  <a:lnTo>
                    <a:pt x="2035759" y="344393"/>
                  </a:lnTo>
                  <a:lnTo>
                    <a:pt x="2036420" y="329986"/>
                  </a:lnTo>
                  <a:lnTo>
                    <a:pt x="2037081" y="333052"/>
                  </a:lnTo>
                  <a:lnTo>
                    <a:pt x="2037741" y="334413"/>
                  </a:lnTo>
                  <a:lnTo>
                    <a:pt x="2038402" y="330742"/>
                  </a:lnTo>
                  <a:lnTo>
                    <a:pt x="2039062" y="322069"/>
                  </a:lnTo>
                  <a:lnTo>
                    <a:pt x="2039723" y="314105"/>
                  </a:lnTo>
                  <a:lnTo>
                    <a:pt x="2040383" y="321471"/>
                  </a:lnTo>
                  <a:lnTo>
                    <a:pt x="2041044" y="351520"/>
                  </a:lnTo>
                  <a:lnTo>
                    <a:pt x="2041704" y="413443"/>
                  </a:lnTo>
                  <a:lnTo>
                    <a:pt x="2042365" y="504141"/>
                  </a:lnTo>
                  <a:lnTo>
                    <a:pt x="2043025" y="602475"/>
                  </a:lnTo>
                  <a:lnTo>
                    <a:pt x="2043686" y="700618"/>
                  </a:lnTo>
                  <a:lnTo>
                    <a:pt x="2044346" y="801294"/>
                  </a:lnTo>
                  <a:lnTo>
                    <a:pt x="2045007" y="869372"/>
                  </a:lnTo>
                  <a:lnTo>
                    <a:pt x="2045667" y="831938"/>
                  </a:lnTo>
                  <a:lnTo>
                    <a:pt x="2046328" y="771907"/>
                  </a:lnTo>
                  <a:lnTo>
                    <a:pt x="2046988" y="714445"/>
                  </a:lnTo>
                  <a:lnTo>
                    <a:pt x="2047649" y="663625"/>
                  </a:lnTo>
                  <a:lnTo>
                    <a:pt x="2048310" y="638385"/>
                  </a:lnTo>
                  <a:lnTo>
                    <a:pt x="2048970" y="645172"/>
                  </a:lnTo>
                  <a:lnTo>
                    <a:pt x="2049631" y="675998"/>
                  </a:lnTo>
                  <a:lnTo>
                    <a:pt x="2050291" y="744325"/>
                  </a:lnTo>
                  <a:lnTo>
                    <a:pt x="2050952" y="807345"/>
                  </a:lnTo>
                  <a:lnTo>
                    <a:pt x="2051612" y="846144"/>
                  </a:lnTo>
                  <a:lnTo>
                    <a:pt x="2052273" y="822099"/>
                  </a:lnTo>
                  <a:lnTo>
                    <a:pt x="2052933" y="751503"/>
                  </a:lnTo>
                  <a:lnTo>
                    <a:pt x="2053594" y="665742"/>
                  </a:lnTo>
                  <a:lnTo>
                    <a:pt x="2054254" y="639309"/>
                  </a:lnTo>
                  <a:lnTo>
                    <a:pt x="2054915" y="649848"/>
                  </a:lnTo>
                  <a:lnTo>
                    <a:pt x="2055575" y="694002"/>
                  </a:lnTo>
                  <a:lnTo>
                    <a:pt x="2056236" y="775981"/>
                  </a:lnTo>
                  <a:lnTo>
                    <a:pt x="2056896" y="880853"/>
                  </a:lnTo>
                  <a:lnTo>
                    <a:pt x="2057557" y="868800"/>
                  </a:lnTo>
                  <a:lnTo>
                    <a:pt x="2058218" y="766567"/>
                  </a:lnTo>
                  <a:lnTo>
                    <a:pt x="2058878" y="689241"/>
                  </a:lnTo>
                  <a:lnTo>
                    <a:pt x="2059539" y="666761"/>
                  </a:lnTo>
                  <a:lnTo>
                    <a:pt x="2060199" y="673043"/>
                  </a:lnTo>
                  <a:lnTo>
                    <a:pt x="2060860" y="726340"/>
                  </a:lnTo>
                  <a:lnTo>
                    <a:pt x="2061520" y="802043"/>
                  </a:lnTo>
                  <a:lnTo>
                    <a:pt x="2062181" y="879466"/>
                  </a:lnTo>
                  <a:lnTo>
                    <a:pt x="2062841" y="907064"/>
                  </a:lnTo>
                  <a:lnTo>
                    <a:pt x="2063502" y="928110"/>
                  </a:lnTo>
                  <a:lnTo>
                    <a:pt x="2064162" y="940112"/>
                  </a:lnTo>
                  <a:lnTo>
                    <a:pt x="2064823" y="977571"/>
                  </a:lnTo>
                  <a:lnTo>
                    <a:pt x="2065483" y="1035217"/>
                  </a:lnTo>
                  <a:lnTo>
                    <a:pt x="2066144" y="1088045"/>
                  </a:lnTo>
                  <a:lnTo>
                    <a:pt x="2066804" y="1114127"/>
                  </a:lnTo>
                  <a:lnTo>
                    <a:pt x="2067465" y="1142879"/>
                  </a:lnTo>
                  <a:lnTo>
                    <a:pt x="2068126" y="1178325"/>
                  </a:lnTo>
                  <a:lnTo>
                    <a:pt x="2068786" y="1151591"/>
                  </a:lnTo>
                  <a:lnTo>
                    <a:pt x="2069447" y="1088045"/>
                  </a:lnTo>
                  <a:lnTo>
                    <a:pt x="2070107" y="990765"/>
                  </a:lnTo>
                  <a:lnTo>
                    <a:pt x="2070768" y="912791"/>
                  </a:lnTo>
                  <a:lnTo>
                    <a:pt x="2071428" y="878873"/>
                  </a:lnTo>
                  <a:lnTo>
                    <a:pt x="2072089" y="865020"/>
                  </a:lnTo>
                  <a:lnTo>
                    <a:pt x="2072749" y="868230"/>
                  </a:lnTo>
                  <a:lnTo>
                    <a:pt x="2073410" y="909033"/>
                  </a:lnTo>
                  <a:lnTo>
                    <a:pt x="2074070" y="964433"/>
                  </a:lnTo>
                  <a:lnTo>
                    <a:pt x="2074731" y="993125"/>
                  </a:lnTo>
                  <a:lnTo>
                    <a:pt x="2075391" y="1020475"/>
                  </a:lnTo>
                  <a:lnTo>
                    <a:pt x="2076052" y="1040776"/>
                  </a:lnTo>
                  <a:lnTo>
                    <a:pt x="2076712" y="1055173"/>
                  </a:lnTo>
                  <a:lnTo>
                    <a:pt x="2077373" y="1069959"/>
                  </a:lnTo>
                  <a:lnTo>
                    <a:pt x="2078034" y="1094342"/>
                  </a:lnTo>
                  <a:lnTo>
                    <a:pt x="2078694" y="1104721"/>
                  </a:lnTo>
                  <a:lnTo>
                    <a:pt x="2079355" y="1096473"/>
                  </a:lnTo>
                  <a:lnTo>
                    <a:pt x="2080015" y="1071912"/>
                  </a:lnTo>
                  <a:lnTo>
                    <a:pt x="2080676" y="1056283"/>
                  </a:lnTo>
                  <a:lnTo>
                    <a:pt x="2081336" y="1048964"/>
                  </a:lnTo>
                  <a:lnTo>
                    <a:pt x="2081997" y="1052600"/>
                  </a:lnTo>
                  <a:lnTo>
                    <a:pt x="2082657" y="1083107"/>
                  </a:lnTo>
                  <a:lnTo>
                    <a:pt x="2083318" y="1127180"/>
                  </a:lnTo>
                  <a:lnTo>
                    <a:pt x="2083978" y="1167655"/>
                  </a:lnTo>
                  <a:lnTo>
                    <a:pt x="2084639" y="1178898"/>
                  </a:lnTo>
                  <a:lnTo>
                    <a:pt x="2085299" y="1166555"/>
                  </a:lnTo>
                  <a:lnTo>
                    <a:pt x="2085960" y="1118257"/>
                  </a:lnTo>
                  <a:lnTo>
                    <a:pt x="2086620" y="1044307"/>
                  </a:lnTo>
                  <a:lnTo>
                    <a:pt x="2087281" y="988717"/>
                  </a:lnTo>
                  <a:lnTo>
                    <a:pt x="2087941" y="933328"/>
                  </a:lnTo>
                  <a:lnTo>
                    <a:pt x="2088602" y="867282"/>
                  </a:lnTo>
                  <a:lnTo>
                    <a:pt x="2089263" y="818735"/>
                  </a:lnTo>
                  <a:lnTo>
                    <a:pt x="2089923" y="779836"/>
                  </a:lnTo>
                  <a:lnTo>
                    <a:pt x="2090584" y="736374"/>
                  </a:lnTo>
                  <a:lnTo>
                    <a:pt x="2091244" y="698741"/>
                  </a:lnTo>
                  <a:lnTo>
                    <a:pt x="2091905" y="677631"/>
                  </a:lnTo>
                  <a:lnTo>
                    <a:pt x="2092565" y="679663"/>
                  </a:lnTo>
                  <a:lnTo>
                    <a:pt x="2093226" y="686442"/>
                  </a:lnTo>
                  <a:lnTo>
                    <a:pt x="2093886" y="704197"/>
                  </a:lnTo>
                  <a:lnTo>
                    <a:pt x="2094547" y="750253"/>
                  </a:lnTo>
                  <a:lnTo>
                    <a:pt x="2095207" y="805212"/>
                  </a:lnTo>
                  <a:lnTo>
                    <a:pt x="2095868" y="843349"/>
                  </a:lnTo>
                  <a:lnTo>
                    <a:pt x="2096528" y="887688"/>
                  </a:lnTo>
                  <a:lnTo>
                    <a:pt x="2097189" y="920232"/>
                  </a:lnTo>
                  <a:lnTo>
                    <a:pt x="2097849" y="860365"/>
                  </a:lnTo>
                  <a:lnTo>
                    <a:pt x="2098510" y="793909"/>
                  </a:lnTo>
                  <a:lnTo>
                    <a:pt x="2099171" y="729915"/>
                  </a:lnTo>
                  <a:lnTo>
                    <a:pt x="2099831" y="703350"/>
                  </a:lnTo>
                  <a:lnTo>
                    <a:pt x="2100492" y="692880"/>
                  </a:lnTo>
                  <a:lnTo>
                    <a:pt x="2101152" y="709652"/>
                  </a:lnTo>
                  <a:lnTo>
                    <a:pt x="2101813" y="739239"/>
                  </a:lnTo>
                  <a:lnTo>
                    <a:pt x="2102473" y="769358"/>
                  </a:lnTo>
                  <a:lnTo>
                    <a:pt x="2103134" y="734126"/>
                  </a:lnTo>
                  <a:lnTo>
                    <a:pt x="2103794" y="687139"/>
                  </a:lnTo>
                  <a:lnTo>
                    <a:pt x="2104455" y="653450"/>
                  </a:lnTo>
                  <a:lnTo>
                    <a:pt x="2105115" y="641165"/>
                  </a:lnTo>
                  <a:lnTo>
                    <a:pt x="2105776" y="647673"/>
                  </a:lnTo>
                  <a:lnTo>
                    <a:pt x="2106436" y="700304"/>
                  </a:lnTo>
                  <a:lnTo>
                    <a:pt x="2107097" y="771638"/>
                  </a:lnTo>
                  <a:lnTo>
                    <a:pt x="2107757" y="804606"/>
                  </a:lnTo>
                  <a:lnTo>
                    <a:pt x="2108418" y="755544"/>
                  </a:lnTo>
                  <a:lnTo>
                    <a:pt x="2109079" y="683672"/>
                  </a:lnTo>
                  <a:lnTo>
                    <a:pt x="2109739" y="631595"/>
                  </a:lnTo>
                  <a:lnTo>
                    <a:pt x="2110400" y="601077"/>
                  </a:lnTo>
                  <a:lnTo>
                    <a:pt x="2111060" y="576830"/>
                  </a:lnTo>
                  <a:lnTo>
                    <a:pt x="2111721" y="559720"/>
                  </a:lnTo>
                  <a:lnTo>
                    <a:pt x="2112381" y="539554"/>
                  </a:lnTo>
                  <a:lnTo>
                    <a:pt x="2113042" y="511569"/>
                  </a:lnTo>
                  <a:lnTo>
                    <a:pt x="2113702" y="482727"/>
                  </a:lnTo>
                  <a:lnTo>
                    <a:pt x="2114363" y="476675"/>
                  </a:lnTo>
                  <a:lnTo>
                    <a:pt x="2115023" y="489061"/>
                  </a:lnTo>
                  <a:lnTo>
                    <a:pt x="2115684" y="525915"/>
                  </a:lnTo>
                  <a:lnTo>
                    <a:pt x="2116344" y="554262"/>
                  </a:lnTo>
                  <a:lnTo>
                    <a:pt x="2117005" y="576158"/>
                  </a:lnTo>
                  <a:lnTo>
                    <a:pt x="2117665" y="586419"/>
                  </a:lnTo>
                  <a:lnTo>
                    <a:pt x="2118326" y="599029"/>
                  </a:lnTo>
                  <a:lnTo>
                    <a:pt x="2118986" y="586907"/>
                  </a:lnTo>
                  <a:lnTo>
                    <a:pt x="2119647" y="553455"/>
                  </a:lnTo>
                  <a:lnTo>
                    <a:pt x="2120308" y="519363"/>
                  </a:lnTo>
                  <a:lnTo>
                    <a:pt x="2120968" y="505705"/>
                  </a:lnTo>
                  <a:lnTo>
                    <a:pt x="2121629" y="501039"/>
                  </a:lnTo>
                  <a:lnTo>
                    <a:pt x="2122289" y="518486"/>
                  </a:lnTo>
                  <a:lnTo>
                    <a:pt x="2122950" y="566583"/>
                  </a:lnTo>
                  <a:lnTo>
                    <a:pt x="2123610" y="622260"/>
                  </a:lnTo>
                  <a:lnTo>
                    <a:pt x="2124271" y="624964"/>
                  </a:lnTo>
                  <a:lnTo>
                    <a:pt x="2124931" y="576292"/>
                  </a:lnTo>
                  <a:lnTo>
                    <a:pt x="2125592" y="497463"/>
                  </a:lnTo>
                  <a:lnTo>
                    <a:pt x="2126252" y="454953"/>
                  </a:lnTo>
                  <a:lnTo>
                    <a:pt x="2126913" y="448652"/>
                  </a:lnTo>
                  <a:lnTo>
                    <a:pt x="2127573" y="473207"/>
                  </a:lnTo>
                  <a:lnTo>
                    <a:pt x="2128234" y="537498"/>
                  </a:lnTo>
                  <a:lnTo>
                    <a:pt x="2128894" y="653804"/>
                  </a:lnTo>
                  <a:lnTo>
                    <a:pt x="2129555" y="742741"/>
                  </a:lnTo>
                  <a:lnTo>
                    <a:pt x="2130216" y="723602"/>
                  </a:lnTo>
                  <a:lnTo>
                    <a:pt x="2130876" y="679566"/>
                  </a:lnTo>
                  <a:lnTo>
                    <a:pt x="2131537" y="606561"/>
                  </a:lnTo>
                  <a:lnTo>
                    <a:pt x="2132197" y="503726"/>
                  </a:lnTo>
                  <a:lnTo>
                    <a:pt x="2132858" y="416433"/>
                  </a:lnTo>
                  <a:lnTo>
                    <a:pt x="2133518" y="348367"/>
                  </a:lnTo>
                  <a:lnTo>
                    <a:pt x="2134179" y="300405"/>
                  </a:lnTo>
                  <a:lnTo>
                    <a:pt x="2134839" y="257042"/>
                  </a:lnTo>
                  <a:lnTo>
                    <a:pt x="2135500" y="230379"/>
                  </a:lnTo>
                  <a:lnTo>
                    <a:pt x="2136160" y="231460"/>
                  </a:lnTo>
                  <a:lnTo>
                    <a:pt x="2136821" y="262467"/>
                  </a:lnTo>
                  <a:lnTo>
                    <a:pt x="2137481" y="299274"/>
                  </a:lnTo>
                  <a:lnTo>
                    <a:pt x="2138142" y="357812"/>
                  </a:lnTo>
                  <a:lnTo>
                    <a:pt x="2138802" y="442991"/>
                  </a:lnTo>
                  <a:lnTo>
                    <a:pt x="2139463" y="537088"/>
                  </a:lnTo>
                  <a:lnTo>
                    <a:pt x="2140124" y="597430"/>
                  </a:lnTo>
                  <a:lnTo>
                    <a:pt x="2140784" y="630126"/>
                  </a:lnTo>
                  <a:lnTo>
                    <a:pt x="2141445" y="608967"/>
                  </a:lnTo>
                  <a:lnTo>
                    <a:pt x="2142105" y="567949"/>
                  </a:lnTo>
                  <a:lnTo>
                    <a:pt x="2142766" y="484661"/>
                  </a:lnTo>
                  <a:lnTo>
                    <a:pt x="2143426" y="429997"/>
                  </a:lnTo>
                  <a:lnTo>
                    <a:pt x="2144087" y="391124"/>
                  </a:lnTo>
                  <a:lnTo>
                    <a:pt x="2144747" y="383169"/>
                  </a:lnTo>
                  <a:lnTo>
                    <a:pt x="2145408" y="406452"/>
                  </a:lnTo>
                  <a:lnTo>
                    <a:pt x="2146068" y="458422"/>
                  </a:lnTo>
                  <a:lnTo>
                    <a:pt x="2146729" y="499962"/>
                  </a:lnTo>
                  <a:lnTo>
                    <a:pt x="2147389" y="536388"/>
                  </a:lnTo>
                  <a:lnTo>
                    <a:pt x="2148050" y="546479"/>
                  </a:lnTo>
                  <a:lnTo>
                    <a:pt x="2148710" y="488519"/>
                  </a:lnTo>
                  <a:lnTo>
                    <a:pt x="2149371" y="428841"/>
                  </a:lnTo>
                  <a:lnTo>
                    <a:pt x="2150032" y="394376"/>
                  </a:lnTo>
                  <a:lnTo>
                    <a:pt x="2150692" y="375566"/>
                  </a:lnTo>
                  <a:lnTo>
                    <a:pt x="2151353" y="365008"/>
                  </a:lnTo>
                  <a:lnTo>
                    <a:pt x="2152013" y="385512"/>
                  </a:lnTo>
                  <a:lnTo>
                    <a:pt x="2152674" y="423874"/>
                  </a:lnTo>
                  <a:lnTo>
                    <a:pt x="2153334" y="483741"/>
                  </a:lnTo>
                  <a:lnTo>
                    <a:pt x="2153995" y="551603"/>
                  </a:lnTo>
                  <a:lnTo>
                    <a:pt x="2154655" y="650197"/>
                  </a:lnTo>
                  <a:lnTo>
                    <a:pt x="2155316" y="745304"/>
                  </a:lnTo>
                  <a:lnTo>
                    <a:pt x="2155976" y="867851"/>
                  </a:lnTo>
                  <a:lnTo>
                    <a:pt x="2156637" y="913906"/>
                  </a:lnTo>
                  <a:lnTo>
                    <a:pt x="2157297" y="843175"/>
                  </a:lnTo>
                  <a:lnTo>
                    <a:pt x="2157958" y="646204"/>
                  </a:lnTo>
                  <a:lnTo>
                    <a:pt x="2158618" y="472928"/>
                  </a:lnTo>
                  <a:lnTo>
                    <a:pt x="2159279" y="348905"/>
                  </a:lnTo>
                  <a:lnTo>
                    <a:pt x="2159939" y="264189"/>
                  </a:lnTo>
                  <a:lnTo>
                    <a:pt x="2160600" y="223400"/>
                  </a:lnTo>
                  <a:lnTo>
                    <a:pt x="2161261" y="223553"/>
                  </a:lnTo>
                  <a:lnTo>
                    <a:pt x="2161921" y="246973"/>
                  </a:lnTo>
                  <a:lnTo>
                    <a:pt x="2162582" y="266032"/>
                  </a:lnTo>
                  <a:lnTo>
                    <a:pt x="2163242" y="270796"/>
                  </a:lnTo>
                  <a:lnTo>
                    <a:pt x="2163903" y="265854"/>
                  </a:lnTo>
                  <a:lnTo>
                    <a:pt x="2164563" y="246370"/>
                  </a:lnTo>
                  <a:lnTo>
                    <a:pt x="2165224" y="224455"/>
                  </a:lnTo>
                  <a:lnTo>
                    <a:pt x="2165884" y="218748"/>
                  </a:lnTo>
                  <a:lnTo>
                    <a:pt x="2166545" y="219861"/>
                  </a:lnTo>
                  <a:lnTo>
                    <a:pt x="2167205" y="206496"/>
                  </a:lnTo>
                  <a:lnTo>
                    <a:pt x="2167866" y="189598"/>
                  </a:lnTo>
                  <a:lnTo>
                    <a:pt x="2168526" y="158561"/>
                  </a:lnTo>
                  <a:lnTo>
                    <a:pt x="2169187" y="122889"/>
                  </a:lnTo>
                  <a:lnTo>
                    <a:pt x="2169847" y="106190"/>
                  </a:lnTo>
                  <a:lnTo>
                    <a:pt x="2170508" y="104843"/>
                  </a:lnTo>
                  <a:lnTo>
                    <a:pt x="2171169" y="101746"/>
                  </a:lnTo>
                  <a:lnTo>
                    <a:pt x="2171829" y="86165"/>
                  </a:lnTo>
                  <a:lnTo>
                    <a:pt x="2172490" y="72430"/>
                  </a:lnTo>
                  <a:lnTo>
                    <a:pt x="2173150" y="50360"/>
                  </a:lnTo>
                  <a:lnTo>
                    <a:pt x="2173811" y="28085"/>
                  </a:lnTo>
                  <a:lnTo>
                    <a:pt x="2174471" y="14196"/>
                  </a:lnTo>
                  <a:lnTo>
                    <a:pt x="2175132" y="29561"/>
                  </a:lnTo>
                  <a:lnTo>
                    <a:pt x="2175792" y="67968"/>
                  </a:lnTo>
                  <a:lnTo>
                    <a:pt x="2176453" y="124945"/>
                  </a:lnTo>
                  <a:lnTo>
                    <a:pt x="2177113" y="200555"/>
                  </a:lnTo>
                  <a:lnTo>
                    <a:pt x="2177774" y="294229"/>
                  </a:lnTo>
                  <a:lnTo>
                    <a:pt x="2178434" y="387393"/>
                  </a:lnTo>
                  <a:lnTo>
                    <a:pt x="2179095" y="431117"/>
                  </a:lnTo>
                  <a:lnTo>
                    <a:pt x="2179755" y="436828"/>
                  </a:lnTo>
                  <a:lnTo>
                    <a:pt x="2180416" y="406452"/>
                  </a:lnTo>
                  <a:lnTo>
                    <a:pt x="2181077" y="396353"/>
                  </a:lnTo>
                  <a:lnTo>
                    <a:pt x="2181737" y="423211"/>
                  </a:lnTo>
                  <a:lnTo>
                    <a:pt x="2182398" y="471351"/>
                  </a:lnTo>
                  <a:lnTo>
                    <a:pt x="2183058" y="529192"/>
                  </a:lnTo>
                  <a:lnTo>
                    <a:pt x="2183719" y="619817"/>
                  </a:lnTo>
                  <a:lnTo>
                    <a:pt x="2184379" y="689040"/>
                  </a:lnTo>
                  <a:lnTo>
                    <a:pt x="2185040" y="714116"/>
                  </a:lnTo>
                  <a:lnTo>
                    <a:pt x="2185700" y="734362"/>
                  </a:lnTo>
                  <a:lnTo>
                    <a:pt x="2186361" y="742256"/>
                  </a:lnTo>
                  <a:lnTo>
                    <a:pt x="2187021" y="714885"/>
                  </a:lnTo>
                  <a:lnTo>
                    <a:pt x="2187682" y="649237"/>
                  </a:lnTo>
                  <a:lnTo>
                    <a:pt x="2188342" y="561373"/>
                  </a:lnTo>
                  <a:lnTo>
                    <a:pt x="2189003" y="475828"/>
                  </a:lnTo>
                  <a:lnTo>
                    <a:pt x="2189663" y="405389"/>
                  </a:lnTo>
                  <a:lnTo>
                    <a:pt x="2190324" y="364185"/>
                  </a:lnTo>
                  <a:lnTo>
                    <a:pt x="2190984" y="313603"/>
                  </a:lnTo>
                  <a:lnTo>
                    <a:pt x="2191645" y="287030"/>
                  </a:lnTo>
                  <a:lnTo>
                    <a:pt x="2192306" y="311055"/>
                  </a:lnTo>
                  <a:lnTo>
                    <a:pt x="2192966" y="347502"/>
                  </a:lnTo>
                  <a:lnTo>
                    <a:pt x="2193627" y="372197"/>
                  </a:lnTo>
                  <a:lnTo>
                    <a:pt x="2194287" y="443913"/>
                  </a:lnTo>
                  <a:lnTo>
                    <a:pt x="2194948" y="540026"/>
                  </a:lnTo>
                  <a:lnTo>
                    <a:pt x="2195608" y="577369"/>
                  </a:lnTo>
                  <a:lnTo>
                    <a:pt x="2196269" y="620131"/>
                  </a:lnTo>
                  <a:lnTo>
                    <a:pt x="2196929" y="678404"/>
                  </a:lnTo>
                  <a:lnTo>
                    <a:pt x="2197590" y="730613"/>
                  </a:lnTo>
                  <a:lnTo>
                    <a:pt x="2198250" y="763279"/>
                  </a:lnTo>
                  <a:lnTo>
                    <a:pt x="2198911" y="775707"/>
                  </a:lnTo>
                  <a:lnTo>
                    <a:pt x="2199571" y="782763"/>
                  </a:lnTo>
                  <a:lnTo>
                    <a:pt x="2200232" y="803850"/>
                  </a:lnTo>
                  <a:lnTo>
                    <a:pt x="2200892" y="811659"/>
                  </a:lnTo>
                  <a:lnTo>
                    <a:pt x="2201553" y="828620"/>
                  </a:lnTo>
                  <a:lnTo>
                    <a:pt x="2202214" y="847375"/>
                  </a:lnTo>
                  <a:lnTo>
                    <a:pt x="2202874" y="840409"/>
                  </a:lnTo>
                  <a:lnTo>
                    <a:pt x="2203535" y="833612"/>
                  </a:lnTo>
                  <a:lnTo>
                    <a:pt x="2204195" y="769625"/>
                  </a:lnTo>
                  <a:lnTo>
                    <a:pt x="2204856" y="682100"/>
                  </a:lnTo>
                  <a:lnTo>
                    <a:pt x="2205516" y="595337"/>
                  </a:lnTo>
                  <a:lnTo>
                    <a:pt x="2206177" y="497819"/>
                  </a:lnTo>
                  <a:lnTo>
                    <a:pt x="2206837" y="417195"/>
                  </a:lnTo>
                  <a:lnTo>
                    <a:pt x="2207498" y="366342"/>
                  </a:lnTo>
                  <a:lnTo>
                    <a:pt x="2208158" y="326731"/>
                  </a:lnTo>
                  <a:lnTo>
                    <a:pt x="2208819" y="290679"/>
                  </a:lnTo>
                  <a:lnTo>
                    <a:pt x="2209479" y="288402"/>
                  </a:lnTo>
                  <a:lnTo>
                    <a:pt x="2210140" y="304693"/>
                  </a:lnTo>
                  <a:lnTo>
                    <a:pt x="2210800" y="334953"/>
                  </a:lnTo>
                  <a:lnTo>
                    <a:pt x="2211461" y="359578"/>
                  </a:lnTo>
                  <a:lnTo>
                    <a:pt x="2212122" y="383914"/>
                  </a:lnTo>
                  <a:lnTo>
                    <a:pt x="2212782" y="348516"/>
                  </a:lnTo>
                  <a:lnTo>
                    <a:pt x="2213443" y="272821"/>
                  </a:lnTo>
                  <a:lnTo>
                    <a:pt x="2214103" y="185788"/>
                  </a:lnTo>
                  <a:lnTo>
                    <a:pt x="2214764" y="132325"/>
                  </a:lnTo>
                  <a:lnTo>
                    <a:pt x="2215424" y="98720"/>
                  </a:lnTo>
                  <a:lnTo>
                    <a:pt x="2216085" y="97200"/>
                  </a:lnTo>
                  <a:lnTo>
                    <a:pt x="2216745" y="120543"/>
                  </a:lnTo>
                  <a:lnTo>
                    <a:pt x="2217406" y="168699"/>
                  </a:lnTo>
                  <a:lnTo>
                    <a:pt x="2218066" y="197920"/>
                  </a:lnTo>
                  <a:lnTo>
                    <a:pt x="2218727" y="219975"/>
                  </a:lnTo>
                  <a:lnTo>
                    <a:pt x="2219387" y="227761"/>
                  </a:lnTo>
                  <a:lnTo>
                    <a:pt x="2220048" y="231756"/>
                  </a:lnTo>
                  <a:lnTo>
                    <a:pt x="2220708" y="237334"/>
                  </a:lnTo>
                  <a:lnTo>
                    <a:pt x="2221369" y="248770"/>
                  </a:lnTo>
                  <a:lnTo>
                    <a:pt x="2222030" y="246433"/>
                  </a:lnTo>
                  <a:lnTo>
                    <a:pt x="2222690" y="224321"/>
                  </a:lnTo>
                  <a:lnTo>
                    <a:pt x="2223351" y="179822"/>
                  </a:lnTo>
                  <a:lnTo>
                    <a:pt x="2224011" y="131578"/>
                  </a:lnTo>
                  <a:lnTo>
                    <a:pt x="2224672" y="94271"/>
                  </a:lnTo>
                  <a:lnTo>
                    <a:pt x="2225332" y="55654"/>
                  </a:lnTo>
                  <a:lnTo>
                    <a:pt x="2225993" y="30340"/>
                  </a:lnTo>
                  <a:lnTo>
                    <a:pt x="2226653" y="16488"/>
                  </a:lnTo>
                  <a:lnTo>
                    <a:pt x="2227314" y="16754"/>
                  </a:lnTo>
                  <a:lnTo>
                    <a:pt x="2227974" y="35022"/>
                  </a:lnTo>
                  <a:lnTo>
                    <a:pt x="2228635" y="75887"/>
                  </a:lnTo>
                  <a:lnTo>
                    <a:pt x="2229295" y="128447"/>
                  </a:lnTo>
                  <a:lnTo>
                    <a:pt x="2229956" y="203465"/>
                  </a:lnTo>
                  <a:lnTo>
                    <a:pt x="2230616" y="275205"/>
                  </a:lnTo>
                  <a:lnTo>
                    <a:pt x="2231277" y="316895"/>
                  </a:lnTo>
                  <a:lnTo>
                    <a:pt x="2231937" y="333958"/>
                  </a:lnTo>
                  <a:lnTo>
                    <a:pt x="2232598" y="329790"/>
                  </a:lnTo>
                  <a:lnTo>
                    <a:pt x="2233259" y="314237"/>
                  </a:lnTo>
                  <a:lnTo>
                    <a:pt x="2233919" y="291239"/>
                  </a:lnTo>
                  <a:lnTo>
                    <a:pt x="2234580" y="277772"/>
                  </a:lnTo>
                  <a:lnTo>
                    <a:pt x="2235240" y="280386"/>
                  </a:lnTo>
                  <a:lnTo>
                    <a:pt x="2235901" y="261786"/>
                  </a:lnTo>
                  <a:lnTo>
                    <a:pt x="2236561" y="241325"/>
                  </a:lnTo>
                  <a:lnTo>
                    <a:pt x="2237222" y="231224"/>
                  </a:lnTo>
                  <a:lnTo>
                    <a:pt x="2237882" y="215025"/>
                  </a:lnTo>
                  <a:lnTo>
                    <a:pt x="2238543" y="179806"/>
                  </a:lnTo>
                  <a:lnTo>
                    <a:pt x="2239203" y="168541"/>
                  </a:lnTo>
                  <a:lnTo>
                    <a:pt x="2239864" y="174286"/>
                  </a:lnTo>
                  <a:lnTo>
                    <a:pt x="2240524" y="193548"/>
                  </a:lnTo>
                  <a:lnTo>
                    <a:pt x="2241185" y="227702"/>
                  </a:lnTo>
                  <a:lnTo>
                    <a:pt x="2241845" y="285306"/>
                  </a:lnTo>
                  <a:lnTo>
                    <a:pt x="2242506" y="355352"/>
                  </a:lnTo>
                  <a:lnTo>
                    <a:pt x="2243167" y="417233"/>
                  </a:lnTo>
                  <a:lnTo>
                    <a:pt x="2243827" y="466262"/>
                  </a:lnTo>
                  <a:lnTo>
                    <a:pt x="2244488" y="483017"/>
                  </a:lnTo>
                  <a:lnTo>
                    <a:pt x="2245148" y="475123"/>
                  </a:lnTo>
                  <a:lnTo>
                    <a:pt x="2245809" y="453777"/>
                  </a:lnTo>
                  <a:lnTo>
                    <a:pt x="2246469" y="417882"/>
                  </a:lnTo>
                  <a:lnTo>
                    <a:pt x="2247130" y="396672"/>
                  </a:lnTo>
                  <a:lnTo>
                    <a:pt x="2247790" y="410670"/>
                  </a:lnTo>
                  <a:lnTo>
                    <a:pt x="2248451" y="447545"/>
                  </a:lnTo>
                  <a:lnTo>
                    <a:pt x="2249111" y="494534"/>
                  </a:lnTo>
                  <a:lnTo>
                    <a:pt x="2249772" y="532163"/>
                  </a:lnTo>
                  <a:lnTo>
                    <a:pt x="2250432" y="542280"/>
                  </a:lnTo>
                  <a:lnTo>
                    <a:pt x="2251093" y="552836"/>
                  </a:lnTo>
                  <a:lnTo>
                    <a:pt x="2251753" y="562458"/>
                  </a:lnTo>
                  <a:lnTo>
                    <a:pt x="2252414" y="551603"/>
                  </a:lnTo>
                  <a:lnTo>
                    <a:pt x="2253075" y="562330"/>
                  </a:lnTo>
                  <a:lnTo>
                    <a:pt x="2253735" y="587605"/>
                  </a:lnTo>
                  <a:lnTo>
                    <a:pt x="2254396" y="592831"/>
                  </a:lnTo>
                  <a:lnTo>
                    <a:pt x="2255056" y="600124"/>
                  </a:lnTo>
                  <a:lnTo>
                    <a:pt x="2255717" y="647240"/>
                  </a:lnTo>
                  <a:lnTo>
                    <a:pt x="2256377" y="709868"/>
                  </a:lnTo>
                  <a:lnTo>
                    <a:pt x="2257038" y="754909"/>
                  </a:lnTo>
                  <a:lnTo>
                    <a:pt x="2257698" y="798613"/>
                  </a:lnTo>
                  <a:lnTo>
                    <a:pt x="2258359" y="843349"/>
                  </a:lnTo>
                  <a:lnTo>
                    <a:pt x="2259019" y="840581"/>
                  </a:lnTo>
                  <a:lnTo>
                    <a:pt x="2259680" y="796105"/>
                  </a:lnTo>
                  <a:lnTo>
                    <a:pt x="2260340" y="776117"/>
                  </a:lnTo>
                  <a:lnTo>
                    <a:pt x="2261001" y="784449"/>
                  </a:lnTo>
                  <a:lnTo>
                    <a:pt x="2261661" y="788424"/>
                  </a:lnTo>
                  <a:lnTo>
                    <a:pt x="2262322" y="780669"/>
                  </a:lnTo>
                  <a:lnTo>
                    <a:pt x="2262982" y="790001"/>
                  </a:lnTo>
                  <a:lnTo>
                    <a:pt x="2263643" y="712147"/>
                  </a:lnTo>
                  <a:lnTo>
                    <a:pt x="2264304" y="558204"/>
                  </a:lnTo>
                  <a:lnTo>
                    <a:pt x="2264964" y="435318"/>
                  </a:lnTo>
                  <a:lnTo>
                    <a:pt x="2265625" y="366024"/>
                  </a:lnTo>
                  <a:lnTo>
                    <a:pt x="2266285" y="335809"/>
                  </a:lnTo>
                  <a:lnTo>
                    <a:pt x="2266946" y="349864"/>
                  </a:lnTo>
                  <a:lnTo>
                    <a:pt x="2267606" y="388803"/>
                  </a:lnTo>
                  <a:lnTo>
                    <a:pt x="2268267" y="441116"/>
                  </a:lnTo>
                  <a:lnTo>
                    <a:pt x="2268927" y="432806"/>
                  </a:lnTo>
                  <a:lnTo>
                    <a:pt x="2269588" y="355444"/>
                  </a:lnTo>
                  <a:lnTo>
                    <a:pt x="2270248" y="266590"/>
                  </a:lnTo>
                  <a:lnTo>
                    <a:pt x="2270909" y="223937"/>
                  </a:lnTo>
                  <a:lnTo>
                    <a:pt x="2271569" y="198761"/>
                  </a:lnTo>
                  <a:lnTo>
                    <a:pt x="2272230" y="204914"/>
                  </a:lnTo>
                  <a:lnTo>
                    <a:pt x="2272890" y="228189"/>
                  </a:lnTo>
                  <a:lnTo>
                    <a:pt x="2273551" y="266858"/>
                  </a:lnTo>
                  <a:lnTo>
                    <a:pt x="2274212" y="293613"/>
                  </a:lnTo>
                  <a:lnTo>
                    <a:pt x="2274872" y="321499"/>
                  </a:lnTo>
                  <a:lnTo>
                    <a:pt x="2275533" y="356764"/>
                  </a:lnTo>
                  <a:lnTo>
                    <a:pt x="2276193" y="393078"/>
                  </a:lnTo>
                  <a:lnTo>
                    <a:pt x="2276854" y="378975"/>
                  </a:lnTo>
                  <a:lnTo>
                    <a:pt x="2277514" y="322450"/>
                  </a:lnTo>
                  <a:lnTo>
                    <a:pt x="2278175" y="239434"/>
                  </a:lnTo>
                  <a:lnTo>
                    <a:pt x="2278835" y="167708"/>
                  </a:lnTo>
                  <a:lnTo>
                    <a:pt x="2279496" y="104906"/>
                  </a:lnTo>
                  <a:lnTo>
                    <a:pt x="2280156" y="68696"/>
                  </a:lnTo>
                  <a:lnTo>
                    <a:pt x="2280817" y="55960"/>
                  </a:lnTo>
                  <a:lnTo>
                    <a:pt x="2281477" y="63218"/>
                  </a:lnTo>
                  <a:lnTo>
                    <a:pt x="2282138" y="81331"/>
                  </a:lnTo>
                  <a:lnTo>
                    <a:pt x="2282798" y="123680"/>
                  </a:lnTo>
                  <a:lnTo>
                    <a:pt x="2283459" y="171757"/>
                  </a:lnTo>
                  <a:lnTo>
                    <a:pt x="2284120" y="212196"/>
                  </a:lnTo>
                  <a:lnTo>
                    <a:pt x="2284780" y="256352"/>
                  </a:lnTo>
                  <a:lnTo>
                    <a:pt x="2285441" y="294746"/>
                  </a:lnTo>
                  <a:lnTo>
                    <a:pt x="2286101" y="319039"/>
                  </a:lnTo>
                  <a:lnTo>
                    <a:pt x="2286762" y="330406"/>
                  </a:lnTo>
                  <a:lnTo>
                    <a:pt x="2287422" y="341114"/>
                  </a:lnTo>
                  <a:lnTo>
                    <a:pt x="2288083" y="339055"/>
                  </a:lnTo>
                  <a:lnTo>
                    <a:pt x="2288743" y="321173"/>
                  </a:lnTo>
                  <a:lnTo>
                    <a:pt x="2289404" y="261633"/>
                  </a:lnTo>
                  <a:lnTo>
                    <a:pt x="2290064" y="218560"/>
                  </a:lnTo>
                  <a:lnTo>
                    <a:pt x="2290725" y="192740"/>
                  </a:lnTo>
                  <a:lnTo>
                    <a:pt x="2291385" y="194151"/>
                  </a:lnTo>
                  <a:lnTo>
                    <a:pt x="2292046" y="212638"/>
                  </a:lnTo>
                  <a:lnTo>
                    <a:pt x="2292706" y="273552"/>
                  </a:lnTo>
                  <a:lnTo>
                    <a:pt x="2293367" y="359113"/>
                  </a:lnTo>
                  <a:lnTo>
                    <a:pt x="2294028" y="449037"/>
                  </a:lnTo>
                  <a:lnTo>
                    <a:pt x="2294688" y="437401"/>
                  </a:lnTo>
                  <a:lnTo>
                    <a:pt x="2295349" y="344363"/>
                  </a:lnTo>
                  <a:lnTo>
                    <a:pt x="2296009" y="245644"/>
                  </a:lnTo>
                  <a:lnTo>
                    <a:pt x="2296670" y="177341"/>
                  </a:lnTo>
                  <a:lnTo>
                    <a:pt x="2297330" y="141587"/>
                  </a:lnTo>
                  <a:lnTo>
                    <a:pt x="2297991" y="143252"/>
                  </a:lnTo>
                  <a:lnTo>
                    <a:pt x="2298651" y="168730"/>
                  </a:lnTo>
                  <a:lnTo>
                    <a:pt x="2299312" y="227489"/>
                  </a:lnTo>
                  <a:lnTo>
                    <a:pt x="2299972" y="307934"/>
                  </a:lnTo>
                  <a:lnTo>
                    <a:pt x="2300633" y="383711"/>
                  </a:lnTo>
                  <a:lnTo>
                    <a:pt x="2301293" y="440493"/>
                  </a:lnTo>
                  <a:lnTo>
                    <a:pt x="2301954" y="509866"/>
                  </a:lnTo>
                  <a:lnTo>
                    <a:pt x="2302614" y="559974"/>
                  </a:lnTo>
                  <a:lnTo>
                    <a:pt x="2303275" y="569257"/>
                  </a:lnTo>
                  <a:lnTo>
                    <a:pt x="2303935" y="540026"/>
                  </a:lnTo>
                  <a:lnTo>
                    <a:pt x="2304596" y="468405"/>
                  </a:lnTo>
                  <a:lnTo>
                    <a:pt x="2305257" y="388838"/>
                  </a:lnTo>
                  <a:lnTo>
                    <a:pt x="2305917" y="325490"/>
                  </a:lnTo>
                  <a:lnTo>
                    <a:pt x="2306578" y="280269"/>
                  </a:lnTo>
                  <a:lnTo>
                    <a:pt x="2307238" y="260079"/>
                  </a:lnTo>
                  <a:lnTo>
                    <a:pt x="2307899" y="271295"/>
                  </a:lnTo>
                  <a:lnTo>
                    <a:pt x="2308559" y="318878"/>
                  </a:lnTo>
                  <a:lnTo>
                    <a:pt x="2309220" y="367107"/>
                  </a:lnTo>
                  <a:lnTo>
                    <a:pt x="2309880" y="400349"/>
                  </a:lnTo>
                  <a:lnTo>
                    <a:pt x="2310541" y="399560"/>
                  </a:lnTo>
                  <a:lnTo>
                    <a:pt x="2311201" y="376390"/>
                  </a:lnTo>
                  <a:lnTo>
                    <a:pt x="2311862" y="343217"/>
                  </a:lnTo>
                  <a:lnTo>
                    <a:pt x="2312522" y="331979"/>
                  </a:lnTo>
                  <a:lnTo>
                    <a:pt x="2313183" y="342047"/>
                  </a:lnTo>
                  <a:lnTo>
                    <a:pt x="2313843" y="365040"/>
                  </a:lnTo>
                  <a:lnTo>
                    <a:pt x="2314504" y="386023"/>
                  </a:lnTo>
                  <a:lnTo>
                    <a:pt x="2315165" y="401538"/>
                  </a:lnTo>
                  <a:lnTo>
                    <a:pt x="2315825" y="403167"/>
                  </a:lnTo>
                  <a:lnTo>
                    <a:pt x="2316486" y="404586"/>
                  </a:lnTo>
                  <a:lnTo>
                    <a:pt x="2317146" y="405829"/>
                  </a:lnTo>
                  <a:lnTo>
                    <a:pt x="2317807" y="398809"/>
                  </a:lnTo>
                  <a:lnTo>
                    <a:pt x="2318467" y="381518"/>
                  </a:lnTo>
                  <a:lnTo>
                    <a:pt x="2319128" y="341784"/>
                  </a:lnTo>
                  <a:lnTo>
                    <a:pt x="2319788" y="261282"/>
                  </a:lnTo>
                  <a:lnTo>
                    <a:pt x="2320449" y="206856"/>
                  </a:lnTo>
                  <a:lnTo>
                    <a:pt x="2321109" y="162434"/>
                  </a:lnTo>
                  <a:lnTo>
                    <a:pt x="2321770" y="129487"/>
                  </a:lnTo>
                  <a:lnTo>
                    <a:pt x="2322430" y="97359"/>
                  </a:lnTo>
                  <a:lnTo>
                    <a:pt x="2323091" y="95155"/>
                  </a:lnTo>
                  <a:lnTo>
                    <a:pt x="2323751" y="107543"/>
                  </a:lnTo>
                  <a:lnTo>
                    <a:pt x="2324412" y="145579"/>
                  </a:lnTo>
                  <a:lnTo>
                    <a:pt x="2325073" y="196942"/>
                  </a:lnTo>
                  <a:lnTo>
                    <a:pt x="2325733" y="292705"/>
                  </a:lnTo>
                  <a:lnTo>
                    <a:pt x="2326394" y="413217"/>
                  </a:lnTo>
                  <a:lnTo>
                    <a:pt x="2327054" y="526702"/>
                  </a:lnTo>
                  <a:lnTo>
                    <a:pt x="2327715" y="538671"/>
                  </a:lnTo>
                  <a:lnTo>
                    <a:pt x="2328375" y="446866"/>
                  </a:lnTo>
                  <a:lnTo>
                    <a:pt x="2329036" y="355934"/>
                  </a:lnTo>
                  <a:lnTo>
                    <a:pt x="2329696" y="308866"/>
                  </a:lnTo>
                  <a:lnTo>
                    <a:pt x="2330357" y="281090"/>
                  </a:lnTo>
                  <a:lnTo>
                    <a:pt x="2331017" y="269643"/>
                  </a:lnTo>
                  <a:lnTo>
                    <a:pt x="2331678" y="261063"/>
                  </a:lnTo>
                  <a:lnTo>
                    <a:pt x="2332338" y="224321"/>
                  </a:lnTo>
                  <a:lnTo>
                    <a:pt x="2332999" y="151580"/>
                  </a:lnTo>
                  <a:lnTo>
                    <a:pt x="2333659" y="87673"/>
                  </a:lnTo>
                  <a:lnTo>
                    <a:pt x="2334320" y="40351"/>
                  </a:lnTo>
                  <a:lnTo>
                    <a:pt x="2334980" y="25072"/>
                  </a:lnTo>
                  <a:lnTo>
                    <a:pt x="2335641" y="29043"/>
                  </a:lnTo>
                  <a:lnTo>
                    <a:pt x="2336302" y="49358"/>
                  </a:lnTo>
                  <a:lnTo>
                    <a:pt x="2336962" y="65195"/>
                  </a:lnTo>
                  <a:lnTo>
                    <a:pt x="2337623" y="76431"/>
                  </a:lnTo>
                  <a:lnTo>
                    <a:pt x="2338283" y="61458"/>
                  </a:lnTo>
                  <a:lnTo>
                    <a:pt x="2338944" y="38957"/>
                  </a:lnTo>
                  <a:lnTo>
                    <a:pt x="2339604" y="25517"/>
                  </a:lnTo>
                  <a:lnTo>
                    <a:pt x="2340265" y="36111"/>
                  </a:lnTo>
                  <a:lnTo>
                    <a:pt x="2340925" y="66979"/>
                  </a:lnTo>
                  <a:lnTo>
                    <a:pt x="2341586" y="128406"/>
                  </a:lnTo>
                  <a:lnTo>
                    <a:pt x="2342246" y="225977"/>
                  </a:lnTo>
                  <a:lnTo>
                    <a:pt x="2342907" y="342807"/>
                  </a:lnTo>
                  <a:lnTo>
                    <a:pt x="2343567" y="433493"/>
                  </a:lnTo>
                  <a:lnTo>
                    <a:pt x="2344228" y="443913"/>
                  </a:lnTo>
                  <a:lnTo>
                    <a:pt x="2344888" y="399775"/>
                  </a:lnTo>
                  <a:lnTo>
                    <a:pt x="2345549" y="331838"/>
                  </a:lnTo>
                  <a:lnTo>
                    <a:pt x="2346210" y="283736"/>
                  </a:lnTo>
                  <a:lnTo>
                    <a:pt x="2346870" y="253461"/>
                  </a:lnTo>
                  <a:lnTo>
                    <a:pt x="2347531" y="233140"/>
                  </a:lnTo>
                  <a:lnTo>
                    <a:pt x="2348191" y="191814"/>
                  </a:lnTo>
                  <a:lnTo>
                    <a:pt x="2348852" y="146991"/>
                  </a:lnTo>
                  <a:lnTo>
                    <a:pt x="2349512" y="110769"/>
                  </a:lnTo>
                  <a:lnTo>
                    <a:pt x="2350173" y="83569"/>
                  </a:lnTo>
                  <a:lnTo>
                    <a:pt x="2350833" y="64629"/>
                  </a:lnTo>
                  <a:lnTo>
                    <a:pt x="2351494" y="70779"/>
                  </a:lnTo>
                  <a:lnTo>
                    <a:pt x="2352154" y="100470"/>
                  </a:lnTo>
                  <a:lnTo>
                    <a:pt x="2352815" y="129240"/>
                  </a:lnTo>
                  <a:lnTo>
                    <a:pt x="2353475" y="154247"/>
                  </a:lnTo>
                  <a:lnTo>
                    <a:pt x="2354136" y="202362"/>
                  </a:lnTo>
                  <a:lnTo>
                    <a:pt x="2354796" y="248079"/>
                  </a:lnTo>
                  <a:lnTo>
                    <a:pt x="2355457" y="291849"/>
                  </a:lnTo>
                  <a:lnTo>
                    <a:pt x="2356118" y="363712"/>
                  </a:lnTo>
                  <a:lnTo>
                    <a:pt x="2356778" y="469414"/>
                  </a:lnTo>
                  <a:lnTo>
                    <a:pt x="2357439" y="542637"/>
                  </a:lnTo>
                  <a:lnTo>
                    <a:pt x="2358099" y="579877"/>
                  </a:lnTo>
                  <a:lnTo>
                    <a:pt x="2358760" y="533603"/>
                  </a:lnTo>
                  <a:lnTo>
                    <a:pt x="2359420" y="448567"/>
                  </a:lnTo>
                  <a:lnTo>
                    <a:pt x="2360081" y="394764"/>
                  </a:lnTo>
                  <a:lnTo>
                    <a:pt x="2360741" y="374843"/>
                  </a:lnTo>
                  <a:lnTo>
                    <a:pt x="2361402" y="377481"/>
                  </a:lnTo>
                  <a:lnTo>
                    <a:pt x="2362062" y="395858"/>
                  </a:lnTo>
                  <a:lnTo>
                    <a:pt x="2362723" y="428762"/>
                  </a:lnTo>
                  <a:lnTo>
                    <a:pt x="2363383" y="424148"/>
                  </a:lnTo>
                  <a:lnTo>
                    <a:pt x="2364044" y="338478"/>
                  </a:lnTo>
                  <a:lnTo>
                    <a:pt x="2364704" y="230359"/>
                  </a:lnTo>
                  <a:lnTo>
                    <a:pt x="2365365" y="140801"/>
                  </a:lnTo>
                  <a:lnTo>
                    <a:pt x="2366026" y="77865"/>
                  </a:lnTo>
                  <a:lnTo>
                    <a:pt x="2366686" y="39753"/>
                  </a:lnTo>
                  <a:lnTo>
                    <a:pt x="2367347" y="28353"/>
                  </a:lnTo>
                  <a:lnTo>
                    <a:pt x="2368007" y="31818"/>
                  </a:lnTo>
                  <a:lnTo>
                    <a:pt x="2368668" y="50463"/>
                  </a:lnTo>
                  <a:lnTo>
                    <a:pt x="2369328" y="72744"/>
                  </a:lnTo>
                  <a:lnTo>
                    <a:pt x="2369989" y="92955"/>
                  </a:lnTo>
                  <a:lnTo>
                    <a:pt x="2370649" y="117374"/>
                  </a:lnTo>
                  <a:lnTo>
                    <a:pt x="2371310" y="156728"/>
                  </a:lnTo>
                  <a:lnTo>
                    <a:pt x="2371970" y="199551"/>
                  </a:lnTo>
                  <a:lnTo>
                    <a:pt x="2372631" y="238968"/>
                  </a:lnTo>
                  <a:lnTo>
                    <a:pt x="2373291" y="269959"/>
                  </a:lnTo>
                  <a:lnTo>
                    <a:pt x="2373952" y="279356"/>
                  </a:lnTo>
                  <a:lnTo>
                    <a:pt x="2374612" y="274148"/>
                  </a:lnTo>
                  <a:lnTo>
                    <a:pt x="2375273" y="255514"/>
                  </a:lnTo>
                  <a:lnTo>
                    <a:pt x="2375933" y="255492"/>
                  </a:lnTo>
                  <a:lnTo>
                    <a:pt x="2376594" y="271932"/>
                  </a:lnTo>
                  <a:lnTo>
                    <a:pt x="2377255" y="286287"/>
                  </a:lnTo>
                  <a:lnTo>
                    <a:pt x="2377915" y="279356"/>
                  </a:lnTo>
                  <a:lnTo>
                    <a:pt x="2378576" y="264965"/>
                  </a:lnTo>
                  <a:lnTo>
                    <a:pt x="2379236" y="229243"/>
                  </a:lnTo>
                  <a:lnTo>
                    <a:pt x="2379897" y="183735"/>
                  </a:lnTo>
                  <a:lnTo>
                    <a:pt x="2380557" y="148806"/>
                  </a:lnTo>
                  <a:lnTo>
                    <a:pt x="2381218" y="141644"/>
                  </a:lnTo>
                  <a:lnTo>
                    <a:pt x="2381878" y="146364"/>
                  </a:lnTo>
                  <a:lnTo>
                    <a:pt x="2382539" y="153529"/>
                  </a:lnTo>
                  <a:lnTo>
                    <a:pt x="2383199" y="162418"/>
                  </a:lnTo>
                  <a:lnTo>
                    <a:pt x="2383860" y="165939"/>
                  </a:lnTo>
                  <a:lnTo>
                    <a:pt x="2384520" y="144869"/>
                  </a:lnTo>
                  <a:lnTo>
                    <a:pt x="2385181" y="124851"/>
                  </a:lnTo>
                  <a:lnTo>
                    <a:pt x="2385841" y="115698"/>
                  </a:lnTo>
                  <a:lnTo>
                    <a:pt x="2386502" y="120968"/>
                  </a:lnTo>
                  <a:lnTo>
                    <a:pt x="2387163" y="138301"/>
                  </a:lnTo>
                  <a:lnTo>
                    <a:pt x="2387823" y="169425"/>
                  </a:lnTo>
                  <a:lnTo>
                    <a:pt x="2388484" y="184401"/>
                  </a:lnTo>
                  <a:lnTo>
                    <a:pt x="2389144" y="187282"/>
                  </a:lnTo>
                  <a:lnTo>
                    <a:pt x="2389805" y="172907"/>
                  </a:lnTo>
                  <a:lnTo>
                    <a:pt x="2390465" y="153126"/>
                  </a:lnTo>
                  <a:lnTo>
                    <a:pt x="2391126" y="138768"/>
                  </a:lnTo>
                  <a:lnTo>
                    <a:pt x="2391786" y="149777"/>
                  </a:lnTo>
                  <a:lnTo>
                    <a:pt x="2392447" y="169298"/>
                  </a:lnTo>
                  <a:lnTo>
                    <a:pt x="2393107" y="190721"/>
                  </a:lnTo>
                  <a:lnTo>
                    <a:pt x="2393768" y="204950"/>
                  </a:lnTo>
                  <a:lnTo>
                    <a:pt x="2394428" y="207073"/>
                  </a:lnTo>
                  <a:lnTo>
                    <a:pt x="2395089" y="198340"/>
                  </a:lnTo>
                  <a:lnTo>
                    <a:pt x="2395749" y="187771"/>
                  </a:lnTo>
                  <a:lnTo>
                    <a:pt x="2396410" y="174575"/>
                  </a:lnTo>
                  <a:lnTo>
                    <a:pt x="2397071" y="167159"/>
                  </a:lnTo>
                  <a:lnTo>
                    <a:pt x="2397731" y="176773"/>
                  </a:lnTo>
                  <a:lnTo>
                    <a:pt x="2398392" y="191147"/>
                  </a:lnTo>
                  <a:lnTo>
                    <a:pt x="2399052" y="204591"/>
                  </a:lnTo>
                  <a:lnTo>
                    <a:pt x="2399713" y="219446"/>
                  </a:lnTo>
                  <a:lnTo>
                    <a:pt x="2400373" y="236610"/>
                  </a:lnTo>
                  <a:lnTo>
                    <a:pt x="2401034" y="248749"/>
                  </a:lnTo>
                  <a:lnTo>
                    <a:pt x="2401694" y="251359"/>
                  </a:lnTo>
                  <a:lnTo>
                    <a:pt x="2402355" y="235249"/>
                  </a:lnTo>
                  <a:lnTo>
                    <a:pt x="2403015" y="234750"/>
                  </a:lnTo>
                  <a:lnTo>
                    <a:pt x="2403676" y="252546"/>
                  </a:lnTo>
                  <a:lnTo>
                    <a:pt x="2404336" y="274768"/>
                  </a:lnTo>
                  <a:lnTo>
                    <a:pt x="2404997" y="303291"/>
                  </a:lnTo>
                  <a:lnTo>
                    <a:pt x="2405657" y="357195"/>
                  </a:lnTo>
                  <a:lnTo>
                    <a:pt x="2406318" y="397988"/>
                  </a:lnTo>
                  <a:lnTo>
                    <a:pt x="2406978" y="412128"/>
                  </a:lnTo>
                  <a:lnTo>
                    <a:pt x="2407639" y="428881"/>
                  </a:lnTo>
                  <a:lnTo>
                    <a:pt x="2408300" y="439005"/>
                  </a:lnTo>
                  <a:lnTo>
                    <a:pt x="2408960" y="415331"/>
                  </a:lnTo>
                  <a:lnTo>
                    <a:pt x="2409621" y="379142"/>
                  </a:lnTo>
                  <a:lnTo>
                    <a:pt x="2410281" y="337930"/>
                  </a:lnTo>
                  <a:lnTo>
                    <a:pt x="2410942" y="290242"/>
                  </a:lnTo>
                  <a:lnTo>
                    <a:pt x="2411602" y="255106"/>
                  </a:lnTo>
                  <a:lnTo>
                    <a:pt x="2412263" y="236650"/>
                  </a:lnTo>
                  <a:lnTo>
                    <a:pt x="2412923" y="214320"/>
                  </a:lnTo>
                  <a:lnTo>
                    <a:pt x="2413584" y="193513"/>
                  </a:lnTo>
                  <a:lnTo>
                    <a:pt x="2414244" y="159398"/>
                  </a:lnTo>
                  <a:lnTo>
                    <a:pt x="2414905" y="115933"/>
                  </a:lnTo>
                  <a:lnTo>
                    <a:pt x="2415565" y="83837"/>
                  </a:lnTo>
                  <a:lnTo>
                    <a:pt x="2416226" y="71303"/>
                  </a:lnTo>
                  <a:lnTo>
                    <a:pt x="2416886" y="74215"/>
                  </a:lnTo>
                  <a:lnTo>
                    <a:pt x="2417547" y="94101"/>
                  </a:lnTo>
                  <a:lnTo>
                    <a:pt x="2418208" y="123815"/>
                  </a:lnTo>
                  <a:lnTo>
                    <a:pt x="2418868" y="152903"/>
                  </a:lnTo>
                  <a:lnTo>
                    <a:pt x="2419529" y="160407"/>
                  </a:lnTo>
                  <a:lnTo>
                    <a:pt x="2420189" y="147663"/>
                  </a:lnTo>
                  <a:lnTo>
                    <a:pt x="2420850" y="129665"/>
                  </a:lnTo>
                  <a:lnTo>
                    <a:pt x="2421510" y="109604"/>
                  </a:lnTo>
                  <a:lnTo>
                    <a:pt x="2422171" y="85907"/>
                  </a:lnTo>
                  <a:lnTo>
                    <a:pt x="2422831" y="73058"/>
                  </a:lnTo>
                  <a:lnTo>
                    <a:pt x="2423492" y="76238"/>
                  </a:lnTo>
                  <a:lnTo>
                    <a:pt x="2424152" y="78287"/>
                  </a:lnTo>
                  <a:lnTo>
                    <a:pt x="2424813" y="78264"/>
                  </a:lnTo>
                  <a:lnTo>
                    <a:pt x="2425473" y="83185"/>
                  </a:lnTo>
                  <a:lnTo>
                    <a:pt x="2426134" y="89546"/>
                  </a:lnTo>
                  <a:lnTo>
                    <a:pt x="2426794" y="86330"/>
                  </a:lnTo>
                  <a:lnTo>
                    <a:pt x="2427455" y="82025"/>
                  </a:lnTo>
                  <a:lnTo>
                    <a:pt x="2428116" y="85391"/>
                  </a:lnTo>
                  <a:lnTo>
                    <a:pt x="2428776" y="94017"/>
                  </a:lnTo>
                  <a:lnTo>
                    <a:pt x="2429437" y="103728"/>
                  </a:lnTo>
                  <a:lnTo>
                    <a:pt x="2430097" y="99064"/>
                  </a:lnTo>
                  <a:lnTo>
                    <a:pt x="2430758" y="91934"/>
                  </a:lnTo>
                  <a:lnTo>
                    <a:pt x="2431418" y="77511"/>
                  </a:lnTo>
                  <a:lnTo>
                    <a:pt x="2432079" y="57866"/>
                  </a:lnTo>
                  <a:lnTo>
                    <a:pt x="2432739" y="32002"/>
                  </a:lnTo>
                  <a:lnTo>
                    <a:pt x="2433400" y="17526"/>
                  </a:lnTo>
                  <a:lnTo>
                    <a:pt x="2434060" y="7643"/>
                  </a:lnTo>
                  <a:lnTo>
                    <a:pt x="2434721" y="3060"/>
                  </a:lnTo>
                  <a:lnTo>
                    <a:pt x="2435381" y="0"/>
                  </a:lnTo>
                  <a:lnTo>
                    <a:pt x="2436042" y="7714"/>
                  </a:lnTo>
                  <a:lnTo>
                    <a:pt x="2436702" y="19318"/>
                  </a:lnTo>
                  <a:lnTo>
                    <a:pt x="2437363" y="34865"/>
                  </a:lnTo>
                  <a:lnTo>
                    <a:pt x="2438024" y="47591"/>
                  </a:lnTo>
                  <a:lnTo>
                    <a:pt x="2438684" y="49709"/>
                  </a:lnTo>
                  <a:lnTo>
                    <a:pt x="2439345" y="42224"/>
                  </a:lnTo>
                  <a:lnTo>
                    <a:pt x="2440005" y="41361"/>
                  </a:lnTo>
                  <a:lnTo>
                    <a:pt x="2440666" y="51531"/>
                  </a:lnTo>
                  <a:lnTo>
                    <a:pt x="2441326" y="64422"/>
                  </a:lnTo>
                  <a:lnTo>
                    <a:pt x="2441987" y="84747"/>
                  </a:lnTo>
                  <a:lnTo>
                    <a:pt x="2442647" y="111167"/>
                  </a:lnTo>
                  <a:lnTo>
                    <a:pt x="2443308" y="126813"/>
                  </a:lnTo>
                  <a:lnTo>
                    <a:pt x="2443968" y="122114"/>
                  </a:lnTo>
                  <a:lnTo>
                    <a:pt x="2444629" y="134521"/>
                  </a:lnTo>
                  <a:lnTo>
                    <a:pt x="2445289" y="147604"/>
                  </a:lnTo>
                  <a:lnTo>
                    <a:pt x="2445950" y="146583"/>
                  </a:lnTo>
                  <a:lnTo>
                    <a:pt x="2446610" y="133379"/>
                  </a:lnTo>
                  <a:lnTo>
                    <a:pt x="2447271" y="123627"/>
                  </a:lnTo>
                  <a:lnTo>
                    <a:pt x="2447931" y="102231"/>
                  </a:lnTo>
                  <a:lnTo>
                    <a:pt x="2448592" y="101721"/>
                  </a:lnTo>
                  <a:lnTo>
                    <a:pt x="2449253" y="125810"/>
                  </a:lnTo>
                  <a:lnTo>
                    <a:pt x="2449913" y="154606"/>
                  </a:lnTo>
                  <a:lnTo>
                    <a:pt x="2450574" y="171582"/>
                  </a:lnTo>
                  <a:lnTo>
                    <a:pt x="2451234" y="178041"/>
                  </a:lnTo>
                  <a:lnTo>
                    <a:pt x="2451895" y="157166"/>
                  </a:lnTo>
                  <a:lnTo>
                    <a:pt x="2452555" y="127860"/>
                  </a:lnTo>
                  <a:lnTo>
                    <a:pt x="2453216" y="133074"/>
                  </a:lnTo>
                  <a:lnTo>
                    <a:pt x="2453876" y="180134"/>
                  </a:lnTo>
                  <a:lnTo>
                    <a:pt x="2454537" y="257603"/>
                  </a:lnTo>
                  <a:lnTo>
                    <a:pt x="2455197" y="383102"/>
                  </a:lnTo>
                  <a:lnTo>
                    <a:pt x="2455858" y="591480"/>
                  </a:lnTo>
                  <a:lnTo>
                    <a:pt x="2456518" y="836990"/>
                  </a:lnTo>
                  <a:lnTo>
                    <a:pt x="2457179" y="848081"/>
                  </a:lnTo>
                  <a:lnTo>
                    <a:pt x="2457839" y="779421"/>
                  </a:lnTo>
                  <a:lnTo>
                    <a:pt x="2458500" y="746287"/>
                  </a:lnTo>
                  <a:lnTo>
                    <a:pt x="2459161" y="766567"/>
                  </a:lnTo>
                  <a:lnTo>
                    <a:pt x="2459821" y="798317"/>
                  </a:lnTo>
                  <a:lnTo>
                    <a:pt x="2460482" y="867661"/>
                  </a:lnTo>
                  <a:lnTo>
                    <a:pt x="2461142" y="936215"/>
                  </a:lnTo>
                  <a:lnTo>
                    <a:pt x="2461803" y="864645"/>
                  </a:lnTo>
                  <a:lnTo>
                    <a:pt x="2462463" y="738042"/>
                  </a:lnTo>
                  <a:lnTo>
                    <a:pt x="2463124" y="676573"/>
                  </a:lnTo>
                  <a:lnTo>
                    <a:pt x="2463784" y="645946"/>
                  </a:lnTo>
                  <a:lnTo>
                    <a:pt x="2464445" y="645946"/>
                  </a:lnTo>
                  <a:lnTo>
                    <a:pt x="2465105" y="680928"/>
                  </a:lnTo>
                  <a:lnTo>
                    <a:pt x="2465766" y="633648"/>
                  </a:lnTo>
                  <a:lnTo>
                    <a:pt x="2466426" y="524402"/>
                  </a:lnTo>
                  <a:lnTo>
                    <a:pt x="2467087" y="419801"/>
                  </a:lnTo>
                  <a:lnTo>
                    <a:pt x="2467747" y="349624"/>
                  </a:lnTo>
                  <a:lnTo>
                    <a:pt x="2468408" y="291507"/>
                  </a:lnTo>
                  <a:lnTo>
                    <a:pt x="2469069" y="260647"/>
                  </a:lnTo>
                  <a:lnTo>
                    <a:pt x="2469729" y="238907"/>
                  </a:lnTo>
                  <a:lnTo>
                    <a:pt x="2470390" y="215099"/>
                  </a:lnTo>
                  <a:lnTo>
                    <a:pt x="2471050" y="184868"/>
                  </a:lnTo>
                  <a:lnTo>
                    <a:pt x="2471711" y="169583"/>
                  </a:lnTo>
                  <a:lnTo>
                    <a:pt x="2472371" y="159018"/>
                  </a:lnTo>
                  <a:lnTo>
                    <a:pt x="2473032" y="162110"/>
                  </a:lnTo>
                  <a:lnTo>
                    <a:pt x="2473692" y="185135"/>
                  </a:lnTo>
                  <a:lnTo>
                    <a:pt x="2474353" y="225418"/>
                  </a:lnTo>
                  <a:lnTo>
                    <a:pt x="2475013" y="274906"/>
                  </a:lnTo>
                  <a:lnTo>
                    <a:pt x="2475674" y="336954"/>
                  </a:lnTo>
                  <a:lnTo>
                    <a:pt x="2476334" y="408924"/>
                  </a:lnTo>
                  <a:lnTo>
                    <a:pt x="2476995" y="494483"/>
                  </a:lnTo>
                  <a:lnTo>
                    <a:pt x="2477655" y="586628"/>
                  </a:lnTo>
                  <a:lnTo>
                    <a:pt x="2478316" y="650110"/>
                  </a:lnTo>
                  <a:lnTo>
                    <a:pt x="2478976" y="739600"/>
                  </a:lnTo>
                  <a:lnTo>
                    <a:pt x="2479637" y="834959"/>
                  </a:lnTo>
                  <a:lnTo>
                    <a:pt x="2480298" y="882446"/>
                  </a:lnTo>
                  <a:lnTo>
                    <a:pt x="2480958" y="855423"/>
                  </a:lnTo>
                  <a:lnTo>
                    <a:pt x="2481619" y="813842"/>
                  </a:lnTo>
                  <a:lnTo>
                    <a:pt x="2482279" y="738760"/>
                  </a:lnTo>
                  <a:lnTo>
                    <a:pt x="2482940" y="690853"/>
                  </a:lnTo>
                  <a:lnTo>
                    <a:pt x="2483600" y="660888"/>
                  </a:lnTo>
                  <a:lnTo>
                    <a:pt x="2484261" y="625044"/>
                  </a:lnTo>
                  <a:lnTo>
                    <a:pt x="2484921" y="570571"/>
                  </a:lnTo>
                  <a:lnTo>
                    <a:pt x="2485582" y="537615"/>
                  </a:lnTo>
                  <a:lnTo>
                    <a:pt x="2486242" y="508754"/>
                  </a:lnTo>
                  <a:lnTo>
                    <a:pt x="2486903" y="473394"/>
                  </a:lnTo>
                  <a:lnTo>
                    <a:pt x="2487563" y="421114"/>
                  </a:lnTo>
                  <a:lnTo>
                    <a:pt x="2488224" y="376819"/>
                  </a:lnTo>
                  <a:lnTo>
                    <a:pt x="2488884" y="326483"/>
                  </a:lnTo>
                  <a:lnTo>
                    <a:pt x="2489545" y="294032"/>
                  </a:lnTo>
                  <a:lnTo>
                    <a:pt x="2490206" y="283949"/>
                  </a:lnTo>
                  <a:lnTo>
                    <a:pt x="2490866" y="299801"/>
                  </a:lnTo>
                  <a:lnTo>
                    <a:pt x="2491527" y="321661"/>
                  </a:lnTo>
                  <a:lnTo>
                    <a:pt x="2492187" y="357596"/>
                  </a:lnTo>
                  <a:lnTo>
                    <a:pt x="2492848" y="387771"/>
                  </a:lnTo>
                  <a:lnTo>
                    <a:pt x="2493508" y="402768"/>
                  </a:lnTo>
                  <a:lnTo>
                    <a:pt x="2494169" y="423523"/>
                  </a:lnTo>
                  <a:lnTo>
                    <a:pt x="2494829" y="457099"/>
                  </a:lnTo>
                  <a:lnTo>
                    <a:pt x="2495490" y="470381"/>
                  </a:lnTo>
                  <a:lnTo>
                    <a:pt x="2496150" y="463010"/>
                  </a:lnTo>
                  <a:lnTo>
                    <a:pt x="2496811" y="439955"/>
                  </a:lnTo>
                  <a:lnTo>
                    <a:pt x="2497471" y="397845"/>
                  </a:lnTo>
                  <a:lnTo>
                    <a:pt x="2498132" y="356241"/>
                  </a:lnTo>
                  <a:lnTo>
                    <a:pt x="2498792" y="317536"/>
                  </a:lnTo>
                  <a:lnTo>
                    <a:pt x="2499453" y="293024"/>
                  </a:lnTo>
                  <a:lnTo>
                    <a:pt x="2500114" y="290849"/>
                  </a:lnTo>
                  <a:lnTo>
                    <a:pt x="2500774" y="290558"/>
                  </a:lnTo>
                  <a:lnTo>
                    <a:pt x="2501435" y="297699"/>
                  </a:lnTo>
                  <a:lnTo>
                    <a:pt x="2502095" y="326980"/>
                  </a:lnTo>
                  <a:lnTo>
                    <a:pt x="2502756" y="366469"/>
                  </a:lnTo>
                  <a:lnTo>
                    <a:pt x="2503416" y="391611"/>
                  </a:lnTo>
                  <a:lnTo>
                    <a:pt x="2504077" y="437032"/>
                  </a:lnTo>
                  <a:lnTo>
                    <a:pt x="2504737" y="486218"/>
                  </a:lnTo>
                  <a:lnTo>
                    <a:pt x="2505398" y="518431"/>
                  </a:lnTo>
                  <a:lnTo>
                    <a:pt x="2506058" y="504558"/>
                  </a:lnTo>
                  <a:lnTo>
                    <a:pt x="2506719" y="461532"/>
                  </a:lnTo>
                  <a:lnTo>
                    <a:pt x="2507379" y="433129"/>
                  </a:lnTo>
                  <a:lnTo>
                    <a:pt x="2508040" y="406599"/>
                  </a:lnTo>
                  <a:lnTo>
                    <a:pt x="2508700" y="408739"/>
                  </a:lnTo>
                  <a:lnTo>
                    <a:pt x="2509361" y="443242"/>
                  </a:lnTo>
                  <a:lnTo>
                    <a:pt x="2510022" y="474795"/>
                  </a:lnTo>
                  <a:lnTo>
                    <a:pt x="2510682" y="442657"/>
                  </a:lnTo>
                  <a:lnTo>
                    <a:pt x="2511343" y="392798"/>
                  </a:lnTo>
                  <a:lnTo>
                    <a:pt x="2512003" y="359921"/>
                  </a:lnTo>
                  <a:lnTo>
                    <a:pt x="2512664" y="343804"/>
                  </a:lnTo>
                  <a:lnTo>
                    <a:pt x="2513324" y="358276"/>
                  </a:lnTo>
                  <a:lnTo>
                    <a:pt x="2513985" y="415597"/>
                  </a:lnTo>
                  <a:lnTo>
                    <a:pt x="2514645" y="515331"/>
                  </a:lnTo>
                  <a:lnTo>
                    <a:pt x="2515306" y="578586"/>
                  </a:lnTo>
                  <a:lnTo>
                    <a:pt x="2515966" y="581105"/>
                  </a:lnTo>
                  <a:lnTo>
                    <a:pt x="2516627" y="580899"/>
                  </a:lnTo>
                  <a:lnTo>
                    <a:pt x="2517287" y="581995"/>
                  </a:lnTo>
                  <a:lnTo>
                    <a:pt x="2517948" y="594117"/>
                  </a:lnTo>
                  <a:lnTo>
                    <a:pt x="2518608" y="632660"/>
                  </a:lnTo>
                  <a:lnTo>
                    <a:pt x="2519269" y="675137"/>
                  </a:lnTo>
                  <a:lnTo>
                    <a:pt x="2519929" y="687040"/>
                  </a:lnTo>
                  <a:lnTo>
                    <a:pt x="2520590" y="674278"/>
                  </a:lnTo>
                  <a:lnTo>
                    <a:pt x="2521251" y="662893"/>
                  </a:lnTo>
                  <a:lnTo>
                    <a:pt x="2521911" y="645258"/>
                  </a:lnTo>
                  <a:lnTo>
                    <a:pt x="2522572" y="654869"/>
                  </a:lnTo>
                  <a:lnTo>
                    <a:pt x="2523232" y="690348"/>
                  </a:lnTo>
                  <a:lnTo>
                    <a:pt x="2523893" y="695333"/>
                  </a:lnTo>
                  <a:lnTo>
                    <a:pt x="2524553" y="690550"/>
                  </a:lnTo>
                  <a:lnTo>
                    <a:pt x="2525214" y="714116"/>
                  </a:lnTo>
                  <a:lnTo>
                    <a:pt x="2525874" y="757970"/>
                  </a:lnTo>
                  <a:lnTo>
                    <a:pt x="2526535" y="787710"/>
                  </a:lnTo>
                  <a:lnTo>
                    <a:pt x="2527195" y="848612"/>
                  </a:lnTo>
                  <a:lnTo>
                    <a:pt x="2527856" y="906628"/>
                  </a:lnTo>
                  <a:lnTo>
                    <a:pt x="2528516" y="926470"/>
                  </a:lnTo>
                  <a:lnTo>
                    <a:pt x="2529177" y="931419"/>
                  </a:lnTo>
                  <a:lnTo>
                    <a:pt x="2529837" y="926704"/>
                  </a:lnTo>
                  <a:lnTo>
                    <a:pt x="2530498" y="972297"/>
                  </a:lnTo>
                  <a:lnTo>
                    <a:pt x="2531159" y="1047523"/>
                  </a:lnTo>
                  <a:lnTo>
                    <a:pt x="2531819" y="1141872"/>
                  </a:lnTo>
                  <a:lnTo>
                    <a:pt x="2532480" y="1145414"/>
                  </a:lnTo>
                  <a:lnTo>
                    <a:pt x="2533140" y="1066093"/>
                  </a:lnTo>
                  <a:lnTo>
                    <a:pt x="2533801" y="948577"/>
                  </a:lnTo>
                  <a:lnTo>
                    <a:pt x="2534461" y="885458"/>
                  </a:lnTo>
                  <a:lnTo>
                    <a:pt x="2535122" y="824527"/>
                  </a:lnTo>
                  <a:lnTo>
                    <a:pt x="2535782" y="789570"/>
                  </a:lnTo>
                  <a:lnTo>
                    <a:pt x="2536443" y="783605"/>
                  </a:lnTo>
                  <a:lnTo>
                    <a:pt x="2537103" y="807039"/>
                  </a:lnTo>
                  <a:lnTo>
                    <a:pt x="2537764" y="800995"/>
                  </a:lnTo>
                  <a:lnTo>
                    <a:pt x="2538424" y="827468"/>
                  </a:lnTo>
                  <a:lnTo>
                    <a:pt x="2539085" y="885863"/>
                  </a:lnTo>
                  <a:lnTo>
                    <a:pt x="2539745" y="954709"/>
                  </a:lnTo>
                  <a:lnTo>
                    <a:pt x="2540406" y="1011797"/>
                  </a:lnTo>
                  <a:lnTo>
                    <a:pt x="2541067" y="1137383"/>
                  </a:lnTo>
                  <a:lnTo>
                    <a:pt x="2541727" y="1265546"/>
                  </a:lnTo>
                  <a:lnTo>
                    <a:pt x="2542388" y="1316787"/>
                  </a:lnTo>
                  <a:lnTo>
                    <a:pt x="2543048" y="1379501"/>
                  </a:lnTo>
                  <a:lnTo>
                    <a:pt x="2543709" y="1403955"/>
                  </a:lnTo>
                  <a:lnTo>
                    <a:pt x="2544369" y="1379501"/>
                  </a:lnTo>
                  <a:lnTo>
                    <a:pt x="2545030" y="1316787"/>
                  </a:lnTo>
                  <a:lnTo>
                    <a:pt x="2545690" y="1281610"/>
                  </a:lnTo>
                  <a:lnTo>
                    <a:pt x="2546351" y="1235935"/>
                  </a:lnTo>
                  <a:lnTo>
                    <a:pt x="2547011" y="1235935"/>
                  </a:lnTo>
                  <a:lnTo>
                    <a:pt x="2547672" y="1196655"/>
                  </a:lnTo>
                  <a:lnTo>
                    <a:pt x="2548332" y="1152112"/>
                  </a:lnTo>
                  <a:lnTo>
                    <a:pt x="2548993" y="1087216"/>
                  </a:lnTo>
                  <a:lnTo>
                    <a:pt x="2549653" y="1018847"/>
                  </a:lnTo>
                  <a:lnTo>
                    <a:pt x="2550314" y="949843"/>
                  </a:lnTo>
                  <a:lnTo>
                    <a:pt x="2550974" y="930944"/>
                  </a:lnTo>
                  <a:lnTo>
                    <a:pt x="2551635" y="950351"/>
                  </a:lnTo>
                  <a:lnTo>
                    <a:pt x="2552296" y="988426"/>
                  </a:lnTo>
                  <a:lnTo>
                    <a:pt x="2552956" y="1034873"/>
                  </a:lnTo>
                  <a:lnTo>
                    <a:pt x="2553617" y="1071912"/>
                  </a:lnTo>
                  <a:lnTo>
                    <a:pt x="2554277" y="1041127"/>
                  </a:lnTo>
                  <a:lnTo>
                    <a:pt x="2554938" y="982946"/>
                  </a:lnTo>
                  <a:lnTo>
                    <a:pt x="2555598" y="920460"/>
                  </a:lnTo>
                  <a:lnTo>
                    <a:pt x="2556259" y="869372"/>
                  </a:lnTo>
                  <a:lnTo>
                    <a:pt x="2556919" y="847375"/>
                  </a:lnTo>
                  <a:lnTo>
                    <a:pt x="2557580" y="823715"/>
                  </a:lnTo>
                  <a:lnTo>
                    <a:pt x="2558240" y="806581"/>
                  </a:lnTo>
                  <a:lnTo>
                    <a:pt x="2558901" y="819852"/>
                  </a:lnTo>
                  <a:lnTo>
                    <a:pt x="2559561" y="850924"/>
                  </a:lnTo>
                  <a:lnTo>
                    <a:pt x="2560222" y="883447"/>
                  </a:lnTo>
                  <a:lnTo>
                    <a:pt x="2560882" y="956263"/>
                  </a:lnTo>
                  <a:lnTo>
                    <a:pt x="2561543" y="1059640"/>
                  </a:lnTo>
                  <a:lnTo>
                    <a:pt x="2562204" y="1146945"/>
                  </a:lnTo>
                  <a:lnTo>
                    <a:pt x="2562864" y="1244495"/>
                  </a:lnTo>
                  <a:lnTo>
                    <a:pt x="2563525" y="1336177"/>
                  </a:lnTo>
                  <a:lnTo>
                    <a:pt x="2564185" y="1403955"/>
                  </a:lnTo>
                  <a:lnTo>
                    <a:pt x="2564846" y="1430742"/>
                  </a:lnTo>
                  <a:lnTo>
                    <a:pt x="2565506" y="1430742"/>
                  </a:lnTo>
                  <a:lnTo>
                    <a:pt x="2566167" y="1430742"/>
                  </a:lnTo>
                  <a:lnTo>
                    <a:pt x="2566827" y="1430742"/>
                  </a:lnTo>
                  <a:lnTo>
                    <a:pt x="2567488" y="1403955"/>
                  </a:lnTo>
                  <a:lnTo>
                    <a:pt x="2568148" y="1336177"/>
                  </a:lnTo>
                  <a:lnTo>
                    <a:pt x="2568809" y="1281610"/>
                  </a:lnTo>
                  <a:lnTo>
                    <a:pt x="2569469" y="1245947"/>
                  </a:lnTo>
                  <a:lnTo>
                    <a:pt x="2570130" y="1245947"/>
                  </a:lnTo>
                  <a:lnTo>
                    <a:pt x="2570790" y="1260900"/>
                  </a:lnTo>
                  <a:lnTo>
                    <a:pt x="2571451" y="1293428"/>
                  </a:lnTo>
                  <a:lnTo>
                    <a:pt x="2572112" y="1311222"/>
                  </a:lnTo>
                  <a:lnTo>
                    <a:pt x="2572772" y="1336177"/>
                  </a:lnTo>
                  <a:lnTo>
                    <a:pt x="2573433" y="1336177"/>
                  </a:lnTo>
                  <a:lnTo>
                    <a:pt x="2574093" y="1336177"/>
                  </a:lnTo>
                  <a:lnTo>
                    <a:pt x="2574754" y="1357005"/>
                  </a:lnTo>
                  <a:lnTo>
                    <a:pt x="2575414" y="1403955"/>
                  </a:lnTo>
                  <a:lnTo>
                    <a:pt x="2576075" y="1403955"/>
                  </a:lnTo>
                  <a:lnTo>
                    <a:pt x="2576735" y="1345359"/>
                  </a:lnTo>
                  <a:lnTo>
                    <a:pt x="2577396" y="1215609"/>
                  </a:lnTo>
                  <a:lnTo>
                    <a:pt x="2578056" y="1082699"/>
                  </a:lnTo>
                  <a:lnTo>
                    <a:pt x="2578717" y="867851"/>
                  </a:lnTo>
                  <a:lnTo>
                    <a:pt x="2579377" y="726340"/>
                  </a:lnTo>
                  <a:lnTo>
                    <a:pt x="2580038" y="607686"/>
                  </a:lnTo>
                  <a:lnTo>
                    <a:pt x="2580698" y="521622"/>
                  </a:lnTo>
                  <a:lnTo>
                    <a:pt x="2581359" y="476675"/>
                  </a:lnTo>
                  <a:lnTo>
                    <a:pt x="2582020" y="488716"/>
                  </a:lnTo>
                  <a:lnTo>
                    <a:pt x="2582680" y="530388"/>
                  </a:lnTo>
                  <a:lnTo>
                    <a:pt x="2583341" y="605814"/>
                  </a:lnTo>
                  <a:lnTo>
                    <a:pt x="2584001" y="736018"/>
                  </a:lnTo>
                  <a:lnTo>
                    <a:pt x="2584662" y="856332"/>
                  </a:lnTo>
                  <a:lnTo>
                    <a:pt x="2585322" y="887281"/>
                  </a:lnTo>
                  <a:lnTo>
                    <a:pt x="2585983" y="836481"/>
                  </a:lnTo>
                  <a:lnTo>
                    <a:pt x="2586643" y="790289"/>
                  </a:lnTo>
                  <a:lnTo>
                    <a:pt x="2587304" y="754528"/>
                  </a:lnTo>
                  <a:lnTo>
                    <a:pt x="2587964" y="750253"/>
                  </a:lnTo>
                  <a:lnTo>
                    <a:pt x="2588625" y="753643"/>
                  </a:lnTo>
                  <a:lnTo>
                    <a:pt x="2589285" y="743106"/>
                  </a:lnTo>
                  <a:lnTo>
                    <a:pt x="2589946" y="728988"/>
                  </a:lnTo>
                  <a:lnTo>
                    <a:pt x="2590606" y="687139"/>
                  </a:lnTo>
                  <a:lnTo>
                    <a:pt x="2591267" y="656563"/>
                  </a:lnTo>
                  <a:lnTo>
                    <a:pt x="2591927" y="643801"/>
                  </a:lnTo>
                  <a:lnTo>
                    <a:pt x="2592588" y="647154"/>
                  </a:lnTo>
                  <a:lnTo>
                    <a:pt x="2593249" y="652391"/>
                  </a:lnTo>
                  <a:lnTo>
                    <a:pt x="2593909" y="674659"/>
                  </a:lnTo>
                  <a:lnTo>
                    <a:pt x="2594570" y="699469"/>
                  </a:lnTo>
                  <a:lnTo>
                    <a:pt x="2595230" y="717094"/>
                  </a:lnTo>
                  <a:lnTo>
                    <a:pt x="2595891" y="755417"/>
                  </a:lnTo>
                  <a:lnTo>
                    <a:pt x="2596551" y="800547"/>
                  </a:lnTo>
                  <a:lnTo>
                    <a:pt x="2597212" y="848258"/>
                  </a:lnTo>
                  <a:lnTo>
                    <a:pt x="2597872" y="879071"/>
                  </a:lnTo>
                  <a:lnTo>
                    <a:pt x="2598533" y="874179"/>
                  </a:lnTo>
                  <a:lnTo>
                    <a:pt x="2599193" y="859996"/>
                  </a:lnTo>
                  <a:lnTo>
                    <a:pt x="2599854" y="862032"/>
                  </a:lnTo>
                  <a:lnTo>
                    <a:pt x="2600514" y="877496"/>
                  </a:lnTo>
                  <a:lnTo>
                    <a:pt x="2601175" y="919775"/>
                  </a:lnTo>
                  <a:lnTo>
                    <a:pt x="2601835" y="1010849"/>
                  </a:lnTo>
                  <a:lnTo>
                    <a:pt x="2602496" y="1114583"/>
                  </a:lnTo>
                  <a:lnTo>
                    <a:pt x="2603157" y="1222222"/>
                  </a:lnTo>
                  <a:lnTo>
                    <a:pt x="2603817" y="1336177"/>
                  </a:lnTo>
                  <a:lnTo>
                    <a:pt x="2604478" y="1403955"/>
                  </a:lnTo>
                  <a:lnTo>
                    <a:pt x="2605138" y="1417030"/>
                  </a:lnTo>
                  <a:lnTo>
                    <a:pt x="2605799" y="1313064"/>
                  </a:lnTo>
                  <a:lnTo>
                    <a:pt x="2606459" y="1170981"/>
                  </a:lnTo>
                  <a:lnTo>
                    <a:pt x="2607120" y="1069181"/>
                  </a:lnTo>
                  <a:lnTo>
                    <a:pt x="2607780" y="991353"/>
                  </a:lnTo>
                  <a:lnTo>
                    <a:pt x="2608441" y="882846"/>
                  </a:lnTo>
                  <a:lnTo>
                    <a:pt x="2609101" y="786288"/>
                  </a:lnTo>
                  <a:lnTo>
                    <a:pt x="2609762" y="761845"/>
                  </a:lnTo>
                  <a:lnTo>
                    <a:pt x="2610422" y="754148"/>
                  </a:lnTo>
                  <a:lnTo>
                    <a:pt x="2611083" y="763279"/>
                  </a:lnTo>
                  <a:lnTo>
                    <a:pt x="2611743" y="798613"/>
                  </a:lnTo>
                  <a:lnTo>
                    <a:pt x="2612404" y="890758"/>
                  </a:lnTo>
                  <a:lnTo>
                    <a:pt x="2613065" y="945060"/>
                  </a:lnTo>
                  <a:lnTo>
                    <a:pt x="2613725" y="1006157"/>
                  </a:lnTo>
                  <a:lnTo>
                    <a:pt x="2614386" y="1053333"/>
                  </a:lnTo>
                  <a:lnTo>
                    <a:pt x="2615046" y="1131507"/>
                  </a:lnTo>
                  <a:lnTo>
                    <a:pt x="2615707" y="1209148"/>
                  </a:lnTo>
                  <a:lnTo>
                    <a:pt x="2616367" y="1316787"/>
                  </a:lnTo>
                  <a:lnTo>
                    <a:pt x="2617028" y="1336177"/>
                  </a:lnTo>
                  <a:lnTo>
                    <a:pt x="2617688" y="1281610"/>
                  </a:lnTo>
                  <a:lnTo>
                    <a:pt x="2618349" y="1182361"/>
                  </a:lnTo>
                  <a:lnTo>
                    <a:pt x="2619009" y="1069181"/>
                  </a:lnTo>
                  <a:lnTo>
                    <a:pt x="2619670" y="982946"/>
                  </a:lnTo>
                  <a:lnTo>
                    <a:pt x="2620330" y="945560"/>
                  </a:lnTo>
                  <a:lnTo>
                    <a:pt x="2620991" y="940603"/>
                  </a:lnTo>
                  <a:lnTo>
                    <a:pt x="2621651" y="955226"/>
                  </a:lnTo>
                  <a:lnTo>
                    <a:pt x="2622312" y="982375"/>
                  </a:lnTo>
                  <a:lnTo>
                    <a:pt x="2622972" y="1032138"/>
                  </a:lnTo>
                  <a:lnTo>
                    <a:pt x="2623633" y="1032138"/>
                  </a:lnTo>
                  <a:lnTo>
                    <a:pt x="2624294" y="988135"/>
                  </a:lnTo>
                  <a:lnTo>
                    <a:pt x="2624954" y="956523"/>
                  </a:lnTo>
                  <a:lnTo>
                    <a:pt x="2625615" y="951371"/>
                  </a:lnTo>
                  <a:lnTo>
                    <a:pt x="2626275" y="953677"/>
                  </a:lnTo>
                  <a:lnTo>
                    <a:pt x="2626936" y="992238"/>
                  </a:lnTo>
                  <a:lnTo>
                    <a:pt x="2627596" y="1032479"/>
                  </a:lnTo>
                  <a:lnTo>
                    <a:pt x="2628257" y="1085154"/>
                  </a:lnTo>
                  <a:lnTo>
                    <a:pt x="2628917" y="1089711"/>
                  </a:lnTo>
                  <a:lnTo>
                    <a:pt x="2629578" y="1062279"/>
                  </a:lnTo>
                  <a:lnTo>
                    <a:pt x="2630238" y="1020475"/>
                  </a:lnTo>
                  <a:lnTo>
                    <a:pt x="2630899" y="1005537"/>
                  </a:lnTo>
                  <a:lnTo>
                    <a:pt x="2631559" y="953935"/>
                  </a:lnTo>
                  <a:lnTo>
                    <a:pt x="2632220" y="895321"/>
                  </a:lnTo>
                  <a:lnTo>
                    <a:pt x="2632880" y="845617"/>
                  </a:lnTo>
                  <a:lnTo>
                    <a:pt x="2633541" y="809340"/>
                  </a:lnTo>
                  <a:lnTo>
                    <a:pt x="2634202" y="809340"/>
                  </a:lnTo>
                  <a:lnTo>
                    <a:pt x="2634862" y="839037"/>
                  </a:lnTo>
                  <a:lnTo>
                    <a:pt x="2635523" y="897631"/>
                  </a:lnTo>
                  <a:lnTo>
                    <a:pt x="2636183" y="980954"/>
                  </a:lnTo>
                  <a:lnTo>
                    <a:pt x="2636844" y="1083515"/>
                  </a:lnTo>
                  <a:lnTo>
                    <a:pt x="2637504" y="1118257"/>
                  </a:lnTo>
                  <a:lnTo>
                    <a:pt x="2638165" y="1109161"/>
                  </a:lnTo>
                  <a:lnTo>
                    <a:pt x="2638825" y="1130057"/>
                  </a:lnTo>
                  <a:lnTo>
                    <a:pt x="2639486" y="1159508"/>
                  </a:lnTo>
                  <a:lnTo>
                    <a:pt x="2640146" y="1191809"/>
                  </a:lnTo>
                  <a:lnTo>
                    <a:pt x="2640807" y="1230369"/>
                  </a:lnTo>
                  <a:lnTo>
                    <a:pt x="2641467" y="1291709"/>
                  </a:lnTo>
                  <a:lnTo>
                    <a:pt x="2642128" y="1316787"/>
                  </a:lnTo>
                  <a:lnTo>
                    <a:pt x="2642788" y="1316787"/>
                  </a:lnTo>
                  <a:lnTo>
                    <a:pt x="2643449" y="1336177"/>
                  </a:lnTo>
                  <a:lnTo>
                    <a:pt x="2644110" y="1336177"/>
                  </a:lnTo>
                  <a:lnTo>
                    <a:pt x="2644770" y="1316787"/>
                  </a:lnTo>
                  <a:lnTo>
                    <a:pt x="2645431" y="1298649"/>
                  </a:lnTo>
                  <a:lnTo>
                    <a:pt x="2646091" y="1265546"/>
                  </a:lnTo>
                  <a:lnTo>
                    <a:pt x="2646752" y="1199109"/>
                  </a:lnTo>
                  <a:lnTo>
                    <a:pt x="2647412" y="1105603"/>
                  </a:lnTo>
                  <a:lnTo>
                    <a:pt x="2648073" y="1034873"/>
                  </a:lnTo>
                  <a:lnTo>
                    <a:pt x="2648733" y="1021456"/>
                  </a:lnTo>
                  <a:lnTo>
                    <a:pt x="2649394" y="1021456"/>
                  </a:lnTo>
                  <a:lnTo>
                    <a:pt x="2650054" y="1054804"/>
                  </a:lnTo>
                  <a:lnTo>
                    <a:pt x="2650715" y="1140368"/>
                  </a:lnTo>
                  <a:lnTo>
                    <a:pt x="2651375" y="1281610"/>
                  </a:lnTo>
                  <a:lnTo>
                    <a:pt x="2652036" y="1336177"/>
                  </a:lnTo>
                  <a:lnTo>
                    <a:pt x="2652696" y="1336177"/>
                  </a:lnTo>
                  <a:lnTo>
                    <a:pt x="2653357" y="1256330"/>
                  </a:lnTo>
                  <a:lnTo>
                    <a:pt x="2654018" y="1214305"/>
                  </a:lnTo>
                  <a:lnTo>
                    <a:pt x="2654678" y="1200964"/>
                  </a:lnTo>
                  <a:lnTo>
                    <a:pt x="2655339" y="1200964"/>
                  </a:lnTo>
                  <a:lnTo>
                    <a:pt x="2655999" y="1226946"/>
                  </a:lnTo>
                  <a:lnTo>
                    <a:pt x="2656660" y="1264766"/>
                  </a:lnTo>
                  <a:lnTo>
                    <a:pt x="2657320" y="1235233"/>
                  </a:lnTo>
                  <a:lnTo>
                    <a:pt x="2657981" y="1176045"/>
                  </a:lnTo>
                  <a:lnTo>
                    <a:pt x="2658641" y="1133941"/>
                  </a:lnTo>
                  <a:lnTo>
                    <a:pt x="2659302" y="1097330"/>
                  </a:lnTo>
                  <a:lnTo>
                    <a:pt x="2659962" y="1042889"/>
                  </a:lnTo>
                  <a:lnTo>
                    <a:pt x="2660623" y="997302"/>
                  </a:lnTo>
                  <a:lnTo>
                    <a:pt x="2661283" y="973123"/>
                  </a:lnTo>
                  <a:lnTo>
                    <a:pt x="2661944" y="978694"/>
                  </a:lnTo>
                  <a:lnTo>
                    <a:pt x="2662604" y="978694"/>
                  </a:lnTo>
                  <a:lnTo>
                    <a:pt x="2663265" y="1002153"/>
                  </a:lnTo>
                  <a:lnTo>
                    <a:pt x="2663925" y="990765"/>
                  </a:lnTo>
                  <a:lnTo>
                    <a:pt x="2664586" y="962567"/>
                  </a:lnTo>
                  <a:lnTo>
                    <a:pt x="2665247" y="912346"/>
                  </a:lnTo>
                  <a:lnTo>
                    <a:pt x="2665907" y="907937"/>
                  </a:lnTo>
                  <a:lnTo>
                    <a:pt x="2666568" y="907937"/>
                  </a:lnTo>
                  <a:lnTo>
                    <a:pt x="2667228" y="954967"/>
                  </a:lnTo>
                  <a:lnTo>
                    <a:pt x="2667889" y="999717"/>
                  </a:lnTo>
                  <a:lnTo>
                    <a:pt x="2668549" y="997602"/>
                  </a:lnTo>
                  <a:lnTo>
                    <a:pt x="2669210" y="911016"/>
                  </a:lnTo>
                  <a:lnTo>
                    <a:pt x="2669870" y="851460"/>
                  </a:lnTo>
                  <a:lnTo>
                    <a:pt x="2670531" y="816357"/>
                  </a:lnTo>
                  <a:lnTo>
                    <a:pt x="2671191" y="813216"/>
                  </a:lnTo>
                  <a:lnTo>
                    <a:pt x="2671852" y="833780"/>
                  </a:lnTo>
                  <a:lnTo>
                    <a:pt x="2672512" y="876712"/>
                  </a:lnTo>
                  <a:lnTo>
                    <a:pt x="2673173" y="921836"/>
                  </a:lnTo>
                  <a:lnTo>
                    <a:pt x="2673833" y="910574"/>
                  </a:lnTo>
                  <a:lnTo>
                    <a:pt x="2674494" y="845267"/>
                  </a:lnTo>
                  <a:lnTo>
                    <a:pt x="2675155" y="774072"/>
                  </a:lnTo>
                  <a:lnTo>
                    <a:pt x="2675815" y="693084"/>
                  </a:lnTo>
                  <a:lnTo>
                    <a:pt x="2676476" y="624964"/>
                  </a:lnTo>
                  <a:lnTo>
                    <a:pt x="2677136" y="593545"/>
                  </a:lnTo>
                  <a:lnTo>
                    <a:pt x="2677797" y="575487"/>
                  </a:lnTo>
                  <a:lnTo>
                    <a:pt x="2678457" y="569519"/>
                  </a:lnTo>
                  <a:lnTo>
                    <a:pt x="2679118" y="596418"/>
                  </a:lnTo>
                  <a:lnTo>
                    <a:pt x="2679778" y="637883"/>
                  </a:lnTo>
                  <a:lnTo>
                    <a:pt x="2680439" y="663901"/>
                  </a:lnTo>
                  <a:lnTo>
                    <a:pt x="2681099" y="696774"/>
                  </a:lnTo>
                  <a:lnTo>
                    <a:pt x="2681760" y="719433"/>
                  </a:lnTo>
                  <a:lnTo>
                    <a:pt x="2682420" y="734362"/>
                  </a:lnTo>
                  <a:lnTo>
                    <a:pt x="2683081" y="757970"/>
                  </a:lnTo>
                  <a:lnTo>
                    <a:pt x="2683741" y="787710"/>
                  </a:lnTo>
                  <a:lnTo>
                    <a:pt x="2684402" y="813998"/>
                  </a:lnTo>
                  <a:lnTo>
                    <a:pt x="2685063" y="844394"/>
                  </a:lnTo>
                  <a:lnTo>
                    <a:pt x="2685723" y="841962"/>
                  </a:lnTo>
                  <a:lnTo>
                    <a:pt x="2686384" y="751002"/>
                  </a:lnTo>
                  <a:lnTo>
                    <a:pt x="2687044" y="630696"/>
                  </a:lnTo>
                  <a:lnTo>
                    <a:pt x="2687705" y="518541"/>
                  </a:lnTo>
                  <a:lnTo>
                    <a:pt x="2688365" y="434546"/>
                  </a:lnTo>
                  <a:lnTo>
                    <a:pt x="2689026" y="405755"/>
                  </a:lnTo>
                  <a:lnTo>
                    <a:pt x="2689686" y="406085"/>
                  </a:lnTo>
                  <a:lnTo>
                    <a:pt x="2690347" y="420033"/>
                  </a:lnTo>
                  <a:lnTo>
                    <a:pt x="2691007" y="438099"/>
                  </a:lnTo>
                  <a:lnTo>
                    <a:pt x="2691668" y="455914"/>
                  </a:lnTo>
                  <a:lnTo>
                    <a:pt x="2692328" y="431157"/>
                  </a:lnTo>
                  <a:lnTo>
                    <a:pt x="2692989" y="409443"/>
                  </a:lnTo>
                  <a:lnTo>
                    <a:pt x="2693649" y="394517"/>
                  </a:lnTo>
                  <a:lnTo>
                    <a:pt x="2694310" y="392588"/>
                  </a:lnTo>
                  <a:lnTo>
                    <a:pt x="2694970" y="376918"/>
                  </a:lnTo>
                  <a:lnTo>
                    <a:pt x="2695631" y="363585"/>
                  </a:lnTo>
                  <a:lnTo>
                    <a:pt x="2696292" y="343716"/>
                  </a:lnTo>
                  <a:lnTo>
                    <a:pt x="2696952" y="322968"/>
                  </a:lnTo>
                  <a:lnTo>
                    <a:pt x="2697613" y="305692"/>
                  </a:lnTo>
                  <a:lnTo>
                    <a:pt x="2698273" y="302985"/>
                  </a:lnTo>
                  <a:lnTo>
                    <a:pt x="2698934" y="300204"/>
                  </a:lnTo>
                  <a:lnTo>
                    <a:pt x="2699594" y="313313"/>
                  </a:lnTo>
                  <a:lnTo>
                    <a:pt x="2700255" y="323186"/>
                  </a:lnTo>
                  <a:lnTo>
                    <a:pt x="2700915" y="327812"/>
                  </a:lnTo>
                  <a:lnTo>
                    <a:pt x="2701576" y="335580"/>
                  </a:lnTo>
                  <a:lnTo>
                    <a:pt x="2702236" y="360325"/>
                  </a:lnTo>
                  <a:lnTo>
                    <a:pt x="2702897" y="350887"/>
                  </a:lnTo>
                  <a:lnTo>
                    <a:pt x="2703557" y="320307"/>
                  </a:lnTo>
                  <a:lnTo>
                    <a:pt x="2704218" y="274584"/>
                  </a:lnTo>
                  <a:lnTo>
                    <a:pt x="2704878" y="225418"/>
                  </a:lnTo>
                  <a:lnTo>
                    <a:pt x="2705539" y="171359"/>
                  </a:lnTo>
                  <a:lnTo>
                    <a:pt x="2706200" y="120410"/>
                  </a:lnTo>
                  <a:lnTo>
                    <a:pt x="2706860" y="96895"/>
                  </a:lnTo>
                  <a:lnTo>
                    <a:pt x="2707521" y="100791"/>
                  </a:lnTo>
                  <a:lnTo>
                    <a:pt x="2708181" y="119139"/>
                  </a:lnTo>
                  <a:lnTo>
                    <a:pt x="2708842" y="141130"/>
                  </a:lnTo>
                  <a:lnTo>
                    <a:pt x="2709502" y="183253"/>
                  </a:lnTo>
                  <a:lnTo>
                    <a:pt x="2710163" y="222368"/>
                  </a:lnTo>
                  <a:lnTo>
                    <a:pt x="2710823" y="239373"/>
                  </a:lnTo>
                  <a:lnTo>
                    <a:pt x="2711484" y="236972"/>
                  </a:lnTo>
                  <a:lnTo>
                    <a:pt x="2712144" y="233795"/>
                  </a:lnTo>
                  <a:lnTo>
                    <a:pt x="2712805" y="228286"/>
                  </a:lnTo>
                  <a:lnTo>
                    <a:pt x="2713465" y="202220"/>
                  </a:lnTo>
                  <a:lnTo>
                    <a:pt x="2714126" y="175300"/>
                  </a:lnTo>
                  <a:lnTo>
                    <a:pt x="2714786" y="152441"/>
                  </a:lnTo>
                  <a:lnTo>
                    <a:pt x="2715447" y="134507"/>
                  </a:lnTo>
                  <a:lnTo>
                    <a:pt x="2716108" y="111939"/>
                  </a:lnTo>
                  <a:lnTo>
                    <a:pt x="2716768" y="104918"/>
                  </a:lnTo>
                  <a:lnTo>
                    <a:pt x="2717429" y="110923"/>
                  </a:lnTo>
                  <a:lnTo>
                    <a:pt x="2718089" y="139790"/>
                  </a:lnTo>
                  <a:lnTo>
                    <a:pt x="2718750" y="191404"/>
                  </a:lnTo>
                  <a:lnTo>
                    <a:pt x="2719410" y="259992"/>
                  </a:lnTo>
                  <a:lnTo>
                    <a:pt x="2720071" y="334043"/>
                  </a:lnTo>
                  <a:lnTo>
                    <a:pt x="2720731" y="400601"/>
                  </a:lnTo>
                  <a:lnTo>
                    <a:pt x="2721392" y="426110"/>
                  </a:lnTo>
                  <a:lnTo>
                    <a:pt x="2722052" y="415787"/>
                  </a:lnTo>
                  <a:lnTo>
                    <a:pt x="2722713" y="416737"/>
                  </a:lnTo>
                  <a:lnTo>
                    <a:pt x="2723373" y="425992"/>
                  </a:lnTo>
                  <a:lnTo>
                    <a:pt x="2724034" y="448354"/>
                  </a:lnTo>
                  <a:lnTo>
                    <a:pt x="2724694" y="471027"/>
                  </a:lnTo>
                  <a:lnTo>
                    <a:pt x="2725355" y="466535"/>
                  </a:lnTo>
                  <a:lnTo>
                    <a:pt x="2726016" y="454255"/>
                  </a:lnTo>
                  <a:lnTo>
                    <a:pt x="2726676" y="445343"/>
                  </a:lnTo>
                  <a:lnTo>
                    <a:pt x="2727337" y="429877"/>
                  </a:lnTo>
                  <a:lnTo>
                    <a:pt x="2727997" y="437976"/>
                  </a:lnTo>
                  <a:lnTo>
                    <a:pt x="2728658" y="463729"/>
                  </a:lnTo>
                  <a:lnTo>
                    <a:pt x="2729318" y="471814"/>
                  </a:lnTo>
                  <a:lnTo>
                    <a:pt x="2729979" y="472092"/>
                  </a:lnTo>
                  <a:lnTo>
                    <a:pt x="2730639" y="455521"/>
                  </a:lnTo>
                  <a:lnTo>
                    <a:pt x="2731300" y="405536"/>
                  </a:lnTo>
                  <a:lnTo>
                    <a:pt x="2731960" y="365388"/>
                  </a:lnTo>
                  <a:lnTo>
                    <a:pt x="2732621" y="350405"/>
                  </a:lnTo>
                  <a:lnTo>
                    <a:pt x="2733281" y="367586"/>
                  </a:lnTo>
                  <a:lnTo>
                    <a:pt x="2733942" y="400026"/>
                  </a:lnTo>
                  <a:lnTo>
                    <a:pt x="2734602" y="432242"/>
                  </a:lnTo>
                  <a:lnTo>
                    <a:pt x="2735263" y="455302"/>
                  </a:lnTo>
                  <a:lnTo>
                    <a:pt x="2735923" y="475170"/>
                  </a:lnTo>
                  <a:lnTo>
                    <a:pt x="2736584" y="467994"/>
                  </a:lnTo>
                  <a:lnTo>
                    <a:pt x="2737245" y="482390"/>
                  </a:lnTo>
                  <a:lnTo>
                    <a:pt x="2737905" y="534412"/>
                  </a:lnTo>
                  <a:lnTo>
                    <a:pt x="2738566" y="577774"/>
                  </a:lnTo>
                  <a:lnTo>
                    <a:pt x="2739226" y="595481"/>
                  </a:lnTo>
                  <a:lnTo>
                    <a:pt x="2739887" y="626487"/>
                  </a:lnTo>
                  <a:lnTo>
                    <a:pt x="2740547" y="614301"/>
                  </a:lnTo>
                  <a:lnTo>
                    <a:pt x="2741208" y="554822"/>
                  </a:lnTo>
                  <a:lnTo>
                    <a:pt x="2741868" y="483017"/>
                  </a:lnTo>
                  <a:lnTo>
                    <a:pt x="2742529" y="399238"/>
                  </a:lnTo>
                  <a:lnTo>
                    <a:pt x="2743189" y="322314"/>
                  </a:lnTo>
                  <a:lnTo>
                    <a:pt x="2743850" y="268427"/>
                  </a:lnTo>
                  <a:lnTo>
                    <a:pt x="2744510" y="238483"/>
                  </a:lnTo>
                  <a:lnTo>
                    <a:pt x="2745171" y="228813"/>
                  </a:lnTo>
                  <a:lnTo>
                    <a:pt x="2745831" y="238321"/>
                  </a:lnTo>
                  <a:lnTo>
                    <a:pt x="2746492" y="251253"/>
                  </a:lnTo>
                  <a:lnTo>
                    <a:pt x="2747153" y="255943"/>
                  </a:lnTo>
                  <a:lnTo>
                    <a:pt x="2747813" y="239029"/>
                  </a:lnTo>
                  <a:lnTo>
                    <a:pt x="2748474" y="211479"/>
                  </a:lnTo>
                  <a:lnTo>
                    <a:pt x="2749134" y="196525"/>
                  </a:lnTo>
                  <a:lnTo>
                    <a:pt x="2749795" y="190295"/>
                  </a:lnTo>
                  <a:lnTo>
                    <a:pt x="2750455" y="180857"/>
                  </a:lnTo>
                  <a:lnTo>
                    <a:pt x="2751116" y="190210"/>
                  </a:lnTo>
                  <a:lnTo>
                    <a:pt x="2751776" y="217021"/>
                  </a:lnTo>
                  <a:lnTo>
                    <a:pt x="2752437" y="231303"/>
                  </a:lnTo>
                  <a:lnTo>
                    <a:pt x="2753097" y="238624"/>
                  </a:lnTo>
                  <a:lnTo>
                    <a:pt x="2753758" y="267216"/>
                  </a:lnTo>
                  <a:lnTo>
                    <a:pt x="2754418" y="311028"/>
                  </a:lnTo>
                  <a:lnTo>
                    <a:pt x="2755079" y="350917"/>
                  </a:lnTo>
                  <a:lnTo>
                    <a:pt x="2755739" y="371159"/>
                  </a:lnTo>
                  <a:lnTo>
                    <a:pt x="2756400" y="337097"/>
                  </a:lnTo>
                  <a:lnTo>
                    <a:pt x="2757061" y="264765"/>
                  </a:lnTo>
                  <a:lnTo>
                    <a:pt x="2757721" y="208014"/>
                  </a:lnTo>
                  <a:lnTo>
                    <a:pt x="2758382" y="171200"/>
                  </a:lnTo>
                  <a:lnTo>
                    <a:pt x="2759042" y="166251"/>
                  </a:lnTo>
                  <a:lnTo>
                    <a:pt x="2759703" y="196751"/>
                  </a:lnTo>
                  <a:lnTo>
                    <a:pt x="2760363" y="254443"/>
                  </a:lnTo>
                  <a:lnTo>
                    <a:pt x="2761024" y="280550"/>
                  </a:lnTo>
                  <a:lnTo>
                    <a:pt x="2761684" y="277516"/>
                  </a:lnTo>
                  <a:lnTo>
                    <a:pt x="2762345" y="246225"/>
                  </a:lnTo>
                  <a:lnTo>
                    <a:pt x="2763005" y="218767"/>
                  </a:lnTo>
                  <a:lnTo>
                    <a:pt x="2763666" y="200944"/>
                  </a:lnTo>
                  <a:lnTo>
                    <a:pt x="2764326" y="214097"/>
                  </a:lnTo>
                  <a:lnTo>
                    <a:pt x="2764987" y="251105"/>
                  </a:lnTo>
                  <a:lnTo>
                    <a:pt x="2765647" y="286095"/>
                  </a:lnTo>
                  <a:lnTo>
                    <a:pt x="2766308" y="308736"/>
                  </a:lnTo>
                  <a:lnTo>
                    <a:pt x="2766968" y="347502"/>
                  </a:lnTo>
                  <a:lnTo>
                    <a:pt x="2767629" y="374286"/>
                  </a:lnTo>
                  <a:lnTo>
                    <a:pt x="2768290" y="381652"/>
                  </a:lnTo>
                  <a:lnTo>
                    <a:pt x="2768950" y="399955"/>
                  </a:lnTo>
                  <a:lnTo>
                    <a:pt x="2769611" y="443159"/>
                  </a:lnTo>
                  <a:lnTo>
                    <a:pt x="2770271" y="427809"/>
                  </a:lnTo>
                  <a:lnTo>
                    <a:pt x="2770932" y="388769"/>
                  </a:lnTo>
                  <a:lnTo>
                    <a:pt x="2771592" y="364691"/>
                  </a:lnTo>
                  <a:lnTo>
                    <a:pt x="2772253" y="353460"/>
                  </a:lnTo>
                  <a:lnTo>
                    <a:pt x="2772913" y="320091"/>
                  </a:lnTo>
                  <a:lnTo>
                    <a:pt x="2773574" y="272684"/>
                  </a:lnTo>
                  <a:lnTo>
                    <a:pt x="2774234" y="225553"/>
                  </a:lnTo>
                  <a:lnTo>
                    <a:pt x="2774895" y="182772"/>
                  </a:lnTo>
                  <a:lnTo>
                    <a:pt x="2775555" y="147444"/>
                  </a:lnTo>
                  <a:lnTo>
                    <a:pt x="2776216" y="124151"/>
                  </a:lnTo>
                  <a:lnTo>
                    <a:pt x="2776876" y="112751"/>
                  </a:lnTo>
                  <a:lnTo>
                    <a:pt x="2777537" y="112016"/>
                  </a:lnTo>
                  <a:lnTo>
                    <a:pt x="2778198" y="112712"/>
                  </a:lnTo>
                  <a:lnTo>
                    <a:pt x="2778858" y="120848"/>
                  </a:lnTo>
                  <a:lnTo>
                    <a:pt x="2779519" y="142275"/>
                  </a:lnTo>
                  <a:lnTo>
                    <a:pt x="2780179" y="189530"/>
                  </a:lnTo>
                  <a:lnTo>
                    <a:pt x="2780840" y="252865"/>
                  </a:lnTo>
                  <a:lnTo>
                    <a:pt x="2781500" y="334612"/>
                  </a:lnTo>
                  <a:lnTo>
                    <a:pt x="2782161" y="423562"/>
                  </a:lnTo>
                  <a:lnTo>
                    <a:pt x="2782821" y="483644"/>
                  </a:lnTo>
                  <a:lnTo>
                    <a:pt x="2783482" y="497361"/>
                  </a:lnTo>
                  <a:lnTo>
                    <a:pt x="2784142" y="456265"/>
                  </a:lnTo>
                  <a:lnTo>
                    <a:pt x="2784803" y="384933"/>
                  </a:lnTo>
                  <a:lnTo>
                    <a:pt x="2785463" y="343100"/>
                  </a:lnTo>
                  <a:lnTo>
                    <a:pt x="2786124" y="323761"/>
                  </a:lnTo>
                  <a:lnTo>
                    <a:pt x="2786784" y="307882"/>
                  </a:lnTo>
                  <a:lnTo>
                    <a:pt x="2787445" y="292216"/>
                  </a:lnTo>
                  <a:lnTo>
                    <a:pt x="2788106" y="281373"/>
                  </a:lnTo>
                  <a:lnTo>
                    <a:pt x="2788766" y="243600"/>
                  </a:lnTo>
                  <a:lnTo>
                    <a:pt x="2789427" y="200820"/>
                  </a:lnTo>
                  <a:lnTo>
                    <a:pt x="2790087" y="166939"/>
                  </a:lnTo>
                  <a:lnTo>
                    <a:pt x="2790748" y="158592"/>
                  </a:lnTo>
                  <a:lnTo>
                    <a:pt x="2791408" y="159673"/>
                  </a:lnTo>
                  <a:lnTo>
                    <a:pt x="2792069" y="167284"/>
                  </a:lnTo>
                  <a:lnTo>
                    <a:pt x="2792729" y="150514"/>
                  </a:lnTo>
                  <a:lnTo>
                    <a:pt x="2793390" y="128912"/>
                  </a:lnTo>
                  <a:lnTo>
                    <a:pt x="2794050" y="110154"/>
                  </a:lnTo>
                  <a:lnTo>
                    <a:pt x="2794711" y="99138"/>
                  </a:lnTo>
                  <a:lnTo>
                    <a:pt x="2795371" y="88549"/>
                  </a:lnTo>
                  <a:lnTo>
                    <a:pt x="2796032" y="101250"/>
                  </a:lnTo>
                  <a:lnTo>
                    <a:pt x="2796692" y="116312"/>
                  </a:lnTo>
                  <a:lnTo>
                    <a:pt x="2797353" y="115177"/>
                  </a:lnTo>
                  <a:lnTo>
                    <a:pt x="2798014" y="119059"/>
                  </a:lnTo>
                  <a:lnTo>
                    <a:pt x="2798674" y="144782"/>
                  </a:lnTo>
                  <a:lnTo>
                    <a:pt x="2799335" y="189480"/>
                  </a:lnTo>
                  <a:lnTo>
                    <a:pt x="2799995" y="256158"/>
                  </a:lnTo>
                  <a:lnTo>
                    <a:pt x="2800656" y="362202"/>
                  </a:lnTo>
                  <a:lnTo>
                    <a:pt x="2801316" y="483306"/>
                  </a:lnTo>
                  <a:lnTo>
                    <a:pt x="2801977" y="551849"/>
                  </a:lnTo>
                  <a:lnTo>
                    <a:pt x="2802637" y="503052"/>
                  </a:lnTo>
                  <a:lnTo>
                    <a:pt x="2803298" y="404185"/>
                  </a:lnTo>
                  <a:lnTo>
                    <a:pt x="2803958" y="288909"/>
                  </a:lnTo>
                  <a:lnTo>
                    <a:pt x="2804619" y="212527"/>
                  </a:lnTo>
                  <a:lnTo>
                    <a:pt x="2805279" y="181384"/>
                  </a:lnTo>
                  <a:lnTo>
                    <a:pt x="2805940" y="177910"/>
                  </a:lnTo>
                  <a:lnTo>
                    <a:pt x="2806600" y="194876"/>
                  </a:lnTo>
                  <a:lnTo>
                    <a:pt x="2807261" y="241183"/>
                  </a:lnTo>
                  <a:lnTo>
                    <a:pt x="2807921" y="299776"/>
                  </a:lnTo>
                  <a:lnTo>
                    <a:pt x="2808582" y="339489"/>
                  </a:lnTo>
                  <a:lnTo>
                    <a:pt x="2809243" y="372750"/>
                  </a:lnTo>
                  <a:lnTo>
                    <a:pt x="2809903" y="417195"/>
                  </a:lnTo>
                  <a:lnTo>
                    <a:pt x="2810564" y="483693"/>
                  </a:lnTo>
                  <a:lnTo>
                    <a:pt x="2811224" y="551111"/>
                  </a:lnTo>
                  <a:lnTo>
                    <a:pt x="2811885" y="624166"/>
                  </a:lnTo>
                  <a:lnTo>
                    <a:pt x="2812545" y="699886"/>
                  </a:lnTo>
                  <a:lnTo>
                    <a:pt x="2813206" y="746041"/>
                  </a:lnTo>
                  <a:lnTo>
                    <a:pt x="2813866" y="749380"/>
                  </a:lnTo>
                  <a:lnTo>
                    <a:pt x="2814527" y="756563"/>
                  </a:lnTo>
                  <a:lnTo>
                    <a:pt x="2815187" y="780391"/>
                  </a:lnTo>
                  <a:lnTo>
                    <a:pt x="2815848" y="786004"/>
                  </a:lnTo>
                  <a:lnTo>
                    <a:pt x="2816508" y="768158"/>
                  </a:lnTo>
                  <a:lnTo>
                    <a:pt x="2817169" y="742620"/>
                  </a:lnTo>
                  <a:lnTo>
                    <a:pt x="2817829" y="706430"/>
                  </a:lnTo>
                  <a:lnTo>
                    <a:pt x="2818490" y="637883"/>
                  </a:lnTo>
                  <a:lnTo>
                    <a:pt x="2819151" y="564771"/>
                  </a:lnTo>
                  <a:lnTo>
                    <a:pt x="2819811" y="521622"/>
                  </a:lnTo>
                  <a:lnTo>
                    <a:pt x="2820472" y="506019"/>
                  </a:lnTo>
                  <a:lnTo>
                    <a:pt x="2821132" y="483113"/>
                  </a:lnTo>
                  <a:lnTo>
                    <a:pt x="2821793" y="453864"/>
                  </a:lnTo>
                  <a:lnTo>
                    <a:pt x="2822453" y="422782"/>
                  </a:lnTo>
                  <a:lnTo>
                    <a:pt x="2823114" y="377812"/>
                  </a:lnTo>
                  <a:lnTo>
                    <a:pt x="2823774" y="314052"/>
                  </a:lnTo>
                  <a:lnTo>
                    <a:pt x="2824435" y="256567"/>
                  </a:lnTo>
                  <a:lnTo>
                    <a:pt x="2825095" y="212675"/>
                  </a:lnTo>
                  <a:lnTo>
                    <a:pt x="2825756" y="180199"/>
                  </a:lnTo>
                  <a:lnTo>
                    <a:pt x="2826416" y="169409"/>
                  </a:lnTo>
                  <a:lnTo>
                    <a:pt x="2827077" y="168463"/>
                  </a:lnTo>
                  <a:lnTo>
                    <a:pt x="2827737" y="195171"/>
                  </a:lnTo>
                  <a:lnTo>
                    <a:pt x="2828398" y="248916"/>
                  </a:lnTo>
                  <a:lnTo>
                    <a:pt x="2829059" y="324720"/>
                  </a:lnTo>
                  <a:lnTo>
                    <a:pt x="2829719" y="403675"/>
                  </a:lnTo>
                  <a:lnTo>
                    <a:pt x="2830380" y="503934"/>
                  </a:lnTo>
                  <a:lnTo>
                    <a:pt x="2831040" y="537088"/>
                  </a:lnTo>
                  <a:lnTo>
                    <a:pt x="2831701" y="494684"/>
                  </a:lnTo>
                  <a:lnTo>
                    <a:pt x="2832361" y="413744"/>
                  </a:lnTo>
                  <a:lnTo>
                    <a:pt x="2833022" y="348666"/>
                  </a:lnTo>
                  <a:lnTo>
                    <a:pt x="2833682" y="291581"/>
                  </a:lnTo>
                  <a:lnTo>
                    <a:pt x="2834343" y="262930"/>
                  </a:lnTo>
                  <a:lnTo>
                    <a:pt x="2835003" y="237072"/>
                  </a:lnTo>
                  <a:lnTo>
                    <a:pt x="2835664" y="217433"/>
                  </a:lnTo>
                  <a:lnTo>
                    <a:pt x="2836324" y="210033"/>
                  </a:lnTo>
                  <a:lnTo>
                    <a:pt x="2836985" y="223017"/>
                  </a:lnTo>
                  <a:lnTo>
                    <a:pt x="2837645" y="231795"/>
                  </a:lnTo>
                  <a:lnTo>
                    <a:pt x="2838306" y="243517"/>
                  </a:lnTo>
                  <a:lnTo>
                    <a:pt x="2838966" y="265565"/>
                  </a:lnTo>
                  <a:lnTo>
                    <a:pt x="2839627" y="288667"/>
                  </a:lnTo>
                  <a:lnTo>
                    <a:pt x="2840288" y="320118"/>
                  </a:lnTo>
                  <a:lnTo>
                    <a:pt x="2840948" y="348217"/>
                  </a:lnTo>
                  <a:lnTo>
                    <a:pt x="2841609" y="385035"/>
                  </a:lnTo>
                  <a:lnTo>
                    <a:pt x="2842269" y="428841"/>
                  </a:lnTo>
                  <a:lnTo>
                    <a:pt x="2842930" y="435929"/>
                  </a:lnTo>
                  <a:lnTo>
                    <a:pt x="2843590" y="351551"/>
                  </a:lnTo>
                  <a:lnTo>
                    <a:pt x="2844251" y="276798"/>
                  </a:lnTo>
                  <a:lnTo>
                    <a:pt x="2844911" y="225765"/>
                  </a:lnTo>
                  <a:lnTo>
                    <a:pt x="2845572" y="189938"/>
                  </a:lnTo>
                  <a:lnTo>
                    <a:pt x="2846232" y="174286"/>
                  </a:lnTo>
                  <a:lnTo>
                    <a:pt x="2846893" y="208250"/>
                  </a:lnTo>
                  <a:lnTo>
                    <a:pt x="2847553" y="273323"/>
                  </a:lnTo>
                  <a:lnTo>
                    <a:pt x="2848214" y="324638"/>
                  </a:lnTo>
                  <a:lnTo>
                    <a:pt x="2848874" y="326455"/>
                  </a:lnTo>
                  <a:lnTo>
                    <a:pt x="2849535" y="283973"/>
                  </a:lnTo>
                  <a:lnTo>
                    <a:pt x="2850196" y="217527"/>
                  </a:lnTo>
                  <a:lnTo>
                    <a:pt x="2850856" y="155086"/>
                  </a:lnTo>
                  <a:lnTo>
                    <a:pt x="2851517" y="120795"/>
                  </a:lnTo>
                  <a:lnTo>
                    <a:pt x="2852177" y="119747"/>
                  </a:lnTo>
                  <a:lnTo>
                    <a:pt x="2852838" y="132256"/>
                  </a:lnTo>
                  <a:lnTo>
                    <a:pt x="2853498" y="154232"/>
                  </a:lnTo>
                  <a:lnTo>
                    <a:pt x="2854159" y="188193"/>
                  </a:lnTo>
                  <a:lnTo>
                    <a:pt x="2854819" y="225881"/>
                  </a:lnTo>
                  <a:lnTo>
                    <a:pt x="2855480" y="254229"/>
                  </a:lnTo>
                  <a:lnTo>
                    <a:pt x="2856140" y="296305"/>
                  </a:lnTo>
                  <a:lnTo>
                    <a:pt x="2856801" y="338882"/>
                  </a:lnTo>
                  <a:lnTo>
                    <a:pt x="2857461" y="382326"/>
                  </a:lnTo>
                  <a:lnTo>
                    <a:pt x="2858122" y="417424"/>
                  </a:lnTo>
                  <a:lnTo>
                    <a:pt x="2858782" y="448908"/>
                  </a:lnTo>
                  <a:lnTo>
                    <a:pt x="2859443" y="434343"/>
                  </a:lnTo>
                  <a:lnTo>
                    <a:pt x="2860104" y="393183"/>
                  </a:lnTo>
                  <a:lnTo>
                    <a:pt x="2860764" y="363869"/>
                  </a:lnTo>
                  <a:lnTo>
                    <a:pt x="2861425" y="359827"/>
                  </a:lnTo>
                  <a:lnTo>
                    <a:pt x="2862085" y="352246"/>
                  </a:lnTo>
                  <a:lnTo>
                    <a:pt x="2862746" y="352701"/>
                  </a:lnTo>
                  <a:lnTo>
                    <a:pt x="2863406" y="354282"/>
                  </a:lnTo>
                  <a:lnTo>
                    <a:pt x="2864067" y="305256"/>
                  </a:lnTo>
                  <a:lnTo>
                    <a:pt x="2864727" y="240999"/>
                  </a:lnTo>
                  <a:lnTo>
                    <a:pt x="2865388" y="184885"/>
                  </a:lnTo>
                  <a:lnTo>
                    <a:pt x="2866048" y="141201"/>
                  </a:lnTo>
                  <a:lnTo>
                    <a:pt x="2866709" y="119416"/>
                  </a:lnTo>
                  <a:lnTo>
                    <a:pt x="2867369" y="124878"/>
                  </a:lnTo>
                  <a:lnTo>
                    <a:pt x="2868030" y="131192"/>
                  </a:lnTo>
                  <a:lnTo>
                    <a:pt x="2868690" y="126867"/>
                  </a:lnTo>
                  <a:lnTo>
                    <a:pt x="2869351" y="124743"/>
                  </a:lnTo>
                  <a:lnTo>
                    <a:pt x="2870012" y="124972"/>
                  </a:lnTo>
                  <a:lnTo>
                    <a:pt x="2870672" y="127670"/>
                  </a:lnTo>
                  <a:lnTo>
                    <a:pt x="2871333" y="142045"/>
                  </a:lnTo>
                  <a:lnTo>
                    <a:pt x="2871993" y="185821"/>
                  </a:lnTo>
                  <a:lnTo>
                    <a:pt x="2872654" y="234551"/>
                  </a:lnTo>
                  <a:lnTo>
                    <a:pt x="2873314" y="265876"/>
                  </a:lnTo>
                  <a:lnTo>
                    <a:pt x="2873975" y="256115"/>
                  </a:lnTo>
                  <a:lnTo>
                    <a:pt x="2874635" y="220562"/>
                  </a:lnTo>
                  <a:lnTo>
                    <a:pt x="2875296" y="185152"/>
                  </a:lnTo>
                  <a:lnTo>
                    <a:pt x="2875956" y="185052"/>
                  </a:lnTo>
                  <a:lnTo>
                    <a:pt x="2876617" y="212307"/>
                  </a:lnTo>
                  <a:lnTo>
                    <a:pt x="2877277" y="265298"/>
                  </a:lnTo>
                  <a:lnTo>
                    <a:pt x="2877938" y="341172"/>
                  </a:lnTo>
                  <a:lnTo>
                    <a:pt x="2878598" y="399130"/>
                  </a:lnTo>
                  <a:lnTo>
                    <a:pt x="2879259" y="356395"/>
                  </a:lnTo>
                  <a:lnTo>
                    <a:pt x="2879919" y="252588"/>
                  </a:lnTo>
                  <a:lnTo>
                    <a:pt x="2880580" y="163437"/>
                  </a:lnTo>
                  <a:lnTo>
                    <a:pt x="2881241" y="99803"/>
                  </a:lnTo>
                  <a:lnTo>
                    <a:pt x="2881901" y="76794"/>
                  </a:lnTo>
                  <a:lnTo>
                    <a:pt x="2882562" y="77876"/>
                  </a:lnTo>
                  <a:lnTo>
                    <a:pt x="2883222" y="95616"/>
                  </a:lnTo>
                  <a:lnTo>
                    <a:pt x="2883883" y="114721"/>
                  </a:lnTo>
                  <a:lnTo>
                    <a:pt x="2884543" y="147195"/>
                  </a:lnTo>
                  <a:lnTo>
                    <a:pt x="2885204" y="167174"/>
                  </a:lnTo>
                  <a:lnTo>
                    <a:pt x="2885864" y="185670"/>
                  </a:lnTo>
                  <a:lnTo>
                    <a:pt x="2886525" y="216422"/>
                  </a:lnTo>
                  <a:lnTo>
                    <a:pt x="2887185" y="260888"/>
                  </a:lnTo>
                  <a:lnTo>
                    <a:pt x="2887846" y="282150"/>
                  </a:lnTo>
                  <a:lnTo>
                    <a:pt x="2888506" y="307882"/>
                  </a:lnTo>
                  <a:lnTo>
                    <a:pt x="2889167" y="339518"/>
                  </a:lnTo>
                  <a:lnTo>
                    <a:pt x="2889827" y="376258"/>
                  </a:lnTo>
                  <a:lnTo>
                    <a:pt x="2890488" y="421772"/>
                  </a:lnTo>
                  <a:lnTo>
                    <a:pt x="2891149" y="483017"/>
                  </a:lnTo>
                  <a:lnTo>
                    <a:pt x="2891809" y="517721"/>
                  </a:lnTo>
                  <a:lnTo>
                    <a:pt x="2892470" y="523900"/>
                  </a:lnTo>
                  <a:lnTo>
                    <a:pt x="2893130" y="497717"/>
                  </a:lnTo>
                  <a:lnTo>
                    <a:pt x="2893791" y="474889"/>
                  </a:lnTo>
                  <a:lnTo>
                    <a:pt x="2894451" y="455608"/>
                  </a:lnTo>
                  <a:lnTo>
                    <a:pt x="2895112" y="423718"/>
                  </a:lnTo>
                  <a:lnTo>
                    <a:pt x="2895772" y="391890"/>
                  </a:lnTo>
                  <a:lnTo>
                    <a:pt x="2896433" y="370286"/>
                  </a:lnTo>
                  <a:lnTo>
                    <a:pt x="2897093" y="337671"/>
                  </a:lnTo>
                  <a:lnTo>
                    <a:pt x="2897754" y="321336"/>
                  </a:lnTo>
                  <a:lnTo>
                    <a:pt x="2898414" y="311578"/>
                  </a:lnTo>
                  <a:lnTo>
                    <a:pt x="2899075" y="289756"/>
                  </a:lnTo>
                  <a:lnTo>
                    <a:pt x="2899735" y="260451"/>
                  </a:lnTo>
                  <a:lnTo>
                    <a:pt x="2900396" y="238099"/>
                  </a:lnTo>
                  <a:lnTo>
                    <a:pt x="2901057" y="203269"/>
                  </a:lnTo>
                  <a:lnTo>
                    <a:pt x="2901717" y="170771"/>
                  </a:lnTo>
                  <a:lnTo>
                    <a:pt x="2902378" y="148351"/>
                  </a:lnTo>
                  <a:lnTo>
                    <a:pt x="2903038" y="144594"/>
                  </a:lnTo>
                  <a:lnTo>
                    <a:pt x="2903699" y="141001"/>
                  </a:lnTo>
                  <a:lnTo>
                    <a:pt x="2904359" y="148073"/>
                  </a:lnTo>
                  <a:lnTo>
                    <a:pt x="2905020" y="156275"/>
                  </a:lnTo>
                  <a:lnTo>
                    <a:pt x="2905680" y="167943"/>
                  </a:lnTo>
                  <a:lnTo>
                    <a:pt x="2906341" y="166142"/>
                  </a:lnTo>
                  <a:lnTo>
                    <a:pt x="2907001" y="160453"/>
                  </a:lnTo>
                  <a:lnTo>
                    <a:pt x="2907662" y="147955"/>
                  </a:lnTo>
                  <a:lnTo>
                    <a:pt x="2908322" y="143108"/>
                  </a:lnTo>
                  <a:lnTo>
                    <a:pt x="2908983" y="148117"/>
                  </a:lnTo>
                  <a:lnTo>
                    <a:pt x="2909643" y="155657"/>
                  </a:lnTo>
                  <a:lnTo>
                    <a:pt x="2910304" y="176157"/>
                  </a:lnTo>
                  <a:lnTo>
                    <a:pt x="2910964" y="212214"/>
                  </a:lnTo>
                  <a:lnTo>
                    <a:pt x="2911625" y="255857"/>
                  </a:lnTo>
                  <a:lnTo>
                    <a:pt x="2912286" y="294352"/>
                  </a:lnTo>
                  <a:lnTo>
                    <a:pt x="2912946" y="331023"/>
                  </a:lnTo>
                  <a:lnTo>
                    <a:pt x="2913607" y="365103"/>
                  </a:lnTo>
                  <a:lnTo>
                    <a:pt x="2914267" y="373403"/>
                  </a:lnTo>
                  <a:lnTo>
                    <a:pt x="2914928" y="339113"/>
                  </a:lnTo>
                  <a:lnTo>
                    <a:pt x="2915588" y="289151"/>
                  </a:lnTo>
                  <a:lnTo>
                    <a:pt x="2916249" y="252971"/>
                  </a:lnTo>
                  <a:lnTo>
                    <a:pt x="2916909" y="220353"/>
                  </a:lnTo>
                  <a:lnTo>
                    <a:pt x="2917570" y="205416"/>
                  </a:lnTo>
                  <a:lnTo>
                    <a:pt x="2918230" y="203127"/>
                  </a:lnTo>
                  <a:lnTo>
                    <a:pt x="2918891" y="203572"/>
                  </a:lnTo>
                  <a:lnTo>
                    <a:pt x="2919551" y="192054"/>
                  </a:lnTo>
                  <a:lnTo>
                    <a:pt x="2920212" y="196420"/>
                  </a:lnTo>
                  <a:lnTo>
                    <a:pt x="2920872" y="215565"/>
                  </a:lnTo>
                  <a:lnTo>
                    <a:pt x="2921533" y="253077"/>
                  </a:lnTo>
                  <a:lnTo>
                    <a:pt x="2922194" y="314369"/>
                  </a:lnTo>
                  <a:lnTo>
                    <a:pt x="2922854" y="410447"/>
                  </a:lnTo>
                  <a:lnTo>
                    <a:pt x="2923515" y="506019"/>
                  </a:lnTo>
                  <a:lnTo>
                    <a:pt x="2924175" y="574150"/>
                  </a:lnTo>
                  <a:lnTo>
                    <a:pt x="2924836" y="606262"/>
                  </a:lnTo>
                  <a:lnTo>
                    <a:pt x="2925496" y="593045"/>
                  </a:lnTo>
                  <a:lnTo>
                    <a:pt x="2926157" y="584198"/>
                  </a:lnTo>
                  <a:lnTo>
                    <a:pt x="2926817" y="525522"/>
                  </a:lnTo>
                  <a:lnTo>
                    <a:pt x="2927478" y="409851"/>
                  </a:lnTo>
                  <a:lnTo>
                    <a:pt x="2928138" y="310898"/>
                  </a:lnTo>
                  <a:lnTo>
                    <a:pt x="2928799" y="237676"/>
                  </a:lnTo>
                  <a:lnTo>
                    <a:pt x="2929459" y="174543"/>
                  </a:lnTo>
                  <a:lnTo>
                    <a:pt x="2930120" y="147546"/>
                  </a:lnTo>
                  <a:lnTo>
                    <a:pt x="2930780" y="167519"/>
                  </a:lnTo>
                  <a:lnTo>
                    <a:pt x="2931441" y="215174"/>
                  </a:lnTo>
                  <a:lnTo>
                    <a:pt x="2932102" y="277981"/>
                  </a:lnTo>
                  <a:lnTo>
                    <a:pt x="2932762" y="350736"/>
                  </a:lnTo>
                  <a:lnTo>
                    <a:pt x="2933423" y="385750"/>
                  </a:lnTo>
                  <a:lnTo>
                    <a:pt x="2934083" y="341085"/>
                  </a:lnTo>
                  <a:lnTo>
                    <a:pt x="2934744" y="243703"/>
                  </a:lnTo>
                  <a:lnTo>
                    <a:pt x="2935404" y="169868"/>
                  </a:lnTo>
                  <a:lnTo>
                    <a:pt x="2936065" y="120689"/>
                  </a:lnTo>
                  <a:lnTo>
                    <a:pt x="2936725" y="90248"/>
                  </a:lnTo>
                  <a:lnTo>
                    <a:pt x="2937386" y="72240"/>
                  </a:lnTo>
                  <a:lnTo>
                    <a:pt x="2938046" y="78584"/>
                  </a:lnTo>
                  <a:lnTo>
                    <a:pt x="2938707" y="84397"/>
                  </a:lnTo>
                  <a:lnTo>
                    <a:pt x="2939367" y="76510"/>
                  </a:lnTo>
                  <a:lnTo>
                    <a:pt x="2940028" y="63619"/>
                  </a:lnTo>
                  <a:lnTo>
                    <a:pt x="2940688" y="61308"/>
                  </a:lnTo>
                  <a:lnTo>
                    <a:pt x="2941349" y="64716"/>
                  </a:lnTo>
                  <a:lnTo>
                    <a:pt x="2942010" y="78161"/>
                  </a:lnTo>
                  <a:lnTo>
                    <a:pt x="2942670" y="112480"/>
                  </a:lnTo>
                  <a:lnTo>
                    <a:pt x="2943331" y="152664"/>
                  </a:lnTo>
                  <a:lnTo>
                    <a:pt x="2943991" y="182971"/>
                  </a:lnTo>
                  <a:lnTo>
                    <a:pt x="2944652" y="203733"/>
                  </a:lnTo>
                  <a:lnTo>
                    <a:pt x="2945312" y="211663"/>
                  </a:lnTo>
                  <a:lnTo>
                    <a:pt x="2945973" y="210527"/>
                  </a:lnTo>
                  <a:lnTo>
                    <a:pt x="2946633" y="234471"/>
                  </a:lnTo>
                  <a:lnTo>
                    <a:pt x="2947294" y="279450"/>
                  </a:lnTo>
                  <a:lnTo>
                    <a:pt x="2947954" y="323761"/>
                  </a:lnTo>
                  <a:lnTo>
                    <a:pt x="2948615" y="358183"/>
                  </a:lnTo>
                  <a:lnTo>
                    <a:pt x="2949275" y="371126"/>
                  </a:lnTo>
                  <a:lnTo>
                    <a:pt x="2949936" y="332628"/>
                  </a:lnTo>
                  <a:lnTo>
                    <a:pt x="2950596" y="288088"/>
                  </a:lnTo>
                  <a:lnTo>
                    <a:pt x="2951257" y="278912"/>
                  </a:lnTo>
                  <a:lnTo>
                    <a:pt x="2951917" y="290485"/>
                  </a:lnTo>
                  <a:lnTo>
                    <a:pt x="2952578" y="311893"/>
                  </a:lnTo>
                  <a:lnTo>
                    <a:pt x="2953239" y="342953"/>
                  </a:lnTo>
                  <a:lnTo>
                    <a:pt x="2953899" y="363459"/>
                  </a:lnTo>
                  <a:lnTo>
                    <a:pt x="2954560" y="359983"/>
                  </a:lnTo>
                  <a:lnTo>
                    <a:pt x="2955220" y="363617"/>
                  </a:lnTo>
                  <a:lnTo>
                    <a:pt x="2955881" y="368323"/>
                  </a:lnTo>
                  <a:lnTo>
                    <a:pt x="2956541" y="356795"/>
                  </a:lnTo>
                  <a:lnTo>
                    <a:pt x="2957202" y="316228"/>
                  </a:lnTo>
                  <a:lnTo>
                    <a:pt x="2957862" y="261107"/>
                  </a:lnTo>
                  <a:lnTo>
                    <a:pt x="2958523" y="211939"/>
                  </a:lnTo>
                  <a:lnTo>
                    <a:pt x="2959183" y="187636"/>
                  </a:lnTo>
                  <a:lnTo>
                    <a:pt x="2959844" y="172395"/>
                  </a:lnTo>
                  <a:lnTo>
                    <a:pt x="2960504" y="165908"/>
                  </a:lnTo>
                  <a:lnTo>
                    <a:pt x="2961165" y="156275"/>
                  </a:lnTo>
                  <a:lnTo>
                    <a:pt x="2961825" y="146262"/>
                  </a:lnTo>
                  <a:lnTo>
                    <a:pt x="2962486" y="138909"/>
                  </a:lnTo>
                  <a:lnTo>
                    <a:pt x="2963147" y="143814"/>
                  </a:lnTo>
                  <a:lnTo>
                    <a:pt x="2963807" y="158668"/>
                  </a:lnTo>
                  <a:lnTo>
                    <a:pt x="2964468" y="178089"/>
                  </a:lnTo>
                  <a:lnTo>
                    <a:pt x="2965128" y="200308"/>
                  </a:lnTo>
                  <a:lnTo>
                    <a:pt x="2965789" y="213339"/>
                  </a:lnTo>
                  <a:lnTo>
                    <a:pt x="2966449" y="214784"/>
                  </a:lnTo>
                  <a:lnTo>
                    <a:pt x="2967110" y="205937"/>
                  </a:lnTo>
                  <a:lnTo>
                    <a:pt x="2967770" y="206622"/>
                  </a:lnTo>
                  <a:lnTo>
                    <a:pt x="2968431" y="200803"/>
                  </a:lnTo>
                  <a:lnTo>
                    <a:pt x="2969091" y="189344"/>
                  </a:lnTo>
                  <a:lnTo>
                    <a:pt x="2969752" y="200203"/>
                  </a:lnTo>
                  <a:lnTo>
                    <a:pt x="2970412" y="227819"/>
                  </a:lnTo>
                  <a:lnTo>
                    <a:pt x="2971073" y="263437"/>
                  </a:lnTo>
                  <a:lnTo>
                    <a:pt x="2971733" y="301313"/>
                  </a:lnTo>
                  <a:lnTo>
                    <a:pt x="2972394" y="324445"/>
                  </a:lnTo>
                  <a:lnTo>
                    <a:pt x="2973055" y="302960"/>
                  </a:lnTo>
                  <a:lnTo>
                    <a:pt x="2973715" y="248330"/>
                  </a:lnTo>
                  <a:lnTo>
                    <a:pt x="2974376" y="204287"/>
                  </a:lnTo>
                  <a:lnTo>
                    <a:pt x="2975036" y="170993"/>
                  </a:lnTo>
                  <a:lnTo>
                    <a:pt x="2975697" y="133518"/>
                  </a:lnTo>
                  <a:lnTo>
                    <a:pt x="2976357" y="106619"/>
                  </a:lnTo>
                  <a:lnTo>
                    <a:pt x="2977018" y="108292"/>
                  </a:lnTo>
                  <a:lnTo>
                    <a:pt x="2977678" y="111797"/>
                  </a:lnTo>
                  <a:lnTo>
                    <a:pt x="2978339" y="116338"/>
                  </a:lnTo>
                  <a:lnTo>
                    <a:pt x="2978999" y="141988"/>
                  </a:lnTo>
                  <a:lnTo>
                    <a:pt x="2979660" y="178824"/>
                  </a:lnTo>
                  <a:lnTo>
                    <a:pt x="2980320" y="213653"/>
                  </a:lnTo>
                  <a:lnTo>
                    <a:pt x="2980981" y="251338"/>
                  </a:lnTo>
                  <a:lnTo>
                    <a:pt x="2981641" y="304106"/>
                  </a:lnTo>
                  <a:lnTo>
                    <a:pt x="2982302" y="365484"/>
                  </a:lnTo>
                  <a:lnTo>
                    <a:pt x="2982962" y="418380"/>
                  </a:lnTo>
                  <a:lnTo>
                    <a:pt x="2983623" y="462113"/>
                  </a:lnTo>
                  <a:lnTo>
                    <a:pt x="2984284" y="508754"/>
                  </a:lnTo>
                  <a:lnTo>
                    <a:pt x="2984944" y="548237"/>
                  </a:lnTo>
                  <a:lnTo>
                    <a:pt x="2985605" y="592974"/>
                  </a:lnTo>
                  <a:lnTo>
                    <a:pt x="2986265" y="635882"/>
                  </a:lnTo>
                  <a:lnTo>
                    <a:pt x="2986926" y="670400"/>
                  </a:lnTo>
                  <a:lnTo>
                    <a:pt x="2987586" y="665096"/>
                  </a:lnTo>
                  <a:lnTo>
                    <a:pt x="2988247" y="616774"/>
                  </a:lnTo>
                  <a:lnTo>
                    <a:pt x="2988907" y="556696"/>
                  </a:lnTo>
                  <a:lnTo>
                    <a:pt x="2989568" y="515439"/>
                  </a:lnTo>
                  <a:lnTo>
                    <a:pt x="2990228" y="496247"/>
                  </a:lnTo>
                  <a:lnTo>
                    <a:pt x="2990889" y="496905"/>
                  </a:lnTo>
                  <a:lnTo>
                    <a:pt x="2991549" y="520077"/>
                  </a:lnTo>
                  <a:lnTo>
                    <a:pt x="2992210" y="549151"/>
                  </a:lnTo>
                  <a:lnTo>
                    <a:pt x="2992870" y="558835"/>
                  </a:lnTo>
                  <a:lnTo>
                    <a:pt x="2993531" y="518815"/>
                  </a:lnTo>
                  <a:lnTo>
                    <a:pt x="2994192" y="437688"/>
                  </a:lnTo>
                  <a:lnTo>
                    <a:pt x="2994852" y="340358"/>
                  </a:lnTo>
                  <a:lnTo>
                    <a:pt x="2995513" y="267820"/>
                  </a:lnTo>
                  <a:lnTo>
                    <a:pt x="2996173" y="218033"/>
                  </a:lnTo>
                  <a:lnTo>
                    <a:pt x="2996834" y="188954"/>
                  </a:lnTo>
                  <a:lnTo>
                    <a:pt x="2997494" y="179085"/>
                  </a:lnTo>
                  <a:lnTo>
                    <a:pt x="2998155" y="188328"/>
                  </a:lnTo>
                  <a:lnTo>
                    <a:pt x="2998815" y="211076"/>
                  </a:lnTo>
                  <a:lnTo>
                    <a:pt x="2999476" y="253653"/>
                  </a:lnTo>
                  <a:lnTo>
                    <a:pt x="3000136" y="290922"/>
                  </a:lnTo>
                  <a:lnTo>
                    <a:pt x="3000797" y="302300"/>
                  </a:lnTo>
                  <a:lnTo>
                    <a:pt x="3001457" y="290460"/>
                  </a:lnTo>
                  <a:lnTo>
                    <a:pt x="3002118" y="247348"/>
                  </a:lnTo>
                  <a:lnTo>
                    <a:pt x="3002778" y="193307"/>
                  </a:lnTo>
                  <a:lnTo>
                    <a:pt x="3003439" y="171184"/>
                  </a:lnTo>
                  <a:lnTo>
                    <a:pt x="3004100" y="182574"/>
                  </a:lnTo>
                  <a:lnTo>
                    <a:pt x="3004760" y="216273"/>
                  </a:lnTo>
                  <a:lnTo>
                    <a:pt x="3005421" y="277377"/>
                  </a:lnTo>
                  <a:lnTo>
                    <a:pt x="3006081" y="367267"/>
                  </a:lnTo>
                  <a:lnTo>
                    <a:pt x="3006742" y="451828"/>
                  </a:lnTo>
                  <a:lnTo>
                    <a:pt x="3007402" y="499603"/>
                  </a:lnTo>
                  <a:lnTo>
                    <a:pt x="3008063" y="518650"/>
                  </a:lnTo>
                  <a:lnTo>
                    <a:pt x="3008723" y="515439"/>
                  </a:lnTo>
                  <a:lnTo>
                    <a:pt x="3009384" y="487195"/>
                  </a:lnTo>
                  <a:lnTo>
                    <a:pt x="3010044" y="421501"/>
                  </a:lnTo>
                  <a:lnTo>
                    <a:pt x="3010705" y="357781"/>
                  </a:lnTo>
                  <a:lnTo>
                    <a:pt x="3011365" y="309282"/>
                  </a:lnTo>
                  <a:lnTo>
                    <a:pt x="3012026" y="260691"/>
                  </a:lnTo>
                  <a:lnTo>
                    <a:pt x="3012686" y="236209"/>
                  </a:lnTo>
                  <a:lnTo>
                    <a:pt x="3013347" y="245416"/>
                  </a:lnTo>
                  <a:lnTo>
                    <a:pt x="3014008" y="272501"/>
                  </a:lnTo>
                  <a:lnTo>
                    <a:pt x="3014668" y="289466"/>
                  </a:lnTo>
                  <a:lnTo>
                    <a:pt x="3015329" y="305975"/>
                  </a:lnTo>
                  <a:lnTo>
                    <a:pt x="3015989" y="323596"/>
                  </a:lnTo>
                  <a:lnTo>
                    <a:pt x="3016650" y="340474"/>
                  </a:lnTo>
                  <a:lnTo>
                    <a:pt x="3017310" y="367906"/>
                  </a:lnTo>
                  <a:lnTo>
                    <a:pt x="3017971" y="417271"/>
                  </a:lnTo>
                  <a:lnTo>
                    <a:pt x="3018631" y="518431"/>
                  </a:lnTo>
                  <a:lnTo>
                    <a:pt x="3019292" y="611240"/>
                  </a:lnTo>
                  <a:lnTo>
                    <a:pt x="3019952" y="615303"/>
                  </a:lnTo>
                  <a:lnTo>
                    <a:pt x="3020613" y="559341"/>
                  </a:lnTo>
                  <a:lnTo>
                    <a:pt x="3021273" y="558078"/>
                  </a:lnTo>
                  <a:lnTo>
                    <a:pt x="3021934" y="578315"/>
                  </a:lnTo>
                  <a:lnTo>
                    <a:pt x="3022594" y="592333"/>
                  </a:lnTo>
                  <a:lnTo>
                    <a:pt x="3023255" y="639141"/>
                  </a:lnTo>
                  <a:lnTo>
                    <a:pt x="3023915" y="712365"/>
                  </a:lnTo>
                  <a:lnTo>
                    <a:pt x="3024576" y="690954"/>
                  </a:lnTo>
                  <a:lnTo>
                    <a:pt x="3025237" y="579333"/>
                  </a:lnTo>
                  <a:lnTo>
                    <a:pt x="3025897" y="494082"/>
                  </a:lnTo>
                  <a:lnTo>
                    <a:pt x="3026558" y="435725"/>
                  </a:lnTo>
                  <a:lnTo>
                    <a:pt x="3027218" y="393078"/>
                  </a:lnTo>
                  <a:lnTo>
                    <a:pt x="3027879" y="358802"/>
                  </a:lnTo>
                  <a:lnTo>
                    <a:pt x="3028539" y="344717"/>
                  </a:lnTo>
                  <a:lnTo>
                    <a:pt x="3029200" y="329538"/>
                  </a:lnTo>
                  <a:lnTo>
                    <a:pt x="3029860" y="302757"/>
                  </a:lnTo>
                  <a:lnTo>
                    <a:pt x="3030521" y="284806"/>
                  </a:lnTo>
                  <a:lnTo>
                    <a:pt x="3031181" y="267776"/>
                  </a:lnTo>
                  <a:lnTo>
                    <a:pt x="3031842" y="254272"/>
                  </a:lnTo>
                  <a:lnTo>
                    <a:pt x="3032502" y="259687"/>
                  </a:lnTo>
                  <a:lnTo>
                    <a:pt x="3033163" y="279683"/>
                  </a:lnTo>
                  <a:lnTo>
                    <a:pt x="3033823" y="272821"/>
                  </a:lnTo>
                  <a:lnTo>
                    <a:pt x="3034484" y="254272"/>
                  </a:lnTo>
                  <a:lnTo>
                    <a:pt x="3035145" y="214635"/>
                  </a:lnTo>
                  <a:lnTo>
                    <a:pt x="3035805" y="170835"/>
                  </a:lnTo>
                  <a:lnTo>
                    <a:pt x="3036466" y="131896"/>
                  </a:lnTo>
                  <a:lnTo>
                    <a:pt x="3037126" y="124959"/>
                  </a:lnTo>
                  <a:lnTo>
                    <a:pt x="3037787" y="136061"/>
                  </a:lnTo>
                  <a:lnTo>
                    <a:pt x="3038447" y="160575"/>
                  </a:lnTo>
                  <a:lnTo>
                    <a:pt x="3039108" y="173179"/>
                  </a:lnTo>
                  <a:lnTo>
                    <a:pt x="3039768" y="192843"/>
                  </a:lnTo>
                  <a:lnTo>
                    <a:pt x="3040429" y="200291"/>
                  </a:lnTo>
                  <a:lnTo>
                    <a:pt x="3041089" y="203340"/>
                  </a:lnTo>
                  <a:lnTo>
                    <a:pt x="3041750" y="205722"/>
                  </a:lnTo>
                  <a:lnTo>
                    <a:pt x="3042410" y="221302"/>
                  </a:lnTo>
                  <a:lnTo>
                    <a:pt x="3043071" y="222025"/>
                  </a:lnTo>
                  <a:lnTo>
                    <a:pt x="3043731" y="216852"/>
                  </a:lnTo>
                  <a:lnTo>
                    <a:pt x="3044392" y="223687"/>
                  </a:lnTo>
                  <a:lnTo>
                    <a:pt x="3045053" y="259317"/>
                  </a:lnTo>
                  <a:lnTo>
                    <a:pt x="3045713" y="320037"/>
                  </a:lnTo>
                  <a:lnTo>
                    <a:pt x="3046374" y="408664"/>
                  </a:lnTo>
                  <a:lnTo>
                    <a:pt x="3047034" y="518049"/>
                  </a:lnTo>
                  <a:lnTo>
                    <a:pt x="3047695" y="575621"/>
                  </a:lnTo>
                  <a:lnTo>
                    <a:pt x="3048355" y="505915"/>
                  </a:lnTo>
                  <a:lnTo>
                    <a:pt x="3049016" y="362767"/>
                  </a:lnTo>
                  <a:lnTo>
                    <a:pt x="3049676" y="265854"/>
                  </a:lnTo>
                  <a:lnTo>
                    <a:pt x="3050337" y="210143"/>
                  </a:lnTo>
                  <a:lnTo>
                    <a:pt x="3050997" y="186458"/>
                  </a:lnTo>
                  <a:lnTo>
                    <a:pt x="3051658" y="183569"/>
                  </a:lnTo>
                  <a:lnTo>
                    <a:pt x="3052318" y="211149"/>
                  </a:lnTo>
                  <a:lnTo>
                    <a:pt x="3052979" y="249567"/>
                  </a:lnTo>
                  <a:lnTo>
                    <a:pt x="3053639" y="285116"/>
                  </a:lnTo>
                  <a:lnTo>
                    <a:pt x="3054300" y="317536"/>
                  </a:lnTo>
                  <a:lnTo>
                    <a:pt x="3054960" y="368547"/>
                  </a:lnTo>
                  <a:lnTo>
                    <a:pt x="3055621" y="432202"/>
                  </a:lnTo>
                  <a:lnTo>
                    <a:pt x="3056282" y="496500"/>
                  </a:lnTo>
                  <a:lnTo>
                    <a:pt x="3056942" y="554697"/>
                  </a:lnTo>
                  <a:lnTo>
                    <a:pt x="3057603" y="597793"/>
                  </a:lnTo>
                  <a:lnTo>
                    <a:pt x="3058263" y="601297"/>
                  </a:lnTo>
                  <a:lnTo>
                    <a:pt x="3058924" y="599685"/>
                  </a:lnTo>
                  <a:lnTo>
                    <a:pt x="3059584" y="601738"/>
                  </a:lnTo>
                  <a:lnTo>
                    <a:pt x="3060245" y="603880"/>
                  </a:lnTo>
                  <a:lnTo>
                    <a:pt x="3060905" y="578857"/>
                  </a:lnTo>
                  <a:lnTo>
                    <a:pt x="3061566" y="557323"/>
                  </a:lnTo>
                  <a:lnTo>
                    <a:pt x="3062226" y="554759"/>
                  </a:lnTo>
                  <a:lnTo>
                    <a:pt x="3062887" y="563355"/>
                  </a:lnTo>
                  <a:lnTo>
                    <a:pt x="3063547" y="569979"/>
                  </a:lnTo>
                  <a:lnTo>
                    <a:pt x="3064208" y="585445"/>
                  </a:lnTo>
                  <a:lnTo>
                    <a:pt x="3064868" y="576426"/>
                  </a:lnTo>
                  <a:lnTo>
                    <a:pt x="3065529" y="542816"/>
                  </a:lnTo>
                  <a:lnTo>
                    <a:pt x="3066190" y="498378"/>
                  </a:lnTo>
                  <a:lnTo>
                    <a:pt x="3066850" y="469047"/>
                  </a:lnTo>
                  <a:lnTo>
                    <a:pt x="3067511" y="445132"/>
                  </a:lnTo>
                  <a:lnTo>
                    <a:pt x="3068171" y="427413"/>
                  </a:lnTo>
                  <a:lnTo>
                    <a:pt x="3068832" y="415445"/>
                  </a:lnTo>
                  <a:lnTo>
                    <a:pt x="3069492" y="421772"/>
                  </a:lnTo>
                  <a:lnTo>
                    <a:pt x="3070153" y="402695"/>
                  </a:lnTo>
                  <a:lnTo>
                    <a:pt x="3070813" y="371872"/>
                  </a:lnTo>
                  <a:lnTo>
                    <a:pt x="3071474" y="346343"/>
                  </a:lnTo>
                  <a:lnTo>
                    <a:pt x="3072134" y="333590"/>
                  </a:lnTo>
                  <a:lnTo>
                    <a:pt x="3072795" y="330462"/>
                  </a:lnTo>
                  <a:lnTo>
                    <a:pt x="3073455" y="361731"/>
                  </a:lnTo>
                  <a:lnTo>
                    <a:pt x="3074116" y="418227"/>
                  </a:lnTo>
                  <a:lnTo>
                    <a:pt x="3074776" y="481094"/>
                  </a:lnTo>
                  <a:lnTo>
                    <a:pt x="3075437" y="518322"/>
                  </a:lnTo>
                  <a:lnTo>
                    <a:pt x="3076098" y="495188"/>
                  </a:lnTo>
                  <a:lnTo>
                    <a:pt x="3076758" y="448908"/>
                  </a:lnTo>
                  <a:lnTo>
                    <a:pt x="3077419" y="399596"/>
                  </a:lnTo>
                  <a:lnTo>
                    <a:pt x="3078079" y="366437"/>
                  </a:lnTo>
                  <a:lnTo>
                    <a:pt x="3078740" y="351520"/>
                  </a:lnTo>
                  <a:lnTo>
                    <a:pt x="3079400" y="355168"/>
                  </a:lnTo>
                  <a:lnTo>
                    <a:pt x="3080061" y="346313"/>
                  </a:lnTo>
                  <a:lnTo>
                    <a:pt x="3080721" y="345219"/>
                  </a:lnTo>
                  <a:lnTo>
                    <a:pt x="3081382" y="353187"/>
                  </a:lnTo>
                  <a:lnTo>
                    <a:pt x="3082042" y="371094"/>
                  </a:lnTo>
                  <a:lnTo>
                    <a:pt x="3082703" y="406159"/>
                  </a:lnTo>
                  <a:lnTo>
                    <a:pt x="3083363" y="476816"/>
                  </a:lnTo>
                  <a:lnTo>
                    <a:pt x="3084024" y="572620"/>
                  </a:lnTo>
                  <a:lnTo>
                    <a:pt x="3084684" y="684263"/>
                  </a:lnTo>
                  <a:lnTo>
                    <a:pt x="3085345" y="815726"/>
                  </a:lnTo>
                  <a:lnTo>
                    <a:pt x="3086006" y="947316"/>
                  </a:lnTo>
                  <a:lnTo>
                    <a:pt x="3086666" y="1039027"/>
                  </a:lnTo>
                  <a:lnTo>
                    <a:pt x="3087327" y="1041478"/>
                  </a:lnTo>
                  <a:lnTo>
                    <a:pt x="3087987" y="1030104"/>
                  </a:lnTo>
                  <a:lnTo>
                    <a:pt x="3088648" y="984378"/>
                  </a:lnTo>
                  <a:lnTo>
                    <a:pt x="3089308" y="927406"/>
                  </a:lnTo>
                  <a:lnTo>
                    <a:pt x="3089969" y="887078"/>
                  </a:lnTo>
                  <a:lnTo>
                    <a:pt x="3090629" y="845968"/>
                  </a:lnTo>
                  <a:lnTo>
                    <a:pt x="3091290" y="802043"/>
                  </a:lnTo>
                  <a:lnTo>
                    <a:pt x="3091950" y="771638"/>
                  </a:lnTo>
                  <a:lnTo>
                    <a:pt x="3092611" y="771369"/>
                  </a:lnTo>
                  <a:lnTo>
                    <a:pt x="3093271" y="770428"/>
                  </a:lnTo>
                  <a:lnTo>
                    <a:pt x="3093932" y="775434"/>
                  </a:lnTo>
                  <a:lnTo>
                    <a:pt x="3094592" y="761325"/>
                  </a:lnTo>
                  <a:lnTo>
                    <a:pt x="3095253" y="701036"/>
                  </a:lnTo>
                  <a:lnTo>
                    <a:pt x="3095913" y="623053"/>
                  </a:lnTo>
                  <a:lnTo>
                    <a:pt x="3096574" y="561436"/>
                  </a:lnTo>
                  <a:lnTo>
                    <a:pt x="3097235" y="502224"/>
                  </a:lnTo>
                  <a:lnTo>
                    <a:pt x="3097895" y="457716"/>
                  </a:lnTo>
                  <a:lnTo>
                    <a:pt x="3098556" y="437073"/>
                  </a:lnTo>
                  <a:lnTo>
                    <a:pt x="3099216" y="413669"/>
                  </a:lnTo>
                  <a:lnTo>
                    <a:pt x="3099877" y="403094"/>
                  </a:lnTo>
                  <a:lnTo>
                    <a:pt x="3100537" y="396460"/>
                  </a:lnTo>
                  <a:lnTo>
                    <a:pt x="3101198" y="376588"/>
                  </a:lnTo>
                  <a:lnTo>
                    <a:pt x="3101858" y="350827"/>
                  </a:lnTo>
                  <a:lnTo>
                    <a:pt x="3102519" y="350495"/>
                  </a:lnTo>
                  <a:lnTo>
                    <a:pt x="3103179" y="355658"/>
                  </a:lnTo>
                  <a:lnTo>
                    <a:pt x="3103840" y="374712"/>
                  </a:lnTo>
                  <a:lnTo>
                    <a:pt x="3104500" y="398594"/>
                  </a:lnTo>
                  <a:lnTo>
                    <a:pt x="3105161" y="430436"/>
                  </a:lnTo>
                  <a:lnTo>
                    <a:pt x="3105821" y="452563"/>
                  </a:lnTo>
                  <a:lnTo>
                    <a:pt x="3106482" y="469185"/>
                  </a:lnTo>
                  <a:lnTo>
                    <a:pt x="3107143" y="466353"/>
                  </a:lnTo>
                  <a:lnTo>
                    <a:pt x="3107803" y="490692"/>
                  </a:lnTo>
                  <a:lnTo>
                    <a:pt x="3108464" y="530274"/>
                  </a:lnTo>
                  <a:lnTo>
                    <a:pt x="3109124" y="549701"/>
                  </a:lnTo>
                  <a:lnTo>
                    <a:pt x="3109785" y="498073"/>
                  </a:lnTo>
                  <a:lnTo>
                    <a:pt x="3110445" y="438181"/>
                  </a:lnTo>
                  <a:lnTo>
                    <a:pt x="3111106" y="373501"/>
                  </a:lnTo>
                  <a:lnTo>
                    <a:pt x="3111766" y="309646"/>
                  </a:lnTo>
                  <a:lnTo>
                    <a:pt x="3112427" y="271341"/>
                  </a:lnTo>
                  <a:lnTo>
                    <a:pt x="3113087" y="288571"/>
                  </a:lnTo>
                  <a:lnTo>
                    <a:pt x="3113748" y="340707"/>
                  </a:lnTo>
                  <a:lnTo>
                    <a:pt x="3114408" y="420225"/>
                  </a:lnTo>
                  <a:lnTo>
                    <a:pt x="3115069" y="530160"/>
                  </a:lnTo>
                  <a:lnTo>
                    <a:pt x="3115729" y="633318"/>
                  </a:lnTo>
                  <a:lnTo>
                    <a:pt x="3116390" y="620131"/>
                  </a:lnTo>
                  <a:lnTo>
                    <a:pt x="3117051" y="517885"/>
                  </a:lnTo>
                  <a:lnTo>
                    <a:pt x="3117711" y="455783"/>
                  </a:lnTo>
                  <a:lnTo>
                    <a:pt x="3118372" y="432403"/>
                  </a:lnTo>
                  <a:lnTo>
                    <a:pt x="3119032" y="437853"/>
                  </a:lnTo>
                  <a:lnTo>
                    <a:pt x="3119693" y="446569"/>
                  </a:lnTo>
                  <a:lnTo>
                    <a:pt x="3120353" y="473907"/>
                  </a:lnTo>
                  <a:lnTo>
                    <a:pt x="3121014" y="467400"/>
                  </a:lnTo>
                  <a:lnTo>
                    <a:pt x="3121674" y="438757"/>
                  </a:lnTo>
                  <a:lnTo>
                    <a:pt x="3122335" y="429997"/>
                  </a:lnTo>
                  <a:lnTo>
                    <a:pt x="3122995" y="443075"/>
                  </a:lnTo>
                  <a:lnTo>
                    <a:pt x="3123656" y="457451"/>
                  </a:lnTo>
                  <a:lnTo>
                    <a:pt x="3124316" y="477383"/>
                  </a:lnTo>
                  <a:lnTo>
                    <a:pt x="3124977" y="515277"/>
                  </a:lnTo>
                  <a:lnTo>
                    <a:pt x="3125637" y="534412"/>
                  </a:lnTo>
                  <a:lnTo>
                    <a:pt x="3126298" y="529249"/>
                  </a:lnTo>
                  <a:lnTo>
                    <a:pt x="3126958" y="540973"/>
                  </a:lnTo>
                  <a:lnTo>
                    <a:pt x="3127619" y="564126"/>
                  </a:lnTo>
                  <a:lnTo>
                    <a:pt x="3128280" y="594906"/>
                  </a:lnTo>
                  <a:lnTo>
                    <a:pt x="3128940" y="603806"/>
                  </a:lnTo>
                  <a:lnTo>
                    <a:pt x="3129601" y="630778"/>
                  </a:lnTo>
                  <a:lnTo>
                    <a:pt x="3130261" y="649324"/>
                  </a:lnTo>
                  <a:lnTo>
                    <a:pt x="3130922" y="655047"/>
                  </a:lnTo>
                  <a:lnTo>
                    <a:pt x="3131582" y="624805"/>
                  </a:lnTo>
                  <a:lnTo>
                    <a:pt x="3132243" y="597141"/>
                  </a:lnTo>
                  <a:lnTo>
                    <a:pt x="3132903" y="565158"/>
                  </a:lnTo>
                  <a:lnTo>
                    <a:pt x="3133564" y="549640"/>
                  </a:lnTo>
                  <a:lnTo>
                    <a:pt x="3134224" y="551356"/>
                  </a:lnTo>
                  <a:lnTo>
                    <a:pt x="3134885" y="549029"/>
                  </a:lnTo>
                  <a:lnTo>
                    <a:pt x="3135545" y="537381"/>
                  </a:lnTo>
                  <a:lnTo>
                    <a:pt x="3136206" y="531933"/>
                  </a:lnTo>
                  <a:lnTo>
                    <a:pt x="3136866" y="545273"/>
                  </a:lnTo>
                  <a:lnTo>
                    <a:pt x="3137527" y="565999"/>
                  </a:lnTo>
                  <a:lnTo>
                    <a:pt x="3138188" y="605963"/>
                  </a:lnTo>
                  <a:lnTo>
                    <a:pt x="3138848" y="668155"/>
                  </a:lnTo>
                  <a:lnTo>
                    <a:pt x="3139509" y="728757"/>
                  </a:lnTo>
                  <a:lnTo>
                    <a:pt x="3140169" y="731079"/>
                  </a:lnTo>
                  <a:lnTo>
                    <a:pt x="3140830" y="710626"/>
                  </a:lnTo>
                  <a:lnTo>
                    <a:pt x="3141490" y="669931"/>
                  </a:lnTo>
                  <a:lnTo>
                    <a:pt x="3142151" y="625124"/>
                  </a:lnTo>
                  <a:lnTo>
                    <a:pt x="3142811" y="596562"/>
                  </a:lnTo>
                  <a:lnTo>
                    <a:pt x="3143472" y="592475"/>
                  </a:lnTo>
                  <a:lnTo>
                    <a:pt x="3144132" y="615072"/>
                  </a:lnTo>
                  <a:lnTo>
                    <a:pt x="3144793" y="656473"/>
                  </a:lnTo>
                  <a:lnTo>
                    <a:pt x="3145453" y="704833"/>
                  </a:lnTo>
                  <a:lnTo>
                    <a:pt x="3146114" y="783184"/>
                  </a:lnTo>
                  <a:lnTo>
                    <a:pt x="3146774" y="890346"/>
                  </a:lnTo>
                  <a:lnTo>
                    <a:pt x="3147435" y="965236"/>
                  </a:lnTo>
                  <a:lnTo>
                    <a:pt x="3148096" y="1045731"/>
                  </a:lnTo>
                  <a:lnTo>
                    <a:pt x="3148756" y="1171539"/>
                  </a:lnTo>
                  <a:lnTo>
                    <a:pt x="3149417" y="1106488"/>
                  </a:lnTo>
                  <a:lnTo>
                    <a:pt x="3150077" y="910795"/>
                  </a:lnTo>
                  <a:lnTo>
                    <a:pt x="3150738" y="784731"/>
                  </a:lnTo>
                  <a:lnTo>
                    <a:pt x="3151398" y="721003"/>
                  </a:lnTo>
                  <a:lnTo>
                    <a:pt x="3152059" y="701036"/>
                  </a:lnTo>
                  <a:lnTo>
                    <a:pt x="3152719" y="716540"/>
                  </a:lnTo>
                  <a:lnTo>
                    <a:pt x="3153380" y="748387"/>
                  </a:lnTo>
                  <a:lnTo>
                    <a:pt x="3154040" y="777077"/>
                  </a:lnTo>
                  <a:lnTo>
                    <a:pt x="3154701" y="767361"/>
                  </a:lnTo>
                  <a:lnTo>
                    <a:pt x="3155361" y="764590"/>
                  </a:lnTo>
                  <a:lnTo>
                    <a:pt x="3156022" y="744447"/>
                  </a:lnTo>
                  <a:lnTo>
                    <a:pt x="3156682" y="743471"/>
                  </a:lnTo>
                  <a:lnTo>
                    <a:pt x="3157343" y="744447"/>
                  </a:lnTo>
                  <a:lnTo>
                    <a:pt x="3158004" y="769893"/>
                  </a:lnTo>
                  <a:lnTo>
                    <a:pt x="3158664" y="760160"/>
                  </a:lnTo>
                  <a:lnTo>
                    <a:pt x="3159325" y="756563"/>
                  </a:lnTo>
                  <a:lnTo>
                    <a:pt x="3159985" y="758613"/>
                  </a:lnTo>
                  <a:lnTo>
                    <a:pt x="3160646" y="770429"/>
                  </a:lnTo>
                  <a:lnTo>
                    <a:pt x="3161306" y="750003"/>
                  </a:lnTo>
                  <a:lnTo>
                    <a:pt x="3161967" y="725310"/>
                  </a:lnTo>
                  <a:lnTo>
                    <a:pt x="3162627" y="720217"/>
                  </a:lnTo>
                  <a:lnTo>
                    <a:pt x="3163288" y="729451"/>
                  </a:lnTo>
                  <a:lnTo>
                    <a:pt x="3163948" y="729336"/>
                  </a:lnTo>
                  <a:lnTo>
                    <a:pt x="3164609" y="743837"/>
                  </a:lnTo>
                  <a:lnTo>
                    <a:pt x="3165269" y="766964"/>
                  </a:lnTo>
                  <a:lnTo>
                    <a:pt x="3165930" y="785721"/>
                  </a:lnTo>
                  <a:lnTo>
                    <a:pt x="3166590" y="809186"/>
                  </a:lnTo>
                  <a:lnTo>
                    <a:pt x="3167251" y="860181"/>
                  </a:lnTo>
                  <a:lnTo>
                    <a:pt x="3167911" y="931182"/>
                  </a:lnTo>
                  <a:lnTo>
                    <a:pt x="3168572" y="994907"/>
                  </a:lnTo>
                  <a:lnTo>
                    <a:pt x="3169233" y="1027749"/>
                  </a:lnTo>
                  <a:lnTo>
                    <a:pt x="3169893" y="1002153"/>
                  </a:lnTo>
                  <a:lnTo>
                    <a:pt x="3170554" y="991943"/>
                  </a:lnTo>
                  <a:lnTo>
                    <a:pt x="3171214" y="1010534"/>
                  </a:lnTo>
                  <a:lnTo>
                    <a:pt x="3171875" y="1051140"/>
                  </a:lnTo>
                  <a:lnTo>
                    <a:pt x="3172535" y="1086389"/>
                  </a:lnTo>
                  <a:lnTo>
                    <a:pt x="3173196" y="1086389"/>
                  </a:lnTo>
                  <a:lnTo>
                    <a:pt x="3173856" y="1023098"/>
                  </a:lnTo>
                  <a:lnTo>
                    <a:pt x="3174517" y="942575"/>
                  </a:lnTo>
                  <a:lnTo>
                    <a:pt x="3175177" y="882646"/>
                  </a:lnTo>
                  <a:lnTo>
                    <a:pt x="3175838" y="855787"/>
                  </a:lnTo>
                  <a:lnTo>
                    <a:pt x="3176498" y="878479"/>
                  </a:lnTo>
                  <a:lnTo>
                    <a:pt x="3177159" y="936942"/>
                  </a:lnTo>
                  <a:lnTo>
                    <a:pt x="3177819" y="1015300"/>
                  </a:lnTo>
                  <a:lnTo>
                    <a:pt x="3178480" y="1092227"/>
                  </a:lnTo>
                  <a:lnTo>
                    <a:pt x="3179141" y="1127657"/>
                  </a:lnTo>
                  <a:lnTo>
                    <a:pt x="3179801" y="1079460"/>
                  </a:lnTo>
                  <a:lnTo>
                    <a:pt x="3180462" y="972847"/>
                  </a:lnTo>
                  <a:lnTo>
                    <a:pt x="3181122" y="889321"/>
                  </a:lnTo>
                  <a:lnTo>
                    <a:pt x="3181783" y="827961"/>
                  </a:lnTo>
                  <a:lnTo>
                    <a:pt x="3182443" y="765774"/>
                  </a:lnTo>
                  <a:lnTo>
                    <a:pt x="3183104" y="734598"/>
                  </a:lnTo>
                  <a:lnTo>
                    <a:pt x="3183764" y="726684"/>
                  </a:lnTo>
                  <a:lnTo>
                    <a:pt x="3184425" y="719098"/>
                  </a:lnTo>
                  <a:lnTo>
                    <a:pt x="3185085" y="728526"/>
                  </a:lnTo>
                  <a:lnTo>
                    <a:pt x="3185746" y="771638"/>
                  </a:lnTo>
                  <a:lnTo>
                    <a:pt x="3186406" y="815883"/>
                  </a:lnTo>
                  <a:lnTo>
                    <a:pt x="3187067" y="880853"/>
                  </a:lnTo>
                  <a:lnTo>
                    <a:pt x="3187727" y="936215"/>
                  </a:lnTo>
                  <a:lnTo>
                    <a:pt x="3188388" y="937914"/>
                  </a:lnTo>
                  <a:lnTo>
                    <a:pt x="3189049" y="884853"/>
                  </a:lnTo>
                  <a:lnTo>
                    <a:pt x="3189709" y="843001"/>
                  </a:lnTo>
                  <a:lnTo>
                    <a:pt x="3190370" y="804909"/>
                  </a:lnTo>
                  <a:lnTo>
                    <a:pt x="3191030" y="798613"/>
                  </a:lnTo>
                  <a:lnTo>
                    <a:pt x="3191691" y="785579"/>
                  </a:lnTo>
                  <a:lnTo>
                    <a:pt x="3192351" y="773394"/>
                  </a:lnTo>
                  <a:lnTo>
                    <a:pt x="3193012" y="777489"/>
                  </a:lnTo>
                  <a:lnTo>
                    <a:pt x="3193672" y="799058"/>
                  </a:lnTo>
                  <a:lnTo>
                    <a:pt x="3194333" y="818894"/>
                  </a:lnTo>
                  <a:lnTo>
                    <a:pt x="3194993" y="850389"/>
                  </a:lnTo>
                  <a:lnTo>
                    <a:pt x="3195654" y="895739"/>
                  </a:lnTo>
                  <a:lnTo>
                    <a:pt x="3196314" y="917503"/>
                  </a:lnTo>
                  <a:lnTo>
                    <a:pt x="3196975" y="913906"/>
                  </a:lnTo>
                  <a:lnTo>
                    <a:pt x="3197635" y="907719"/>
                  </a:lnTo>
                  <a:lnTo>
                    <a:pt x="3198296" y="920232"/>
                  </a:lnTo>
                  <a:lnTo>
                    <a:pt x="3198956" y="932372"/>
                  </a:lnTo>
                  <a:lnTo>
                    <a:pt x="3199617" y="929996"/>
                  </a:lnTo>
                  <a:lnTo>
                    <a:pt x="3200278" y="934768"/>
                  </a:lnTo>
                  <a:lnTo>
                    <a:pt x="3200938" y="951626"/>
                  </a:lnTo>
                  <a:lnTo>
                    <a:pt x="3201599" y="999414"/>
                  </a:lnTo>
                  <a:lnTo>
                    <a:pt x="3202259" y="1086802"/>
                  </a:lnTo>
                  <a:lnTo>
                    <a:pt x="3202920" y="1209148"/>
                  </a:lnTo>
                  <a:lnTo>
                    <a:pt x="3203580" y="1298649"/>
                  </a:lnTo>
                  <a:lnTo>
                    <a:pt x="3204241" y="1237343"/>
                  </a:lnTo>
                  <a:lnTo>
                    <a:pt x="3204901" y="1096046"/>
                  </a:lnTo>
                  <a:lnTo>
                    <a:pt x="3205562" y="1018523"/>
                  </a:lnTo>
                  <a:lnTo>
                    <a:pt x="3206222" y="954967"/>
                  </a:lnTo>
                  <a:lnTo>
                    <a:pt x="3206883" y="892615"/>
                  </a:lnTo>
                  <a:lnTo>
                    <a:pt x="3207543" y="859628"/>
                  </a:lnTo>
                  <a:lnTo>
                    <a:pt x="3208204" y="838866"/>
                  </a:lnTo>
                  <a:lnTo>
                    <a:pt x="3208864" y="793036"/>
                  </a:lnTo>
                  <a:lnTo>
                    <a:pt x="3209525" y="747520"/>
                  </a:lnTo>
                  <a:lnTo>
                    <a:pt x="3210186" y="709220"/>
                  </a:lnTo>
                  <a:lnTo>
                    <a:pt x="3210846" y="668995"/>
                  </a:lnTo>
                  <a:lnTo>
                    <a:pt x="3211507" y="635882"/>
                  </a:lnTo>
                  <a:lnTo>
                    <a:pt x="3212167" y="621391"/>
                  </a:lnTo>
                  <a:lnTo>
                    <a:pt x="3212828" y="617240"/>
                  </a:lnTo>
                  <a:lnTo>
                    <a:pt x="3213488" y="628341"/>
                  </a:lnTo>
                  <a:lnTo>
                    <a:pt x="3214149" y="658807"/>
                  </a:lnTo>
                  <a:lnTo>
                    <a:pt x="3214809" y="711929"/>
                  </a:lnTo>
                  <a:lnTo>
                    <a:pt x="3215470" y="772312"/>
                  </a:lnTo>
                  <a:lnTo>
                    <a:pt x="3216130" y="841098"/>
                  </a:lnTo>
                  <a:lnTo>
                    <a:pt x="3216791" y="886267"/>
                  </a:lnTo>
                  <a:lnTo>
                    <a:pt x="3217451" y="901879"/>
                  </a:lnTo>
                  <a:lnTo>
                    <a:pt x="3218112" y="925304"/>
                  </a:lnTo>
                  <a:lnTo>
                    <a:pt x="3218772" y="963632"/>
                  </a:lnTo>
                  <a:lnTo>
                    <a:pt x="3219433" y="986105"/>
                  </a:lnTo>
                  <a:lnTo>
                    <a:pt x="3220094" y="1038330"/>
                  </a:lnTo>
                  <a:lnTo>
                    <a:pt x="3220754" y="1107376"/>
                  </a:lnTo>
                  <a:lnTo>
                    <a:pt x="3221415" y="1112311"/>
                  </a:lnTo>
                  <a:lnTo>
                    <a:pt x="3222075" y="1076655"/>
                  </a:lnTo>
                  <a:lnTo>
                    <a:pt x="3222736" y="1061145"/>
                  </a:lnTo>
                  <a:lnTo>
                    <a:pt x="3223396" y="1059265"/>
                  </a:lnTo>
                  <a:lnTo>
                    <a:pt x="3224057" y="1103402"/>
                  </a:lnTo>
                  <a:lnTo>
                    <a:pt x="3224717" y="1151071"/>
                  </a:lnTo>
                  <a:lnTo>
                    <a:pt x="3225378" y="1164368"/>
                  </a:lnTo>
                  <a:lnTo>
                    <a:pt x="3226038" y="1175478"/>
                  </a:lnTo>
                  <a:lnTo>
                    <a:pt x="3226699" y="1153680"/>
                  </a:lnTo>
                  <a:lnTo>
                    <a:pt x="3227359" y="1093071"/>
                  </a:lnTo>
                  <a:lnTo>
                    <a:pt x="3228020" y="1039376"/>
                  </a:lnTo>
                  <a:lnTo>
                    <a:pt x="3228680" y="1020801"/>
                  </a:lnTo>
                  <a:lnTo>
                    <a:pt x="3229341" y="988135"/>
                  </a:lnTo>
                  <a:lnTo>
                    <a:pt x="3230002" y="965773"/>
                  </a:lnTo>
                  <a:lnTo>
                    <a:pt x="3230662" y="939622"/>
                  </a:lnTo>
                  <a:lnTo>
                    <a:pt x="3231323" y="909693"/>
                  </a:lnTo>
                  <a:lnTo>
                    <a:pt x="3231983" y="888503"/>
                  </a:lnTo>
                  <a:lnTo>
                    <a:pt x="3232644" y="902308"/>
                  </a:lnTo>
                  <a:lnTo>
                    <a:pt x="3233304" y="930470"/>
                  </a:lnTo>
                  <a:lnTo>
                    <a:pt x="3233965" y="982946"/>
                  </a:lnTo>
                  <a:lnTo>
                    <a:pt x="3234625" y="1057398"/>
                  </a:lnTo>
                  <a:lnTo>
                    <a:pt x="3235286" y="1143890"/>
                  </a:lnTo>
                  <a:lnTo>
                    <a:pt x="3235946" y="1197266"/>
                  </a:lnTo>
                  <a:lnTo>
                    <a:pt x="3236607" y="1206604"/>
                  </a:lnTo>
                  <a:lnTo>
                    <a:pt x="3237267" y="1206604"/>
                  </a:lnTo>
                  <a:lnTo>
                    <a:pt x="3237928" y="1233138"/>
                  </a:lnTo>
                  <a:lnTo>
                    <a:pt x="3238588" y="1233138"/>
                  </a:lnTo>
                  <a:lnTo>
                    <a:pt x="3239249" y="1250350"/>
                  </a:lnTo>
                  <a:lnTo>
                    <a:pt x="3239909" y="1298649"/>
                  </a:lnTo>
                  <a:lnTo>
                    <a:pt x="3240570" y="1336177"/>
                  </a:lnTo>
                  <a:lnTo>
                    <a:pt x="3241231" y="1357005"/>
                  </a:lnTo>
                  <a:lnTo>
                    <a:pt x="3241891" y="1403955"/>
                  </a:lnTo>
                  <a:lnTo>
                    <a:pt x="3242552" y="1430742"/>
                  </a:lnTo>
                  <a:lnTo>
                    <a:pt x="3243212" y="1387820"/>
                  </a:lnTo>
                  <a:lnTo>
                    <a:pt x="3243873" y="1304865"/>
                  </a:lnTo>
                  <a:lnTo>
                    <a:pt x="3244533" y="1207873"/>
                  </a:lnTo>
                  <a:lnTo>
                    <a:pt x="3245194" y="1140368"/>
                  </a:lnTo>
                  <a:lnTo>
                    <a:pt x="3245854" y="1104721"/>
                  </a:lnTo>
                  <a:lnTo>
                    <a:pt x="3246515" y="1093071"/>
                  </a:lnTo>
                  <a:lnTo>
                    <a:pt x="3247175" y="1101654"/>
                  </a:lnTo>
                  <a:lnTo>
                    <a:pt x="3247836" y="1133452"/>
                  </a:lnTo>
                  <a:lnTo>
                    <a:pt x="3248496" y="1175478"/>
                  </a:lnTo>
                  <a:lnTo>
                    <a:pt x="3249157" y="1216263"/>
                  </a:lnTo>
                  <a:lnTo>
                    <a:pt x="3249817" y="1258606"/>
                  </a:lnTo>
                  <a:lnTo>
                    <a:pt x="3250478" y="1308480"/>
                  </a:lnTo>
                  <a:lnTo>
                    <a:pt x="3251139" y="1369155"/>
                  </a:lnTo>
                  <a:lnTo>
                    <a:pt x="3251799" y="1418371"/>
                  </a:lnTo>
                  <a:lnTo>
                    <a:pt x="3252460" y="1430742"/>
                  </a:lnTo>
                  <a:lnTo>
                    <a:pt x="3253120" y="1430742"/>
                  </a:lnTo>
                  <a:lnTo>
                    <a:pt x="3253781" y="1430742"/>
                  </a:lnTo>
                  <a:lnTo>
                    <a:pt x="3254441" y="1430742"/>
                  </a:lnTo>
                  <a:lnTo>
                    <a:pt x="3255102" y="1357005"/>
                  </a:lnTo>
                  <a:lnTo>
                    <a:pt x="3255762" y="1278323"/>
                  </a:lnTo>
                  <a:lnTo>
                    <a:pt x="3256423" y="1232443"/>
                  </a:lnTo>
                  <a:lnTo>
                    <a:pt x="3257083" y="1157375"/>
                  </a:lnTo>
                  <a:lnTo>
                    <a:pt x="3257744" y="1081075"/>
                  </a:lnTo>
                  <a:lnTo>
                    <a:pt x="3258404" y="1050413"/>
                  </a:lnTo>
                  <a:lnTo>
                    <a:pt x="3259065" y="1051869"/>
                  </a:lnTo>
                  <a:lnTo>
                    <a:pt x="3259725" y="1037983"/>
                  </a:lnTo>
                  <a:lnTo>
                    <a:pt x="3260386" y="1046447"/>
                  </a:lnTo>
                  <a:lnTo>
                    <a:pt x="3261047" y="1050050"/>
                  </a:lnTo>
                  <a:lnTo>
                    <a:pt x="3261707" y="1050050"/>
                  </a:lnTo>
                  <a:lnTo>
                    <a:pt x="3262368" y="1035906"/>
                  </a:lnTo>
                  <a:lnTo>
                    <a:pt x="3263028" y="1042889"/>
                  </a:lnTo>
                  <a:lnTo>
                    <a:pt x="3263689" y="1072697"/>
                  </a:lnTo>
                  <a:lnTo>
                    <a:pt x="3264349" y="1116873"/>
                  </a:lnTo>
                  <a:lnTo>
                    <a:pt x="3265010" y="1145923"/>
                  </a:lnTo>
                  <a:lnTo>
                    <a:pt x="3265670" y="1178325"/>
                  </a:lnTo>
                  <a:lnTo>
                    <a:pt x="3266331" y="1214956"/>
                  </a:lnTo>
                  <a:lnTo>
                    <a:pt x="3266991" y="1228310"/>
                  </a:lnTo>
                  <a:lnTo>
                    <a:pt x="3267652" y="1265546"/>
                  </a:lnTo>
                  <a:lnTo>
                    <a:pt x="3268312" y="1336177"/>
                  </a:lnTo>
                  <a:lnTo>
                    <a:pt x="3268973" y="1403955"/>
                  </a:lnTo>
                  <a:lnTo>
                    <a:pt x="3269633" y="1430742"/>
                  </a:lnTo>
                  <a:lnTo>
                    <a:pt x="3270294" y="1430742"/>
                  </a:lnTo>
                  <a:lnTo>
                    <a:pt x="3270954" y="1403955"/>
                  </a:lnTo>
                  <a:lnTo>
                    <a:pt x="3271615" y="1379501"/>
                  </a:lnTo>
                  <a:lnTo>
                    <a:pt x="3272276" y="1331203"/>
                  </a:lnTo>
                  <a:lnTo>
                    <a:pt x="3272936" y="1277507"/>
                  </a:lnTo>
                  <a:lnTo>
                    <a:pt x="3273597" y="1261669"/>
                  </a:lnTo>
                  <a:lnTo>
                    <a:pt x="3274257" y="1261669"/>
                  </a:lnTo>
                  <a:lnTo>
                    <a:pt x="3274918" y="1277507"/>
                  </a:lnTo>
                  <a:lnTo>
                    <a:pt x="3275578" y="1316787"/>
                  </a:lnTo>
                  <a:lnTo>
                    <a:pt x="3276239" y="1357005"/>
                  </a:lnTo>
                  <a:lnTo>
                    <a:pt x="3276899" y="1357005"/>
                  </a:lnTo>
                  <a:lnTo>
                    <a:pt x="3277560" y="1357005"/>
                  </a:lnTo>
                  <a:lnTo>
                    <a:pt x="3278220" y="1336177"/>
                  </a:lnTo>
                  <a:lnTo>
                    <a:pt x="3278881" y="1316787"/>
                  </a:lnTo>
                  <a:lnTo>
                    <a:pt x="3279541" y="1309391"/>
                  </a:lnTo>
                  <a:lnTo>
                    <a:pt x="3280202" y="1275074"/>
                  </a:lnTo>
                  <a:lnTo>
                    <a:pt x="3280862" y="1230369"/>
                  </a:lnTo>
                  <a:lnTo>
                    <a:pt x="3281523" y="1230369"/>
                  </a:lnTo>
                  <a:lnTo>
                    <a:pt x="3282184" y="1244495"/>
                  </a:lnTo>
                  <a:lnTo>
                    <a:pt x="3282844" y="1265546"/>
                  </a:lnTo>
                  <a:lnTo>
                    <a:pt x="3283505" y="1316787"/>
                  </a:lnTo>
                  <a:lnTo>
                    <a:pt x="3284165" y="1403955"/>
                  </a:lnTo>
                  <a:lnTo>
                    <a:pt x="3284826" y="1430742"/>
                  </a:lnTo>
                  <a:lnTo>
                    <a:pt x="3285486" y="1430742"/>
                  </a:lnTo>
                  <a:lnTo>
                    <a:pt x="3286147" y="1430742"/>
                  </a:lnTo>
                  <a:lnTo>
                    <a:pt x="3286807" y="1430742"/>
                  </a:lnTo>
                  <a:lnTo>
                    <a:pt x="3287468" y="1403955"/>
                  </a:lnTo>
                  <a:lnTo>
                    <a:pt x="3288128" y="1371421"/>
                  </a:lnTo>
                  <a:lnTo>
                    <a:pt x="3288789" y="1292567"/>
                  </a:lnTo>
                  <a:lnTo>
                    <a:pt x="3289449" y="1217577"/>
                  </a:lnTo>
                  <a:lnTo>
                    <a:pt x="3290110" y="1192410"/>
                  </a:lnTo>
                  <a:lnTo>
                    <a:pt x="3290770" y="1181781"/>
                  </a:lnTo>
                  <a:lnTo>
                    <a:pt x="3291431" y="1163281"/>
                  </a:lnTo>
                  <a:lnTo>
                    <a:pt x="3292092" y="1163281"/>
                  </a:lnTo>
                  <a:lnTo>
                    <a:pt x="3292752" y="1174347"/>
                  </a:lnTo>
                  <a:lnTo>
                    <a:pt x="3293413" y="1185867"/>
                  </a:lnTo>
                  <a:lnTo>
                    <a:pt x="3294073" y="1209148"/>
                  </a:lnTo>
                  <a:lnTo>
                    <a:pt x="3294734" y="1250350"/>
                  </a:lnTo>
                  <a:lnTo>
                    <a:pt x="3295394" y="1316787"/>
                  </a:lnTo>
                  <a:lnTo>
                    <a:pt x="3296055" y="1379501"/>
                  </a:lnTo>
                  <a:lnTo>
                    <a:pt x="3296715" y="1379501"/>
                  </a:lnTo>
                  <a:lnTo>
                    <a:pt x="3297376" y="1336177"/>
                  </a:lnTo>
                  <a:lnTo>
                    <a:pt x="3298036" y="1265546"/>
                  </a:lnTo>
                  <a:lnTo>
                    <a:pt x="3298697" y="1222222"/>
                  </a:lnTo>
                  <a:lnTo>
                    <a:pt x="3299357" y="1162198"/>
                  </a:lnTo>
                  <a:lnTo>
                    <a:pt x="3300018" y="1121979"/>
                  </a:lnTo>
                  <a:lnTo>
                    <a:pt x="3300678" y="1112764"/>
                  </a:lnTo>
                  <a:lnTo>
                    <a:pt x="3301339" y="1111407"/>
                  </a:lnTo>
                  <a:lnTo>
                    <a:pt x="3301999" y="1069570"/>
                  </a:lnTo>
                  <a:lnTo>
                    <a:pt x="3302660" y="1010533"/>
                  </a:lnTo>
                  <a:lnTo>
                    <a:pt x="3303321" y="920689"/>
                  </a:lnTo>
                  <a:lnTo>
                    <a:pt x="3303981" y="817623"/>
                  </a:lnTo>
                  <a:lnTo>
                    <a:pt x="3304642" y="763410"/>
                  </a:lnTo>
                  <a:lnTo>
                    <a:pt x="3305302" y="768158"/>
                  </a:lnTo>
                  <a:lnTo>
                    <a:pt x="3305963" y="809494"/>
                  </a:lnTo>
                  <a:lnTo>
                    <a:pt x="3306623" y="886267"/>
                  </a:lnTo>
                  <a:lnTo>
                    <a:pt x="3307284" y="1039725"/>
                  </a:lnTo>
                  <a:lnTo>
                    <a:pt x="3307944" y="1233138"/>
                  </a:lnTo>
                  <a:lnTo>
                    <a:pt x="3308605" y="1281610"/>
                  </a:lnTo>
                  <a:lnTo>
                    <a:pt x="3309265" y="1265546"/>
                  </a:lnTo>
                  <a:lnTo>
                    <a:pt x="3309926" y="1222222"/>
                  </a:lnTo>
                  <a:lnTo>
                    <a:pt x="3310586" y="1168207"/>
                  </a:lnTo>
                  <a:lnTo>
                    <a:pt x="3311247" y="1124331"/>
                  </a:lnTo>
                  <a:lnTo>
                    <a:pt x="3311907" y="1103402"/>
                  </a:lnTo>
                  <a:lnTo>
                    <a:pt x="3312568" y="1078254"/>
                  </a:lnTo>
                  <a:lnTo>
                    <a:pt x="3313229" y="1070348"/>
                  </a:lnTo>
                  <a:lnTo>
                    <a:pt x="3313889" y="1054067"/>
                  </a:lnTo>
                  <a:lnTo>
                    <a:pt x="3314550" y="996401"/>
                  </a:lnTo>
                  <a:lnTo>
                    <a:pt x="3315210" y="929052"/>
                  </a:lnTo>
                  <a:lnTo>
                    <a:pt x="3315871" y="877300"/>
                  </a:lnTo>
                  <a:lnTo>
                    <a:pt x="3316531" y="862032"/>
                  </a:lnTo>
                  <a:lnTo>
                    <a:pt x="3317192" y="868040"/>
                  </a:lnTo>
                  <a:lnTo>
                    <a:pt x="3317852" y="887688"/>
                  </a:lnTo>
                  <a:lnTo>
                    <a:pt x="3318513" y="900172"/>
                  </a:lnTo>
                  <a:lnTo>
                    <a:pt x="3319173" y="863149"/>
                  </a:lnTo>
                  <a:lnTo>
                    <a:pt x="3319834" y="812126"/>
                  </a:lnTo>
                  <a:lnTo>
                    <a:pt x="3320494" y="779282"/>
                  </a:lnTo>
                  <a:lnTo>
                    <a:pt x="3321155" y="762627"/>
                  </a:lnTo>
                  <a:lnTo>
                    <a:pt x="3321815" y="755798"/>
                  </a:lnTo>
                  <a:lnTo>
                    <a:pt x="3322476" y="769091"/>
                  </a:lnTo>
                  <a:lnTo>
                    <a:pt x="3323137" y="769091"/>
                  </a:lnTo>
                  <a:lnTo>
                    <a:pt x="3323797" y="736493"/>
                  </a:lnTo>
                  <a:lnTo>
                    <a:pt x="3324458" y="700304"/>
                  </a:lnTo>
                  <a:lnTo>
                    <a:pt x="3325118" y="675615"/>
                  </a:lnTo>
                  <a:lnTo>
                    <a:pt x="3325779" y="674183"/>
                  </a:lnTo>
                  <a:lnTo>
                    <a:pt x="3326439" y="680538"/>
                  </a:lnTo>
                  <a:lnTo>
                    <a:pt x="3327100" y="706110"/>
                  </a:lnTo>
                  <a:lnTo>
                    <a:pt x="3327760" y="743959"/>
                  </a:lnTo>
                  <a:lnTo>
                    <a:pt x="3328421" y="757202"/>
                  </a:lnTo>
                  <a:lnTo>
                    <a:pt x="3329081" y="732950"/>
                  </a:lnTo>
                  <a:lnTo>
                    <a:pt x="3329742" y="721566"/>
                  </a:lnTo>
                  <a:lnTo>
                    <a:pt x="3330402" y="723035"/>
                  </a:lnTo>
                  <a:lnTo>
                    <a:pt x="3331063" y="731662"/>
                  </a:lnTo>
                  <a:lnTo>
                    <a:pt x="3331723" y="761196"/>
                  </a:lnTo>
                  <a:lnTo>
                    <a:pt x="3332384" y="810420"/>
                  </a:lnTo>
                  <a:lnTo>
                    <a:pt x="3333045" y="853255"/>
                  </a:lnTo>
                  <a:lnTo>
                    <a:pt x="3333705" y="883447"/>
                  </a:lnTo>
                  <a:lnTo>
                    <a:pt x="3334366" y="913459"/>
                  </a:lnTo>
                  <a:lnTo>
                    <a:pt x="3335026" y="955226"/>
                  </a:lnTo>
                  <a:lnTo>
                    <a:pt x="3335687" y="1003072"/>
                  </a:lnTo>
                  <a:lnTo>
                    <a:pt x="3336347" y="1063038"/>
                  </a:lnTo>
                  <a:lnTo>
                    <a:pt x="3337008" y="1103841"/>
                  </a:lnTo>
                  <a:lnTo>
                    <a:pt x="3337668" y="1121511"/>
                  </a:lnTo>
                  <a:lnTo>
                    <a:pt x="3338329" y="1086389"/>
                  </a:lnTo>
                  <a:lnTo>
                    <a:pt x="3338989" y="1071129"/>
                  </a:lnTo>
                  <a:lnTo>
                    <a:pt x="3339650" y="1030442"/>
                  </a:lnTo>
                  <a:lnTo>
                    <a:pt x="3340310" y="975338"/>
                  </a:lnTo>
                  <a:lnTo>
                    <a:pt x="3340971" y="876517"/>
                  </a:lnTo>
                  <a:lnTo>
                    <a:pt x="3341631" y="820012"/>
                  </a:lnTo>
                  <a:lnTo>
                    <a:pt x="3342292" y="770027"/>
                  </a:lnTo>
                  <a:lnTo>
                    <a:pt x="3342952" y="749754"/>
                  </a:lnTo>
                  <a:lnTo>
                    <a:pt x="3343613" y="722695"/>
                  </a:lnTo>
                  <a:lnTo>
                    <a:pt x="3344274" y="737445"/>
                  </a:lnTo>
                  <a:lnTo>
                    <a:pt x="3344934" y="760289"/>
                  </a:lnTo>
                  <a:lnTo>
                    <a:pt x="3345595" y="755162"/>
                  </a:lnTo>
                  <a:lnTo>
                    <a:pt x="3346255" y="715767"/>
                  </a:lnTo>
                  <a:lnTo>
                    <a:pt x="3346916" y="705258"/>
                  </a:lnTo>
                  <a:lnTo>
                    <a:pt x="3347576" y="698222"/>
                  </a:lnTo>
                  <a:lnTo>
                    <a:pt x="3348237" y="708359"/>
                  </a:lnTo>
                  <a:lnTo>
                    <a:pt x="3348897" y="752131"/>
                  </a:lnTo>
                  <a:lnTo>
                    <a:pt x="3349558" y="813998"/>
                  </a:lnTo>
                  <a:lnTo>
                    <a:pt x="3350218" y="861290"/>
                  </a:lnTo>
                  <a:lnTo>
                    <a:pt x="3350879" y="875151"/>
                  </a:lnTo>
                  <a:lnTo>
                    <a:pt x="3351539" y="821777"/>
                  </a:lnTo>
                  <a:lnTo>
                    <a:pt x="3352200" y="770965"/>
                  </a:lnTo>
                  <a:lnTo>
                    <a:pt x="3352860" y="727488"/>
                  </a:lnTo>
                  <a:lnTo>
                    <a:pt x="3353521" y="708251"/>
                  </a:lnTo>
                  <a:lnTo>
                    <a:pt x="3354182" y="703350"/>
                  </a:lnTo>
                  <a:lnTo>
                    <a:pt x="3354842" y="739600"/>
                  </a:lnTo>
                  <a:lnTo>
                    <a:pt x="3355503" y="777627"/>
                  </a:lnTo>
                  <a:lnTo>
                    <a:pt x="3356163" y="830440"/>
                  </a:lnTo>
                  <a:lnTo>
                    <a:pt x="3356824" y="869562"/>
                  </a:lnTo>
                  <a:lnTo>
                    <a:pt x="3357484" y="878282"/>
                  </a:lnTo>
                  <a:lnTo>
                    <a:pt x="3358145" y="822099"/>
                  </a:lnTo>
                  <a:lnTo>
                    <a:pt x="3358805" y="781924"/>
                  </a:lnTo>
                  <a:lnTo>
                    <a:pt x="3359466" y="735425"/>
                  </a:lnTo>
                  <a:lnTo>
                    <a:pt x="3360126" y="687638"/>
                  </a:lnTo>
                  <a:lnTo>
                    <a:pt x="3360787" y="683081"/>
                  </a:lnTo>
                  <a:lnTo>
                    <a:pt x="3361447" y="705790"/>
                  </a:lnTo>
                  <a:lnTo>
                    <a:pt x="3362108" y="719321"/>
                  </a:lnTo>
                  <a:lnTo>
                    <a:pt x="3362768" y="742620"/>
                  </a:lnTo>
                  <a:lnTo>
                    <a:pt x="3363429" y="765116"/>
                  </a:lnTo>
                  <a:lnTo>
                    <a:pt x="3364090" y="741287"/>
                  </a:lnTo>
                  <a:lnTo>
                    <a:pt x="3364750" y="690146"/>
                  </a:lnTo>
                  <a:lnTo>
                    <a:pt x="3365411" y="667503"/>
                  </a:lnTo>
                  <a:lnTo>
                    <a:pt x="3366071" y="653185"/>
                  </a:lnTo>
                  <a:lnTo>
                    <a:pt x="3366732" y="639898"/>
                  </a:lnTo>
                  <a:lnTo>
                    <a:pt x="3367392" y="639645"/>
                  </a:lnTo>
                  <a:lnTo>
                    <a:pt x="3368053" y="671530"/>
                  </a:lnTo>
                  <a:lnTo>
                    <a:pt x="3368713" y="713130"/>
                  </a:lnTo>
                  <a:lnTo>
                    <a:pt x="3369374" y="754782"/>
                  </a:lnTo>
                  <a:lnTo>
                    <a:pt x="3370034" y="819532"/>
                  </a:lnTo>
                  <a:lnTo>
                    <a:pt x="3370695" y="907500"/>
                  </a:lnTo>
                  <a:lnTo>
                    <a:pt x="3371355" y="944811"/>
                  </a:lnTo>
                  <a:lnTo>
                    <a:pt x="3372016" y="921147"/>
                  </a:lnTo>
                  <a:lnTo>
                    <a:pt x="3372676" y="900385"/>
                  </a:lnTo>
                  <a:lnTo>
                    <a:pt x="3373337" y="857426"/>
                  </a:lnTo>
                  <a:lnTo>
                    <a:pt x="3373997" y="783886"/>
                  </a:lnTo>
                  <a:lnTo>
                    <a:pt x="3374658" y="712038"/>
                  </a:lnTo>
                  <a:lnTo>
                    <a:pt x="3375319" y="644572"/>
                  </a:lnTo>
                  <a:lnTo>
                    <a:pt x="3375979" y="595913"/>
                  </a:lnTo>
                  <a:lnTo>
                    <a:pt x="3376640" y="556696"/>
                  </a:lnTo>
                  <a:lnTo>
                    <a:pt x="3377300" y="517667"/>
                  </a:lnTo>
                  <a:lnTo>
                    <a:pt x="3377961" y="495944"/>
                  </a:lnTo>
                  <a:lnTo>
                    <a:pt x="3378621" y="497819"/>
                  </a:lnTo>
                  <a:lnTo>
                    <a:pt x="3379282" y="506963"/>
                  </a:lnTo>
                  <a:lnTo>
                    <a:pt x="3379942" y="520297"/>
                  </a:lnTo>
                  <a:lnTo>
                    <a:pt x="3380603" y="547327"/>
                  </a:lnTo>
                  <a:lnTo>
                    <a:pt x="3381263" y="581858"/>
                  </a:lnTo>
                  <a:lnTo>
                    <a:pt x="3381924" y="602991"/>
                  </a:lnTo>
                  <a:lnTo>
                    <a:pt x="3382584" y="617162"/>
                  </a:lnTo>
                  <a:lnTo>
                    <a:pt x="3383245" y="638134"/>
                  </a:lnTo>
                  <a:lnTo>
                    <a:pt x="3383905" y="646636"/>
                  </a:lnTo>
                  <a:lnTo>
                    <a:pt x="3384566" y="623450"/>
                  </a:lnTo>
                  <a:lnTo>
                    <a:pt x="3385227" y="586349"/>
                  </a:lnTo>
                  <a:lnTo>
                    <a:pt x="3385887" y="570111"/>
                  </a:lnTo>
                  <a:lnTo>
                    <a:pt x="3386548" y="565093"/>
                  </a:lnTo>
                  <a:lnTo>
                    <a:pt x="3387208" y="568995"/>
                  </a:lnTo>
                  <a:lnTo>
                    <a:pt x="3387869" y="590065"/>
                  </a:lnTo>
                  <a:lnTo>
                    <a:pt x="3388529" y="612614"/>
                  </a:lnTo>
                  <a:lnTo>
                    <a:pt x="3389190" y="572753"/>
                  </a:lnTo>
                  <a:lnTo>
                    <a:pt x="3389850" y="478330"/>
                  </a:lnTo>
                  <a:lnTo>
                    <a:pt x="3390511" y="405243"/>
                  </a:lnTo>
                  <a:lnTo>
                    <a:pt x="3391171" y="359144"/>
                  </a:lnTo>
                  <a:lnTo>
                    <a:pt x="3391832" y="319147"/>
                  </a:lnTo>
                  <a:lnTo>
                    <a:pt x="3392492" y="286215"/>
                  </a:lnTo>
                  <a:lnTo>
                    <a:pt x="3393153" y="290387"/>
                  </a:lnTo>
                  <a:lnTo>
                    <a:pt x="3393813" y="318528"/>
                  </a:lnTo>
                  <a:lnTo>
                    <a:pt x="3394474" y="319308"/>
                  </a:lnTo>
                  <a:lnTo>
                    <a:pt x="3395135" y="306309"/>
                  </a:lnTo>
                  <a:lnTo>
                    <a:pt x="3395795" y="302655"/>
                  </a:lnTo>
                  <a:lnTo>
                    <a:pt x="3396456" y="291825"/>
                  </a:lnTo>
                  <a:lnTo>
                    <a:pt x="3397116" y="282245"/>
                  </a:lnTo>
                  <a:lnTo>
                    <a:pt x="3397777" y="300682"/>
                  </a:lnTo>
                  <a:lnTo>
                    <a:pt x="3398437" y="336753"/>
                  </a:lnTo>
                  <a:lnTo>
                    <a:pt x="3399098" y="371353"/>
                  </a:lnTo>
                  <a:lnTo>
                    <a:pt x="3399758" y="405024"/>
                  </a:lnTo>
                  <a:lnTo>
                    <a:pt x="3400419" y="422316"/>
                  </a:lnTo>
                  <a:lnTo>
                    <a:pt x="3401079" y="422044"/>
                  </a:lnTo>
                  <a:lnTo>
                    <a:pt x="3401740" y="423445"/>
                  </a:lnTo>
                  <a:lnTo>
                    <a:pt x="3402400" y="425795"/>
                  </a:lnTo>
                  <a:lnTo>
                    <a:pt x="3403061" y="409257"/>
                  </a:lnTo>
                  <a:lnTo>
                    <a:pt x="3403721" y="382663"/>
                  </a:lnTo>
                  <a:lnTo>
                    <a:pt x="3404382" y="363617"/>
                  </a:lnTo>
                  <a:lnTo>
                    <a:pt x="3405043" y="361825"/>
                  </a:lnTo>
                  <a:lnTo>
                    <a:pt x="3405703" y="387290"/>
                  </a:lnTo>
                  <a:lnTo>
                    <a:pt x="3406364" y="450923"/>
                  </a:lnTo>
                  <a:lnTo>
                    <a:pt x="3407024" y="542101"/>
                  </a:lnTo>
                  <a:lnTo>
                    <a:pt x="3407685" y="670212"/>
                  </a:lnTo>
                  <a:lnTo>
                    <a:pt x="3408345" y="843001"/>
                  </a:lnTo>
                  <a:lnTo>
                    <a:pt x="3409006" y="1009590"/>
                  </a:lnTo>
                  <a:lnTo>
                    <a:pt x="3409666" y="908375"/>
                  </a:lnTo>
                  <a:lnTo>
                    <a:pt x="3410327" y="761325"/>
                  </a:lnTo>
                  <a:lnTo>
                    <a:pt x="3410987" y="660525"/>
                  </a:lnTo>
                  <a:lnTo>
                    <a:pt x="3411648" y="595769"/>
                  </a:lnTo>
                  <a:lnTo>
                    <a:pt x="3412308" y="551418"/>
                  </a:lnTo>
                  <a:lnTo>
                    <a:pt x="3412969" y="558456"/>
                  </a:lnTo>
                  <a:lnTo>
                    <a:pt x="3413629" y="587745"/>
                  </a:lnTo>
                  <a:lnTo>
                    <a:pt x="3414290" y="591126"/>
                  </a:lnTo>
                  <a:lnTo>
                    <a:pt x="3414950" y="584267"/>
                  </a:lnTo>
                  <a:lnTo>
                    <a:pt x="3415611" y="564964"/>
                  </a:lnTo>
                  <a:lnTo>
                    <a:pt x="3416272" y="549579"/>
                  </a:lnTo>
                  <a:lnTo>
                    <a:pt x="3416932" y="525073"/>
                  </a:lnTo>
                  <a:lnTo>
                    <a:pt x="3417593" y="508226"/>
                  </a:lnTo>
                  <a:lnTo>
                    <a:pt x="3418253" y="479613"/>
                  </a:lnTo>
                  <a:lnTo>
                    <a:pt x="3418914" y="463279"/>
                  </a:lnTo>
                  <a:lnTo>
                    <a:pt x="3419574" y="439541"/>
                  </a:lnTo>
                  <a:lnTo>
                    <a:pt x="3420235" y="430436"/>
                  </a:lnTo>
                  <a:lnTo>
                    <a:pt x="3420895" y="455914"/>
                  </a:lnTo>
                  <a:lnTo>
                    <a:pt x="3421556" y="507068"/>
                  </a:lnTo>
                  <a:lnTo>
                    <a:pt x="3422216" y="561118"/>
                  </a:lnTo>
                  <a:lnTo>
                    <a:pt x="3422877" y="623530"/>
                  </a:lnTo>
                  <a:lnTo>
                    <a:pt x="3423537" y="714665"/>
                  </a:lnTo>
                  <a:lnTo>
                    <a:pt x="3424198" y="790432"/>
                  </a:lnTo>
                  <a:lnTo>
                    <a:pt x="3424858" y="844917"/>
                  </a:lnTo>
                  <a:lnTo>
                    <a:pt x="3425519" y="919092"/>
                  </a:lnTo>
                  <a:lnTo>
                    <a:pt x="3426180" y="1051140"/>
                  </a:lnTo>
                  <a:lnTo>
                    <a:pt x="3426840" y="1146434"/>
                  </a:lnTo>
                  <a:lnTo>
                    <a:pt x="3427501" y="1156844"/>
                  </a:lnTo>
                  <a:lnTo>
                    <a:pt x="3428161" y="1146434"/>
                  </a:lnTo>
                  <a:lnTo>
                    <a:pt x="3428822" y="1155258"/>
                  </a:lnTo>
                  <a:lnTo>
                    <a:pt x="3429482" y="1110057"/>
                  </a:lnTo>
                  <a:lnTo>
                    <a:pt x="3430143" y="1069570"/>
                  </a:lnTo>
                  <a:lnTo>
                    <a:pt x="3430803" y="919775"/>
                  </a:lnTo>
                  <a:lnTo>
                    <a:pt x="3431464" y="760936"/>
                  </a:lnTo>
                  <a:lnTo>
                    <a:pt x="3432124" y="660706"/>
                  </a:lnTo>
                  <a:lnTo>
                    <a:pt x="3432785" y="636297"/>
                  </a:lnTo>
                  <a:lnTo>
                    <a:pt x="3433445" y="621944"/>
                  </a:lnTo>
                  <a:lnTo>
                    <a:pt x="3434106" y="640657"/>
                  </a:lnTo>
                  <a:lnTo>
                    <a:pt x="3434766" y="696156"/>
                  </a:lnTo>
                  <a:lnTo>
                    <a:pt x="3435427" y="781087"/>
                  </a:lnTo>
                  <a:lnTo>
                    <a:pt x="3436088" y="813060"/>
                  </a:lnTo>
                  <a:lnTo>
                    <a:pt x="3436748" y="831438"/>
                  </a:lnTo>
                  <a:lnTo>
                    <a:pt x="3437409" y="855787"/>
                  </a:lnTo>
                  <a:lnTo>
                    <a:pt x="3438069" y="891788"/>
                  </a:lnTo>
                  <a:lnTo>
                    <a:pt x="3438730" y="860550"/>
                  </a:lnTo>
                  <a:lnTo>
                    <a:pt x="3439390" y="826484"/>
                  </a:lnTo>
                  <a:lnTo>
                    <a:pt x="3440051" y="802494"/>
                  </a:lnTo>
                  <a:lnTo>
                    <a:pt x="3440711" y="790721"/>
                  </a:lnTo>
                  <a:lnTo>
                    <a:pt x="3441372" y="795517"/>
                  </a:lnTo>
                  <a:lnTo>
                    <a:pt x="3442032" y="839037"/>
                  </a:lnTo>
                  <a:lnTo>
                    <a:pt x="3442693" y="876712"/>
                  </a:lnTo>
                  <a:lnTo>
                    <a:pt x="3443353" y="862032"/>
                  </a:lnTo>
                  <a:lnTo>
                    <a:pt x="3444014" y="798762"/>
                  </a:lnTo>
                  <a:lnTo>
                    <a:pt x="3444674" y="719881"/>
                  </a:lnTo>
                  <a:lnTo>
                    <a:pt x="3445335" y="667132"/>
                  </a:lnTo>
                  <a:lnTo>
                    <a:pt x="3445995" y="613303"/>
                  </a:lnTo>
                  <a:lnTo>
                    <a:pt x="3446656" y="576628"/>
                  </a:lnTo>
                  <a:lnTo>
                    <a:pt x="3447317" y="539731"/>
                  </a:lnTo>
                  <a:lnTo>
                    <a:pt x="3447977" y="488569"/>
                  </a:lnTo>
                  <a:lnTo>
                    <a:pt x="3448638" y="416281"/>
                  </a:lnTo>
                  <a:lnTo>
                    <a:pt x="3449298" y="361106"/>
                  </a:lnTo>
                  <a:lnTo>
                    <a:pt x="3449959" y="319821"/>
                  </a:lnTo>
                  <a:lnTo>
                    <a:pt x="3450619" y="293417"/>
                  </a:lnTo>
                  <a:lnTo>
                    <a:pt x="3451280" y="285378"/>
                  </a:lnTo>
                  <a:lnTo>
                    <a:pt x="3451940" y="297150"/>
                  </a:lnTo>
                  <a:lnTo>
                    <a:pt x="3452601" y="323925"/>
                  </a:lnTo>
                  <a:lnTo>
                    <a:pt x="3453261" y="354893"/>
                  </a:lnTo>
                  <a:lnTo>
                    <a:pt x="3453922" y="384661"/>
                  </a:lnTo>
                  <a:lnTo>
                    <a:pt x="3454582" y="416623"/>
                  </a:lnTo>
                  <a:lnTo>
                    <a:pt x="3455243" y="447417"/>
                  </a:lnTo>
                  <a:lnTo>
                    <a:pt x="3455903" y="460951"/>
                  </a:lnTo>
                  <a:lnTo>
                    <a:pt x="3456564" y="487440"/>
                  </a:lnTo>
                  <a:lnTo>
                    <a:pt x="3457225" y="524234"/>
                  </a:lnTo>
                  <a:lnTo>
                    <a:pt x="3457885" y="539849"/>
                  </a:lnTo>
                  <a:lnTo>
                    <a:pt x="3458546" y="527266"/>
                  </a:lnTo>
                  <a:lnTo>
                    <a:pt x="3459206" y="505392"/>
                  </a:lnTo>
                  <a:lnTo>
                    <a:pt x="3459867" y="474140"/>
                  </a:lnTo>
                  <a:lnTo>
                    <a:pt x="3460527" y="458554"/>
                  </a:lnTo>
                  <a:lnTo>
                    <a:pt x="3461188" y="456879"/>
                  </a:lnTo>
                  <a:lnTo>
                    <a:pt x="3461848" y="477667"/>
                  </a:lnTo>
                  <a:lnTo>
                    <a:pt x="3462509" y="512532"/>
                  </a:lnTo>
                  <a:lnTo>
                    <a:pt x="3463169" y="525410"/>
                  </a:lnTo>
                  <a:lnTo>
                    <a:pt x="3463830" y="497361"/>
                  </a:lnTo>
                  <a:lnTo>
                    <a:pt x="3464490" y="452866"/>
                  </a:lnTo>
                  <a:lnTo>
                    <a:pt x="3465151" y="423367"/>
                  </a:lnTo>
                  <a:lnTo>
                    <a:pt x="3465811" y="400709"/>
                  </a:lnTo>
                  <a:lnTo>
                    <a:pt x="3466472" y="404768"/>
                  </a:lnTo>
                  <a:lnTo>
                    <a:pt x="3467133" y="428801"/>
                  </a:lnTo>
                  <a:lnTo>
                    <a:pt x="3467793" y="478900"/>
                  </a:lnTo>
                  <a:lnTo>
                    <a:pt x="3468454" y="513121"/>
                  </a:lnTo>
                  <a:lnTo>
                    <a:pt x="3469114" y="536679"/>
                  </a:lnTo>
                  <a:lnTo>
                    <a:pt x="3469775" y="515331"/>
                  </a:lnTo>
                  <a:lnTo>
                    <a:pt x="3470435" y="471490"/>
                  </a:lnTo>
                  <a:lnTo>
                    <a:pt x="3471096" y="419532"/>
                  </a:lnTo>
                  <a:lnTo>
                    <a:pt x="3471756" y="371775"/>
                  </a:lnTo>
                  <a:lnTo>
                    <a:pt x="3472417" y="343129"/>
                  </a:lnTo>
                  <a:lnTo>
                    <a:pt x="3473077" y="344157"/>
                  </a:lnTo>
                  <a:lnTo>
                    <a:pt x="3473738" y="352246"/>
                  </a:lnTo>
                  <a:lnTo>
                    <a:pt x="3474398" y="361137"/>
                  </a:lnTo>
                  <a:lnTo>
                    <a:pt x="3475059" y="376093"/>
                  </a:lnTo>
                  <a:lnTo>
                    <a:pt x="3475719" y="388080"/>
                  </a:lnTo>
                  <a:lnTo>
                    <a:pt x="3476380" y="379375"/>
                  </a:lnTo>
                  <a:lnTo>
                    <a:pt x="3477041" y="370124"/>
                  </a:lnTo>
                  <a:lnTo>
                    <a:pt x="3477701" y="353247"/>
                  </a:lnTo>
                  <a:lnTo>
                    <a:pt x="3478362" y="336810"/>
                  </a:lnTo>
                  <a:lnTo>
                    <a:pt x="3479022" y="313524"/>
                  </a:lnTo>
                  <a:lnTo>
                    <a:pt x="3479683" y="299500"/>
                  </a:lnTo>
                  <a:lnTo>
                    <a:pt x="3480343" y="295240"/>
                  </a:lnTo>
                  <a:lnTo>
                    <a:pt x="3481004" y="312760"/>
                  </a:lnTo>
                  <a:lnTo>
                    <a:pt x="3481664" y="347740"/>
                  </a:lnTo>
                  <a:lnTo>
                    <a:pt x="3482325" y="409035"/>
                  </a:lnTo>
                  <a:lnTo>
                    <a:pt x="3482985" y="481622"/>
                  </a:lnTo>
                  <a:lnTo>
                    <a:pt x="3483646" y="572819"/>
                  </a:lnTo>
                  <a:lnTo>
                    <a:pt x="3484306" y="690348"/>
                  </a:lnTo>
                  <a:lnTo>
                    <a:pt x="3484967" y="809957"/>
                  </a:lnTo>
                  <a:lnTo>
                    <a:pt x="3485627" y="845968"/>
                  </a:lnTo>
                  <a:lnTo>
                    <a:pt x="3486288" y="800995"/>
                  </a:lnTo>
                  <a:lnTo>
                    <a:pt x="3486948" y="702401"/>
                  </a:lnTo>
                  <a:lnTo>
                    <a:pt x="3487609" y="589290"/>
                  </a:lnTo>
                  <a:lnTo>
                    <a:pt x="3488270" y="460639"/>
                  </a:lnTo>
                  <a:lnTo>
                    <a:pt x="3488930" y="385853"/>
                  </a:lnTo>
                  <a:lnTo>
                    <a:pt x="3489591" y="381014"/>
                  </a:lnTo>
                  <a:lnTo>
                    <a:pt x="3490251" y="400493"/>
                  </a:lnTo>
                  <a:lnTo>
                    <a:pt x="3490912" y="432766"/>
                  </a:lnTo>
                  <a:lnTo>
                    <a:pt x="3491572" y="524179"/>
                  </a:lnTo>
                  <a:lnTo>
                    <a:pt x="3492233" y="652039"/>
                  </a:lnTo>
                  <a:lnTo>
                    <a:pt x="3492893" y="682885"/>
                  </a:lnTo>
                  <a:lnTo>
                    <a:pt x="3493554" y="661070"/>
                  </a:lnTo>
                  <a:lnTo>
                    <a:pt x="3494214" y="664268"/>
                  </a:lnTo>
                  <a:lnTo>
                    <a:pt x="3494875" y="695436"/>
                  </a:lnTo>
                  <a:lnTo>
                    <a:pt x="3495535" y="726913"/>
                  </a:lnTo>
                  <a:lnTo>
                    <a:pt x="3496196" y="751880"/>
                  </a:lnTo>
                  <a:lnTo>
                    <a:pt x="3496856" y="742134"/>
                  </a:lnTo>
                  <a:lnTo>
                    <a:pt x="3497517" y="655848"/>
                  </a:lnTo>
                  <a:lnTo>
                    <a:pt x="3498178" y="532623"/>
                  </a:lnTo>
                  <a:lnTo>
                    <a:pt x="3498838" y="407704"/>
                  </a:lnTo>
                  <a:lnTo>
                    <a:pt x="3499499" y="312470"/>
                  </a:lnTo>
                  <a:lnTo>
                    <a:pt x="3500159" y="257539"/>
                  </a:lnTo>
                  <a:lnTo>
                    <a:pt x="3500820" y="234950"/>
                  </a:lnTo>
                  <a:lnTo>
                    <a:pt x="3501480" y="235609"/>
                  </a:lnTo>
                  <a:lnTo>
                    <a:pt x="3502141" y="266501"/>
                  </a:lnTo>
                  <a:lnTo>
                    <a:pt x="3502801" y="324445"/>
                  </a:lnTo>
                  <a:lnTo>
                    <a:pt x="3503462" y="389840"/>
                  </a:lnTo>
                  <a:lnTo>
                    <a:pt x="3504122" y="438264"/>
                  </a:lnTo>
                  <a:lnTo>
                    <a:pt x="3504783" y="485925"/>
                  </a:lnTo>
                  <a:lnTo>
                    <a:pt x="3505443" y="538436"/>
                  </a:lnTo>
                  <a:lnTo>
                    <a:pt x="3506104" y="560863"/>
                  </a:lnTo>
                  <a:lnTo>
                    <a:pt x="3506764" y="578451"/>
                  </a:lnTo>
                  <a:lnTo>
                    <a:pt x="3507425" y="608740"/>
                  </a:lnTo>
                  <a:lnTo>
                    <a:pt x="3508086" y="611088"/>
                  </a:lnTo>
                  <a:lnTo>
                    <a:pt x="3508746" y="556445"/>
                  </a:lnTo>
                  <a:lnTo>
                    <a:pt x="3509407" y="538847"/>
                  </a:lnTo>
                  <a:lnTo>
                    <a:pt x="3510067" y="547873"/>
                  </a:lnTo>
                  <a:lnTo>
                    <a:pt x="3510728" y="570505"/>
                  </a:lnTo>
                  <a:lnTo>
                    <a:pt x="3511388" y="593831"/>
                  </a:lnTo>
                  <a:lnTo>
                    <a:pt x="3512049" y="654514"/>
                  </a:lnTo>
                  <a:lnTo>
                    <a:pt x="3512709" y="712365"/>
                  </a:lnTo>
                  <a:lnTo>
                    <a:pt x="3513370" y="751128"/>
                  </a:lnTo>
                  <a:lnTo>
                    <a:pt x="3514030" y="782064"/>
                  </a:lnTo>
                  <a:lnTo>
                    <a:pt x="3514691" y="831772"/>
                  </a:lnTo>
                  <a:lnTo>
                    <a:pt x="3515351" y="859444"/>
                  </a:lnTo>
                  <a:lnTo>
                    <a:pt x="3516012" y="874179"/>
                  </a:lnTo>
                  <a:lnTo>
                    <a:pt x="3516672" y="864458"/>
                  </a:lnTo>
                  <a:lnTo>
                    <a:pt x="3517333" y="816357"/>
                  </a:lnTo>
                  <a:lnTo>
                    <a:pt x="3517993" y="797577"/>
                  </a:lnTo>
                  <a:lnTo>
                    <a:pt x="3518654" y="806887"/>
                  </a:lnTo>
                  <a:lnTo>
                    <a:pt x="3519315" y="816199"/>
                  </a:lnTo>
                  <a:lnTo>
                    <a:pt x="3519975" y="856879"/>
                  </a:lnTo>
                  <a:lnTo>
                    <a:pt x="3520636" y="917730"/>
                  </a:lnTo>
                  <a:lnTo>
                    <a:pt x="3521296" y="957826"/>
                  </a:lnTo>
                  <a:lnTo>
                    <a:pt x="3521957" y="969560"/>
                  </a:lnTo>
                  <a:lnTo>
                    <a:pt x="3522617" y="930707"/>
                  </a:lnTo>
                  <a:lnTo>
                    <a:pt x="3523278" y="796398"/>
                  </a:lnTo>
                  <a:lnTo>
                    <a:pt x="3523938" y="679275"/>
                  </a:lnTo>
                  <a:lnTo>
                    <a:pt x="3524599" y="615999"/>
                  </a:lnTo>
                  <a:lnTo>
                    <a:pt x="3525259" y="563869"/>
                  </a:lnTo>
                  <a:lnTo>
                    <a:pt x="3525920" y="513712"/>
                  </a:lnTo>
                  <a:lnTo>
                    <a:pt x="3526580" y="459351"/>
                  </a:lnTo>
                  <a:lnTo>
                    <a:pt x="3527241" y="415939"/>
                  </a:lnTo>
                  <a:lnTo>
                    <a:pt x="3527901" y="374876"/>
                  </a:lnTo>
                  <a:lnTo>
                    <a:pt x="3528562" y="360856"/>
                  </a:lnTo>
                  <a:lnTo>
                    <a:pt x="3529223" y="372555"/>
                  </a:lnTo>
                  <a:lnTo>
                    <a:pt x="3529883" y="418457"/>
                  </a:lnTo>
                  <a:lnTo>
                    <a:pt x="3530544" y="487097"/>
                  </a:lnTo>
                  <a:lnTo>
                    <a:pt x="3531204" y="577572"/>
                  </a:lnTo>
                  <a:lnTo>
                    <a:pt x="3531865" y="663167"/>
                  </a:lnTo>
                  <a:lnTo>
                    <a:pt x="3532525" y="733537"/>
                  </a:lnTo>
                  <a:lnTo>
                    <a:pt x="3533186" y="750627"/>
                  </a:lnTo>
                  <a:lnTo>
                    <a:pt x="3533846" y="708789"/>
                  </a:lnTo>
                  <a:lnTo>
                    <a:pt x="3534507" y="638469"/>
                  </a:lnTo>
                  <a:lnTo>
                    <a:pt x="3535167" y="552898"/>
                  </a:lnTo>
                  <a:lnTo>
                    <a:pt x="3535828" y="480807"/>
                  </a:lnTo>
                  <a:lnTo>
                    <a:pt x="3536488" y="455127"/>
                  </a:lnTo>
                  <a:lnTo>
                    <a:pt x="3537149" y="459085"/>
                  </a:lnTo>
                  <a:lnTo>
                    <a:pt x="3537809" y="454212"/>
                  </a:lnTo>
                  <a:lnTo>
                    <a:pt x="3538470" y="466990"/>
                  </a:lnTo>
                  <a:lnTo>
                    <a:pt x="3539131" y="485681"/>
                  </a:lnTo>
                  <a:lnTo>
                    <a:pt x="3539791" y="482824"/>
                  </a:lnTo>
                  <a:lnTo>
                    <a:pt x="3540452" y="459041"/>
                  </a:lnTo>
                  <a:lnTo>
                    <a:pt x="3541112" y="479042"/>
                  </a:lnTo>
                  <a:lnTo>
                    <a:pt x="3541773" y="504037"/>
                  </a:lnTo>
                  <a:lnTo>
                    <a:pt x="3542433" y="526364"/>
                  </a:lnTo>
                  <a:lnTo>
                    <a:pt x="3543094" y="550742"/>
                  </a:lnTo>
                  <a:lnTo>
                    <a:pt x="3543754" y="587046"/>
                  </a:lnTo>
                  <a:lnTo>
                    <a:pt x="3544415" y="589290"/>
                  </a:lnTo>
                  <a:lnTo>
                    <a:pt x="3545075" y="589008"/>
                  </a:lnTo>
                  <a:lnTo>
                    <a:pt x="3545736" y="571296"/>
                  </a:lnTo>
                  <a:lnTo>
                    <a:pt x="3546396" y="526477"/>
                  </a:lnTo>
                  <a:lnTo>
                    <a:pt x="3547057" y="517994"/>
                  </a:lnTo>
                  <a:lnTo>
                    <a:pt x="3547717" y="510291"/>
                  </a:lnTo>
                  <a:lnTo>
                    <a:pt x="3548378" y="502070"/>
                  </a:lnTo>
                  <a:lnTo>
                    <a:pt x="3549039" y="500526"/>
                  </a:lnTo>
                  <a:lnTo>
                    <a:pt x="3549699" y="510503"/>
                  </a:lnTo>
                  <a:lnTo>
                    <a:pt x="3550360" y="485681"/>
                  </a:lnTo>
                  <a:lnTo>
                    <a:pt x="3551020" y="454996"/>
                  </a:lnTo>
                  <a:lnTo>
                    <a:pt x="3551681" y="441948"/>
                  </a:lnTo>
                  <a:lnTo>
                    <a:pt x="3552341" y="452217"/>
                  </a:lnTo>
                  <a:lnTo>
                    <a:pt x="3553002" y="475123"/>
                  </a:lnTo>
                  <a:lnTo>
                    <a:pt x="3553662" y="522231"/>
                  </a:lnTo>
                  <a:lnTo>
                    <a:pt x="3554323" y="589079"/>
                  </a:lnTo>
                  <a:lnTo>
                    <a:pt x="3554983" y="638385"/>
                  </a:lnTo>
                  <a:lnTo>
                    <a:pt x="3555644" y="667782"/>
                  </a:lnTo>
                  <a:lnTo>
                    <a:pt x="3556304" y="686542"/>
                  </a:lnTo>
                  <a:lnTo>
                    <a:pt x="3556965" y="677246"/>
                  </a:lnTo>
                  <a:lnTo>
                    <a:pt x="3557625" y="662893"/>
                  </a:lnTo>
                  <a:lnTo>
                    <a:pt x="3558286" y="648802"/>
                  </a:lnTo>
                  <a:lnTo>
                    <a:pt x="3558946" y="625124"/>
                  </a:lnTo>
                  <a:lnTo>
                    <a:pt x="3559607" y="580285"/>
                  </a:lnTo>
                  <a:lnTo>
                    <a:pt x="3560268" y="531303"/>
                  </a:lnTo>
                  <a:lnTo>
                    <a:pt x="3560928" y="487195"/>
                  </a:lnTo>
                  <a:lnTo>
                    <a:pt x="3561589" y="458024"/>
                  </a:lnTo>
                  <a:lnTo>
                    <a:pt x="3562249" y="452866"/>
                  </a:lnTo>
                  <a:lnTo>
                    <a:pt x="3562910" y="445301"/>
                  </a:lnTo>
                  <a:lnTo>
                    <a:pt x="3563570" y="442281"/>
                  </a:lnTo>
                  <a:lnTo>
                    <a:pt x="3564231" y="436869"/>
                  </a:lnTo>
                  <a:lnTo>
                    <a:pt x="3564891" y="432725"/>
                  </a:lnTo>
                  <a:lnTo>
                    <a:pt x="3565552" y="411529"/>
                  </a:lnTo>
                  <a:lnTo>
                    <a:pt x="3566212" y="408073"/>
                  </a:lnTo>
                  <a:lnTo>
                    <a:pt x="3566873" y="404987"/>
                  </a:lnTo>
                  <a:lnTo>
                    <a:pt x="3567533" y="403493"/>
                  </a:lnTo>
                  <a:lnTo>
                    <a:pt x="3568194" y="377746"/>
                  </a:lnTo>
                  <a:lnTo>
                    <a:pt x="3568854" y="346640"/>
                  </a:lnTo>
                  <a:lnTo>
                    <a:pt x="3569515" y="327313"/>
                  </a:lnTo>
                  <a:lnTo>
                    <a:pt x="3570176" y="325958"/>
                  </a:lnTo>
                  <a:lnTo>
                    <a:pt x="3570836" y="339923"/>
                  </a:lnTo>
                  <a:lnTo>
                    <a:pt x="3571497" y="380143"/>
                  </a:lnTo>
                  <a:lnTo>
                    <a:pt x="3572157" y="434871"/>
                  </a:lnTo>
                  <a:lnTo>
                    <a:pt x="3572818" y="489949"/>
                  </a:lnTo>
                  <a:lnTo>
                    <a:pt x="3573478" y="563355"/>
                  </a:lnTo>
                  <a:lnTo>
                    <a:pt x="3574139" y="627937"/>
                  </a:lnTo>
                  <a:lnTo>
                    <a:pt x="3574799" y="682590"/>
                  </a:lnTo>
                  <a:lnTo>
                    <a:pt x="3575460" y="752634"/>
                  </a:lnTo>
                  <a:lnTo>
                    <a:pt x="3576120" y="792746"/>
                  </a:lnTo>
                  <a:lnTo>
                    <a:pt x="3576781" y="727949"/>
                  </a:lnTo>
                  <a:lnTo>
                    <a:pt x="3577441" y="664360"/>
                  </a:lnTo>
                  <a:lnTo>
                    <a:pt x="3578102" y="597648"/>
                  </a:lnTo>
                  <a:lnTo>
                    <a:pt x="3578762" y="526252"/>
                  </a:lnTo>
                  <a:lnTo>
                    <a:pt x="3579423" y="473207"/>
                  </a:lnTo>
                  <a:lnTo>
                    <a:pt x="3580084" y="434221"/>
                  </a:lnTo>
                  <a:lnTo>
                    <a:pt x="3580744" y="400421"/>
                  </a:lnTo>
                  <a:lnTo>
                    <a:pt x="3581405" y="363428"/>
                  </a:lnTo>
                  <a:lnTo>
                    <a:pt x="3582065" y="351309"/>
                  </a:lnTo>
                  <a:lnTo>
                    <a:pt x="3582726" y="371483"/>
                  </a:lnTo>
                  <a:lnTo>
                    <a:pt x="3583386" y="417921"/>
                  </a:lnTo>
                  <a:lnTo>
                    <a:pt x="3584047" y="491287"/>
                  </a:lnTo>
                  <a:lnTo>
                    <a:pt x="3584707" y="622181"/>
                  </a:lnTo>
                  <a:lnTo>
                    <a:pt x="3585368" y="794639"/>
                  </a:lnTo>
                  <a:lnTo>
                    <a:pt x="3586028" y="913459"/>
                  </a:lnTo>
                  <a:lnTo>
                    <a:pt x="3586689" y="937427"/>
                  </a:lnTo>
                  <a:lnTo>
                    <a:pt x="3587349" y="912346"/>
                  </a:lnTo>
                  <a:lnTo>
                    <a:pt x="3588010" y="867282"/>
                  </a:lnTo>
                  <a:lnTo>
                    <a:pt x="3588670" y="819532"/>
                  </a:lnTo>
                  <a:lnTo>
                    <a:pt x="3589331" y="777627"/>
                  </a:lnTo>
                  <a:lnTo>
                    <a:pt x="3589991" y="748635"/>
                  </a:lnTo>
                  <a:lnTo>
                    <a:pt x="3590652" y="718763"/>
                  </a:lnTo>
                  <a:lnTo>
                    <a:pt x="3591313" y="707822"/>
                  </a:lnTo>
                  <a:lnTo>
                    <a:pt x="3591973" y="697911"/>
                  </a:lnTo>
                  <a:lnTo>
                    <a:pt x="3592634" y="678597"/>
                  </a:lnTo>
                  <a:lnTo>
                    <a:pt x="3593294" y="641504"/>
                  </a:lnTo>
                  <a:lnTo>
                    <a:pt x="3593955" y="611240"/>
                  </a:lnTo>
                  <a:lnTo>
                    <a:pt x="3594615" y="599320"/>
                  </a:lnTo>
                  <a:lnTo>
                    <a:pt x="3595276" y="586837"/>
                  </a:lnTo>
                  <a:lnTo>
                    <a:pt x="3595936" y="563869"/>
                  </a:lnTo>
                  <a:lnTo>
                    <a:pt x="3596597" y="550742"/>
                  </a:lnTo>
                  <a:lnTo>
                    <a:pt x="3597257" y="525297"/>
                  </a:lnTo>
                  <a:lnTo>
                    <a:pt x="3597918" y="488421"/>
                  </a:lnTo>
                  <a:lnTo>
                    <a:pt x="3598578" y="462920"/>
                  </a:lnTo>
                  <a:lnTo>
                    <a:pt x="3599239" y="460461"/>
                  </a:lnTo>
                  <a:lnTo>
                    <a:pt x="3599899" y="474187"/>
                  </a:lnTo>
                  <a:lnTo>
                    <a:pt x="3600560" y="500218"/>
                  </a:lnTo>
                  <a:lnTo>
                    <a:pt x="3601221" y="537264"/>
                  </a:lnTo>
                  <a:lnTo>
                    <a:pt x="3601881" y="589994"/>
                  </a:lnTo>
                  <a:lnTo>
                    <a:pt x="3602542" y="660434"/>
                  </a:lnTo>
                  <a:lnTo>
                    <a:pt x="3603202" y="718094"/>
                  </a:lnTo>
                  <a:lnTo>
                    <a:pt x="3603863" y="764590"/>
                  </a:lnTo>
                  <a:lnTo>
                    <a:pt x="3604523" y="820492"/>
                  </a:lnTo>
                  <a:lnTo>
                    <a:pt x="3605184" y="841098"/>
                  </a:lnTo>
                  <a:lnTo>
                    <a:pt x="3605844" y="804455"/>
                  </a:lnTo>
                  <a:lnTo>
                    <a:pt x="3606505" y="750253"/>
                  </a:lnTo>
                  <a:lnTo>
                    <a:pt x="3607165" y="680928"/>
                  </a:lnTo>
                  <a:lnTo>
                    <a:pt x="3607826" y="578315"/>
                  </a:lnTo>
                  <a:lnTo>
                    <a:pt x="3608486" y="493280"/>
                  </a:lnTo>
                  <a:lnTo>
                    <a:pt x="3609147" y="443075"/>
                  </a:lnTo>
                  <a:lnTo>
                    <a:pt x="3609807" y="409926"/>
                  </a:lnTo>
                  <a:lnTo>
                    <a:pt x="3610468" y="389114"/>
                  </a:lnTo>
                  <a:lnTo>
                    <a:pt x="3611129" y="396708"/>
                  </a:lnTo>
                  <a:lnTo>
                    <a:pt x="3611789" y="431518"/>
                  </a:lnTo>
                  <a:lnTo>
                    <a:pt x="3612450" y="449892"/>
                  </a:lnTo>
                  <a:lnTo>
                    <a:pt x="3613110" y="451354"/>
                  </a:lnTo>
                  <a:lnTo>
                    <a:pt x="3613771" y="460506"/>
                  </a:lnTo>
                  <a:lnTo>
                    <a:pt x="3614431" y="447375"/>
                  </a:lnTo>
                  <a:lnTo>
                    <a:pt x="3615092" y="417157"/>
                  </a:lnTo>
                  <a:lnTo>
                    <a:pt x="3615752" y="419071"/>
                  </a:lnTo>
                  <a:lnTo>
                    <a:pt x="3616413" y="442866"/>
                  </a:lnTo>
                  <a:lnTo>
                    <a:pt x="3617073" y="475828"/>
                  </a:lnTo>
                  <a:lnTo>
                    <a:pt x="3617734" y="529021"/>
                  </a:lnTo>
                  <a:lnTo>
                    <a:pt x="3618394" y="587815"/>
                  </a:lnTo>
                  <a:lnTo>
                    <a:pt x="3619055" y="608288"/>
                  </a:lnTo>
                  <a:lnTo>
                    <a:pt x="3619715" y="557386"/>
                  </a:lnTo>
                  <a:lnTo>
                    <a:pt x="3620376" y="484031"/>
                  </a:lnTo>
                  <a:lnTo>
                    <a:pt x="3621037" y="424265"/>
                  </a:lnTo>
                  <a:lnTo>
                    <a:pt x="3621697" y="383914"/>
                  </a:lnTo>
                  <a:lnTo>
                    <a:pt x="3622358" y="370738"/>
                  </a:lnTo>
                  <a:lnTo>
                    <a:pt x="3623018" y="388080"/>
                  </a:lnTo>
                  <a:lnTo>
                    <a:pt x="3623679" y="417653"/>
                  </a:lnTo>
                  <a:lnTo>
                    <a:pt x="3624339" y="441698"/>
                  </a:lnTo>
                  <a:lnTo>
                    <a:pt x="3625000" y="460372"/>
                  </a:lnTo>
                  <a:lnTo>
                    <a:pt x="3625660" y="459440"/>
                  </a:lnTo>
                  <a:lnTo>
                    <a:pt x="3626321" y="446230"/>
                  </a:lnTo>
                  <a:lnTo>
                    <a:pt x="3626981" y="419840"/>
                  </a:lnTo>
                  <a:lnTo>
                    <a:pt x="3627642" y="384423"/>
                  </a:lnTo>
                  <a:lnTo>
                    <a:pt x="3628302" y="360544"/>
                  </a:lnTo>
                  <a:lnTo>
                    <a:pt x="3628963" y="348188"/>
                  </a:lnTo>
                  <a:lnTo>
                    <a:pt x="3629623" y="346669"/>
                  </a:lnTo>
                  <a:lnTo>
                    <a:pt x="3630284" y="360014"/>
                  </a:lnTo>
                  <a:lnTo>
                    <a:pt x="3630944" y="389494"/>
                  </a:lnTo>
                  <a:lnTo>
                    <a:pt x="3631605" y="407335"/>
                  </a:lnTo>
                  <a:lnTo>
                    <a:pt x="3632266" y="412766"/>
                  </a:lnTo>
                  <a:lnTo>
                    <a:pt x="3632926" y="418418"/>
                  </a:lnTo>
                  <a:lnTo>
                    <a:pt x="3633587" y="429319"/>
                  </a:lnTo>
                  <a:lnTo>
                    <a:pt x="3634247" y="457848"/>
                  </a:lnTo>
                  <a:lnTo>
                    <a:pt x="3634908" y="510450"/>
                  </a:lnTo>
                  <a:lnTo>
                    <a:pt x="3635568" y="581789"/>
                  </a:lnTo>
                  <a:lnTo>
                    <a:pt x="3636229" y="655403"/>
                  </a:lnTo>
                  <a:lnTo>
                    <a:pt x="3636889" y="727488"/>
                  </a:lnTo>
                  <a:lnTo>
                    <a:pt x="3637550" y="760936"/>
                  </a:lnTo>
                  <a:lnTo>
                    <a:pt x="3638210" y="775707"/>
                  </a:lnTo>
                  <a:lnTo>
                    <a:pt x="3638871" y="784168"/>
                  </a:lnTo>
                  <a:lnTo>
                    <a:pt x="3639531" y="816357"/>
                  </a:lnTo>
                  <a:lnTo>
                    <a:pt x="3640192" y="851818"/>
                  </a:lnTo>
                  <a:lnTo>
                    <a:pt x="3640852" y="878676"/>
                  </a:lnTo>
                  <a:lnTo>
                    <a:pt x="3641513" y="905542"/>
                  </a:lnTo>
                  <a:lnTo>
                    <a:pt x="3642174" y="935009"/>
                  </a:lnTo>
                  <a:lnTo>
                    <a:pt x="3642834" y="909693"/>
                  </a:lnTo>
                  <a:lnTo>
                    <a:pt x="3643495" y="809494"/>
                  </a:lnTo>
                  <a:lnTo>
                    <a:pt x="3644155" y="723602"/>
                  </a:lnTo>
                  <a:lnTo>
                    <a:pt x="3644816" y="667503"/>
                  </a:lnTo>
                  <a:lnTo>
                    <a:pt x="3645476" y="628098"/>
                  </a:lnTo>
                  <a:lnTo>
                    <a:pt x="3646137" y="609042"/>
                  </a:lnTo>
                  <a:lnTo>
                    <a:pt x="3646797" y="628907"/>
                  </a:lnTo>
                  <a:lnTo>
                    <a:pt x="3647458" y="651599"/>
                  </a:lnTo>
                  <a:lnTo>
                    <a:pt x="3648118" y="674278"/>
                  </a:lnTo>
                  <a:lnTo>
                    <a:pt x="3648779" y="696053"/>
                  </a:lnTo>
                  <a:lnTo>
                    <a:pt x="3649439" y="721228"/>
                  </a:lnTo>
                  <a:lnTo>
                    <a:pt x="3650100" y="747273"/>
                  </a:lnTo>
                  <a:lnTo>
                    <a:pt x="3650760" y="802043"/>
                  </a:lnTo>
                  <a:lnTo>
                    <a:pt x="3651421" y="858525"/>
                  </a:lnTo>
                  <a:lnTo>
                    <a:pt x="3652082" y="919775"/>
                  </a:lnTo>
                  <a:lnTo>
                    <a:pt x="3652742" y="964166"/>
                  </a:lnTo>
                  <a:lnTo>
                    <a:pt x="3653403" y="972022"/>
                  </a:lnTo>
                  <a:lnTo>
                    <a:pt x="3654063" y="980104"/>
                  </a:lnTo>
                  <a:lnTo>
                    <a:pt x="3654724" y="969016"/>
                  </a:lnTo>
                  <a:lnTo>
                    <a:pt x="3655384" y="948072"/>
                  </a:lnTo>
                  <a:lnTo>
                    <a:pt x="3656045" y="923680"/>
                  </a:lnTo>
                  <a:lnTo>
                    <a:pt x="3656705" y="894903"/>
                  </a:lnTo>
                  <a:lnTo>
                    <a:pt x="3657366" y="869563"/>
                  </a:lnTo>
                  <a:lnTo>
                    <a:pt x="3658026" y="877300"/>
                  </a:lnTo>
                  <a:lnTo>
                    <a:pt x="3658687" y="863522"/>
                  </a:lnTo>
                  <a:lnTo>
                    <a:pt x="3659347" y="875151"/>
                  </a:lnTo>
                  <a:lnTo>
                    <a:pt x="3660008" y="930233"/>
                  </a:lnTo>
                  <a:lnTo>
                    <a:pt x="3660668" y="944313"/>
                  </a:lnTo>
                  <a:lnTo>
                    <a:pt x="3661329" y="851818"/>
                  </a:lnTo>
                  <a:lnTo>
                    <a:pt x="3661989" y="769224"/>
                  </a:lnTo>
                  <a:lnTo>
                    <a:pt x="3662650" y="650022"/>
                  </a:lnTo>
                  <a:lnTo>
                    <a:pt x="3663311" y="556508"/>
                  </a:lnTo>
                  <a:lnTo>
                    <a:pt x="3663971" y="520573"/>
                  </a:lnTo>
                  <a:lnTo>
                    <a:pt x="3664632" y="523287"/>
                  </a:lnTo>
                  <a:lnTo>
                    <a:pt x="3665292" y="552095"/>
                  </a:lnTo>
                  <a:lnTo>
                    <a:pt x="3665953" y="635467"/>
                  </a:lnTo>
                  <a:lnTo>
                    <a:pt x="3666613" y="761845"/>
                  </a:lnTo>
                  <a:lnTo>
                    <a:pt x="3667274" y="890141"/>
                  </a:lnTo>
                  <a:lnTo>
                    <a:pt x="3667934" y="1028084"/>
                  </a:lnTo>
                  <a:lnTo>
                    <a:pt x="3668595" y="1094342"/>
                  </a:lnTo>
                  <a:lnTo>
                    <a:pt x="3669255" y="1031458"/>
                  </a:lnTo>
                  <a:lnTo>
                    <a:pt x="3669916" y="954709"/>
                  </a:lnTo>
                  <a:lnTo>
                    <a:pt x="3670576" y="894486"/>
                  </a:lnTo>
                  <a:lnTo>
                    <a:pt x="3671237" y="839037"/>
                  </a:lnTo>
                  <a:lnTo>
                    <a:pt x="3671897" y="780114"/>
                  </a:lnTo>
                  <a:lnTo>
                    <a:pt x="3672558" y="745304"/>
                  </a:lnTo>
                  <a:lnTo>
                    <a:pt x="3673219" y="735425"/>
                  </a:lnTo>
                  <a:lnTo>
                    <a:pt x="3673879" y="748883"/>
                  </a:lnTo>
                  <a:lnTo>
                    <a:pt x="3674540" y="774072"/>
                  </a:lnTo>
                  <a:lnTo>
                    <a:pt x="3675200" y="803246"/>
                  </a:lnTo>
                  <a:lnTo>
                    <a:pt x="3675861" y="806429"/>
                  </a:lnTo>
                  <a:lnTo>
                    <a:pt x="3676521" y="765116"/>
                  </a:lnTo>
                  <a:lnTo>
                    <a:pt x="3677182" y="697394"/>
                  </a:lnTo>
                  <a:lnTo>
                    <a:pt x="3677842" y="648541"/>
                  </a:lnTo>
                  <a:lnTo>
                    <a:pt x="3678503" y="639898"/>
                  </a:lnTo>
                  <a:lnTo>
                    <a:pt x="3679163" y="658537"/>
                  </a:lnTo>
                  <a:lnTo>
                    <a:pt x="3679824" y="711168"/>
                  </a:lnTo>
                  <a:lnTo>
                    <a:pt x="3680484" y="797282"/>
                  </a:lnTo>
                  <a:lnTo>
                    <a:pt x="3681145" y="870327"/>
                  </a:lnTo>
                  <a:lnTo>
                    <a:pt x="3681805" y="857061"/>
                  </a:lnTo>
                  <a:lnTo>
                    <a:pt x="3682466" y="824364"/>
                  </a:lnTo>
                  <a:lnTo>
                    <a:pt x="3683127" y="792166"/>
                  </a:lnTo>
                  <a:lnTo>
                    <a:pt x="3683787" y="783465"/>
                  </a:lnTo>
                  <a:lnTo>
                    <a:pt x="3684448" y="799802"/>
                  </a:lnTo>
                  <a:lnTo>
                    <a:pt x="3685108" y="836481"/>
                  </a:lnTo>
                  <a:lnTo>
                    <a:pt x="3685769" y="859444"/>
                  </a:lnTo>
                  <a:lnTo>
                    <a:pt x="3686429" y="884652"/>
                  </a:lnTo>
                  <a:lnTo>
                    <a:pt x="3687090" y="866904"/>
                  </a:lnTo>
                  <a:lnTo>
                    <a:pt x="3687750" y="865396"/>
                  </a:lnTo>
                  <a:lnTo>
                    <a:pt x="3688411" y="897209"/>
                  </a:lnTo>
                  <a:lnTo>
                    <a:pt x="3689071" y="968744"/>
                  </a:lnTo>
                  <a:lnTo>
                    <a:pt x="3689732" y="1042889"/>
                  </a:lnTo>
                  <a:lnTo>
                    <a:pt x="3690392" y="1143890"/>
                  </a:lnTo>
                  <a:lnTo>
                    <a:pt x="3691053" y="1184693"/>
                  </a:lnTo>
                  <a:lnTo>
                    <a:pt x="3691713" y="1209148"/>
                  </a:lnTo>
                  <a:lnTo>
                    <a:pt x="3692374" y="1222222"/>
                  </a:lnTo>
                  <a:lnTo>
                    <a:pt x="3693035" y="1265546"/>
                  </a:lnTo>
                  <a:lnTo>
                    <a:pt x="3693695" y="1316787"/>
                  </a:lnTo>
                  <a:lnTo>
                    <a:pt x="3694356" y="1379501"/>
                  </a:lnTo>
                  <a:lnTo>
                    <a:pt x="3695016" y="1316787"/>
                  </a:lnTo>
                  <a:lnTo>
                    <a:pt x="3695677" y="1235935"/>
                  </a:lnTo>
                  <a:lnTo>
                    <a:pt x="3696337" y="1141370"/>
                  </a:lnTo>
                  <a:lnTo>
                    <a:pt x="3696998" y="1066093"/>
                  </a:lnTo>
                  <a:lnTo>
                    <a:pt x="3697658" y="1004610"/>
                  </a:lnTo>
                  <a:lnTo>
                    <a:pt x="3698319" y="988717"/>
                  </a:lnTo>
                  <a:lnTo>
                    <a:pt x="3698979" y="1013065"/>
                  </a:lnTo>
                  <a:lnTo>
                    <a:pt x="3699640" y="1061523"/>
                  </a:lnTo>
                  <a:lnTo>
                    <a:pt x="3700300" y="1125752"/>
                  </a:lnTo>
                  <a:lnTo>
                    <a:pt x="3700961" y="1200964"/>
                  </a:lnTo>
                  <a:lnTo>
                    <a:pt x="3701621" y="1281610"/>
                  </a:lnTo>
                  <a:lnTo>
                    <a:pt x="3702282" y="1296026"/>
                  </a:lnTo>
                  <a:lnTo>
                    <a:pt x="3702942" y="1279141"/>
                  </a:lnTo>
                  <a:lnTo>
                    <a:pt x="3703603" y="1263214"/>
                  </a:lnTo>
                  <a:lnTo>
                    <a:pt x="3704264" y="1248140"/>
                  </a:lnTo>
                  <a:lnTo>
                    <a:pt x="3704924" y="1207238"/>
                  </a:lnTo>
                  <a:lnTo>
                    <a:pt x="3705585" y="1108267"/>
                  </a:lnTo>
                  <a:lnTo>
                    <a:pt x="3706245" y="999111"/>
                  </a:lnTo>
                  <a:lnTo>
                    <a:pt x="3706906" y="879071"/>
                  </a:lnTo>
                  <a:lnTo>
                    <a:pt x="3707566" y="803850"/>
                  </a:lnTo>
                  <a:lnTo>
                    <a:pt x="3708227" y="767096"/>
                  </a:lnTo>
                  <a:lnTo>
                    <a:pt x="3708887" y="763018"/>
                  </a:lnTo>
                  <a:lnTo>
                    <a:pt x="3709548" y="781924"/>
                  </a:lnTo>
                  <a:lnTo>
                    <a:pt x="3710208" y="850389"/>
                  </a:lnTo>
                  <a:lnTo>
                    <a:pt x="3710869" y="927172"/>
                  </a:lnTo>
                  <a:lnTo>
                    <a:pt x="3711529" y="943815"/>
                  </a:lnTo>
                  <a:lnTo>
                    <a:pt x="3712190" y="929524"/>
                  </a:lnTo>
                  <a:lnTo>
                    <a:pt x="3712850" y="923680"/>
                  </a:lnTo>
                  <a:lnTo>
                    <a:pt x="3713511" y="937914"/>
                  </a:lnTo>
                  <a:lnTo>
                    <a:pt x="3714172" y="958087"/>
                  </a:lnTo>
                  <a:lnTo>
                    <a:pt x="3714832" y="1026079"/>
                  </a:lnTo>
                  <a:lnTo>
                    <a:pt x="3715493" y="1117334"/>
                  </a:lnTo>
                  <a:lnTo>
                    <a:pt x="3716153" y="1191209"/>
                  </a:lnTo>
                  <a:lnTo>
                    <a:pt x="3716814" y="1179473"/>
                  </a:lnTo>
                  <a:lnTo>
                    <a:pt x="3717474" y="1179473"/>
                  </a:lnTo>
                  <a:lnTo>
                    <a:pt x="3718135" y="1168207"/>
                  </a:lnTo>
                  <a:lnTo>
                    <a:pt x="3718795" y="1143384"/>
                  </a:lnTo>
                  <a:lnTo>
                    <a:pt x="3719456" y="1134920"/>
                  </a:lnTo>
                  <a:lnTo>
                    <a:pt x="3720116" y="1071912"/>
                  </a:lnTo>
                  <a:lnTo>
                    <a:pt x="3720777" y="1001237"/>
                  </a:lnTo>
                  <a:lnTo>
                    <a:pt x="3721437" y="941095"/>
                  </a:lnTo>
                  <a:lnTo>
                    <a:pt x="3722098" y="927406"/>
                  </a:lnTo>
                  <a:lnTo>
                    <a:pt x="3722758" y="918864"/>
                  </a:lnTo>
                  <a:lnTo>
                    <a:pt x="3723419" y="939622"/>
                  </a:lnTo>
                  <a:lnTo>
                    <a:pt x="3724080" y="949336"/>
                  </a:lnTo>
                  <a:lnTo>
                    <a:pt x="3724740" y="907064"/>
                  </a:lnTo>
                  <a:lnTo>
                    <a:pt x="3725401" y="876126"/>
                  </a:lnTo>
                  <a:lnTo>
                    <a:pt x="3726061" y="864083"/>
                  </a:lnTo>
                  <a:lnTo>
                    <a:pt x="3726722" y="859628"/>
                  </a:lnTo>
                  <a:lnTo>
                    <a:pt x="3727382" y="882246"/>
                  </a:lnTo>
                  <a:lnTo>
                    <a:pt x="3728043" y="972297"/>
                  </a:lnTo>
                  <a:lnTo>
                    <a:pt x="3728703" y="1038678"/>
                  </a:lnTo>
                  <a:lnTo>
                    <a:pt x="3729364" y="1038678"/>
                  </a:lnTo>
                  <a:lnTo>
                    <a:pt x="3730024" y="1017229"/>
                  </a:lnTo>
                  <a:lnTo>
                    <a:pt x="3730685" y="989009"/>
                  </a:lnTo>
                  <a:lnTo>
                    <a:pt x="3731345" y="962302"/>
                  </a:lnTo>
                  <a:lnTo>
                    <a:pt x="3732006" y="974505"/>
                  </a:lnTo>
                  <a:lnTo>
                    <a:pt x="3732666" y="1009904"/>
                  </a:lnTo>
                  <a:lnTo>
                    <a:pt x="3733327" y="1030780"/>
                  </a:lnTo>
                  <a:lnTo>
                    <a:pt x="3733987" y="1037635"/>
                  </a:lnTo>
                  <a:lnTo>
                    <a:pt x="3734648" y="991943"/>
                  </a:lnTo>
                  <a:lnTo>
                    <a:pt x="3735309" y="900172"/>
                  </a:lnTo>
                  <a:lnTo>
                    <a:pt x="3735969" y="801743"/>
                  </a:lnTo>
                  <a:lnTo>
                    <a:pt x="3736630" y="736018"/>
                  </a:lnTo>
                  <a:lnTo>
                    <a:pt x="3737290" y="687439"/>
                  </a:lnTo>
                  <a:lnTo>
                    <a:pt x="3737951" y="675041"/>
                  </a:lnTo>
                  <a:lnTo>
                    <a:pt x="3738611" y="676765"/>
                  </a:lnTo>
                  <a:lnTo>
                    <a:pt x="3739272" y="687938"/>
                  </a:lnTo>
                  <a:lnTo>
                    <a:pt x="3739932" y="703773"/>
                  </a:lnTo>
                  <a:lnTo>
                    <a:pt x="3740593" y="734244"/>
                  </a:lnTo>
                  <a:lnTo>
                    <a:pt x="3741253" y="756308"/>
                  </a:lnTo>
                  <a:lnTo>
                    <a:pt x="3741914" y="787283"/>
                  </a:lnTo>
                  <a:lnTo>
                    <a:pt x="3742574" y="850924"/>
                  </a:lnTo>
                  <a:lnTo>
                    <a:pt x="3743235" y="910354"/>
                  </a:lnTo>
                  <a:lnTo>
                    <a:pt x="3743895" y="929996"/>
                  </a:lnTo>
                  <a:lnTo>
                    <a:pt x="3744556" y="891788"/>
                  </a:lnTo>
                  <a:lnTo>
                    <a:pt x="3745217" y="816199"/>
                  </a:lnTo>
                  <a:lnTo>
                    <a:pt x="3745877" y="736730"/>
                  </a:lnTo>
                  <a:lnTo>
                    <a:pt x="3746538" y="685252"/>
                  </a:lnTo>
                  <a:lnTo>
                    <a:pt x="3747198" y="655759"/>
                  </a:lnTo>
                  <a:lnTo>
                    <a:pt x="3747859" y="632250"/>
                  </a:lnTo>
                  <a:lnTo>
                    <a:pt x="3748519" y="630615"/>
                  </a:lnTo>
                  <a:lnTo>
                    <a:pt x="3749180" y="635633"/>
                  </a:lnTo>
                  <a:lnTo>
                    <a:pt x="3749840" y="642353"/>
                  </a:lnTo>
                  <a:lnTo>
                    <a:pt x="3750501" y="619347"/>
                  </a:lnTo>
                  <a:lnTo>
                    <a:pt x="3751161" y="609042"/>
                  </a:lnTo>
                  <a:lnTo>
                    <a:pt x="3751822" y="595409"/>
                  </a:lnTo>
                  <a:lnTo>
                    <a:pt x="3752482" y="570439"/>
                  </a:lnTo>
                  <a:lnTo>
                    <a:pt x="3753143" y="541210"/>
                  </a:lnTo>
                  <a:lnTo>
                    <a:pt x="3753803" y="531475"/>
                  </a:lnTo>
                  <a:lnTo>
                    <a:pt x="3754464" y="527153"/>
                  </a:lnTo>
                  <a:lnTo>
                    <a:pt x="3755125" y="509124"/>
                  </a:lnTo>
                  <a:lnTo>
                    <a:pt x="3755785" y="489900"/>
                  </a:lnTo>
                  <a:lnTo>
                    <a:pt x="3756446" y="473440"/>
                  </a:lnTo>
                  <a:lnTo>
                    <a:pt x="3757106" y="460150"/>
                  </a:lnTo>
                  <a:lnTo>
                    <a:pt x="3757767" y="443955"/>
                  </a:lnTo>
                  <a:lnTo>
                    <a:pt x="3758427" y="460372"/>
                  </a:lnTo>
                  <a:lnTo>
                    <a:pt x="3759088" y="501812"/>
                  </a:lnTo>
                  <a:lnTo>
                    <a:pt x="3759748" y="560418"/>
                  </a:lnTo>
                  <a:lnTo>
                    <a:pt x="3760409" y="627130"/>
                  </a:lnTo>
                  <a:lnTo>
                    <a:pt x="3761069" y="716762"/>
                  </a:lnTo>
                  <a:lnTo>
                    <a:pt x="3761730" y="750627"/>
                  </a:lnTo>
                  <a:lnTo>
                    <a:pt x="3762390" y="721454"/>
                  </a:lnTo>
                  <a:lnTo>
                    <a:pt x="3763051" y="679954"/>
                  </a:lnTo>
                  <a:lnTo>
                    <a:pt x="3763711" y="622815"/>
                  </a:lnTo>
                  <a:lnTo>
                    <a:pt x="3764372" y="555507"/>
                  </a:lnTo>
                  <a:lnTo>
                    <a:pt x="3765033" y="504558"/>
                  </a:lnTo>
                  <a:lnTo>
                    <a:pt x="3765693" y="472463"/>
                  </a:lnTo>
                  <a:lnTo>
                    <a:pt x="3766354" y="434384"/>
                  </a:lnTo>
                  <a:lnTo>
                    <a:pt x="3767014" y="378310"/>
                  </a:lnTo>
                  <a:lnTo>
                    <a:pt x="3767675" y="335866"/>
                  </a:lnTo>
                  <a:lnTo>
                    <a:pt x="3768335" y="299400"/>
                  </a:lnTo>
                  <a:lnTo>
                    <a:pt x="3768996" y="270298"/>
                  </a:lnTo>
                  <a:lnTo>
                    <a:pt x="3769656" y="245106"/>
                  </a:lnTo>
                  <a:lnTo>
                    <a:pt x="3770317" y="242512"/>
                  </a:lnTo>
                  <a:lnTo>
                    <a:pt x="3770977" y="249168"/>
                  </a:lnTo>
                  <a:lnTo>
                    <a:pt x="3771638" y="255879"/>
                  </a:lnTo>
                  <a:lnTo>
                    <a:pt x="3772298" y="271795"/>
                  </a:lnTo>
                  <a:lnTo>
                    <a:pt x="3772959" y="312155"/>
                  </a:lnTo>
                  <a:lnTo>
                    <a:pt x="3773619" y="348695"/>
                  </a:lnTo>
                  <a:lnTo>
                    <a:pt x="3774280" y="370189"/>
                  </a:lnTo>
                  <a:lnTo>
                    <a:pt x="3774940" y="388976"/>
                  </a:lnTo>
                  <a:lnTo>
                    <a:pt x="3775601" y="412954"/>
                  </a:lnTo>
                  <a:lnTo>
                    <a:pt x="3776262" y="411754"/>
                  </a:lnTo>
                  <a:lnTo>
                    <a:pt x="3776922" y="392658"/>
                  </a:lnTo>
                  <a:lnTo>
                    <a:pt x="3777583" y="360232"/>
                  </a:lnTo>
                  <a:lnTo>
                    <a:pt x="3778243" y="322232"/>
                  </a:lnTo>
                  <a:lnTo>
                    <a:pt x="3778904" y="276081"/>
                  </a:lnTo>
                  <a:lnTo>
                    <a:pt x="3779564" y="238483"/>
                  </a:lnTo>
                  <a:lnTo>
                    <a:pt x="3780225" y="234332"/>
                  </a:lnTo>
                  <a:lnTo>
                    <a:pt x="3780885" y="257322"/>
                  </a:lnTo>
                  <a:lnTo>
                    <a:pt x="3781546" y="297225"/>
                  </a:lnTo>
                  <a:lnTo>
                    <a:pt x="3782206" y="345425"/>
                  </a:lnTo>
                  <a:lnTo>
                    <a:pt x="3782867" y="393779"/>
                  </a:lnTo>
                  <a:lnTo>
                    <a:pt x="3783527" y="422083"/>
                  </a:lnTo>
                  <a:lnTo>
                    <a:pt x="3784188" y="438099"/>
                  </a:lnTo>
                  <a:lnTo>
                    <a:pt x="3784848" y="454342"/>
                  </a:lnTo>
                  <a:lnTo>
                    <a:pt x="3785509" y="441531"/>
                  </a:lnTo>
                  <a:lnTo>
                    <a:pt x="3786170" y="401574"/>
                  </a:lnTo>
                  <a:lnTo>
                    <a:pt x="3786830" y="355168"/>
                  </a:lnTo>
                  <a:lnTo>
                    <a:pt x="3787491" y="337729"/>
                  </a:lnTo>
                  <a:lnTo>
                    <a:pt x="3788151" y="327701"/>
                  </a:lnTo>
                  <a:lnTo>
                    <a:pt x="3788812" y="341872"/>
                  </a:lnTo>
                  <a:lnTo>
                    <a:pt x="3789472" y="398952"/>
                  </a:lnTo>
                  <a:lnTo>
                    <a:pt x="3790133" y="487146"/>
                  </a:lnTo>
                  <a:lnTo>
                    <a:pt x="3790793" y="531933"/>
                  </a:lnTo>
                  <a:lnTo>
                    <a:pt x="3791454" y="527323"/>
                  </a:lnTo>
                  <a:lnTo>
                    <a:pt x="3792114" y="503726"/>
                  </a:lnTo>
                  <a:lnTo>
                    <a:pt x="3792775" y="464812"/>
                  </a:lnTo>
                  <a:lnTo>
                    <a:pt x="3793435" y="434262"/>
                  </a:lnTo>
                  <a:lnTo>
                    <a:pt x="3794096" y="415559"/>
                  </a:lnTo>
                  <a:lnTo>
                    <a:pt x="3794756" y="428285"/>
                  </a:lnTo>
                  <a:lnTo>
                    <a:pt x="3795417" y="451698"/>
                  </a:lnTo>
                  <a:lnTo>
                    <a:pt x="3796078" y="469506"/>
                  </a:lnTo>
                  <a:lnTo>
                    <a:pt x="3796738" y="484515"/>
                  </a:lnTo>
                  <a:lnTo>
                    <a:pt x="3797399" y="524961"/>
                  </a:lnTo>
                  <a:lnTo>
                    <a:pt x="3798059" y="572090"/>
                  </a:lnTo>
                  <a:lnTo>
                    <a:pt x="3798720" y="610784"/>
                  </a:lnTo>
                  <a:lnTo>
                    <a:pt x="3799380" y="657100"/>
                  </a:lnTo>
                  <a:lnTo>
                    <a:pt x="3800041" y="705684"/>
                  </a:lnTo>
                  <a:lnTo>
                    <a:pt x="3800701" y="730962"/>
                  </a:lnTo>
                  <a:lnTo>
                    <a:pt x="3801362" y="739479"/>
                  </a:lnTo>
                  <a:lnTo>
                    <a:pt x="3802022" y="763279"/>
                  </a:lnTo>
                  <a:lnTo>
                    <a:pt x="3802683" y="771369"/>
                  </a:lnTo>
                  <a:lnTo>
                    <a:pt x="3803343" y="707607"/>
                  </a:lnTo>
                  <a:lnTo>
                    <a:pt x="3804004" y="621154"/>
                  </a:lnTo>
                  <a:lnTo>
                    <a:pt x="3804664" y="551295"/>
                  </a:lnTo>
                  <a:lnTo>
                    <a:pt x="3805325" y="501194"/>
                  </a:lnTo>
                  <a:lnTo>
                    <a:pt x="3805985" y="463144"/>
                  </a:lnTo>
                  <a:lnTo>
                    <a:pt x="3806646" y="441989"/>
                  </a:lnTo>
                  <a:lnTo>
                    <a:pt x="3807307" y="408776"/>
                  </a:lnTo>
                  <a:lnTo>
                    <a:pt x="3807967" y="368772"/>
                  </a:lnTo>
                  <a:lnTo>
                    <a:pt x="3808628" y="338103"/>
                  </a:lnTo>
                  <a:lnTo>
                    <a:pt x="3809288" y="314581"/>
                  </a:lnTo>
                  <a:lnTo>
                    <a:pt x="3809949" y="295785"/>
                  </a:lnTo>
                  <a:lnTo>
                    <a:pt x="3810609" y="298323"/>
                  </a:lnTo>
                  <a:lnTo>
                    <a:pt x="3811270" y="326648"/>
                  </a:lnTo>
                  <a:lnTo>
                    <a:pt x="3811930" y="364659"/>
                  </a:lnTo>
                  <a:lnTo>
                    <a:pt x="3812591" y="393393"/>
                  </a:lnTo>
                  <a:lnTo>
                    <a:pt x="3813251" y="438140"/>
                  </a:lnTo>
                  <a:lnTo>
                    <a:pt x="3813912" y="488765"/>
                  </a:lnTo>
                  <a:lnTo>
                    <a:pt x="3814572" y="514143"/>
                  </a:lnTo>
                  <a:lnTo>
                    <a:pt x="3815233" y="518377"/>
                  </a:lnTo>
                  <a:lnTo>
                    <a:pt x="3815893" y="558645"/>
                  </a:lnTo>
                  <a:lnTo>
                    <a:pt x="3816554" y="587466"/>
                  </a:lnTo>
                  <a:lnTo>
                    <a:pt x="3817215" y="599905"/>
                  </a:lnTo>
                  <a:lnTo>
                    <a:pt x="3817875" y="631022"/>
                  </a:lnTo>
                  <a:lnTo>
                    <a:pt x="3818536" y="673993"/>
                  </a:lnTo>
                  <a:lnTo>
                    <a:pt x="3819196" y="709976"/>
                  </a:lnTo>
                  <a:lnTo>
                    <a:pt x="3819857" y="751754"/>
                  </a:lnTo>
                  <a:lnTo>
                    <a:pt x="3820517" y="786288"/>
                  </a:lnTo>
                  <a:lnTo>
                    <a:pt x="3821178" y="779698"/>
                  </a:lnTo>
                  <a:lnTo>
                    <a:pt x="3821838" y="700618"/>
                  </a:lnTo>
                  <a:lnTo>
                    <a:pt x="3822499" y="612690"/>
                  </a:lnTo>
                  <a:lnTo>
                    <a:pt x="3823159" y="536854"/>
                  </a:lnTo>
                  <a:lnTo>
                    <a:pt x="3823820" y="496045"/>
                  </a:lnTo>
                  <a:lnTo>
                    <a:pt x="3824480" y="469231"/>
                  </a:lnTo>
                  <a:lnTo>
                    <a:pt x="3825141" y="451698"/>
                  </a:lnTo>
                  <a:lnTo>
                    <a:pt x="3825801" y="438757"/>
                  </a:lnTo>
                  <a:lnTo>
                    <a:pt x="3826462" y="429957"/>
                  </a:lnTo>
                  <a:lnTo>
                    <a:pt x="3827123" y="410223"/>
                  </a:lnTo>
                  <a:lnTo>
                    <a:pt x="3827783" y="388700"/>
                  </a:lnTo>
                  <a:lnTo>
                    <a:pt x="3828444" y="379109"/>
                  </a:lnTo>
                  <a:lnTo>
                    <a:pt x="3829104" y="377680"/>
                  </a:lnTo>
                  <a:lnTo>
                    <a:pt x="3829765" y="390950"/>
                  </a:lnTo>
                  <a:lnTo>
                    <a:pt x="3830425" y="410447"/>
                  </a:lnTo>
                  <a:lnTo>
                    <a:pt x="3831086" y="415863"/>
                  </a:lnTo>
                  <a:lnTo>
                    <a:pt x="3831746" y="404987"/>
                  </a:lnTo>
                  <a:lnTo>
                    <a:pt x="3832407" y="386742"/>
                  </a:lnTo>
                  <a:lnTo>
                    <a:pt x="3833067" y="362515"/>
                  </a:lnTo>
                  <a:lnTo>
                    <a:pt x="3833728" y="340358"/>
                  </a:lnTo>
                  <a:lnTo>
                    <a:pt x="3834388" y="330630"/>
                  </a:lnTo>
                  <a:lnTo>
                    <a:pt x="3835049" y="327396"/>
                  </a:lnTo>
                  <a:lnTo>
                    <a:pt x="3835709" y="327645"/>
                  </a:lnTo>
                  <a:lnTo>
                    <a:pt x="3836370" y="328646"/>
                  </a:lnTo>
                  <a:lnTo>
                    <a:pt x="3837031" y="332205"/>
                  </a:lnTo>
                  <a:lnTo>
                    <a:pt x="3837691" y="347353"/>
                  </a:lnTo>
                  <a:lnTo>
                    <a:pt x="3838352" y="381518"/>
                  </a:lnTo>
                  <a:lnTo>
                    <a:pt x="3839012" y="424579"/>
                  </a:lnTo>
                  <a:lnTo>
                    <a:pt x="3839673" y="469277"/>
                  </a:lnTo>
                  <a:lnTo>
                    <a:pt x="3840333" y="514952"/>
                  </a:lnTo>
                  <a:lnTo>
                    <a:pt x="3840994" y="539672"/>
                  </a:lnTo>
                  <a:lnTo>
                    <a:pt x="3841654" y="543354"/>
                  </a:lnTo>
                  <a:lnTo>
                    <a:pt x="3842315" y="514682"/>
                  </a:lnTo>
                  <a:lnTo>
                    <a:pt x="3842975" y="479232"/>
                  </a:lnTo>
                  <a:lnTo>
                    <a:pt x="3843636" y="438964"/>
                  </a:lnTo>
                  <a:lnTo>
                    <a:pt x="3844296" y="423640"/>
                  </a:lnTo>
                  <a:lnTo>
                    <a:pt x="3844957" y="434181"/>
                  </a:lnTo>
                  <a:lnTo>
                    <a:pt x="3845617" y="475030"/>
                  </a:lnTo>
                  <a:lnTo>
                    <a:pt x="3846278" y="521788"/>
                  </a:lnTo>
                  <a:lnTo>
                    <a:pt x="3846938" y="534934"/>
                  </a:lnTo>
                  <a:lnTo>
                    <a:pt x="3847599" y="522065"/>
                  </a:lnTo>
                  <a:lnTo>
                    <a:pt x="3848260" y="493831"/>
                  </a:lnTo>
                  <a:lnTo>
                    <a:pt x="3848920" y="458864"/>
                  </a:lnTo>
                  <a:lnTo>
                    <a:pt x="3849581" y="442615"/>
                  </a:lnTo>
                  <a:lnTo>
                    <a:pt x="3850241" y="480759"/>
                  </a:lnTo>
                  <a:lnTo>
                    <a:pt x="3850902" y="518377"/>
                  </a:lnTo>
                  <a:lnTo>
                    <a:pt x="3851562" y="541091"/>
                  </a:lnTo>
                  <a:lnTo>
                    <a:pt x="3852223" y="553269"/>
                  </a:lnTo>
                  <a:lnTo>
                    <a:pt x="3852883" y="563099"/>
                  </a:lnTo>
                  <a:lnTo>
                    <a:pt x="3853544" y="562330"/>
                  </a:lnTo>
                  <a:lnTo>
                    <a:pt x="3854204" y="569716"/>
                  </a:lnTo>
                  <a:lnTo>
                    <a:pt x="3854865" y="565481"/>
                  </a:lnTo>
                  <a:lnTo>
                    <a:pt x="3855525" y="544132"/>
                  </a:lnTo>
                  <a:lnTo>
                    <a:pt x="3856186" y="519583"/>
                  </a:lnTo>
                  <a:lnTo>
                    <a:pt x="3856846" y="500628"/>
                  </a:lnTo>
                  <a:lnTo>
                    <a:pt x="3857507" y="489505"/>
                  </a:lnTo>
                  <a:lnTo>
                    <a:pt x="3858168" y="477241"/>
                  </a:lnTo>
                  <a:lnTo>
                    <a:pt x="3858828" y="479137"/>
                  </a:lnTo>
                  <a:lnTo>
                    <a:pt x="3859489" y="475922"/>
                  </a:lnTo>
                  <a:lnTo>
                    <a:pt x="3860149" y="455871"/>
                  </a:lnTo>
                  <a:lnTo>
                    <a:pt x="3860810" y="446611"/>
                  </a:lnTo>
                  <a:lnTo>
                    <a:pt x="3861470" y="451354"/>
                  </a:lnTo>
                  <a:lnTo>
                    <a:pt x="3862131" y="464405"/>
                  </a:lnTo>
                  <a:lnTo>
                    <a:pt x="3862791" y="467354"/>
                  </a:lnTo>
                  <a:lnTo>
                    <a:pt x="3863452" y="450150"/>
                  </a:lnTo>
                  <a:lnTo>
                    <a:pt x="3864112" y="412578"/>
                  </a:lnTo>
                  <a:lnTo>
                    <a:pt x="3864773" y="376522"/>
                  </a:lnTo>
                  <a:lnTo>
                    <a:pt x="3865433" y="349984"/>
                  </a:lnTo>
                  <a:lnTo>
                    <a:pt x="3866094" y="349774"/>
                  </a:lnTo>
                  <a:lnTo>
                    <a:pt x="3866754" y="375106"/>
                  </a:lnTo>
                  <a:lnTo>
                    <a:pt x="3867415" y="405207"/>
                  </a:lnTo>
                  <a:lnTo>
                    <a:pt x="3868076" y="446188"/>
                  </a:lnTo>
                  <a:lnTo>
                    <a:pt x="3868736" y="486559"/>
                  </a:lnTo>
                  <a:lnTo>
                    <a:pt x="3869397" y="509707"/>
                  </a:lnTo>
                  <a:lnTo>
                    <a:pt x="3870057" y="525297"/>
                  </a:lnTo>
                  <a:lnTo>
                    <a:pt x="3870718" y="542042"/>
                  </a:lnTo>
                  <a:lnTo>
                    <a:pt x="3871378" y="551910"/>
                  </a:lnTo>
                  <a:lnTo>
                    <a:pt x="3872039" y="547508"/>
                  </a:lnTo>
                  <a:lnTo>
                    <a:pt x="3872699" y="491535"/>
                  </a:lnTo>
                  <a:lnTo>
                    <a:pt x="3873360" y="450579"/>
                  </a:lnTo>
                  <a:lnTo>
                    <a:pt x="3874020" y="437278"/>
                  </a:lnTo>
                  <a:lnTo>
                    <a:pt x="3874681" y="437565"/>
                  </a:lnTo>
                  <a:lnTo>
                    <a:pt x="3875341" y="439748"/>
                  </a:lnTo>
                  <a:lnTo>
                    <a:pt x="3876002" y="480472"/>
                  </a:lnTo>
                  <a:lnTo>
                    <a:pt x="3876662" y="496652"/>
                  </a:lnTo>
                  <a:lnTo>
                    <a:pt x="3877323" y="471490"/>
                  </a:lnTo>
                  <a:lnTo>
                    <a:pt x="3877983" y="417195"/>
                  </a:lnTo>
                  <a:lnTo>
                    <a:pt x="3878644" y="377978"/>
                  </a:lnTo>
                  <a:lnTo>
                    <a:pt x="3879305" y="355904"/>
                  </a:lnTo>
                  <a:lnTo>
                    <a:pt x="3879965" y="348009"/>
                  </a:lnTo>
                  <a:lnTo>
                    <a:pt x="3880626" y="367490"/>
                  </a:lnTo>
                  <a:lnTo>
                    <a:pt x="3881286" y="401827"/>
                  </a:lnTo>
                  <a:lnTo>
                    <a:pt x="3881947" y="451009"/>
                  </a:lnTo>
                  <a:lnTo>
                    <a:pt x="3882607" y="494433"/>
                  </a:lnTo>
                  <a:lnTo>
                    <a:pt x="3883268" y="540795"/>
                  </a:lnTo>
                  <a:lnTo>
                    <a:pt x="3883928" y="544192"/>
                  </a:lnTo>
                  <a:lnTo>
                    <a:pt x="3884589" y="552095"/>
                  </a:lnTo>
                  <a:lnTo>
                    <a:pt x="3885249" y="547691"/>
                  </a:lnTo>
                  <a:lnTo>
                    <a:pt x="3885910" y="528908"/>
                  </a:lnTo>
                  <a:lnTo>
                    <a:pt x="3886570" y="519253"/>
                  </a:lnTo>
                  <a:lnTo>
                    <a:pt x="3887231" y="503207"/>
                  </a:lnTo>
                  <a:lnTo>
                    <a:pt x="3887891" y="427057"/>
                  </a:lnTo>
                  <a:lnTo>
                    <a:pt x="3888552" y="361293"/>
                  </a:lnTo>
                  <a:lnTo>
                    <a:pt x="3889213" y="317992"/>
                  </a:lnTo>
                  <a:lnTo>
                    <a:pt x="3889873" y="279800"/>
                  </a:lnTo>
                  <a:lnTo>
                    <a:pt x="3890534" y="273140"/>
                  </a:lnTo>
                  <a:lnTo>
                    <a:pt x="3891194" y="308063"/>
                  </a:lnTo>
                  <a:lnTo>
                    <a:pt x="3891855" y="354008"/>
                  </a:lnTo>
                  <a:lnTo>
                    <a:pt x="3892515" y="407188"/>
                  </a:lnTo>
                  <a:lnTo>
                    <a:pt x="3893176" y="477100"/>
                  </a:lnTo>
                  <a:lnTo>
                    <a:pt x="3893836" y="529704"/>
                  </a:lnTo>
                  <a:lnTo>
                    <a:pt x="3894497" y="567168"/>
                  </a:lnTo>
                  <a:lnTo>
                    <a:pt x="3895157" y="615999"/>
                  </a:lnTo>
                  <a:lnTo>
                    <a:pt x="3895818" y="648889"/>
                  </a:lnTo>
                  <a:lnTo>
                    <a:pt x="3896478" y="649586"/>
                  </a:lnTo>
                  <a:lnTo>
                    <a:pt x="3897139" y="622656"/>
                  </a:lnTo>
                  <a:lnTo>
                    <a:pt x="3897799" y="581995"/>
                  </a:lnTo>
                  <a:lnTo>
                    <a:pt x="3898460" y="530502"/>
                  </a:lnTo>
                  <a:lnTo>
                    <a:pt x="3899121" y="496500"/>
                  </a:lnTo>
                  <a:lnTo>
                    <a:pt x="3899781" y="486022"/>
                  </a:lnTo>
                  <a:lnTo>
                    <a:pt x="3900442" y="473440"/>
                  </a:lnTo>
                  <a:lnTo>
                    <a:pt x="3901102" y="458466"/>
                  </a:lnTo>
                  <a:lnTo>
                    <a:pt x="3901763" y="446654"/>
                  </a:lnTo>
                  <a:lnTo>
                    <a:pt x="3902423" y="453429"/>
                  </a:lnTo>
                  <a:lnTo>
                    <a:pt x="3903084" y="462292"/>
                  </a:lnTo>
                  <a:lnTo>
                    <a:pt x="3903744" y="492282"/>
                  </a:lnTo>
                  <a:lnTo>
                    <a:pt x="3904405" y="518979"/>
                  </a:lnTo>
                  <a:lnTo>
                    <a:pt x="3905065" y="487832"/>
                  </a:lnTo>
                  <a:lnTo>
                    <a:pt x="3905726" y="423835"/>
                  </a:lnTo>
                  <a:lnTo>
                    <a:pt x="3906386" y="383271"/>
                  </a:lnTo>
                  <a:lnTo>
                    <a:pt x="3907047" y="347353"/>
                  </a:lnTo>
                  <a:lnTo>
                    <a:pt x="3907707" y="337355"/>
                  </a:lnTo>
                  <a:lnTo>
                    <a:pt x="3908368" y="368195"/>
                  </a:lnTo>
                  <a:lnTo>
                    <a:pt x="3909029" y="406636"/>
                  </a:lnTo>
                  <a:lnTo>
                    <a:pt x="3909689" y="402949"/>
                  </a:lnTo>
                  <a:lnTo>
                    <a:pt x="3910350" y="361012"/>
                  </a:lnTo>
                  <a:lnTo>
                    <a:pt x="3911010" y="314396"/>
                  </a:lnTo>
                  <a:lnTo>
                    <a:pt x="3911671" y="281726"/>
                  </a:lnTo>
                  <a:lnTo>
                    <a:pt x="3912331" y="268045"/>
                  </a:lnTo>
                  <a:lnTo>
                    <a:pt x="3912992" y="275919"/>
                  </a:lnTo>
                  <a:lnTo>
                    <a:pt x="3913652" y="312024"/>
                  </a:lnTo>
                  <a:lnTo>
                    <a:pt x="3914313" y="352883"/>
                  </a:lnTo>
                  <a:lnTo>
                    <a:pt x="3914973" y="391959"/>
                  </a:lnTo>
                  <a:lnTo>
                    <a:pt x="3915634" y="425363"/>
                  </a:lnTo>
                  <a:lnTo>
                    <a:pt x="3916294" y="460239"/>
                  </a:lnTo>
                  <a:lnTo>
                    <a:pt x="3916955" y="492432"/>
                  </a:lnTo>
                  <a:lnTo>
                    <a:pt x="3917615" y="507489"/>
                  </a:lnTo>
                  <a:lnTo>
                    <a:pt x="3918276" y="487391"/>
                  </a:lnTo>
                  <a:lnTo>
                    <a:pt x="3918936" y="458112"/>
                  </a:lnTo>
                  <a:lnTo>
                    <a:pt x="3919597" y="434871"/>
                  </a:lnTo>
                  <a:lnTo>
                    <a:pt x="3920258" y="422821"/>
                  </a:lnTo>
                  <a:lnTo>
                    <a:pt x="3920918" y="417157"/>
                  </a:lnTo>
                  <a:lnTo>
                    <a:pt x="3921579" y="434789"/>
                  </a:lnTo>
                  <a:lnTo>
                    <a:pt x="3922239" y="482198"/>
                  </a:lnTo>
                  <a:lnTo>
                    <a:pt x="3922900" y="518103"/>
                  </a:lnTo>
                  <a:lnTo>
                    <a:pt x="3923560" y="525971"/>
                  </a:lnTo>
                  <a:lnTo>
                    <a:pt x="3924221" y="520793"/>
                  </a:lnTo>
                  <a:lnTo>
                    <a:pt x="3924881" y="495490"/>
                  </a:lnTo>
                  <a:lnTo>
                    <a:pt x="3925542" y="453386"/>
                  </a:lnTo>
                  <a:lnTo>
                    <a:pt x="3926202" y="429837"/>
                  </a:lnTo>
                  <a:lnTo>
                    <a:pt x="3926863" y="419917"/>
                  </a:lnTo>
                  <a:lnTo>
                    <a:pt x="3927523" y="435970"/>
                  </a:lnTo>
                  <a:lnTo>
                    <a:pt x="3928184" y="474795"/>
                  </a:lnTo>
                  <a:lnTo>
                    <a:pt x="3928844" y="494032"/>
                  </a:lnTo>
                  <a:lnTo>
                    <a:pt x="3929505" y="482294"/>
                  </a:lnTo>
                  <a:lnTo>
                    <a:pt x="3930166" y="489653"/>
                  </a:lnTo>
                  <a:lnTo>
                    <a:pt x="3930826" y="485001"/>
                  </a:lnTo>
                  <a:lnTo>
                    <a:pt x="3931487" y="482390"/>
                  </a:lnTo>
                  <a:lnTo>
                    <a:pt x="3932147" y="488372"/>
                  </a:lnTo>
                  <a:lnTo>
                    <a:pt x="3932808" y="517503"/>
                  </a:lnTo>
                  <a:lnTo>
                    <a:pt x="3933468" y="541744"/>
                  </a:lnTo>
                  <a:lnTo>
                    <a:pt x="3934129" y="572024"/>
                  </a:lnTo>
                  <a:lnTo>
                    <a:pt x="3934789" y="585237"/>
                  </a:lnTo>
                  <a:lnTo>
                    <a:pt x="3935450" y="597503"/>
                  </a:lnTo>
                  <a:lnTo>
                    <a:pt x="3936110" y="586419"/>
                  </a:lnTo>
                  <a:lnTo>
                    <a:pt x="3936771" y="528681"/>
                  </a:lnTo>
                  <a:lnTo>
                    <a:pt x="3937431" y="455084"/>
                  </a:lnTo>
                  <a:lnTo>
                    <a:pt x="3938092" y="397205"/>
                  </a:lnTo>
                  <a:lnTo>
                    <a:pt x="3938752" y="364754"/>
                  </a:lnTo>
                  <a:lnTo>
                    <a:pt x="3939413" y="349834"/>
                  </a:lnTo>
                  <a:lnTo>
                    <a:pt x="3940074" y="346106"/>
                  </a:lnTo>
                  <a:lnTo>
                    <a:pt x="3940734" y="349174"/>
                  </a:lnTo>
                  <a:lnTo>
                    <a:pt x="3941395" y="352065"/>
                  </a:lnTo>
                  <a:lnTo>
                    <a:pt x="3942055" y="357041"/>
                  </a:lnTo>
                  <a:lnTo>
                    <a:pt x="3942716" y="369834"/>
                  </a:lnTo>
                  <a:lnTo>
                    <a:pt x="3943376" y="389252"/>
                  </a:lnTo>
                  <a:lnTo>
                    <a:pt x="3944037" y="428762"/>
                  </a:lnTo>
                  <a:lnTo>
                    <a:pt x="3944697" y="471767"/>
                  </a:lnTo>
                  <a:lnTo>
                    <a:pt x="3945358" y="486120"/>
                  </a:lnTo>
                  <a:lnTo>
                    <a:pt x="3946018" y="470335"/>
                  </a:lnTo>
                  <a:lnTo>
                    <a:pt x="3946679" y="449207"/>
                  </a:lnTo>
                  <a:lnTo>
                    <a:pt x="3947339" y="433493"/>
                  </a:lnTo>
                  <a:lnTo>
                    <a:pt x="3948000" y="427651"/>
                  </a:lnTo>
                  <a:lnTo>
                    <a:pt x="3948660" y="447417"/>
                  </a:lnTo>
                  <a:lnTo>
                    <a:pt x="3949321" y="463549"/>
                  </a:lnTo>
                  <a:lnTo>
                    <a:pt x="3949981" y="491734"/>
                  </a:lnTo>
                  <a:lnTo>
                    <a:pt x="3950642" y="514844"/>
                  </a:lnTo>
                  <a:lnTo>
                    <a:pt x="3951303" y="542578"/>
                  </a:lnTo>
                  <a:lnTo>
                    <a:pt x="3951963" y="544312"/>
                  </a:lnTo>
                  <a:lnTo>
                    <a:pt x="3952624" y="541329"/>
                  </a:lnTo>
                  <a:lnTo>
                    <a:pt x="3953284" y="525915"/>
                  </a:lnTo>
                  <a:lnTo>
                    <a:pt x="3953945" y="528001"/>
                  </a:lnTo>
                  <a:lnTo>
                    <a:pt x="3954605" y="522287"/>
                  </a:lnTo>
                  <a:lnTo>
                    <a:pt x="3955266" y="509972"/>
                  </a:lnTo>
                  <a:lnTo>
                    <a:pt x="3955926" y="521125"/>
                  </a:lnTo>
                  <a:lnTo>
                    <a:pt x="3956587" y="552157"/>
                  </a:lnTo>
                  <a:lnTo>
                    <a:pt x="3957247" y="574150"/>
                  </a:lnTo>
                  <a:lnTo>
                    <a:pt x="3957908" y="590489"/>
                  </a:lnTo>
                  <a:lnTo>
                    <a:pt x="3958568" y="647847"/>
                  </a:lnTo>
                  <a:lnTo>
                    <a:pt x="3959229" y="725196"/>
                  </a:lnTo>
                  <a:lnTo>
                    <a:pt x="3959889" y="790721"/>
                  </a:lnTo>
                  <a:lnTo>
                    <a:pt x="3960550" y="831772"/>
                  </a:lnTo>
                  <a:lnTo>
                    <a:pt x="3961211" y="835127"/>
                  </a:lnTo>
                  <a:lnTo>
                    <a:pt x="3961871" y="764590"/>
                  </a:lnTo>
                  <a:lnTo>
                    <a:pt x="3962532" y="670400"/>
                  </a:lnTo>
                  <a:lnTo>
                    <a:pt x="3963192" y="552342"/>
                  </a:lnTo>
                  <a:lnTo>
                    <a:pt x="3963853" y="454560"/>
                  </a:lnTo>
                  <a:lnTo>
                    <a:pt x="3964513" y="412578"/>
                  </a:lnTo>
                  <a:lnTo>
                    <a:pt x="3965174" y="394799"/>
                  </a:lnTo>
                  <a:lnTo>
                    <a:pt x="3965834" y="397063"/>
                  </a:lnTo>
                  <a:lnTo>
                    <a:pt x="3966495" y="437606"/>
                  </a:lnTo>
                  <a:lnTo>
                    <a:pt x="3967155" y="491535"/>
                  </a:lnTo>
                  <a:lnTo>
                    <a:pt x="3967816" y="529590"/>
                  </a:lnTo>
                  <a:lnTo>
                    <a:pt x="3968476" y="556195"/>
                  </a:lnTo>
                  <a:lnTo>
                    <a:pt x="3969137" y="547994"/>
                  </a:lnTo>
                  <a:lnTo>
                    <a:pt x="3969797" y="529419"/>
                  </a:lnTo>
                  <a:lnTo>
                    <a:pt x="3970458" y="549762"/>
                  </a:lnTo>
                  <a:lnTo>
                    <a:pt x="3971119" y="570242"/>
                  </a:lnTo>
                  <a:lnTo>
                    <a:pt x="3971779" y="595121"/>
                  </a:lnTo>
                  <a:lnTo>
                    <a:pt x="3972440" y="647154"/>
                  </a:lnTo>
                  <a:lnTo>
                    <a:pt x="3973100" y="707607"/>
                  </a:lnTo>
                  <a:lnTo>
                    <a:pt x="3973761" y="733420"/>
                  </a:lnTo>
                  <a:lnTo>
                    <a:pt x="3974421" y="737684"/>
                  </a:lnTo>
                  <a:lnTo>
                    <a:pt x="3975082" y="730846"/>
                  </a:lnTo>
                  <a:lnTo>
                    <a:pt x="3975742" y="742741"/>
                  </a:lnTo>
                  <a:lnTo>
                    <a:pt x="3976403" y="754528"/>
                  </a:lnTo>
                  <a:lnTo>
                    <a:pt x="3977063" y="751002"/>
                  </a:lnTo>
                  <a:lnTo>
                    <a:pt x="3977724" y="752508"/>
                  </a:lnTo>
                  <a:lnTo>
                    <a:pt x="3978384" y="766038"/>
                  </a:lnTo>
                  <a:lnTo>
                    <a:pt x="3979045" y="759772"/>
                  </a:lnTo>
                  <a:lnTo>
                    <a:pt x="3979705" y="739720"/>
                  </a:lnTo>
                  <a:lnTo>
                    <a:pt x="3980366" y="745182"/>
                  </a:lnTo>
                  <a:lnTo>
                    <a:pt x="3981027" y="739479"/>
                  </a:lnTo>
                  <a:lnTo>
                    <a:pt x="3981687" y="718652"/>
                  </a:lnTo>
                  <a:lnTo>
                    <a:pt x="3982348" y="693492"/>
                  </a:lnTo>
                  <a:lnTo>
                    <a:pt x="3983008" y="683770"/>
                  </a:lnTo>
                  <a:lnTo>
                    <a:pt x="3983669" y="676669"/>
                  </a:lnTo>
                  <a:lnTo>
                    <a:pt x="3984329" y="707822"/>
                  </a:lnTo>
                  <a:lnTo>
                    <a:pt x="3984990" y="762496"/>
                  </a:lnTo>
                  <a:lnTo>
                    <a:pt x="3985650" y="798910"/>
                  </a:lnTo>
                  <a:lnTo>
                    <a:pt x="3986311" y="788567"/>
                  </a:lnTo>
                  <a:lnTo>
                    <a:pt x="3986971" y="711277"/>
                  </a:lnTo>
                  <a:lnTo>
                    <a:pt x="3987632" y="622815"/>
                  </a:lnTo>
                  <a:lnTo>
                    <a:pt x="3988292" y="557952"/>
                  </a:lnTo>
                  <a:lnTo>
                    <a:pt x="3988953" y="541923"/>
                  </a:lnTo>
                  <a:lnTo>
                    <a:pt x="3989613" y="554884"/>
                  </a:lnTo>
                  <a:lnTo>
                    <a:pt x="3990274" y="593330"/>
                  </a:lnTo>
                  <a:lnTo>
                    <a:pt x="3990934" y="653008"/>
                  </a:lnTo>
                  <a:lnTo>
                    <a:pt x="3991595" y="742863"/>
                  </a:lnTo>
                  <a:lnTo>
                    <a:pt x="3992256" y="821455"/>
                  </a:lnTo>
                  <a:lnTo>
                    <a:pt x="3992916" y="842654"/>
                  </a:lnTo>
                  <a:lnTo>
                    <a:pt x="3993577" y="813216"/>
                  </a:lnTo>
                  <a:lnTo>
                    <a:pt x="3994237" y="783044"/>
                  </a:lnTo>
                  <a:lnTo>
                    <a:pt x="3994898" y="758870"/>
                  </a:lnTo>
                  <a:lnTo>
                    <a:pt x="3995558" y="690348"/>
                  </a:lnTo>
                  <a:lnTo>
                    <a:pt x="3996219" y="638469"/>
                  </a:lnTo>
                  <a:lnTo>
                    <a:pt x="3996879" y="592974"/>
                  </a:lnTo>
                  <a:lnTo>
                    <a:pt x="3997540" y="524737"/>
                  </a:lnTo>
                  <a:lnTo>
                    <a:pt x="3998200" y="447290"/>
                  </a:lnTo>
                  <a:lnTo>
                    <a:pt x="3998861" y="402840"/>
                  </a:lnTo>
                  <a:lnTo>
                    <a:pt x="3999521" y="364786"/>
                  </a:lnTo>
                  <a:lnTo>
                    <a:pt x="4000182" y="345484"/>
                  </a:lnTo>
                  <a:lnTo>
                    <a:pt x="4000842" y="351762"/>
                  </a:lnTo>
                  <a:lnTo>
                    <a:pt x="4001503" y="382832"/>
                  </a:lnTo>
                  <a:lnTo>
                    <a:pt x="4002164" y="427769"/>
                  </a:lnTo>
                  <a:lnTo>
                    <a:pt x="4002824" y="488028"/>
                  </a:lnTo>
                  <a:lnTo>
                    <a:pt x="4003485" y="556382"/>
                  </a:lnTo>
                  <a:lnTo>
                    <a:pt x="4004145" y="628260"/>
                  </a:lnTo>
                  <a:lnTo>
                    <a:pt x="4004806" y="671341"/>
                  </a:lnTo>
                  <a:lnTo>
                    <a:pt x="4005466" y="685450"/>
                  </a:lnTo>
                  <a:lnTo>
                    <a:pt x="4006127" y="680538"/>
                  </a:lnTo>
                  <a:lnTo>
                    <a:pt x="4006787" y="682394"/>
                  </a:lnTo>
                  <a:lnTo>
                    <a:pt x="4007448" y="672380"/>
                  </a:lnTo>
                  <a:lnTo>
                    <a:pt x="4008108" y="653539"/>
                  </a:lnTo>
                  <a:lnTo>
                    <a:pt x="4008769" y="596924"/>
                  </a:lnTo>
                  <a:lnTo>
                    <a:pt x="4009429" y="544552"/>
                  </a:lnTo>
                  <a:lnTo>
                    <a:pt x="4010090" y="456748"/>
                  </a:lnTo>
                  <a:lnTo>
                    <a:pt x="4010750" y="377713"/>
                  </a:lnTo>
                  <a:lnTo>
                    <a:pt x="4011411" y="342368"/>
                  </a:lnTo>
                  <a:lnTo>
                    <a:pt x="4012072" y="332826"/>
                  </a:lnTo>
                  <a:lnTo>
                    <a:pt x="4012732" y="344864"/>
                  </a:lnTo>
                  <a:lnTo>
                    <a:pt x="4013393" y="386776"/>
                  </a:lnTo>
                  <a:lnTo>
                    <a:pt x="4014053" y="468405"/>
                  </a:lnTo>
                  <a:lnTo>
                    <a:pt x="4014714" y="545273"/>
                  </a:lnTo>
                  <a:lnTo>
                    <a:pt x="4015374" y="607912"/>
                  </a:lnTo>
                  <a:lnTo>
                    <a:pt x="4016035" y="634143"/>
                  </a:lnTo>
                  <a:lnTo>
                    <a:pt x="4016695" y="662527"/>
                  </a:lnTo>
                  <a:lnTo>
                    <a:pt x="4017356" y="668341"/>
                  </a:lnTo>
                  <a:lnTo>
                    <a:pt x="4018016" y="670119"/>
                  </a:lnTo>
                  <a:lnTo>
                    <a:pt x="4018677" y="689040"/>
                  </a:lnTo>
                  <a:lnTo>
                    <a:pt x="4019337" y="717538"/>
                  </a:lnTo>
                  <a:lnTo>
                    <a:pt x="4019998" y="720329"/>
                  </a:lnTo>
                  <a:lnTo>
                    <a:pt x="4020658" y="682590"/>
                  </a:lnTo>
                  <a:lnTo>
                    <a:pt x="4021319" y="632332"/>
                  </a:lnTo>
                  <a:lnTo>
                    <a:pt x="4021979" y="593188"/>
                  </a:lnTo>
                  <a:lnTo>
                    <a:pt x="4022640" y="562522"/>
                  </a:lnTo>
                  <a:lnTo>
                    <a:pt x="4023301" y="536096"/>
                  </a:lnTo>
                  <a:lnTo>
                    <a:pt x="4023961" y="500782"/>
                  </a:lnTo>
                  <a:lnTo>
                    <a:pt x="4024622" y="471212"/>
                  </a:lnTo>
                  <a:lnTo>
                    <a:pt x="4025282" y="425795"/>
                  </a:lnTo>
                  <a:lnTo>
                    <a:pt x="4025943" y="375763"/>
                  </a:lnTo>
                  <a:lnTo>
                    <a:pt x="4026603" y="336123"/>
                  </a:lnTo>
                  <a:lnTo>
                    <a:pt x="4027264" y="328785"/>
                  </a:lnTo>
                  <a:lnTo>
                    <a:pt x="4027924" y="338189"/>
                  </a:lnTo>
                  <a:lnTo>
                    <a:pt x="4028585" y="368547"/>
                  </a:lnTo>
                  <a:lnTo>
                    <a:pt x="4029245" y="417500"/>
                  </a:lnTo>
                  <a:lnTo>
                    <a:pt x="4029906" y="489999"/>
                  </a:lnTo>
                  <a:lnTo>
                    <a:pt x="4030566" y="564062"/>
                  </a:lnTo>
                  <a:lnTo>
                    <a:pt x="4031227" y="618175"/>
                  </a:lnTo>
                  <a:lnTo>
                    <a:pt x="4031887" y="660979"/>
                  </a:lnTo>
                  <a:lnTo>
                    <a:pt x="4032548" y="708682"/>
                  </a:lnTo>
                  <a:lnTo>
                    <a:pt x="4033209" y="761715"/>
                  </a:lnTo>
                  <a:lnTo>
                    <a:pt x="4033869" y="796105"/>
                  </a:lnTo>
                  <a:lnTo>
                    <a:pt x="4034530" y="816831"/>
                  </a:lnTo>
                  <a:lnTo>
                    <a:pt x="4035190" y="828950"/>
                  </a:lnTo>
                  <a:lnTo>
                    <a:pt x="4035851" y="841789"/>
                  </a:lnTo>
                  <a:lnTo>
                    <a:pt x="4036511" y="831938"/>
                  </a:lnTo>
                  <a:lnTo>
                    <a:pt x="4037172" y="782203"/>
                  </a:lnTo>
                  <a:lnTo>
                    <a:pt x="4037832" y="706003"/>
                  </a:lnTo>
                  <a:lnTo>
                    <a:pt x="4038493" y="611393"/>
                  </a:lnTo>
                  <a:lnTo>
                    <a:pt x="4039153" y="525802"/>
                  </a:lnTo>
                  <a:lnTo>
                    <a:pt x="4039814" y="466899"/>
                  </a:lnTo>
                  <a:lnTo>
                    <a:pt x="4040474" y="434424"/>
                  </a:lnTo>
                  <a:lnTo>
                    <a:pt x="4041135" y="426229"/>
                  </a:lnTo>
                  <a:lnTo>
                    <a:pt x="4041795" y="445723"/>
                  </a:lnTo>
                  <a:lnTo>
                    <a:pt x="4042456" y="486901"/>
                  </a:lnTo>
                  <a:lnTo>
                    <a:pt x="4043117" y="538025"/>
                  </a:lnTo>
                  <a:lnTo>
                    <a:pt x="4043777" y="576158"/>
                  </a:lnTo>
                  <a:lnTo>
                    <a:pt x="4044438" y="591055"/>
                  </a:lnTo>
                  <a:lnTo>
                    <a:pt x="4045098" y="573350"/>
                  </a:lnTo>
                  <a:lnTo>
                    <a:pt x="4045759" y="545153"/>
                  </a:lnTo>
                  <a:lnTo>
                    <a:pt x="4046419" y="516198"/>
                  </a:lnTo>
                  <a:lnTo>
                    <a:pt x="4047080" y="494082"/>
                  </a:lnTo>
                  <a:lnTo>
                    <a:pt x="4047740" y="474748"/>
                  </a:lnTo>
                  <a:lnTo>
                    <a:pt x="4048401" y="459750"/>
                  </a:lnTo>
                  <a:lnTo>
                    <a:pt x="4049061" y="463100"/>
                  </a:lnTo>
                  <a:lnTo>
                    <a:pt x="4049722" y="463234"/>
                  </a:lnTo>
                  <a:lnTo>
                    <a:pt x="4050382" y="484564"/>
                  </a:lnTo>
                  <a:lnTo>
                    <a:pt x="4051043" y="538084"/>
                  </a:lnTo>
                  <a:lnTo>
                    <a:pt x="4051703" y="613917"/>
                  </a:lnTo>
                  <a:lnTo>
                    <a:pt x="4052364" y="662893"/>
                  </a:lnTo>
                  <a:lnTo>
                    <a:pt x="4053025" y="717205"/>
                  </a:lnTo>
                  <a:lnTo>
                    <a:pt x="4053685" y="736493"/>
                  </a:lnTo>
                  <a:lnTo>
                    <a:pt x="4054346" y="715767"/>
                  </a:lnTo>
                  <a:lnTo>
                    <a:pt x="4055006" y="691358"/>
                  </a:lnTo>
                  <a:lnTo>
                    <a:pt x="4055667" y="666483"/>
                  </a:lnTo>
                  <a:lnTo>
                    <a:pt x="4056327" y="604473"/>
                  </a:lnTo>
                  <a:lnTo>
                    <a:pt x="4056988" y="547084"/>
                  </a:lnTo>
                  <a:lnTo>
                    <a:pt x="4057648" y="534992"/>
                  </a:lnTo>
                  <a:lnTo>
                    <a:pt x="4058309" y="533141"/>
                  </a:lnTo>
                  <a:lnTo>
                    <a:pt x="4058969" y="536563"/>
                  </a:lnTo>
                  <a:lnTo>
                    <a:pt x="4059630" y="558393"/>
                  </a:lnTo>
                  <a:lnTo>
                    <a:pt x="4060290" y="588657"/>
                  </a:lnTo>
                  <a:lnTo>
                    <a:pt x="4060951" y="579945"/>
                  </a:lnTo>
                  <a:lnTo>
                    <a:pt x="4061611" y="575353"/>
                  </a:lnTo>
                  <a:lnTo>
                    <a:pt x="4062272" y="566453"/>
                  </a:lnTo>
                  <a:lnTo>
                    <a:pt x="4062932" y="541329"/>
                  </a:lnTo>
                  <a:lnTo>
                    <a:pt x="4063593" y="499041"/>
                  </a:lnTo>
                  <a:lnTo>
                    <a:pt x="4064254" y="453820"/>
                  </a:lnTo>
                  <a:lnTo>
                    <a:pt x="4064914" y="425088"/>
                  </a:lnTo>
                  <a:lnTo>
                    <a:pt x="4065575" y="413556"/>
                  </a:lnTo>
                  <a:lnTo>
                    <a:pt x="4066235" y="431117"/>
                  </a:lnTo>
                  <a:lnTo>
                    <a:pt x="4066896" y="484855"/>
                  </a:lnTo>
                  <a:lnTo>
                    <a:pt x="4067556" y="564771"/>
                  </a:lnTo>
                  <a:lnTo>
                    <a:pt x="4068217" y="626567"/>
                  </a:lnTo>
                  <a:lnTo>
                    <a:pt x="4068877" y="681318"/>
                  </a:lnTo>
                  <a:lnTo>
                    <a:pt x="4069538" y="689945"/>
                  </a:lnTo>
                  <a:lnTo>
                    <a:pt x="4070198" y="675041"/>
                  </a:lnTo>
                  <a:lnTo>
                    <a:pt x="4070859" y="656295"/>
                  </a:lnTo>
                  <a:lnTo>
                    <a:pt x="4071519" y="635301"/>
                  </a:lnTo>
                  <a:lnTo>
                    <a:pt x="4072180" y="596634"/>
                  </a:lnTo>
                  <a:lnTo>
                    <a:pt x="4072840" y="558582"/>
                  </a:lnTo>
                  <a:lnTo>
                    <a:pt x="4073501" y="491684"/>
                  </a:lnTo>
                  <a:lnTo>
                    <a:pt x="4074162" y="438593"/>
                  </a:lnTo>
                  <a:lnTo>
                    <a:pt x="4074822" y="424461"/>
                  </a:lnTo>
                  <a:lnTo>
                    <a:pt x="4075483" y="433978"/>
                  </a:lnTo>
                  <a:lnTo>
                    <a:pt x="4076143" y="464045"/>
                  </a:lnTo>
                  <a:lnTo>
                    <a:pt x="4076804" y="517940"/>
                  </a:lnTo>
                  <a:lnTo>
                    <a:pt x="4077464" y="571957"/>
                  </a:lnTo>
                  <a:lnTo>
                    <a:pt x="4078125" y="573018"/>
                  </a:lnTo>
                  <a:lnTo>
                    <a:pt x="4078785" y="560037"/>
                  </a:lnTo>
                  <a:lnTo>
                    <a:pt x="4079446" y="529533"/>
                  </a:lnTo>
                  <a:lnTo>
                    <a:pt x="4080106" y="497311"/>
                  </a:lnTo>
                  <a:lnTo>
                    <a:pt x="4080767" y="464090"/>
                  </a:lnTo>
                  <a:lnTo>
                    <a:pt x="4081427" y="439872"/>
                  </a:lnTo>
                  <a:lnTo>
                    <a:pt x="4082088" y="402985"/>
                  </a:lnTo>
                  <a:lnTo>
                    <a:pt x="4082748" y="381955"/>
                  </a:lnTo>
                  <a:lnTo>
                    <a:pt x="4083409" y="379275"/>
                  </a:lnTo>
                  <a:lnTo>
                    <a:pt x="4084070" y="378576"/>
                  </a:lnTo>
                  <a:lnTo>
                    <a:pt x="4084730" y="394588"/>
                  </a:lnTo>
                  <a:lnTo>
                    <a:pt x="4085391" y="442741"/>
                  </a:lnTo>
                  <a:lnTo>
                    <a:pt x="4086051" y="495793"/>
                  </a:lnTo>
                  <a:lnTo>
                    <a:pt x="4086712" y="548663"/>
                  </a:lnTo>
                  <a:lnTo>
                    <a:pt x="4087372" y="634721"/>
                  </a:lnTo>
                  <a:lnTo>
                    <a:pt x="4088033" y="721679"/>
                  </a:lnTo>
                  <a:lnTo>
                    <a:pt x="4088693" y="713020"/>
                  </a:lnTo>
                  <a:lnTo>
                    <a:pt x="4089354" y="658357"/>
                  </a:lnTo>
                  <a:lnTo>
                    <a:pt x="4090014" y="589079"/>
                  </a:lnTo>
                  <a:lnTo>
                    <a:pt x="4090675" y="516795"/>
                  </a:lnTo>
                  <a:lnTo>
                    <a:pt x="4091335" y="469139"/>
                  </a:lnTo>
                  <a:lnTo>
                    <a:pt x="4091996" y="453603"/>
                  </a:lnTo>
                  <a:lnTo>
                    <a:pt x="4092656" y="456353"/>
                  </a:lnTo>
                  <a:lnTo>
                    <a:pt x="4093317" y="485584"/>
                  </a:lnTo>
                  <a:lnTo>
                    <a:pt x="4093977" y="541982"/>
                  </a:lnTo>
                  <a:lnTo>
                    <a:pt x="4094638" y="583645"/>
                  </a:lnTo>
                  <a:lnTo>
                    <a:pt x="4095299" y="604696"/>
                  </a:lnTo>
                  <a:lnTo>
                    <a:pt x="4095959" y="628989"/>
                  </a:lnTo>
                  <a:lnTo>
                    <a:pt x="4096620" y="645172"/>
                  </a:lnTo>
                  <a:lnTo>
                    <a:pt x="4097280" y="661070"/>
                  </a:lnTo>
                  <a:lnTo>
                    <a:pt x="4097941" y="699991"/>
                  </a:lnTo>
                  <a:lnTo>
                    <a:pt x="4098601" y="777489"/>
                  </a:lnTo>
                  <a:lnTo>
                    <a:pt x="4099262" y="862776"/>
                  </a:lnTo>
                  <a:lnTo>
                    <a:pt x="4099922" y="872054"/>
                  </a:lnTo>
                  <a:lnTo>
                    <a:pt x="4100583" y="786288"/>
                  </a:lnTo>
                  <a:lnTo>
                    <a:pt x="4101243" y="642353"/>
                  </a:lnTo>
                  <a:lnTo>
                    <a:pt x="4101904" y="529761"/>
                  </a:lnTo>
                  <a:lnTo>
                    <a:pt x="4102564" y="451483"/>
                  </a:lnTo>
                  <a:lnTo>
                    <a:pt x="4103225" y="402514"/>
                  </a:lnTo>
                  <a:lnTo>
                    <a:pt x="4103885" y="385001"/>
                  </a:lnTo>
                  <a:lnTo>
                    <a:pt x="4104546" y="404440"/>
                  </a:lnTo>
                  <a:lnTo>
                    <a:pt x="4105207" y="436951"/>
                  </a:lnTo>
                  <a:lnTo>
                    <a:pt x="4105867" y="481286"/>
                  </a:lnTo>
                  <a:lnTo>
                    <a:pt x="4106528" y="531417"/>
                  </a:lnTo>
                  <a:lnTo>
                    <a:pt x="4107188" y="586140"/>
                  </a:lnTo>
                  <a:lnTo>
                    <a:pt x="4107849" y="618097"/>
                  </a:lnTo>
                  <a:lnTo>
                    <a:pt x="4108509" y="629882"/>
                  </a:lnTo>
                  <a:lnTo>
                    <a:pt x="4109170" y="612537"/>
                  </a:lnTo>
                  <a:lnTo>
                    <a:pt x="4109830" y="598810"/>
                  </a:lnTo>
                  <a:lnTo>
                    <a:pt x="4110491" y="583922"/>
                  </a:lnTo>
                  <a:lnTo>
                    <a:pt x="4111151" y="577639"/>
                  </a:lnTo>
                  <a:lnTo>
                    <a:pt x="4111812" y="573018"/>
                  </a:lnTo>
                  <a:lnTo>
                    <a:pt x="4112472" y="588376"/>
                  </a:lnTo>
                  <a:lnTo>
                    <a:pt x="4113133" y="604399"/>
                  </a:lnTo>
                  <a:lnTo>
                    <a:pt x="4113793" y="620367"/>
                  </a:lnTo>
                  <a:lnTo>
                    <a:pt x="4114454" y="647500"/>
                  </a:lnTo>
                  <a:lnTo>
                    <a:pt x="4115115" y="705790"/>
                  </a:lnTo>
                  <a:lnTo>
                    <a:pt x="4115775" y="723716"/>
                  </a:lnTo>
                  <a:lnTo>
                    <a:pt x="4116436" y="705471"/>
                  </a:lnTo>
                  <a:lnTo>
                    <a:pt x="4117096" y="674183"/>
                  </a:lnTo>
                  <a:lnTo>
                    <a:pt x="4117757" y="633236"/>
                  </a:lnTo>
                  <a:lnTo>
                    <a:pt x="4118417" y="602548"/>
                  </a:lnTo>
                  <a:lnTo>
                    <a:pt x="4119078" y="575018"/>
                  </a:lnTo>
                  <a:lnTo>
                    <a:pt x="4119738" y="569585"/>
                  </a:lnTo>
                  <a:lnTo>
                    <a:pt x="4120399" y="575018"/>
                  </a:lnTo>
                  <a:lnTo>
                    <a:pt x="4121059" y="562266"/>
                  </a:lnTo>
                  <a:lnTo>
                    <a:pt x="4121720" y="534238"/>
                  </a:lnTo>
                  <a:lnTo>
                    <a:pt x="4122380" y="540914"/>
                  </a:lnTo>
                  <a:lnTo>
                    <a:pt x="4123041" y="562458"/>
                  </a:lnTo>
                  <a:lnTo>
                    <a:pt x="4123701" y="583163"/>
                  </a:lnTo>
                  <a:lnTo>
                    <a:pt x="4124362" y="625044"/>
                  </a:lnTo>
                  <a:lnTo>
                    <a:pt x="4125023" y="686841"/>
                  </a:lnTo>
                  <a:lnTo>
                    <a:pt x="4125683" y="733655"/>
                  </a:lnTo>
                  <a:lnTo>
                    <a:pt x="4126344" y="730032"/>
                  </a:lnTo>
                  <a:lnTo>
                    <a:pt x="4127004" y="683967"/>
                  </a:lnTo>
                  <a:lnTo>
                    <a:pt x="4127665" y="631513"/>
                  </a:lnTo>
                  <a:lnTo>
                    <a:pt x="4128325" y="552774"/>
                  </a:lnTo>
                  <a:lnTo>
                    <a:pt x="4128986" y="504610"/>
                  </a:lnTo>
                  <a:lnTo>
                    <a:pt x="4129646" y="484370"/>
                  </a:lnTo>
                  <a:lnTo>
                    <a:pt x="4130307" y="497209"/>
                  </a:lnTo>
                  <a:lnTo>
                    <a:pt x="4130967" y="527944"/>
                  </a:lnTo>
                  <a:lnTo>
                    <a:pt x="4131628" y="597575"/>
                  </a:lnTo>
                  <a:lnTo>
                    <a:pt x="4132288" y="648541"/>
                  </a:lnTo>
                  <a:lnTo>
                    <a:pt x="4132949" y="642523"/>
                  </a:lnTo>
                  <a:lnTo>
                    <a:pt x="4133609" y="550313"/>
                  </a:lnTo>
                  <a:lnTo>
                    <a:pt x="4134270" y="462606"/>
                  </a:lnTo>
                  <a:lnTo>
                    <a:pt x="4134930" y="401899"/>
                  </a:lnTo>
                  <a:lnTo>
                    <a:pt x="4135591" y="368869"/>
                  </a:lnTo>
                  <a:lnTo>
                    <a:pt x="4136252" y="341056"/>
                  </a:lnTo>
                  <a:lnTo>
                    <a:pt x="4136912" y="325958"/>
                  </a:lnTo>
                  <a:lnTo>
                    <a:pt x="4137573" y="323023"/>
                  </a:lnTo>
                  <a:lnTo>
                    <a:pt x="4138233" y="329455"/>
                  </a:lnTo>
                  <a:lnTo>
                    <a:pt x="4138894" y="346966"/>
                  </a:lnTo>
                  <a:lnTo>
                    <a:pt x="4139554" y="389045"/>
                  </a:lnTo>
                  <a:lnTo>
                    <a:pt x="4140215" y="446908"/>
                  </a:lnTo>
                  <a:lnTo>
                    <a:pt x="4140875" y="503000"/>
                  </a:lnTo>
                  <a:lnTo>
                    <a:pt x="4141536" y="534528"/>
                  </a:lnTo>
                  <a:lnTo>
                    <a:pt x="4142196" y="531245"/>
                  </a:lnTo>
                  <a:lnTo>
                    <a:pt x="4142857" y="503778"/>
                  </a:lnTo>
                  <a:lnTo>
                    <a:pt x="4143517" y="488716"/>
                  </a:lnTo>
                  <a:lnTo>
                    <a:pt x="4144178" y="476911"/>
                  </a:lnTo>
                  <a:lnTo>
                    <a:pt x="4144838" y="471490"/>
                  </a:lnTo>
                  <a:lnTo>
                    <a:pt x="4145499" y="472556"/>
                  </a:lnTo>
                  <a:lnTo>
                    <a:pt x="4146160" y="480329"/>
                  </a:lnTo>
                  <a:lnTo>
                    <a:pt x="4146820" y="506543"/>
                  </a:lnTo>
                  <a:lnTo>
                    <a:pt x="4147481" y="558078"/>
                  </a:lnTo>
                  <a:lnTo>
                    <a:pt x="4148141" y="609269"/>
                  </a:lnTo>
                  <a:lnTo>
                    <a:pt x="4148802" y="639814"/>
                  </a:lnTo>
                  <a:lnTo>
                    <a:pt x="4149462" y="686841"/>
                  </a:lnTo>
                  <a:lnTo>
                    <a:pt x="4150123" y="712911"/>
                  </a:lnTo>
                  <a:lnTo>
                    <a:pt x="4150783" y="725653"/>
                  </a:lnTo>
                  <a:lnTo>
                    <a:pt x="4151444" y="772447"/>
                  </a:lnTo>
                  <a:lnTo>
                    <a:pt x="4152104" y="864270"/>
                  </a:lnTo>
                  <a:lnTo>
                    <a:pt x="4152765" y="942328"/>
                  </a:lnTo>
                  <a:lnTo>
                    <a:pt x="4153425" y="982090"/>
                  </a:lnTo>
                  <a:lnTo>
                    <a:pt x="4154086" y="995803"/>
                  </a:lnTo>
                  <a:lnTo>
                    <a:pt x="4154746" y="989009"/>
                  </a:lnTo>
                  <a:lnTo>
                    <a:pt x="4155407" y="969016"/>
                  </a:lnTo>
                  <a:lnTo>
                    <a:pt x="4156068" y="953163"/>
                  </a:lnTo>
                  <a:lnTo>
                    <a:pt x="4156728" y="973399"/>
                  </a:lnTo>
                  <a:lnTo>
                    <a:pt x="4157389" y="996401"/>
                  </a:lnTo>
                  <a:lnTo>
                    <a:pt x="4158049" y="977011"/>
                  </a:lnTo>
                  <a:lnTo>
                    <a:pt x="4158710" y="921377"/>
                  </a:lnTo>
                  <a:lnTo>
                    <a:pt x="4159370" y="902093"/>
                  </a:lnTo>
                  <a:lnTo>
                    <a:pt x="4160031" y="907719"/>
                  </a:lnTo>
                  <a:lnTo>
                    <a:pt x="4160691" y="935250"/>
                  </a:lnTo>
                  <a:lnTo>
                    <a:pt x="4161352" y="973952"/>
                  </a:lnTo>
                  <a:lnTo>
                    <a:pt x="4162012" y="1032479"/>
                  </a:lnTo>
                  <a:lnTo>
                    <a:pt x="4162673" y="1044307"/>
                  </a:lnTo>
                  <a:lnTo>
                    <a:pt x="4163333" y="1014340"/>
                  </a:lnTo>
                  <a:lnTo>
                    <a:pt x="4163994" y="969016"/>
                  </a:lnTo>
                  <a:lnTo>
                    <a:pt x="4164654" y="962567"/>
                  </a:lnTo>
                  <a:lnTo>
                    <a:pt x="4165315" y="954451"/>
                  </a:lnTo>
                  <a:lnTo>
                    <a:pt x="4165975" y="893861"/>
                  </a:lnTo>
                  <a:lnTo>
                    <a:pt x="4166636" y="826321"/>
                  </a:lnTo>
                  <a:lnTo>
                    <a:pt x="4167297" y="764196"/>
                  </a:lnTo>
                  <a:lnTo>
                    <a:pt x="4167957" y="718763"/>
                  </a:lnTo>
                  <a:lnTo>
                    <a:pt x="4168618" y="703350"/>
                  </a:lnTo>
                  <a:lnTo>
                    <a:pt x="4169278" y="725767"/>
                  </a:lnTo>
                  <a:lnTo>
                    <a:pt x="4169939" y="761585"/>
                  </a:lnTo>
                  <a:lnTo>
                    <a:pt x="4170599" y="834790"/>
                  </a:lnTo>
                  <a:lnTo>
                    <a:pt x="4171260" y="930233"/>
                  </a:lnTo>
                  <a:lnTo>
                    <a:pt x="4171920" y="980104"/>
                  </a:lnTo>
                  <a:lnTo>
                    <a:pt x="4172581" y="972022"/>
                  </a:lnTo>
                  <a:lnTo>
                    <a:pt x="4173241" y="940849"/>
                  </a:lnTo>
                  <a:lnTo>
                    <a:pt x="4173902" y="900811"/>
                  </a:lnTo>
                  <a:lnTo>
                    <a:pt x="4174562" y="863336"/>
                  </a:lnTo>
                  <a:lnTo>
                    <a:pt x="4175223" y="821777"/>
                  </a:lnTo>
                  <a:lnTo>
                    <a:pt x="4175883" y="782064"/>
                  </a:lnTo>
                  <a:lnTo>
                    <a:pt x="4176544" y="764590"/>
                  </a:lnTo>
                  <a:lnTo>
                    <a:pt x="4177205" y="733890"/>
                  </a:lnTo>
                  <a:lnTo>
                    <a:pt x="4177865" y="718763"/>
                  </a:lnTo>
                  <a:lnTo>
                    <a:pt x="4178526" y="713349"/>
                  </a:lnTo>
                  <a:lnTo>
                    <a:pt x="4179186" y="676669"/>
                  </a:lnTo>
                  <a:lnTo>
                    <a:pt x="4179847" y="568341"/>
                  </a:lnTo>
                  <a:lnTo>
                    <a:pt x="4180507" y="490345"/>
                  </a:lnTo>
                  <a:lnTo>
                    <a:pt x="4181168" y="429199"/>
                  </a:lnTo>
                  <a:lnTo>
                    <a:pt x="4181828" y="399130"/>
                  </a:lnTo>
                  <a:lnTo>
                    <a:pt x="4182489" y="399059"/>
                  </a:lnTo>
                  <a:lnTo>
                    <a:pt x="4183149" y="455389"/>
                  </a:lnTo>
                  <a:lnTo>
                    <a:pt x="4183810" y="518924"/>
                  </a:lnTo>
                  <a:lnTo>
                    <a:pt x="4184470" y="579197"/>
                  </a:lnTo>
                  <a:lnTo>
                    <a:pt x="4185131" y="611164"/>
                  </a:lnTo>
                  <a:lnTo>
                    <a:pt x="4185791" y="644915"/>
                  </a:lnTo>
                  <a:lnTo>
                    <a:pt x="4186452" y="668062"/>
                  </a:lnTo>
                  <a:lnTo>
                    <a:pt x="4187113" y="695436"/>
                  </a:lnTo>
                  <a:lnTo>
                    <a:pt x="4187773" y="624565"/>
                  </a:lnTo>
                  <a:lnTo>
                    <a:pt x="4188434" y="552589"/>
                  </a:lnTo>
                  <a:lnTo>
                    <a:pt x="4189094" y="485828"/>
                  </a:lnTo>
                  <a:lnTo>
                    <a:pt x="4189755" y="440162"/>
                  </a:lnTo>
                  <a:lnTo>
                    <a:pt x="4190415" y="411866"/>
                  </a:lnTo>
                  <a:lnTo>
                    <a:pt x="4191076" y="434505"/>
                  </a:lnTo>
                  <a:lnTo>
                    <a:pt x="4191736" y="469139"/>
                  </a:lnTo>
                  <a:lnTo>
                    <a:pt x="4192397" y="494383"/>
                  </a:lnTo>
                  <a:lnTo>
                    <a:pt x="4193057" y="484273"/>
                  </a:lnTo>
                  <a:lnTo>
                    <a:pt x="4193718" y="472138"/>
                  </a:lnTo>
                  <a:lnTo>
                    <a:pt x="4194378" y="460729"/>
                  </a:lnTo>
                  <a:lnTo>
                    <a:pt x="4195039" y="465672"/>
                  </a:lnTo>
                  <a:lnTo>
                    <a:pt x="4195699" y="492681"/>
                  </a:lnTo>
                  <a:lnTo>
                    <a:pt x="4196360" y="540381"/>
                  </a:lnTo>
                  <a:lnTo>
                    <a:pt x="4197021" y="578857"/>
                  </a:lnTo>
                  <a:lnTo>
                    <a:pt x="4197681" y="610936"/>
                  </a:lnTo>
                  <a:lnTo>
                    <a:pt x="4198342" y="642778"/>
                  </a:lnTo>
                  <a:lnTo>
                    <a:pt x="4199002" y="656116"/>
                  </a:lnTo>
                  <a:lnTo>
                    <a:pt x="4199663" y="623371"/>
                  </a:lnTo>
                  <a:lnTo>
                    <a:pt x="4200323" y="562394"/>
                  </a:lnTo>
                  <a:lnTo>
                    <a:pt x="4200984" y="504870"/>
                  </a:lnTo>
                  <a:lnTo>
                    <a:pt x="4201644" y="433250"/>
                  </a:lnTo>
                  <a:lnTo>
                    <a:pt x="4202305" y="369866"/>
                  </a:lnTo>
                  <a:lnTo>
                    <a:pt x="4202965" y="351520"/>
                  </a:lnTo>
                  <a:lnTo>
                    <a:pt x="4203626" y="363522"/>
                  </a:lnTo>
                  <a:lnTo>
                    <a:pt x="4204286" y="386126"/>
                  </a:lnTo>
                  <a:lnTo>
                    <a:pt x="4204947" y="434505"/>
                  </a:lnTo>
                  <a:lnTo>
                    <a:pt x="4205607" y="515818"/>
                  </a:lnTo>
                  <a:lnTo>
                    <a:pt x="4206268" y="580285"/>
                  </a:lnTo>
                  <a:lnTo>
                    <a:pt x="4206928" y="628017"/>
                  </a:lnTo>
                  <a:lnTo>
                    <a:pt x="4207589" y="671435"/>
                  </a:lnTo>
                  <a:lnTo>
                    <a:pt x="4208250" y="677728"/>
                  </a:lnTo>
                  <a:lnTo>
                    <a:pt x="4208910" y="655848"/>
                  </a:lnTo>
                  <a:lnTo>
                    <a:pt x="4209571" y="644829"/>
                  </a:lnTo>
                  <a:lnTo>
                    <a:pt x="4210231" y="647068"/>
                  </a:lnTo>
                  <a:lnTo>
                    <a:pt x="4210892" y="651687"/>
                  </a:lnTo>
                  <a:lnTo>
                    <a:pt x="4211552" y="652832"/>
                  </a:lnTo>
                  <a:lnTo>
                    <a:pt x="4212213" y="637047"/>
                  </a:lnTo>
                  <a:lnTo>
                    <a:pt x="4212873" y="606113"/>
                  </a:lnTo>
                  <a:lnTo>
                    <a:pt x="4213534" y="568015"/>
                  </a:lnTo>
                  <a:lnTo>
                    <a:pt x="4214194" y="545153"/>
                  </a:lnTo>
                  <a:lnTo>
                    <a:pt x="4214855" y="544012"/>
                  </a:lnTo>
                  <a:lnTo>
                    <a:pt x="4215515" y="561309"/>
                  </a:lnTo>
                  <a:lnTo>
                    <a:pt x="4216176" y="594332"/>
                  </a:lnTo>
                  <a:lnTo>
                    <a:pt x="4216836" y="654425"/>
                  </a:lnTo>
                  <a:lnTo>
                    <a:pt x="4217497" y="728295"/>
                  </a:lnTo>
                  <a:lnTo>
                    <a:pt x="4218158" y="799355"/>
                  </a:lnTo>
                  <a:lnTo>
                    <a:pt x="4218818" y="843871"/>
                  </a:lnTo>
                  <a:lnTo>
                    <a:pt x="4219479" y="844917"/>
                  </a:lnTo>
                  <a:lnTo>
                    <a:pt x="4220139" y="796251"/>
                  </a:lnTo>
                  <a:lnTo>
                    <a:pt x="4220800" y="737684"/>
                  </a:lnTo>
                  <a:lnTo>
                    <a:pt x="4221460" y="688038"/>
                  </a:lnTo>
                  <a:lnTo>
                    <a:pt x="4222121" y="666761"/>
                  </a:lnTo>
                  <a:lnTo>
                    <a:pt x="4222781" y="633153"/>
                  </a:lnTo>
                  <a:lnTo>
                    <a:pt x="4223442" y="594762"/>
                  </a:lnTo>
                  <a:lnTo>
                    <a:pt x="4224102" y="554635"/>
                  </a:lnTo>
                  <a:lnTo>
                    <a:pt x="4224763" y="518158"/>
                  </a:lnTo>
                  <a:lnTo>
                    <a:pt x="4225423" y="471166"/>
                  </a:lnTo>
                  <a:lnTo>
                    <a:pt x="4226084" y="437483"/>
                  </a:lnTo>
                  <a:lnTo>
                    <a:pt x="4226744" y="428087"/>
                  </a:lnTo>
                  <a:lnTo>
                    <a:pt x="4227405" y="434749"/>
                  </a:lnTo>
                  <a:lnTo>
                    <a:pt x="4228066" y="456748"/>
                  </a:lnTo>
                  <a:lnTo>
                    <a:pt x="4228726" y="493881"/>
                  </a:lnTo>
                  <a:lnTo>
                    <a:pt x="4229387" y="536504"/>
                  </a:lnTo>
                  <a:lnTo>
                    <a:pt x="4230047" y="551726"/>
                  </a:lnTo>
                  <a:lnTo>
                    <a:pt x="4230708" y="543473"/>
                  </a:lnTo>
                  <a:lnTo>
                    <a:pt x="4231368" y="518596"/>
                  </a:lnTo>
                  <a:lnTo>
                    <a:pt x="4232029" y="502948"/>
                  </a:lnTo>
                  <a:lnTo>
                    <a:pt x="4232689" y="512532"/>
                  </a:lnTo>
                  <a:lnTo>
                    <a:pt x="4233350" y="545333"/>
                  </a:lnTo>
                  <a:lnTo>
                    <a:pt x="4234010" y="586558"/>
                  </a:lnTo>
                  <a:lnTo>
                    <a:pt x="4234671" y="609950"/>
                  </a:lnTo>
                  <a:lnTo>
                    <a:pt x="4235331" y="612996"/>
                  </a:lnTo>
                  <a:lnTo>
                    <a:pt x="4235992" y="591977"/>
                  </a:lnTo>
                  <a:lnTo>
                    <a:pt x="4236652" y="563869"/>
                  </a:lnTo>
                  <a:lnTo>
                    <a:pt x="4237313" y="529021"/>
                  </a:lnTo>
                  <a:lnTo>
                    <a:pt x="4237973" y="511836"/>
                  </a:lnTo>
                  <a:lnTo>
                    <a:pt x="4238634" y="517122"/>
                  </a:lnTo>
                  <a:lnTo>
                    <a:pt x="4239295" y="540558"/>
                  </a:lnTo>
                  <a:lnTo>
                    <a:pt x="4239955" y="580013"/>
                  </a:lnTo>
                  <a:lnTo>
                    <a:pt x="4240616" y="644143"/>
                  </a:lnTo>
                  <a:lnTo>
                    <a:pt x="4241276" y="746903"/>
                  </a:lnTo>
                  <a:lnTo>
                    <a:pt x="4241937" y="836820"/>
                  </a:lnTo>
                  <a:lnTo>
                    <a:pt x="4242597" y="852535"/>
                  </a:lnTo>
                  <a:lnTo>
                    <a:pt x="4243258" y="813216"/>
                  </a:lnTo>
                  <a:lnTo>
                    <a:pt x="4243918" y="769759"/>
                  </a:lnTo>
                  <a:lnTo>
                    <a:pt x="4244579" y="751503"/>
                  </a:lnTo>
                  <a:lnTo>
                    <a:pt x="4245239" y="777764"/>
                  </a:lnTo>
                  <a:lnTo>
                    <a:pt x="4245900" y="840754"/>
                  </a:lnTo>
                  <a:lnTo>
                    <a:pt x="4246560" y="926704"/>
                  </a:lnTo>
                  <a:lnTo>
                    <a:pt x="4247221" y="1048242"/>
                  </a:lnTo>
                  <a:lnTo>
                    <a:pt x="4247881" y="1093071"/>
                  </a:lnTo>
                  <a:lnTo>
                    <a:pt x="4248542" y="985528"/>
                  </a:lnTo>
                  <a:lnTo>
                    <a:pt x="4249203" y="880853"/>
                  </a:lnTo>
                  <a:lnTo>
                    <a:pt x="4249863" y="812593"/>
                  </a:lnTo>
                  <a:lnTo>
                    <a:pt x="4250524" y="774752"/>
                  </a:lnTo>
                  <a:lnTo>
                    <a:pt x="4251184" y="756946"/>
                  </a:lnTo>
                  <a:lnTo>
                    <a:pt x="4251845" y="758227"/>
                  </a:lnTo>
                  <a:lnTo>
                    <a:pt x="4252505" y="769224"/>
                  </a:lnTo>
                  <a:lnTo>
                    <a:pt x="4253166" y="781366"/>
                  </a:lnTo>
                  <a:lnTo>
                    <a:pt x="4253826" y="802043"/>
                  </a:lnTo>
                  <a:lnTo>
                    <a:pt x="4254487" y="834959"/>
                  </a:lnTo>
                  <a:lnTo>
                    <a:pt x="4255147" y="868991"/>
                  </a:lnTo>
                  <a:lnTo>
                    <a:pt x="4255808" y="904676"/>
                  </a:lnTo>
                  <a:lnTo>
                    <a:pt x="4256468" y="917730"/>
                  </a:lnTo>
                  <a:lnTo>
                    <a:pt x="4257129" y="891169"/>
                  </a:lnTo>
                  <a:lnTo>
                    <a:pt x="4257789" y="817781"/>
                  </a:lnTo>
                  <a:lnTo>
                    <a:pt x="4258450" y="761066"/>
                  </a:lnTo>
                  <a:lnTo>
                    <a:pt x="4259111" y="696053"/>
                  </a:lnTo>
                  <a:lnTo>
                    <a:pt x="4259771" y="602106"/>
                  </a:lnTo>
                  <a:lnTo>
                    <a:pt x="4260432" y="516035"/>
                  </a:lnTo>
                  <a:lnTo>
                    <a:pt x="4261092" y="461442"/>
                  </a:lnTo>
                  <a:lnTo>
                    <a:pt x="4261753" y="434830"/>
                  </a:lnTo>
                  <a:lnTo>
                    <a:pt x="4262413" y="422666"/>
                  </a:lnTo>
                  <a:lnTo>
                    <a:pt x="4263074" y="449507"/>
                  </a:lnTo>
                  <a:lnTo>
                    <a:pt x="4263734" y="498633"/>
                  </a:lnTo>
                  <a:lnTo>
                    <a:pt x="4264395" y="531417"/>
                  </a:lnTo>
                  <a:lnTo>
                    <a:pt x="4265055" y="535922"/>
                  </a:lnTo>
                  <a:lnTo>
                    <a:pt x="4265716" y="510876"/>
                  </a:lnTo>
                  <a:lnTo>
                    <a:pt x="4266376" y="460729"/>
                  </a:lnTo>
                  <a:lnTo>
                    <a:pt x="4267037" y="423289"/>
                  </a:lnTo>
                  <a:lnTo>
                    <a:pt x="4267697" y="410261"/>
                  </a:lnTo>
                  <a:lnTo>
                    <a:pt x="4268358" y="401682"/>
                  </a:lnTo>
                  <a:lnTo>
                    <a:pt x="4269019" y="419071"/>
                  </a:lnTo>
                  <a:lnTo>
                    <a:pt x="4269679" y="446950"/>
                  </a:lnTo>
                  <a:lnTo>
                    <a:pt x="4270340" y="471721"/>
                  </a:lnTo>
                  <a:lnTo>
                    <a:pt x="4271000" y="498582"/>
                  </a:lnTo>
                  <a:lnTo>
                    <a:pt x="4271661" y="519583"/>
                  </a:lnTo>
                  <a:lnTo>
                    <a:pt x="4272321" y="512317"/>
                  </a:lnTo>
                  <a:lnTo>
                    <a:pt x="4272982" y="506753"/>
                  </a:lnTo>
                  <a:lnTo>
                    <a:pt x="4273642" y="502845"/>
                  </a:lnTo>
                  <a:lnTo>
                    <a:pt x="4274303" y="501863"/>
                  </a:lnTo>
                  <a:lnTo>
                    <a:pt x="4274963" y="506124"/>
                  </a:lnTo>
                  <a:lnTo>
                    <a:pt x="4275624" y="513712"/>
                  </a:lnTo>
                  <a:lnTo>
                    <a:pt x="4276284" y="519747"/>
                  </a:lnTo>
                  <a:lnTo>
                    <a:pt x="4276945" y="523398"/>
                  </a:lnTo>
                  <a:lnTo>
                    <a:pt x="4277605" y="504401"/>
                  </a:lnTo>
                  <a:lnTo>
                    <a:pt x="4278266" y="480807"/>
                  </a:lnTo>
                  <a:lnTo>
                    <a:pt x="4278926" y="468360"/>
                  </a:lnTo>
                  <a:lnTo>
                    <a:pt x="4279587" y="479090"/>
                  </a:lnTo>
                  <a:lnTo>
                    <a:pt x="4280248" y="487391"/>
                  </a:lnTo>
                  <a:lnTo>
                    <a:pt x="4280908" y="498633"/>
                  </a:lnTo>
                  <a:lnTo>
                    <a:pt x="4281569" y="502018"/>
                  </a:lnTo>
                  <a:lnTo>
                    <a:pt x="4282229" y="517940"/>
                  </a:lnTo>
                  <a:lnTo>
                    <a:pt x="4282890" y="502121"/>
                  </a:lnTo>
                  <a:lnTo>
                    <a:pt x="4283550" y="478235"/>
                  </a:lnTo>
                  <a:lnTo>
                    <a:pt x="4284211" y="453994"/>
                  </a:lnTo>
                  <a:lnTo>
                    <a:pt x="4284871" y="450064"/>
                  </a:lnTo>
                  <a:lnTo>
                    <a:pt x="4285532" y="443871"/>
                  </a:lnTo>
                  <a:lnTo>
                    <a:pt x="4286192" y="464180"/>
                  </a:lnTo>
                  <a:lnTo>
                    <a:pt x="4286853" y="491039"/>
                  </a:lnTo>
                  <a:lnTo>
                    <a:pt x="4287513" y="526759"/>
                  </a:lnTo>
                  <a:lnTo>
                    <a:pt x="4288174" y="563612"/>
                  </a:lnTo>
                  <a:lnTo>
                    <a:pt x="4288834" y="575152"/>
                  </a:lnTo>
                  <a:lnTo>
                    <a:pt x="4289495" y="533372"/>
                  </a:lnTo>
                  <a:lnTo>
                    <a:pt x="4290156" y="499092"/>
                  </a:lnTo>
                  <a:lnTo>
                    <a:pt x="4290816" y="476110"/>
                  </a:lnTo>
                  <a:lnTo>
                    <a:pt x="4291477" y="451440"/>
                  </a:lnTo>
                  <a:lnTo>
                    <a:pt x="4292137" y="432001"/>
                  </a:lnTo>
                  <a:lnTo>
                    <a:pt x="4292798" y="429598"/>
                  </a:lnTo>
                  <a:lnTo>
                    <a:pt x="4293458" y="430037"/>
                  </a:lnTo>
                  <a:lnTo>
                    <a:pt x="4294119" y="434019"/>
                  </a:lnTo>
                  <a:lnTo>
                    <a:pt x="4294779" y="451483"/>
                  </a:lnTo>
                  <a:lnTo>
                    <a:pt x="4295440" y="481526"/>
                  </a:lnTo>
                  <a:lnTo>
                    <a:pt x="4296100" y="516252"/>
                  </a:lnTo>
                  <a:lnTo>
                    <a:pt x="4296761" y="567233"/>
                  </a:lnTo>
                  <a:lnTo>
                    <a:pt x="4297421" y="604994"/>
                  </a:lnTo>
                  <a:lnTo>
                    <a:pt x="4298082" y="643545"/>
                  </a:lnTo>
                  <a:lnTo>
                    <a:pt x="4298742" y="680538"/>
                  </a:lnTo>
                  <a:lnTo>
                    <a:pt x="4299403" y="695436"/>
                  </a:lnTo>
                  <a:lnTo>
                    <a:pt x="4300064" y="673897"/>
                  </a:lnTo>
                  <a:lnTo>
                    <a:pt x="4300724" y="658807"/>
                  </a:lnTo>
                  <a:lnTo>
                    <a:pt x="4301385" y="611926"/>
                  </a:lnTo>
                  <a:lnTo>
                    <a:pt x="4302045" y="554386"/>
                  </a:lnTo>
                  <a:lnTo>
                    <a:pt x="4302706" y="523677"/>
                  </a:lnTo>
                  <a:lnTo>
                    <a:pt x="4303366" y="509866"/>
                  </a:lnTo>
                  <a:lnTo>
                    <a:pt x="4304027" y="518541"/>
                  </a:lnTo>
                  <a:lnTo>
                    <a:pt x="4304687" y="541923"/>
                  </a:lnTo>
                  <a:lnTo>
                    <a:pt x="4305348" y="596562"/>
                  </a:lnTo>
                  <a:lnTo>
                    <a:pt x="4306008" y="659620"/>
                  </a:lnTo>
                  <a:lnTo>
                    <a:pt x="4306669" y="744081"/>
                  </a:lnTo>
                  <a:lnTo>
                    <a:pt x="4307329" y="813373"/>
                  </a:lnTo>
                  <a:lnTo>
                    <a:pt x="4307990" y="849144"/>
                  </a:lnTo>
                  <a:lnTo>
                    <a:pt x="4308650" y="846495"/>
                  </a:lnTo>
                  <a:lnTo>
                    <a:pt x="4309311" y="843871"/>
                  </a:lnTo>
                  <a:lnTo>
                    <a:pt x="4309971" y="836311"/>
                  </a:lnTo>
                  <a:lnTo>
                    <a:pt x="4310632" y="807957"/>
                  </a:lnTo>
                  <a:lnTo>
                    <a:pt x="4311293" y="799802"/>
                  </a:lnTo>
                  <a:lnTo>
                    <a:pt x="4311953" y="807039"/>
                  </a:lnTo>
                  <a:lnTo>
                    <a:pt x="4312614" y="819532"/>
                  </a:lnTo>
                  <a:lnTo>
                    <a:pt x="4313274" y="827632"/>
                  </a:lnTo>
                  <a:lnTo>
                    <a:pt x="4313935" y="844568"/>
                  </a:lnTo>
                  <a:lnTo>
                    <a:pt x="4314595" y="854156"/>
                  </a:lnTo>
                  <a:lnTo>
                    <a:pt x="4315256" y="849144"/>
                  </a:lnTo>
                  <a:lnTo>
                    <a:pt x="4315916" y="831438"/>
                  </a:lnTo>
                  <a:lnTo>
                    <a:pt x="4316577" y="818099"/>
                  </a:lnTo>
                  <a:lnTo>
                    <a:pt x="4317237" y="821294"/>
                  </a:lnTo>
                  <a:lnTo>
                    <a:pt x="4317898" y="834621"/>
                  </a:lnTo>
                  <a:lnTo>
                    <a:pt x="4318558" y="821616"/>
                  </a:lnTo>
                  <a:lnTo>
                    <a:pt x="4319219" y="794493"/>
                  </a:lnTo>
                  <a:lnTo>
                    <a:pt x="4319879" y="760289"/>
                  </a:lnTo>
                  <a:lnTo>
                    <a:pt x="4320540" y="748635"/>
                  </a:lnTo>
                  <a:lnTo>
                    <a:pt x="4321201" y="762627"/>
                  </a:lnTo>
                  <a:lnTo>
                    <a:pt x="4321861" y="826157"/>
                  </a:lnTo>
                  <a:lnTo>
                    <a:pt x="4322522" y="918183"/>
                  </a:lnTo>
                  <a:lnTo>
                    <a:pt x="4323182" y="1055173"/>
                  </a:lnTo>
                  <a:lnTo>
                    <a:pt x="4323843" y="1167104"/>
                  </a:lnTo>
                  <a:lnTo>
                    <a:pt x="4324503" y="1175478"/>
                  </a:lnTo>
                  <a:lnTo>
                    <a:pt x="4325164" y="1092649"/>
                  </a:lnTo>
                  <a:lnTo>
                    <a:pt x="4325824" y="977571"/>
                  </a:lnTo>
                  <a:lnTo>
                    <a:pt x="4326485" y="881449"/>
                  </a:lnTo>
                  <a:lnTo>
                    <a:pt x="4327145" y="823068"/>
                  </a:lnTo>
                  <a:lnTo>
                    <a:pt x="4327806" y="811194"/>
                  </a:lnTo>
                  <a:lnTo>
                    <a:pt x="4328466" y="815411"/>
                  </a:lnTo>
                  <a:lnTo>
                    <a:pt x="4329127" y="853615"/>
                  </a:lnTo>
                  <a:lnTo>
                    <a:pt x="4329787" y="924839"/>
                  </a:lnTo>
                  <a:lnTo>
                    <a:pt x="4330448" y="1020148"/>
                  </a:lnTo>
                  <a:lnTo>
                    <a:pt x="4331109" y="1098189"/>
                  </a:lnTo>
                  <a:lnTo>
                    <a:pt x="4331769" y="1178898"/>
                  </a:lnTo>
                  <a:lnTo>
                    <a:pt x="4332430" y="1250350"/>
                  </a:lnTo>
                  <a:lnTo>
                    <a:pt x="4333090" y="1271862"/>
                  </a:lnTo>
                  <a:lnTo>
                    <a:pt x="4333751" y="1214305"/>
                  </a:lnTo>
                  <a:lnTo>
                    <a:pt x="4334411" y="1166555"/>
                  </a:lnTo>
                  <a:lnTo>
                    <a:pt x="4335072" y="1125752"/>
                  </a:lnTo>
                  <a:lnTo>
                    <a:pt x="4335732" y="1066093"/>
                  </a:lnTo>
                  <a:lnTo>
                    <a:pt x="4336393" y="955226"/>
                  </a:lnTo>
                  <a:lnTo>
                    <a:pt x="4337053" y="859260"/>
                  </a:lnTo>
                  <a:lnTo>
                    <a:pt x="4337714" y="762757"/>
                  </a:lnTo>
                  <a:lnTo>
                    <a:pt x="4338374" y="689442"/>
                  </a:lnTo>
                  <a:lnTo>
                    <a:pt x="4339035" y="643716"/>
                  </a:lnTo>
                  <a:lnTo>
                    <a:pt x="4339695" y="603213"/>
                  </a:lnTo>
                  <a:lnTo>
                    <a:pt x="4340356" y="547145"/>
                  </a:lnTo>
                  <a:lnTo>
                    <a:pt x="4341017" y="495692"/>
                  </a:lnTo>
                  <a:lnTo>
                    <a:pt x="4341677" y="461532"/>
                  </a:lnTo>
                  <a:lnTo>
                    <a:pt x="4342338" y="424383"/>
                  </a:lnTo>
                  <a:lnTo>
                    <a:pt x="4342998" y="424422"/>
                  </a:lnTo>
                  <a:lnTo>
                    <a:pt x="4343659" y="465264"/>
                  </a:lnTo>
                  <a:lnTo>
                    <a:pt x="4344319" y="534470"/>
                  </a:lnTo>
                  <a:lnTo>
                    <a:pt x="4344980" y="606262"/>
                  </a:lnTo>
                  <a:lnTo>
                    <a:pt x="4345640" y="711494"/>
                  </a:lnTo>
                  <a:lnTo>
                    <a:pt x="4346301" y="759256"/>
                  </a:lnTo>
                  <a:lnTo>
                    <a:pt x="4346961" y="719657"/>
                  </a:lnTo>
                  <a:lnTo>
                    <a:pt x="4347622" y="680343"/>
                  </a:lnTo>
                  <a:lnTo>
                    <a:pt x="4348282" y="676189"/>
                  </a:lnTo>
                  <a:lnTo>
                    <a:pt x="4348943" y="688839"/>
                  </a:lnTo>
                  <a:lnTo>
                    <a:pt x="4349603" y="729799"/>
                  </a:lnTo>
                  <a:lnTo>
                    <a:pt x="4350264" y="810111"/>
                  </a:lnTo>
                  <a:lnTo>
                    <a:pt x="4350924" y="835973"/>
                  </a:lnTo>
                  <a:lnTo>
                    <a:pt x="4351585" y="762366"/>
                  </a:lnTo>
                  <a:lnTo>
                    <a:pt x="4352246" y="661524"/>
                  </a:lnTo>
                  <a:lnTo>
                    <a:pt x="4352906" y="597503"/>
                  </a:lnTo>
                  <a:lnTo>
                    <a:pt x="4353567" y="552527"/>
                  </a:lnTo>
                  <a:lnTo>
                    <a:pt x="4354227" y="556570"/>
                  </a:lnTo>
                  <a:lnTo>
                    <a:pt x="4354888" y="600490"/>
                  </a:lnTo>
                  <a:lnTo>
                    <a:pt x="4355548" y="690348"/>
                  </a:lnTo>
                  <a:lnTo>
                    <a:pt x="4356209" y="761715"/>
                  </a:lnTo>
                  <a:lnTo>
                    <a:pt x="4356869" y="823068"/>
                  </a:lnTo>
                  <a:lnTo>
                    <a:pt x="4357530" y="845793"/>
                  </a:lnTo>
                  <a:lnTo>
                    <a:pt x="4358190" y="855787"/>
                  </a:lnTo>
                  <a:lnTo>
                    <a:pt x="4358851" y="834959"/>
                  </a:lnTo>
                  <a:lnTo>
                    <a:pt x="4359511" y="837160"/>
                  </a:lnTo>
                  <a:lnTo>
                    <a:pt x="4360172" y="845092"/>
                  </a:lnTo>
                  <a:lnTo>
                    <a:pt x="4360832" y="839379"/>
                  </a:lnTo>
                  <a:lnTo>
                    <a:pt x="4361493" y="811504"/>
                  </a:lnTo>
                  <a:lnTo>
                    <a:pt x="4362154" y="802945"/>
                  </a:lnTo>
                  <a:lnTo>
                    <a:pt x="4362814" y="797430"/>
                  </a:lnTo>
                  <a:lnTo>
                    <a:pt x="4363475" y="800846"/>
                  </a:lnTo>
                  <a:lnTo>
                    <a:pt x="4364135" y="818258"/>
                  </a:lnTo>
                  <a:lnTo>
                    <a:pt x="4364796" y="854518"/>
                  </a:lnTo>
                  <a:lnTo>
                    <a:pt x="4365456" y="884250"/>
                  </a:lnTo>
                  <a:lnTo>
                    <a:pt x="4366117" y="909473"/>
                  </a:lnTo>
                  <a:lnTo>
                    <a:pt x="4366777" y="954709"/>
                  </a:lnTo>
                  <a:lnTo>
                    <a:pt x="4367438" y="986973"/>
                  </a:lnTo>
                  <a:lnTo>
                    <a:pt x="4368098" y="998809"/>
                  </a:lnTo>
                  <a:lnTo>
                    <a:pt x="4368759" y="975616"/>
                  </a:lnTo>
                  <a:lnTo>
                    <a:pt x="4369419" y="939133"/>
                  </a:lnTo>
                  <a:lnTo>
                    <a:pt x="4370080" y="889731"/>
                  </a:lnTo>
                  <a:lnTo>
                    <a:pt x="4370740" y="870327"/>
                  </a:lnTo>
                  <a:lnTo>
                    <a:pt x="4371401" y="855423"/>
                  </a:lnTo>
                  <a:lnTo>
                    <a:pt x="4372062" y="857975"/>
                  </a:lnTo>
                  <a:lnTo>
                    <a:pt x="4372722" y="901451"/>
                  </a:lnTo>
                  <a:lnTo>
                    <a:pt x="4373383" y="962567"/>
                  </a:lnTo>
                  <a:lnTo>
                    <a:pt x="4374043" y="934047"/>
                  </a:lnTo>
                  <a:lnTo>
                    <a:pt x="4374704" y="898053"/>
                  </a:lnTo>
                  <a:lnTo>
                    <a:pt x="4375364" y="871093"/>
                  </a:lnTo>
                  <a:lnTo>
                    <a:pt x="4376025" y="864645"/>
                  </a:lnTo>
                  <a:lnTo>
                    <a:pt x="4376685" y="866904"/>
                  </a:lnTo>
                  <a:lnTo>
                    <a:pt x="4377346" y="914801"/>
                  </a:lnTo>
                  <a:lnTo>
                    <a:pt x="4378006" y="985817"/>
                  </a:lnTo>
                  <a:lnTo>
                    <a:pt x="4378667" y="1050413"/>
                  </a:lnTo>
                  <a:lnTo>
                    <a:pt x="4379327" y="1061901"/>
                  </a:lnTo>
                  <a:lnTo>
                    <a:pt x="4379988" y="1033161"/>
                  </a:lnTo>
                  <a:lnTo>
                    <a:pt x="4380648" y="1026412"/>
                  </a:lnTo>
                  <a:lnTo>
                    <a:pt x="4381309" y="1031798"/>
                  </a:lnTo>
                  <a:lnTo>
                    <a:pt x="4381969" y="1045731"/>
                  </a:lnTo>
                  <a:lnTo>
                    <a:pt x="4382630" y="1006778"/>
                  </a:lnTo>
                  <a:lnTo>
                    <a:pt x="4383291" y="962567"/>
                  </a:lnTo>
                  <a:lnTo>
                    <a:pt x="4383951" y="893445"/>
                  </a:lnTo>
                  <a:lnTo>
                    <a:pt x="4384612" y="810265"/>
                  </a:lnTo>
                  <a:lnTo>
                    <a:pt x="4385272" y="712256"/>
                  </a:lnTo>
                  <a:lnTo>
                    <a:pt x="4385933" y="624805"/>
                  </a:lnTo>
                  <a:lnTo>
                    <a:pt x="4386593" y="557952"/>
                  </a:lnTo>
                  <a:lnTo>
                    <a:pt x="4387254" y="532106"/>
                  </a:lnTo>
                  <a:lnTo>
                    <a:pt x="4387914" y="511356"/>
                  </a:lnTo>
                  <a:lnTo>
                    <a:pt x="4388575" y="509177"/>
                  </a:lnTo>
                  <a:lnTo>
                    <a:pt x="4389235" y="512050"/>
                  </a:lnTo>
                  <a:lnTo>
                    <a:pt x="4389896" y="506019"/>
                  </a:lnTo>
                  <a:lnTo>
                    <a:pt x="4390556" y="470658"/>
                  </a:lnTo>
                  <a:lnTo>
                    <a:pt x="4391217" y="440783"/>
                  </a:lnTo>
                  <a:lnTo>
                    <a:pt x="4391877" y="414726"/>
                  </a:lnTo>
                  <a:lnTo>
                    <a:pt x="4392538" y="408406"/>
                  </a:lnTo>
                  <a:lnTo>
                    <a:pt x="4393199" y="409666"/>
                  </a:lnTo>
                  <a:lnTo>
                    <a:pt x="4393859" y="411529"/>
                  </a:lnTo>
                  <a:lnTo>
                    <a:pt x="4394520" y="409332"/>
                  </a:lnTo>
                  <a:lnTo>
                    <a:pt x="4395180" y="411454"/>
                  </a:lnTo>
                  <a:lnTo>
                    <a:pt x="4395841" y="404586"/>
                  </a:lnTo>
                  <a:lnTo>
                    <a:pt x="4396501" y="401213"/>
                  </a:lnTo>
                  <a:lnTo>
                    <a:pt x="4397162" y="403239"/>
                  </a:lnTo>
                  <a:lnTo>
                    <a:pt x="4397822" y="424814"/>
                  </a:lnTo>
                  <a:lnTo>
                    <a:pt x="4398483" y="451828"/>
                  </a:lnTo>
                  <a:lnTo>
                    <a:pt x="4399143" y="470473"/>
                  </a:lnTo>
                  <a:lnTo>
                    <a:pt x="4399804" y="490444"/>
                  </a:lnTo>
                  <a:lnTo>
                    <a:pt x="4400464" y="532853"/>
                  </a:lnTo>
                  <a:lnTo>
                    <a:pt x="4401125" y="558078"/>
                  </a:lnTo>
                  <a:lnTo>
                    <a:pt x="4401785" y="572753"/>
                  </a:lnTo>
                  <a:lnTo>
                    <a:pt x="4402446" y="593688"/>
                  </a:lnTo>
                  <a:lnTo>
                    <a:pt x="4403107" y="583852"/>
                  </a:lnTo>
                  <a:lnTo>
                    <a:pt x="4403767" y="535631"/>
                  </a:lnTo>
                  <a:lnTo>
                    <a:pt x="4404428" y="487048"/>
                  </a:lnTo>
                  <a:lnTo>
                    <a:pt x="4405088" y="473580"/>
                  </a:lnTo>
                  <a:lnTo>
                    <a:pt x="4405749" y="471536"/>
                  </a:lnTo>
                  <a:lnTo>
                    <a:pt x="4406409" y="492232"/>
                  </a:lnTo>
                  <a:lnTo>
                    <a:pt x="4407070" y="535863"/>
                  </a:lnTo>
                  <a:lnTo>
                    <a:pt x="4407730" y="585445"/>
                  </a:lnTo>
                  <a:lnTo>
                    <a:pt x="4408391" y="570374"/>
                  </a:lnTo>
                  <a:lnTo>
                    <a:pt x="4409051" y="552589"/>
                  </a:lnTo>
                  <a:lnTo>
                    <a:pt x="4409712" y="518869"/>
                  </a:lnTo>
                  <a:lnTo>
                    <a:pt x="4410372" y="491039"/>
                  </a:lnTo>
                  <a:lnTo>
                    <a:pt x="4411033" y="480090"/>
                  </a:lnTo>
                  <a:lnTo>
                    <a:pt x="4411693" y="485292"/>
                  </a:lnTo>
                  <a:lnTo>
                    <a:pt x="4412354" y="472370"/>
                  </a:lnTo>
                  <a:lnTo>
                    <a:pt x="4413015" y="465309"/>
                  </a:lnTo>
                  <a:lnTo>
                    <a:pt x="4413675" y="471814"/>
                  </a:lnTo>
                  <a:lnTo>
                    <a:pt x="4414336" y="489801"/>
                  </a:lnTo>
                  <a:lnTo>
                    <a:pt x="4414996" y="509548"/>
                  </a:lnTo>
                  <a:lnTo>
                    <a:pt x="4415657" y="543413"/>
                  </a:lnTo>
                  <a:lnTo>
                    <a:pt x="4416317" y="564255"/>
                  </a:lnTo>
                  <a:lnTo>
                    <a:pt x="4416978" y="537908"/>
                  </a:lnTo>
                  <a:lnTo>
                    <a:pt x="4417638" y="497819"/>
                  </a:lnTo>
                  <a:lnTo>
                    <a:pt x="4418299" y="467400"/>
                  </a:lnTo>
                  <a:lnTo>
                    <a:pt x="4418959" y="458997"/>
                  </a:lnTo>
                  <a:lnTo>
                    <a:pt x="4419620" y="473907"/>
                  </a:lnTo>
                  <a:lnTo>
                    <a:pt x="4420280" y="507226"/>
                  </a:lnTo>
                  <a:lnTo>
                    <a:pt x="4420941" y="550252"/>
                  </a:lnTo>
                  <a:lnTo>
                    <a:pt x="4421601" y="599102"/>
                  </a:lnTo>
                  <a:lnTo>
                    <a:pt x="4422262" y="637799"/>
                  </a:lnTo>
                  <a:lnTo>
                    <a:pt x="4422922" y="672191"/>
                  </a:lnTo>
                  <a:lnTo>
                    <a:pt x="4423583" y="693900"/>
                  </a:lnTo>
                  <a:lnTo>
                    <a:pt x="4424244" y="714225"/>
                  </a:lnTo>
                  <a:lnTo>
                    <a:pt x="4424904" y="742134"/>
                  </a:lnTo>
                  <a:lnTo>
                    <a:pt x="4425565" y="776117"/>
                  </a:lnTo>
                  <a:lnTo>
                    <a:pt x="4426225" y="794055"/>
                  </a:lnTo>
                  <a:lnTo>
                    <a:pt x="4426886" y="831438"/>
                  </a:lnTo>
                  <a:lnTo>
                    <a:pt x="4427546" y="867093"/>
                  </a:lnTo>
                  <a:lnTo>
                    <a:pt x="4428207" y="862776"/>
                  </a:lnTo>
                  <a:lnTo>
                    <a:pt x="4428867" y="816357"/>
                  </a:lnTo>
                  <a:lnTo>
                    <a:pt x="4429528" y="773394"/>
                  </a:lnTo>
                  <a:lnTo>
                    <a:pt x="4430188" y="738042"/>
                  </a:lnTo>
                  <a:lnTo>
                    <a:pt x="4430849" y="712365"/>
                  </a:lnTo>
                  <a:lnTo>
                    <a:pt x="4431509" y="698430"/>
                  </a:lnTo>
                  <a:lnTo>
                    <a:pt x="4432170" y="710626"/>
                  </a:lnTo>
                  <a:lnTo>
                    <a:pt x="4432830" y="736968"/>
                  </a:lnTo>
                  <a:lnTo>
                    <a:pt x="4433491" y="757458"/>
                  </a:lnTo>
                  <a:lnTo>
                    <a:pt x="4434152" y="718317"/>
                  </a:lnTo>
                  <a:lnTo>
                    <a:pt x="4434812" y="694206"/>
                  </a:lnTo>
                  <a:lnTo>
                    <a:pt x="4435473" y="661070"/>
                  </a:lnTo>
                  <a:lnTo>
                    <a:pt x="4436133" y="624964"/>
                  </a:lnTo>
                  <a:lnTo>
                    <a:pt x="4436794" y="599831"/>
                  </a:lnTo>
                  <a:lnTo>
                    <a:pt x="4437454" y="629394"/>
                  </a:lnTo>
                  <a:lnTo>
                    <a:pt x="4438115" y="663534"/>
                  </a:lnTo>
                  <a:lnTo>
                    <a:pt x="4438775" y="707072"/>
                  </a:lnTo>
                  <a:lnTo>
                    <a:pt x="4439436" y="768824"/>
                  </a:lnTo>
                  <a:lnTo>
                    <a:pt x="4440096" y="852535"/>
                  </a:lnTo>
                  <a:lnTo>
                    <a:pt x="4440757" y="895112"/>
                  </a:lnTo>
                  <a:lnTo>
                    <a:pt x="4441417" y="890552"/>
                  </a:lnTo>
                  <a:lnTo>
                    <a:pt x="4442078" y="835803"/>
                  </a:lnTo>
                  <a:lnTo>
                    <a:pt x="4442738" y="757970"/>
                  </a:lnTo>
                  <a:lnTo>
                    <a:pt x="4443399" y="669463"/>
                  </a:lnTo>
                  <a:lnTo>
                    <a:pt x="4444060" y="596562"/>
                  </a:lnTo>
                  <a:lnTo>
                    <a:pt x="4444720" y="533026"/>
                  </a:lnTo>
                  <a:lnTo>
                    <a:pt x="4445381" y="493681"/>
                  </a:lnTo>
                  <a:lnTo>
                    <a:pt x="4446041" y="443745"/>
                  </a:lnTo>
                  <a:lnTo>
                    <a:pt x="4446702" y="396460"/>
                  </a:lnTo>
                  <a:lnTo>
                    <a:pt x="4447362" y="363743"/>
                  </a:lnTo>
                  <a:lnTo>
                    <a:pt x="4448023" y="347681"/>
                  </a:lnTo>
                  <a:lnTo>
                    <a:pt x="4448683" y="340300"/>
                  </a:lnTo>
                  <a:lnTo>
                    <a:pt x="4449344" y="350616"/>
                  </a:lnTo>
                  <a:lnTo>
                    <a:pt x="4450004" y="365738"/>
                  </a:lnTo>
                  <a:lnTo>
                    <a:pt x="4450665" y="376258"/>
                  </a:lnTo>
                  <a:lnTo>
                    <a:pt x="4451325" y="382191"/>
                  </a:lnTo>
                  <a:lnTo>
                    <a:pt x="4451986" y="387770"/>
                  </a:lnTo>
                  <a:lnTo>
                    <a:pt x="4452646" y="410000"/>
                  </a:lnTo>
                  <a:lnTo>
                    <a:pt x="4453307" y="458997"/>
                  </a:lnTo>
                  <a:lnTo>
                    <a:pt x="4453967" y="522897"/>
                  </a:lnTo>
                  <a:lnTo>
                    <a:pt x="4454628" y="607912"/>
                  </a:lnTo>
                  <a:lnTo>
                    <a:pt x="4455289" y="682787"/>
                  </a:lnTo>
                  <a:lnTo>
                    <a:pt x="4455949" y="709220"/>
                  </a:lnTo>
                  <a:lnTo>
                    <a:pt x="4456610" y="711712"/>
                  </a:lnTo>
                  <a:lnTo>
                    <a:pt x="4457270" y="688038"/>
                  </a:lnTo>
                  <a:lnTo>
                    <a:pt x="4457931" y="659529"/>
                  </a:lnTo>
                  <a:lnTo>
                    <a:pt x="4458591" y="660162"/>
                  </a:lnTo>
                  <a:lnTo>
                    <a:pt x="4459252" y="633400"/>
                  </a:lnTo>
                  <a:lnTo>
                    <a:pt x="4459912" y="579877"/>
                  </a:lnTo>
                  <a:lnTo>
                    <a:pt x="4460573" y="539318"/>
                  </a:lnTo>
                  <a:lnTo>
                    <a:pt x="4461233" y="515764"/>
                  </a:lnTo>
                  <a:lnTo>
                    <a:pt x="4461894" y="506963"/>
                  </a:lnTo>
                  <a:lnTo>
                    <a:pt x="4462554" y="514305"/>
                  </a:lnTo>
                  <a:lnTo>
                    <a:pt x="4463215" y="525802"/>
                  </a:lnTo>
                  <a:lnTo>
                    <a:pt x="4463875" y="539024"/>
                  </a:lnTo>
                  <a:lnTo>
                    <a:pt x="4464536" y="548177"/>
                  </a:lnTo>
                  <a:lnTo>
                    <a:pt x="4465197" y="538084"/>
                  </a:lnTo>
                  <a:lnTo>
                    <a:pt x="4465857" y="528511"/>
                  </a:lnTo>
                  <a:lnTo>
                    <a:pt x="4466518" y="505915"/>
                  </a:lnTo>
                  <a:lnTo>
                    <a:pt x="4467178" y="488077"/>
                  </a:lnTo>
                  <a:lnTo>
                    <a:pt x="4467839" y="473254"/>
                  </a:lnTo>
                  <a:lnTo>
                    <a:pt x="4468499" y="481766"/>
                  </a:lnTo>
                  <a:lnTo>
                    <a:pt x="4469160" y="508965"/>
                  </a:lnTo>
                  <a:lnTo>
                    <a:pt x="4469820" y="575487"/>
                  </a:lnTo>
                  <a:lnTo>
                    <a:pt x="4470481" y="643375"/>
                  </a:lnTo>
                  <a:lnTo>
                    <a:pt x="4471141" y="694821"/>
                  </a:lnTo>
                  <a:lnTo>
                    <a:pt x="4471802" y="707393"/>
                  </a:lnTo>
                  <a:lnTo>
                    <a:pt x="4472462" y="724853"/>
                  </a:lnTo>
                  <a:lnTo>
                    <a:pt x="4473123" y="756180"/>
                  </a:lnTo>
                  <a:lnTo>
                    <a:pt x="4473783" y="821134"/>
                  </a:lnTo>
                  <a:lnTo>
                    <a:pt x="4474444" y="936457"/>
                  </a:lnTo>
                  <a:lnTo>
                    <a:pt x="4475105" y="1081075"/>
                  </a:lnTo>
                  <a:lnTo>
                    <a:pt x="4475765" y="1134430"/>
                  </a:lnTo>
                  <a:lnTo>
                    <a:pt x="4476426" y="1073090"/>
                  </a:lnTo>
                  <a:lnTo>
                    <a:pt x="4477086" y="1027749"/>
                  </a:lnTo>
                  <a:lnTo>
                    <a:pt x="4477747" y="1014340"/>
                  </a:lnTo>
                  <a:lnTo>
                    <a:pt x="4478407" y="1014340"/>
                  </a:lnTo>
                  <a:lnTo>
                    <a:pt x="4479068" y="1063038"/>
                  </a:lnTo>
                  <a:lnTo>
                    <a:pt x="4479728" y="1131507"/>
                  </a:lnTo>
                  <a:lnTo>
                    <a:pt x="4480389" y="1184693"/>
                  </a:lnTo>
                  <a:lnTo>
                    <a:pt x="4481049" y="1184693"/>
                  </a:lnTo>
                  <a:lnTo>
                    <a:pt x="4481710" y="1048242"/>
                  </a:lnTo>
                  <a:lnTo>
                    <a:pt x="4482370" y="921836"/>
                  </a:lnTo>
                  <a:lnTo>
                    <a:pt x="4483031" y="855787"/>
                  </a:lnTo>
                  <a:lnTo>
                    <a:pt x="4483691" y="815254"/>
                  </a:lnTo>
                  <a:lnTo>
                    <a:pt x="4484352" y="806124"/>
                  </a:lnTo>
                  <a:lnTo>
                    <a:pt x="4485013" y="829777"/>
                  </a:lnTo>
                  <a:lnTo>
                    <a:pt x="4485673" y="844045"/>
                  </a:lnTo>
                  <a:lnTo>
                    <a:pt x="4486334" y="801145"/>
                  </a:lnTo>
                  <a:lnTo>
                    <a:pt x="4486994" y="737207"/>
                  </a:lnTo>
                  <a:lnTo>
                    <a:pt x="4487655" y="671153"/>
                  </a:lnTo>
                  <a:lnTo>
                    <a:pt x="4488315" y="620761"/>
                  </a:lnTo>
                  <a:lnTo>
                    <a:pt x="4488976" y="590418"/>
                  </a:lnTo>
                  <a:lnTo>
                    <a:pt x="4489636" y="578451"/>
                  </a:lnTo>
                  <a:lnTo>
                    <a:pt x="4490297" y="570769"/>
                  </a:lnTo>
                  <a:lnTo>
                    <a:pt x="4490957" y="552157"/>
                  </a:lnTo>
                  <a:lnTo>
                    <a:pt x="4491618" y="543533"/>
                  </a:lnTo>
                  <a:lnTo>
                    <a:pt x="4492278" y="529989"/>
                  </a:lnTo>
                  <a:lnTo>
                    <a:pt x="4492939" y="502328"/>
                  </a:lnTo>
                  <a:lnTo>
                    <a:pt x="4493599" y="468405"/>
                  </a:lnTo>
                  <a:lnTo>
                    <a:pt x="4494260" y="446061"/>
                  </a:lnTo>
                  <a:lnTo>
                    <a:pt x="4494920" y="436992"/>
                  </a:lnTo>
                  <a:lnTo>
                    <a:pt x="4495581" y="443536"/>
                  </a:lnTo>
                  <a:lnTo>
                    <a:pt x="4496242" y="477005"/>
                  </a:lnTo>
                  <a:lnTo>
                    <a:pt x="4496902" y="537791"/>
                  </a:lnTo>
                  <a:lnTo>
                    <a:pt x="4497563" y="589783"/>
                  </a:lnTo>
                  <a:lnTo>
                    <a:pt x="4498223" y="607761"/>
                  </a:lnTo>
                  <a:lnTo>
                    <a:pt x="4498884" y="614147"/>
                  </a:lnTo>
                  <a:lnTo>
                    <a:pt x="4499544" y="608891"/>
                  </a:lnTo>
                  <a:lnTo>
                    <a:pt x="4500205" y="610708"/>
                  </a:lnTo>
                  <a:lnTo>
                    <a:pt x="4500865" y="637298"/>
                  </a:lnTo>
                  <a:lnTo>
                    <a:pt x="4501526" y="686442"/>
                  </a:lnTo>
                  <a:lnTo>
                    <a:pt x="4502186" y="742863"/>
                  </a:lnTo>
                  <a:lnTo>
                    <a:pt x="4502847" y="744570"/>
                  </a:lnTo>
                  <a:lnTo>
                    <a:pt x="4503507" y="690550"/>
                  </a:lnTo>
                  <a:lnTo>
                    <a:pt x="4504168" y="646118"/>
                  </a:lnTo>
                  <a:lnTo>
                    <a:pt x="4504828" y="630207"/>
                  </a:lnTo>
                  <a:lnTo>
                    <a:pt x="4505489" y="595409"/>
                  </a:lnTo>
                  <a:lnTo>
                    <a:pt x="4506150" y="579469"/>
                  </a:lnTo>
                  <a:lnTo>
                    <a:pt x="4506810" y="567493"/>
                  </a:lnTo>
                  <a:lnTo>
                    <a:pt x="4507471" y="547994"/>
                  </a:lnTo>
                  <a:lnTo>
                    <a:pt x="4508131" y="505758"/>
                  </a:lnTo>
                  <a:lnTo>
                    <a:pt x="4508792" y="493331"/>
                  </a:lnTo>
                  <a:lnTo>
                    <a:pt x="4509452" y="495087"/>
                  </a:lnTo>
                  <a:lnTo>
                    <a:pt x="4510113" y="519143"/>
                  </a:lnTo>
                  <a:lnTo>
                    <a:pt x="4510773" y="547327"/>
                  </a:lnTo>
                  <a:lnTo>
                    <a:pt x="4511434" y="576830"/>
                  </a:lnTo>
                  <a:lnTo>
                    <a:pt x="4512094" y="571693"/>
                  </a:lnTo>
                  <a:lnTo>
                    <a:pt x="4512755" y="564964"/>
                  </a:lnTo>
                  <a:lnTo>
                    <a:pt x="4513415" y="561309"/>
                  </a:lnTo>
                  <a:lnTo>
                    <a:pt x="4514076" y="559088"/>
                  </a:lnTo>
                  <a:lnTo>
                    <a:pt x="4514736" y="530788"/>
                  </a:lnTo>
                  <a:lnTo>
                    <a:pt x="4515397" y="492481"/>
                  </a:lnTo>
                  <a:lnTo>
                    <a:pt x="4516058" y="447078"/>
                  </a:lnTo>
                  <a:lnTo>
                    <a:pt x="4516718" y="400098"/>
                  </a:lnTo>
                  <a:lnTo>
                    <a:pt x="4517379" y="371742"/>
                  </a:lnTo>
                  <a:lnTo>
                    <a:pt x="4518039" y="362390"/>
                  </a:lnTo>
                  <a:lnTo>
                    <a:pt x="4518700" y="365008"/>
                  </a:lnTo>
                  <a:lnTo>
                    <a:pt x="4519360" y="380411"/>
                  </a:lnTo>
                  <a:lnTo>
                    <a:pt x="4520021" y="401574"/>
                  </a:lnTo>
                  <a:lnTo>
                    <a:pt x="4520681" y="432685"/>
                  </a:lnTo>
                  <a:lnTo>
                    <a:pt x="4521342" y="476958"/>
                  </a:lnTo>
                  <a:lnTo>
                    <a:pt x="4522002" y="544492"/>
                  </a:lnTo>
                  <a:lnTo>
                    <a:pt x="4522663" y="626567"/>
                  </a:lnTo>
                  <a:lnTo>
                    <a:pt x="4523323" y="736968"/>
                  </a:lnTo>
                  <a:lnTo>
                    <a:pt x="4523984" y="819054"/>
                  </a:lnTo>
                  <a:lnTo>
                    <a:pt x="4524644" y="857061"/>
                  </a:lnTo>
                  <a:lnTo>
                    <a:pt x="4525305" y="868230"/>
                  </a:lnTo>
                  <a:lnTo>
                    <a:pt x="4525965" y="850924"/>
                  </a:lnTo>
                  <a:lnTo>
                    <a:pt x="4526626" y="836990"/>
                  </a:lnTo>
                  <a:lnTo>
                    <a:pt x="4527287" y="828620"/>
                  </a:lnTo>
                  <a:lnTo>
                    <a:pt x="4527947" y="841789"/>
                  </a:lnTo>
                  <a:lnTo>
                    <a:pt x="4528608" y="848789"/>
                  </a:lnTo>
                  <a:lnTo>
                    <a:pt x="4529268" y="847904"/>
                  </a:lnTo>
                  <a:lnTo>
                    <a:pt x="4529929" y="839379"/>
                  </a:lnTo>
                  <a:lnTo>
                    <a:pt x="4530589" y="794201"/>
                  </a:lnTo>
                  <a:lnTo>
                    <a:pt x="4531250" y="718317"/>
                  </a:lnTo>
                  <a:lnTo>
                    <a:pt x="4531910" y="627856"/>
                  </a:lnTo>
                  <a:lnTo>
                    <a:pt x="4532571" y="569519"/>
                  </a:lnTo>
                  <a:lnTo>
                    <a:pt x="4533231" y="510823"/>
                  </a:lnTo>
                  <a:lnTo>
                    <a:pt x="4533892" y="450622"/>
                  </a:lnTo>
                  <a:lnTo>
                    <a:pt x="4534552" y="404878"/>
                  </a:lnTo>
                  <a:lnTo>
                    <a:pt x="4535213" y="371094"/>
                  </a:lnTo>
                  <a:lnTo>
                    <a:pt x="4535873" y="347591"/>
                  </a:lnTo>
                  <a:lnTo>
                    <a:pt x="4536534" y="334185"/>
                  </a:lnTo>
                  <a:lnTo>
                    <a:pt x="4537195" y="334100"/>
                  </a:lnTo>
                  <a:lnTo>
                    <a:pt x="4537855" y="338853"/>
                  </a:lnTo>
                  <a:lnTo>
                    <a:pt x="4538516" y="352004"/>
                  </a:lnTo>
                  <a:lnTo>
                    <a:pt x="4539176" y="358029"/>
                  </a:lnTo>
                  <a:lnTo>
                    <a:pt x="4539837" y="361168"/>
                  </a:lnTo>
                  <a:lnTo>
                    <a:pt x="4540497" y="360107"/>
                  </a:lnTo>
                  <a:lnTo>
                    <a:pt x="4541158" y="369576"/>
                  </a:lnTo>
                  <a:lnTo>
                    <a:pt x="4541818" y="386605"/>
                  </a:lnTo>
                  <a:lnTo>
                    <a:pt x="4542479" y="392064"/>
                  </a:lnTo>
                  <a:lnTo>
                    <a:pt x="4543139" y="396282"/>
                  </a:lnTo>
                  <a:lnTo>
                    <a:pt x="4543800" y="423211"/>
                  </a:lnTo>
                  <a:lnTo>
                    <a:pt x="4544460" y="445596"/>
                  </a:lnTo>
                  <a:lnTo>
                    <a:pt x="4545121" y="452260"/>
                  </a:lnTo>
                  <a:lnTo>
                    <a:pt x="4545781" y="478377"/>
                  </a:lnTo>
                  <a:lnTo>
                    <a:pt x="4546442" y="502224"/>
                  </a:lnTo>
                  <a:lnTo>
                    <a:pt x="4547103" y="501451"/>
                  </a:lnTo>
                  <a:lnTo>
                    <a:pt x="4547763" y="508754"/>
                  </a:lnTo>
                  <a:lnTo>
                    <a:pt x="4548424" y="530674"/>
                  </a:lnTo>
                  <a:lnTo>
                    <a:pt x="4549084" y="550558"/>
                  </a:lnTo>
                  <a:lnTo>
                    <a:pt x="4549745" y="572885"/>
                  </a:lnTo>
                  <a:lnTo>
                    <a:pt x="4550405" y="595121"/>
                  </a:lnTo>
                  <a:lnTo>
                    <a:pt x="4551066" y="615303"/>
                  </a:lnTo>
                  <a:lnTo>
                    <a:pt x="4551726" y="639814"/>
                  </a:lnTo>
                  <a:lnTo>
                    <a:pt x="4552387" y="672096"/>
                  </a:lnTo>
                  <a:lnTo>
                    <a:pt x="4553047" y="695950"/>
                  </a:lnTo>
                  <a:lnTo>
                    <a:pt x="4553708" y="742620"/>
                  </a:lnTo>
                  <a:lnTo>
                    <a:pt x="4554368" y="758227"/>
                  </a:lnTo>
                  <a:lnTo>
                    <a:pt x="4555029" y="733537"/>
                  </a:lnTo>
                  <a:lnTo>
                    <a:pt x="4555689" y="719881"/>
                  </a:lnTo>
                  <a:lnTo>
                    <a:pt x="4556350" y="751128"/>
                  </a:lnTo>
                  <a:lnTo>
                    <a:pt x="4557011" y="782064"/>
                  </a:lnTo>
                  <a:lnTo>
                    <a:pt x="4557671" y="813373"/>
                  </a:lnTo>
                  <a:lnTo>
                    <a:pt x="4558332" y="873211"/>
                  </a:lnTo>
                  <a:lnTo>
                    <a:pt x="4558992" y="903812"/>
                  </a:lnTo>
                  <a:lnTo>
                    <a:pt x="4559653" y="900598"/>
                  </a:lnTo>
                  <a:lnTo>
                    <a:pt x="4560313" y="840409"/>
                  </a:lnTo>
                  <a:lnTo>
                    <a:pt x="4560974" y="759127"/>
                  </a:lnTo>
                  <a:lnTo>
                    <a:pt x="4561634" y="679857"/>
                  </a:lnTo>
                  <a:lnTo>
                    <a:pt x="4562295" y="625925"/>
                  </a:lnTo>
                  <a:lnTo>
                    <a:pt x="4562955" y="582613"/>
                  </a:lnTo>
                  <a:lnTo>
                    <a:pt x="4563616" y="564320"/>
                  </a:lnTo>
                  <a:lnTo>
                    <a:pt x="4564276" y="552404"/>
                  </a:lnTo>
                  <a:lnTo>
                    <a:pt x="4564937" y="550007"/>
                  </a:lnTo>
                  <a:lnTo>
                    <a:pt x="4565597" y="557952"/>
                  </a:lnTo>
                  <a:lnTo>
                    <a:pt x="4566258" y="572024"/>
                  </a:lnTo>
                  <a:lnTo>
                    <a:pt x="4566918" y="590136"/>
                  </a:lnTo>
                  <a:lnTo>
                    <a:pt x="4567579" y="622102"/>
                  </a:lnTo>
                  <a:lnTo>
                    <a:pt x="4568240" y="642523"/>
                  </a:lnTo>
                  <a:lnTo>
                    <a:pt x="4568900" y="657279"/>
                  </a:lnTo>
                  <a:lnTo>
                    <a:pt x="4569561" y="667782"/>
                  </a:lnTo>
                  <a:lnTo>
                    <a:pt x="4570221" y="657279"/>
                  </a:lnTo>
                  <a:lnTo>
                    <a:pt x="4570882" y="638721"/>
                  </a:lnTo>
                  <a:lnTo>
                    <a:pt x="4571542" y="629557"/>
                  </a:lnTo>
                  <a:lnTo>
                    <a:pt x="4572203" y="616619"/>
                  </a:lnTo>
                  <a:lnTo>
                    <a:pt x="4572863" y="584613"/>
                  </a:lnTo>
                  <a:lnTo>
                    <a:pt x="4573524" y="572421"/>
                  </a:lnTo>
                  <a:lnTo>
                    <a:pt x="4574184" y="591338"/>
                  </a:lnTo>
                  <a:lnTo>
                    <a:pt x="4574845" y="646549"/>
                  </a:lnTo>
                  <a:lnTo>
                    <a:pt x="4575505" y="696465"/>
                  </a:lnTo>
                  <a:lnTo>
                    <a:pt x="4576166" y="763541"/>
                  </a:lnTo>
                  <a:lnTo>
                    <a:pt x="4576826" y="814939"/>
                  </a:lnTo>
                  <a:lnTo>
                    <a:pt x="4577487" y="826812"/>
                  </a:lnTo>
                  <a:lnTo>
                    <a:pt x="4578148" y="776940"/>
                  </a:lnTo>
                  <a:lnTo>
                    <a:pt x="4578808" y="688238"/>
                  </a:lnTo>
                  <a:lnTo>
                    <a:pt x="4579469" y="613610"/>
                  </a:lnTo>
                  <a:lnTo>
                    <a:pt x="4580129" y="577707"/>
                  </a:lnTo>
                  <a:lnTo>
                    <a:pt x="4580790" y="543593"/>
                  </a:lnTo>
                  <a:lnTo>
                    <a:pt x="4581450" y="521788"/>
                  </a:lnTo>
                  <a:lnTo>
                    <a:pt x="4582111" y="513981"/>
                  </a:lnTo>
                  <a:lnTo>
                    <a:pt x="4582771" y="515385"/>
                  </a:lnTo>
                  <a:lnTo>
                    <a:pt x="4583432" y="496399"/>
                  </a:lnTo>
                  <a:lnTo>
                    <a:pt x="4584092" y="503155"/>
                  </a:lnTo>
                  <a:lnTo>
                    <a:pt x="4584753" y="520077"/>
                  </a:lnTo>
                  <a:lnTo>
                    <a:pt x="4585413" y="562202"/>
                  </a:lnTo>
                  <a:lnTo>
                    <a:pt x="4586074" y="622974"/>
                  </a:lnTo>
                  <a:lnTo>
                    <a:pt x="4586734" y="705684"/>
                  </a:lnTo>
                  <a:lnTo>
                    <a:pt x="4587395" y="769224"/>
                  </a:lnTo>
                  <a:lnTo>
                    <a:pt x="4588056" y="771907"/>
                  </a:lnTo>
                  <a:lnTo>
                    <a:pt x="4588716" y="728757"/>
                  </a:lnTo>
                  <a:lnTo>
                    <a:pt x="4589377" y="655581"/>
                  </a:lnTo>
                  <a:lnTo>
                    <a:pt x="4590037" y="599247"/>
                  </a:lnTo>
                  <a:lnTo>
                    <a:pt x="4590698" y="566323"/>
                  </a:lnTo>
                  <a:lnTo>
                    <a:pt x="4591358" y="551295"/>
                  </a:lnTo>
                  <a:lnTo>
                    <a:pt x="4592019" y="545213"/>
                  </a:lnTo>
                  <a:lnTo>
                    <a:pt x="4592679" y="567949"/>
                  </a:lnTo>
                  <a:lnTo>
                    <a:pt x="4593340" y="585862"/>
                  </a:lnTo>
                  <a:lnTo>
                    <a:pt x="4594000" y="567428"/>
                  </a:lnTo>
                  <a:lnTo>
                    <a:pt x="4594661" y="540440"/>
                  </a:lnTo>
                  <a:lnTo>
                    <a:pt x="4595321" y="533256"/>
                  </a:lnTo>
                  <a:lnTo>
                    <a:pt x="4595982" y="526027"/>
                  </a:lnTo>
                  <a:lnTo>
                    <a:pt x="4596642" y="541091"/>
                  </a:lnTo>
                  <a:lnTo>
                    <a:pt x="4597303" y="587046"/>
                  </a:lnTo>
                  <a:lnTo>
                    <a:pt x="4597963" y="648280"/>
                  </a:lnTo>
                  <a:lnTo>
                    <a:pt x="4598624" y="679566"/>
                  </a:lnTo>
                  <a:lnTo>
                    <a:pt x="4599285" y="659981"/>
                  </a:lnTo>
                  <a:lnTo>
                    <a:pt x="4599945" y="630533"/>
                  </a:lnTo>
                  <a:lnTo>
                    <a:pt x="4600606" y="586837"/>
                  </a:lnTo>
                  <a:lnTo>
                    <a:pt x="4601266" y="551418"/>
                  </a:lnTo>
                  <a:lnTo>
                    <a:pt x="4601927" y="528738"/>
                  </a:lnTo>
                  <a:lnTo>
                    <a:pt x="4602587" y="532048"/>
                  </a:lnTo>
                  <a:lnTo>
                    <a:pt x="4603248" y="534644"/>
                  </a:lnTo>
                  <a:lnTo>
                    <a:pt x="4603908" y="560418"/>
                  </a:lnTo>
                  <a:lnTo>
                    <a:pt x="4604569" y="594547"/>
                  </a:lnTo>
                  <a:lnTo>
                    <a:pt x="4605229" y="618097"/>
                  </a:lnTo>
                  <a:lnTo>
                    <a:pt x="4605890" y="641334"/>
                  </a:lnTo>
                  <a:lnTo>
                    <a:pt x="4606550" y="650285"/>
                  </a:lnTo>
                  <a:lnTo>
                    <a:pt x="4607211" y="630126"/>
                  </a:lnTo>
                  <a:lnTo>
                    <a:pt x="4607871" y="612690"/>
                  </a:lnTo>
                  <a:lnTo>
                    <a:pt x="4608532" y="635301"/>
                  </a:lnTo>
                  <a:lnTo>
                    <a:pt x="4609193" y="653450"/>
                  </a:lnTo>
                  <a:lnTo>
                    <a:pt x="4609853" y="679663"/>
                  </a:lnTo>
                  <a:lnTo>
                    <a:pt x="4610514" y="696568"/>
                  </a:lnTo>
                  <a:lnTo>
                    <a:pt x="4611174" y="699886"/>
                  </a:lnTo>
                  <a:lnTo>
                    <a:pt x="4611835" y="673138"/>
                  </a:lnTo>
                  <a:lnTo>
                    <a:pt x="4612495" y="637047"/>
                  </a:lnTo>
                  <a:lnTo>
                    <a:pt x="4613156" y="600124"/>
                  </a:lnTo>
                  <a:lnTo>
                    <a:pt x="4613816" y="587326"/>
                  </a:lnTo>
                  <a:lnTo>
                    <a:pt x="4614477" y="590206"/>
                  </a:lnTo>
                  <a:lnTo>
                    <a:pt x="4615137" y="600783"/>
                  </a:lnTo>
                  <a:lnTo>
                    <a:pt x="4615798" y="630615"/>
                  </a:lnTo>
                  <a:lnTo>
                    <a:pt x="4616458" y="669275"/>
                  </a:lnTo>
                  <a:lnTo>
                    <a:pt x="4617119" y="681905"/>
                  </a:lnTo>
                  <a:lnTo>
                    <a:pt x="4617779" y="679857"/>
                  </a:lnTo>
                  <a:lnTo>
                    <a:pt x="4618440" y="669931"/>
                  </a:lnTo>
                  <a:lnTo>
                    <a:pt x="4619101" y="648280"/>
                  </a:lnTo>
                  <a:lnTo>
                    <a:pt x="4619761" y="606113"/>
                  </a:lnTo>
                  <a:lnTo>
                    <a:pt x="4620422" y="578925"/>
                  </a:lnTo>
                  <a:lnTo>
                    <a:pt x="4621082" y="572686"/>
                  </a:lnTo>
                  <a:lnTo>
                    <a:pt x="4621743" y="575554"/>
                  </a:lnTo>
                  <a:lnTo>
                    <a:pt x="4622403" y="578112"/>
                  </a:lnTo>
                  <a:lnTo>
                    <a:pt x="4623064" y="593831"/>
                  </a:lnTo>
                  <a:lnTo>
                    <a:pt x="4623724" y="617085"/>
                  </a:lnTo>
                  <a:lnTo>
                    <a:pt x="4624385" y="634556"/>
                  </a:lnTo>
                  <a:lnTo>
                    <a:pt x="4625045" y="616852"/>
                  </a:lnTo>
                  <a:lnTo>
                    <a:pt x="4625706" y="603361"/>
                  </a:lnTo>
                  <a:lnTo>
                    <a:pt x="4626366" y="595265"/>
                  </a:lnTo>
                  <a:lnTo>
                    <a:pt x="4627027" y="586279"/>
                  </a:lnTo>
                  <a:lnTo>
                    <a:pt x="4627687" y="568668"/>
                  </a:lnTo>
                  <a:lnTo>
                    <a:pt x="4628348" y="562970"/>
                  </a:lnTo>
                  <a:lnTo>
                    <a:pt x="4629009" y="559341"/>
                  </a:lnTo>
                  <a:lnTo>
                    <a:pt x="4629669" y="543055"/>
                  </a:lnTo>
                  <a:lnTo>
                    <a:pt x="4630330" y="523565"/>
                  </a:lnTo>
                  <a:lnTo>
                    <a:pt x="4630990" y="508701"/>
                  </a:lnTo>
                  <a:lnTo>
                    <a:pt x="4631651" y="513336"/>
                  </a:lnTo>
                  <a:lnTo>
                    <a:pt x="4632311" y="520683"/>
                  </a:lnTo>
                  <a:lnTo>
                    <a:pt x="4632972" y="551849"/>
                  </a:lnTo>
                  <a:lnTo>
                    <a:pt x="4633632" y="604473"/>
                  </a:lnTo>
                  <a:lnTo>
                    <a:pt x="4634293" y="667410"/>
                  </a:lnTo>
                  <a:lnTo>
                    <a:pt x="4634953" y="701771"/>
                  </a:lnTo>
                  <a:lnTo>
                    <a:pt x="4635614" y="742620"/>
                  </a:lnTo>
                  <a:lnTo>
                    <a:pt x="4636274" y="779559"/>
                  </a:lnTo>
                  <a:lnTo>
                    <a:pt x="4636935" y="789857"/>
                  </a:lnTo>
                  <a:lnTo>
                    <a:pt x="4637595" y="766434"/>
                  </a:lnTo>
                  <a:lnTo>
                    <a:pt x="4638256" y="761325"/>
                  </a:lnTo>
                  <a:lnTo>
                    <a:pt x="4638916" y="756691"/>
                  </a:lnTo>
                  <a:lnTo>
                    <a:pt x="4639577" y="750877"/>
                  </a:lnTo>
                  <a:lnTo>
                    <a:pt x="4640238" y="738042"/>
                  </a:lnTo>
                  <a:lnTo>
                    <a:pt x="4640898" y="750003"/>
                  </a:lnTo>
                  <a:lnTo>
                    <a:pt x="4641559" y="760936"/>
                  </a:lnTo>
                  <a:lnTo>
                    <a:pt x="4642219" y="754528"/>
                  </a:lnTo>
                  <a:lnTo>
                    <a:pt x="4642880" y="708251"/>
                  </a:lnTo>
                  <a:lnTo>
                    <a:pt x="4643540" y="667969"/>
                  </a:lnTo>
                  <a:lnTo>
                    <a:pt x="4644201" y="629070"/>
                  </a:lnTo>
                  <a:lnTo>
                    <a:pt x="4644861" y="614224"/>
                  </a:lnTo>
                  <a:lnTo>
                    <a:pt x="4645522" y="614224"/>
                  </a:lnTo>
                  <a:lnTo>
                    <a:pt x="4646182" y="634473"/>
                  </a:lnTo>
                  <a:lnTo>
                    <a:pt x="4646843" y="656921"/>
                  </a:lnTo>
                  <a:lnTo>
                    <a:pt x="4647503" y="693186"/>
                  </a:lnTo>
                  <a:lnTo>
                    <a:pt x="4648164" y="721116"/>
                  </a:lnTo>
                  <a:lnTo>
                    <a:pt x="4648824" y="756435"/>
                  </a:lnTo>
                  <a:lnTo>
                    <a:pt x="4649485" y="790001"/>
                  </a:lnTo>
                  <a:lnTo>
                    <a:pt x="4650146" y="815096"/>
                  </a:lnTo>
                  <a:lnTo>
                    <a:pt x="4650806" y="811815"/>
                  </a:lnTo>
                  <a:lnTo>
                    <a:pt x="4651467" y="789140"/>
                  </a:lnTo>
                  <a:lnTo>
                    <a:pt x="4652127" y="765906"/>
                  </a:lnTo>
                  <a:lnTo>
                    <a:pt x="4652788" y="769491"/>
                  </a:lnTo>
                  <a:lnTo>
                    <a:pt x="4653448" y="772447"/>
                  </a:lnTo>
                  <a:lnTo>
                    <a:pt x="4654109" y="765511"/>
                  </a:lnTo>
                  <a:lnTo>
                    <a:pt x="4654769" y="747644"/>
                  </a:lnTo>
                  <a:lnTo>
                    <a:pt x="4655430" y="715767"/>
                  </a:lnTo>
                  <a:lnTo>
                    <a:pt x="4656090" y="685747"/>
                  </a:lnTo>
                  <a:lnTo>
                    <a:pt x="4656751" y="655492"/>
                  </a:lnTo>
                  <a:lnTo>
                    <a:pt x="4657411" y="631022"/>
                  </a:lnTo>
                  <a:lnTo>
                    <a:pt x="4658072" y="611393"/>
                  </a:lnTo>
                  <a:lnTo>
                    <a:pt x="4658732" y="594978"/>
                  </a:lnTo>
                  <a:lnTo>
                    <a:pt x="4659393" y="576225"/>
                  </a:lnTo>
                  <a:lnTo>
                    <a:pt x="4660054" y="576494"/>
                  </a:lnTo>
                  <a:lnTo>
                    <a:pt x="4660714" y="597430"/>
                  </a:lnTo>
                  <a:lnTo>
                    <a:pt x="4661375" y="632250"/>
                  </a:lnTo>
                  <a:lnTo>
                    <a:pt x="4662035" y="665558"/>
                  </a:lnTo>
                  <a:lnTo>
                    <a:pt x="4662696" y="698741"/>
                  </a:lnTo>
                  <a:lnTo>
                    <a:pt x="4663356" y="716984"/>
                  </a:lnTo>
                  <a:lnTo>
                    <a:pt x="4664017" y="723716"/>
                  </a:lnTo>
                  <a:lnTo>
                    <a:pt x="4664677" y="718540"/>
                  </a:lnTo>
                  <a:lnTo>
                    <a:pt x="4665338" y="724512"/>
                  </a:lnTo>
                  <a:lnTo>
                    <a:pt x="4665998" y="732598"/>
                  </a:lnTo>
                  <a:lnTo>
                    <a:pt x="4666659" y="747768"/>
                  </a:lnTo>
                  <a:lnTo>
                    <a:pt x="4667319" y="768291"/>
                  </a:lnTo>
                  <a:lnTo>
                    <a:pt x="4667980" y="787853"/>
                  </a:lnTo>
                  <a:lnTo>
                    <a:pt x="4668640" y="809648"/>
                  </a:lnTo>
                  <a:lnTo>
                    <a:pt x="4669301" y="822906"/>
                  </a:lnTo>
                  <a:lnTo>
                    <a:pt x="4669961" y="853615"/>
                  </a:lnTo>
                  <a:lnTo>
                    <a:pt x="4670622" y="836142"/>
                  </a:lnTo>
                  <a:lnTo>
                    <a:pt x="4671283" y="824202"/>
                  </a:lnTo>
                  <a:lnTo>
                    <a:pt x="4671943" y="786572"/>
                  </a:lnTo>
                  <a:lnTo>
                    <a:pt x="4672604" y="761066"/>
                  </a:lnTo>
                  <a:lnTo>
                    <a:pt x="4673264" y="738640"/>
                  </a:lnTo>
                  <a:lnTo>
                    <a:pt x="4673925" y="743471"/>
                  </a:lnTo>
                  <a:lnTo>
                    <a:pt x="4674585" y="747520"/>
                  </a:lnTo>
                  <a:lnTo>
                    <a:pt x="4675246" y="777627"/>
                  </a:lnTo>
                  <a:lnTo>
                    <a:pt x="4675906" y="827797"/>
                  </a:lnTo>
                  <a:lnTo>
                    <a:pt x="4676567" y="878086"/>
                  </a:lnTo>
                  <a:lnTo>
                    <a:pt x="4677227" y="925072"/>
                  </a:lnTo>
                  <a:lnTo>
                    <a:pt x="4677888" y="932850"/>
                  </a:lnTo>
                  <a:lnTo>
                    <a:pt x="4678548" y="892201"/>
                  </a:lnTo>
                  <a:lnTo>
                    <a:pt x="4679209" y="846495"/>
                  </a:lnTo>
                  <a:lnTo>
                    <a:pt x="4679869" y="809957"/>
                  </a:lnTo>
                  <a:lnTo>
                    <a:pt x="4680530" y="780669"/>
                  </a:lnTo>
                  <a:lnTo>
                    <a:pt x="4681191" y="768025"/>
                  </a:lnTo>
                  <a:lnTo>
                    <a:pt x="4681851" y="764590"/>
                  </a:lnTo>
                  <a:lnTo>
                    <a:pt x="4682512" y="753264"/>
                  </a:lnTo>
                  <a:lnTo>
                    <a:pt x="4683172" y="703562"/>
                  </a:lnTo>
                  <a:lnTo>
                    <a:pt x="4683833" y="659258"/>
                  </a:lnTo>
                  <a:lnTo>
                    <a:pt x="4684493" y="632332"/>
                  </a:lnTo>
                  <a:lnTo>
                    <a:pt x="4685154" y="615226"/>
                  </a:lnTo>
                  <a:lnTo>
                    <a:pt x="4685814" y="603880"/>
                  </a:lnTo>
                  <a:lnTo>
                    <a:pt x="4686475" y="619504"/>
                  </a:lnTo>
                  <a:lnTo>
                    <a:pt x="4687135" y="634473"/>
                  </a:lnTo>
                  <a:lnTo>
                    <a:pt x="4687796" y="658897"/>
                  </a:lnTo>
                  <a:lnTo>
                    <a:pt x="4688456" y="705152"/>
                  </a:lnTo>
                  <a:lnTo>
                    <a:pt x="4689117" y="751002"/>
                  </a:lnTo>
                  <a:lnTo>
                    <a:pt x="4689777" y="797135"/>
                  </a:lnTo>
                  <a:lnTo>
                    <a:pt x="4690438" y="813060"/>
                  </a:lnTo>
                  <a:lnTo>
                    <a:pt x="4691099" y="772853"/>
                  </a:lnTo>
                  <a:lnTo>
                    <a:pt x="4691759" y="686144"/>
                  </a:lnTo>
                  <a:lnTo>
                    <a:pt x="4692420" y="617551"/>
                  </a:lnTo>
                  <a:lnTo>
                    <a:pt x="4693080" y="567363"/>
                  </a:lnTo>
                  <a:lnTo>
                    <a:pt x="4693741" y="543294"/>
                  </a:lnTo>
                  <a:lnTo>
                    <a:pt x="4694401" y="540144"/>
                  </a:lnTo>
                  <a:lnTo>
                    <a:pt x="4695062" y="551541"/>
                  </a:lnTo>
                  <a:lnTo>
                    <a:pt x="4695722" y="560291"/>
                  </a:lnTo>
                  <a:lnTo>
                    <a:pt x="4696383" y="553331"/>
                  </a:lnTo>
                  <a:lnTo>
                    <a:pt x="4697043" y="533776"/>
                  </a:lnTo>
                  <a:lnTo>
                    <a:pt x="4697704" y="520518"/>
                  </a:lnTo>
                  <a:lnTo>
                    <a:pt x="4698364" y="524458"/>
                  </a:lnTo>
                  <a:lnTo>
                    <a:pt x="4699025" y="559024"/>
                  </a:lnTo>
                  <a:lnTo>
                    <a:pt x="4699685" y="615149"/>
                  </a:lnTo>
                  <a:lnTo>
                    <a:pt x="4700346" y="707072"/>
                  </a:lnTo>
                  <a:lnTo>
                    <a:pt x="4701007" y="810111"/>
                  </a:lnTo>
                  <a:lnTo>
                    <a:pt x="4701667" y="880654"/>
                  </a:lnTo>
                  <a:lnTo>
                    <a:pt x="4702328" y="831272"/>
                  </a:lnTo>
                  <a:lnTo>
                    <a:pt x="4702988" y="741771"/>
                  </a:lnTo>
                  <a:lnTo>
                    <a:pt x="4703649" y="657728"/>
                  </a:lnTo>
                  <a:lnTo>
                    <a:pt x="4704309" y="607386"/>
                  </a:lnTo>
                  <a:lnTo>
                    <a:pt x="4704970" y="600930"/>
                  </a:lnTo>
                  <a:lnTo>
                    <a:pt x="4705630" y="621944"/>
                  </a:lnTo>
                  <a:lnTo>
                    <a:pt x="4706291" y="682394"/>
                  </a:lnTo>
                  <a:lnTo>
                    <a:pt x="4706951" y="785296"/>
                  </a:lnTo>
                  <a:lnTo>
                    <a:pt x="4707612" y="912346"/>
                  </a:lnTo>
                  <a:lnTo>
                    <a:pt x="4708272" y="964433"/>
                  </a:lnTo>
                  <a:lnTo>
                    <a:pt x="4708933" y="958087"/>
                  </a:lnTo>
                  <a:lnTo>
                    <a:pt x="4709593" y="907719"/>
                  </a:lnTo>
                  <a:lnTo>
                    <a:pt x="4710254" y="864833"/>
                  </a:lnTo>
                  <a:lnTo>
                    <a:pt x="4710914" y="827632"/>
                  </a:lnTo>
                  <a:lnTo>
                    <a:pt x="4711575" y="807651"/>
                  </a:lnTo>
                  <a:lnTo>
                    <a:pt x="4712236" y="829943"/>
                  </a:lnTo>
                  <a:lnTo>
                    <a:pt x="4712896" y="887892"/>
                  </a:lnTo>
                  <a:lnTo>
                    <a:pt x="4713557" y="942081"/>
                  </a:lnTo>
                  <a:lnTo>
                    <a:pt x="4714217" y="1000020"/>
                  </a:lnTo>
                  <a:lnTo>
                    <a:pt x="4714878" y="1048242"/>
                  </a:lnTo>
                  <a:lnTo>
                    <a:pt x="4715538" y="1048242"/>
                  </a:lnTo>
                  <a:lnTo>
                    <a:pt x="4716199" y="1041127"/>
                  </a:lnTo>
                  <a:lnTo>
                    <a:pt x="4716859" y="990472"/>
                  </a:lnTo>
                  <a:lnTo>
                    <a:pt x="4717520" y="933089"/>
                  </a:lnTo>
                  <a:lnTo>
                    <a:pt x="4718180" y="849854"/>
                  </a:lnTo>
                  <a:lnTo>
                    <a:pt x="4718841" y="740201"/>
                  </a:lnTo>
                  <a:lnTo>
                    <a:pt x="4719501" y="658087"/>
                  </a:lnTo>
                  <a:lnTo>
                    <a:pt x="4720162" y="613226"/>
                  </a:lnTo>
                  <a:lnTo>
                    <a:pt x="4720822" y="579741"/>
                  </a:lnTo>
                  <a:lnTo>
                    <a:pt x="4721483" y="568603"/>
                  </a:lnTo>
                  <a:lnTo>
                    <a:pt x="4722144" y="582956"/>
                  </a:lnTo>
                  <a:lnTo>
                    <a:pt x="4722804" y="614147"/>
                  </a:lnTo>
                  <a:lnTo>
                    <a:pt x="4723465" y="639057"/>
                  </a:lnTo>
                  <a:lnTo>
                    <a:pt x="4724125" y="667875"/>
                  </a:lnTo>
                  <a:lnTo>
                    <a:pt x="4724786" y="669650"/>
                  </a:lnTo>
                  <a:lnTo>
                    <a:pt x="4725446" y="636880"/>
                  </a:lnTo>
                  <a:lnTo>
                    <a:pt x="4726107" y="590418"/>
                  </a:lnTo>
                  <a:lnTo>
                    <a:pt x="4726767" y="564964"/>
                  </a:lnTo>
                  <a:lnTo>
                    <a:pt x="4727428" y="554448"/>
                  </a:lnTo>
                  <a:lnTo>
                    <a:pt x="4728088" y="554262"/>
                  </a:lnTo>
                  <a:lnTo>
                    <a:pt x="4728749" y="589360"/>
                  </a:lnTo>
                  <a:lnTo>
                    <a:pt x="4729409" y="635218"/>
                  </a:lnTo>
                  <a:lnTo>
                    <a:pt x="4730070" y="657279"/>
                  </a:lnTo>
                  <a:lnTo>
                    <a:pt x="4730730" y="640404"/>
                  </a:lnTo>
                  <a:lnTo>
                    <a:pt x="4731391" y="643545"/>
                  </a:lnTo>
                  <a:lnTo>
                    <a:pt x="4732052" y="637214"/>
                  </a:lnTo>
                  <a:lnTo>
                    <a:pt x="4732712" y="628826"/>
                  </a:lnTo>
                  <a:lnTo>
                    <a:pt x="4733373" y="633236"/>
                  </a:lnTo>
                  <a:lnTo>
                    <a:pt x="4734033" y="662253"/>
                  </a:lnTo>
                  <a:lnTo>
                    <a:pt x="4734694" y="692575"/>
                  </a:lnTo>
                  <a:lnTo>
                    <a:pt x="4735354" y="746533"/>
                  </a:lnTo>
                  <a:lnTo>
                    <a:pt x="4736015" y="810884"/>
                  </a:lnTo>
                  <a:lnTo>
                    <a:pt x="4736675" y="862404"/>
                  </a:lnTo>
                  <a:lnTo>
                    <a:pt x="4737336" y="907282"/>
                  </a:lnTo>
                  <a:lnTo>
                    <a:pt x="4737996" y="949336"/>
                  </a:lnTo>
                  <a:lnTo>
                    <a:pt x="4738657" y="953677"/>
                  </a:lnTo>
                  <a:lnTo>
                    <a:pt x="4739317" y="939377"/>
                  </a:lnTo>
                  <a:lnTo>
                    <a:pt x="4739978" y="947316"/>
                  </a:lnTo>
                  <a:lnTo>
                    <a:pt x="4740638" y="930707"/>
                  </a:lnTo>
                  <a:lnTo>
                    <a:pt x="4741299" y="900385"/>
                  </a:lnTo>
                  <a:lnTo>
                    <a:pt x="4741959" y="878873"/>
                  </a:lnTo>
                  <a:lnTo>
                    <a:pt x="4742620" y="874956"/>
                  </a:lnTo>
                  <a:lnTo>
                    <a:pt x="4743281" y="890963"/>
                  </a:lnTo>
                  <a:lnTo>
                    <a:pt x="4743941" y="905542"/>
                  </a:lnTo>
                  <a:lnTo>
                    <a:pt x="4744602" y="896999"/>
                  </a:lnTo>
                  <a:lnTo>
                    <a:pt x="4745262" y="864833"/>
                  </a:lnTo>
                  <a:lnTo>
                    <a:pt x="4745923" y="846671"/>
                  </a:lnTo>
                  <a:lnTo>
                    <a:pt x="4746583" y="843001"/>
                  </a:lnTo>
                  <a:lnTo>
                    <a:pt x="4747244" y="862776"/>
                  </a:lnTo>
                  <a:lnTo>
                    <a:pt x="4747904" y="890141"/>
                  </a:lnTo>
                  <a:lnTo>
                    <a:pt x="4748565" y="947819"/>
                  </a:lnTo>
                  <a:lnTo>
                    <a:pt x="4749225" y="990179"/>
                  </a:lnTo>
                  <a:lnTo>
                    <a:pt x="4749886" y="1002459"/>
                  </a:lnTo>
                  <a:lnTo>
                    <a:pt x="4750546" y="1004302"/>
                  </a:lnTo>
                  <a:lnTo>
                    <a:pt x="4751207" y="1036942"/>
                  </a:lnTo>
                  <a:lnTo>
                    <a:pt x="4751867" y="1039725"/>
                  </a:lnTo>
                  <a:lnTo>
                    <a:pt x="4752528" y="1008024"/>
                  </a:lnTo>
                  <a:lnTo>
                    <a:pt x="4753189" y="995803"/>
                  </a:lnTo>
                  <a:lnTo>
                    <a:pt x="4753849" y="1015300"/>
                  </a:lnTo>
                  <a:lnTo>
                    <a:pt x="4754510" y="1011480"/>
                  </a:lnTo>
                  <a:lnTo>
                    <a:pt x="4755170" y="1024419"/>
                  </a:lnTo>
                  <a:lnTo>
                    <a:pt x="4755831" y="1075065"/>
                  </a:lnTo>
                  <a:lnTo>
                    <a:pt x="4756491" y="1117795"/>
                  </a:lnTo>
                  <a:lnTo>
                    <a:pt x="4757152" y="1145414"/>
                  </a:lnTo>
                  <a:lnTo>
                    <a:pt x="4757812" y="1222222"/>
                  </a:lnTo>
                  <a:lnTo>
                    <a:pt x="4758473" y="1298649"/>
                  </a:lnTo>
                  <a:lnTo>
                    <a:pt x="4759133" y="1379501"/>
                  </a:lnTo>
                  <a:lnTo>
                    <a:pt x="4759794" y="1403955"/>
                  </a:lnTo>
                  <a:lnTo>
                    <a:pt x="4760454" y="1379501"/>
                  </a:lnTo>
                  <a:lnTo>
                    <a:pt x="4761115" y="1357005"/>
                  </a:lnTo>
                  <a:lnTo>
                    <a:pt x="4761775" y="1336177"/>
                  </a:lnTo>
                  <a:lnTo>
                    <a:pt x="4762436" y="1336177"/>
                  </a:lnTo>
                  <a:lnTo>
                    <a:pt x="4763097" y="1357005"/>
                  </a:lnTo>
                  <a:lnTo>
                    <a:pt x="4763757" y="1379501"/>
                  </a:lnTo>
                  <a:lnTo>
                    <a:pt x="4764418" y="1403955"/>
                  </a:lnTo>
                  <a:lnTo>
                    <a:pt x="4765078" y="1403955"/>
                  </a:lnTo>
                  <a:lnTo>
                    <a:pt x="4765739" y="1336177"/>
                  </a:lnTo>
                  <a:lnTo>
                    <a:pt x="4766399" y="1250350"/>
                  </a:lnTo>
                  <a:lnTo>
                    <a:pt x="4767060" y="1196655"/>
                  </a:lnTo>
                  <a:lnTo>
                    <a:pt x="4767720" y="1162198"/>
                  </a:lnTo>
                  <a:lnTo>
                    <a:pt x="4768381" y="1162198"/>
                  </a:lnTo>
                  <a:lnTo>
                    <a:pt x="4769041" y="1196655"/>
                  </a:lnTo>
                  <a:lnTo>
                    <a:pt x="4769702" y="1265546"/>
                  </a:lnTo>
                  <a:lnTo>
                    <a:pt x="4770362" y="1336177"/>
                  </a:lnTo>
                  <a:lnTo>
                    <a:pt x="4771023" y="1379501"/>
                  </a:lnTo>
                  <a:lnTo>
                    <a:pt x="4771683" y="1357005"/>
                  </a:lnTo>
                  <a:lnTo>
                    <a:pt x="4772344" y="1316787"/>
                  </a:lnTo>
                  <a:lnTo>
                    <a:pt x="4773005" y="1316787"/>
                  </a:lnTo>
                  <a:lnTo>
                    <a:pt x="4773665" y="1316787"/>
                  </a:lnTo>
                  <a:lnTo>
                    <a:pt x="4774326" y="1336177"/>
                  </a:lnTo>
                  <a:lnTo>
                    <a:pt x="4774986" y="1379501"/>
                  </a:lnTo>
                  <a:lnTo>
                    <a:pt x="4775647" y="1430742"/>
                  </a:lnTo>
                  <a:lnTo>
                    <a:pt x="4776307" y="1430742"/>
                  </a:lnTo>
                  <a:lnTo>
                    <a:pt x="4776968" y="1430742"/>
                  </a:lnTo>
                  <a:lnTo>
                    <a:pt x="4777628" y="1430742"/>
                  </a:lnTo>
                  <a:lnTo>
                    <a:pt x="4778289" y="1423802"/>
                  </a:lnTo>
                  <a:lnTo>
                    <a:pt x="4778949" y="1373706"/>
                  </a:lnTo>
                  <a:lnTo>
                    <a:pt x="4779610" y="1312142"/>
                  </a:lnTo>
                  <a:lnTo>
                    <a:pt x="4780270" y="1261669"/>
                  </a:lnTo>
                  <a:lnTo>
                    <a:pt x="4780931" y="1201585"/>
                  </a:lnTo>
                  <a:lnTo>
                    <a:pt x="4781591" y="1127657"/>
                  </a:lnTo>
                  <a:lnTo>
                    <a:pt x="4782252" y="1093071"/>
                  </a:lnTo>
                  <a:lnTo>
                    <a:pt x="4782912" y="1074669"/>
                  </a:lnTo>
                  <a:lnTo>
                    <a:pt x="4783573" y="1059265"/>
                  </a:lnTo>
                  <a:lnTo>
                    <a:pt x="4784234" y="1057770"/>
                  </a:lnTo>
                  <a:lnTo>
                    <a:pt x="4784894" y="1098189"/>
                  </a:lnTo>
                  <a:lnTo>
                    <a:pt x="4785555" y="1088461"/>
                  </a:lnTo>
                  <a:lnTo>
                    <a:pt x="4786215" y="1090547"/>
                  </a:lnTo>
                  <a:lnTo>
                    <a:pt x="4786876" y="1116414"/>
                  </a:lnTo>
                  <a:lnTo>
                    <a:pt x="4787536" y="1140868"/>
                  </a:lnTo>
                  <a:lnTo>
                    <a:pt x="4788197" y="1131023"/>
                  </a:lnTo>
                  <a:lnTo>
                    <a:pt x="4788857" y="1184108"/>
                  </a:lnTo>
                  <a:lnTo>
                    <a:pt x="4789518" y="1235233"/>
                  </a:lnTo>
                  <a:lnTo>
                    <a:pt x="4790178" y="1209787"/>
                  </a:lnTo>
                  <a:lnTo>
                    <a:pt x="4790839" y="1185280"/>
                  </a:lnTo>
                  <a:lnTo>
                    <a:pt x="4791499" y="1173783"/>
                  </a:lnTo>
                  <a:lnTo>
                    <a:pt x="4792160" y="1173783"/>
                  </a:lnTo>
                  <a:lnTo>
                    <a:pt x="4792820" y="1185280"/>
                  </a:lnTo>
                  <a:lnTo>
                    <a:pt x="4793481" y="1235935"/>
                  </a:lnTo>
                  <a:lnTo>
                    <a:pt x="4794142" y="1298649"/>
                  </a:lnTo>
                  <a:lnTo>
                    <a:pt x="4794802" y="1336177"/>
                  </a:lnTo>
                  <a:lnTo>
                    <a:pt x="4795463" y="1316787"/>
                  </a:lnTo>
                  <a:lnTo>
                    <a:pt x="4796123" y="1265546"/>
                  </a:lnTo>
                  <a:lnTo>
                    <a:pt x="4796784" y="1162198"/>
                  </a:lnTo>
                  <a:lnTo>
                    <a:pt x="4797444" y="1078656"/>
                  </a:lnTo>
                  <a:lnTo>
                    <a:pt x="4798105" y="1001847"/>
                  </a:lnTo>
                  <a:lnTo>
                    <a:pt x="4798765" y="972847"/>
                  </a:lnTo>
                  <a:lnTo>
                    <a:pt x="4799426" y="972847"/>
                  </a:lnTo>
                  <a:lnTo>
                    <a:pt x="4800086" y="1008024"/>
                  </a:lnTo>
                  <a:lnTo>
                    <a:pt x="4800747" y="1063038"/>
                  </a:lnTo>
                  <a:lnTo>
                    <a:pt x="4801407" y="1162198"/>
                  </a:lnTo>
                  <a:lnTo>
                    <a:pt x="4802068" y="1235935"/>
                  </a:lnTo>
                  <a:lnTo>
                    <a:pt x="4802728" y="1255576"/>
                  </a:lnTo>
                  <a:lnTo>
                    <a:pt x="4803389" y="1255576"/>
                  </a:lnTo>
                  <a:lnTo>
                    <a:pt x="4804050" y="1213655"/>
                  </a:lnTo>
                  <a:lnTo>
                    <a:pt x="4804710" y="1196044"/>
                  </a:lnTo>
                  <a:lnTo>
                    <a:pt x="4805371" y="1172659"/>
                  </a:lnTo>
                  <a:lnTo>
                    <a:pt x="4806031" y="1109161"/>
                  </a:lnTo>
                  <a:lnTo>
                    <a:pt x="4806692" y="1060016"/>
                  </a:lnTo>
                  <a:lnTo>
                    <a:pt x="4807352" y="1030104"/>
                  </a:lnTo>
                  <a:lnTo>
                    <a:pt x="4808013" y="994609"/>
                  </a:lnTo>
                  <a:lnTo>
                    <a:pt x="4808673" y="977291"/>
                  </a:lnTo>
                  <a:lnTo>
                    <a:pt x="4809334" y="1003072"/>
                  </a:lnTo>
                  <a:lnTo>
                    <a:pt x="4809994" y="1042536"/>
                  </a:lnTo>
                  <a:lnTo>
                    <a:pt x="4810655" y="1075462"/>
                  </a:lnTo>
                  <a:lnTo>
                    <a:pt x="4811315" y="1127657"/>
                  </a:lnTo>
                  <a:lnTo>
                    <a:pt x="4811976" y="1157907"/>
                  </a:lnTo>
                  <a:lnTo>
                    <a:pt x="4812636" y="1175478"/>
                  </a:lnTo>
                  <a:lnTo>
                    <a:pt x="4813297" y="1187045"/>
                  </a:lnTo>
                  <a:lnTo>
                    <a:pt x="4813957" y="1209148"/>
                  </a:lnTo>
                  <a:lnTo>
                    <a:pt x="4814618" y="1235935"/>
                  </a:lnTo>
                  <a:lnTo>
                    <a:pt x="4815279" y="1298649"/>
                  </a:lnTo>
                  <a:lnTo>
                    <a:pt x="4815939" y="1336177"/>
                  </a:lnTo>
                  <a:lnTo>
                    <a:pt x="4816600" y="1357005"/>
                  </a:lnTo>
                  <a:lnTo>
                    <a:pt x="4817260" y="1403955"/>
                  </a:lnTo>
                  <a:lnTo>
                    <a:pt x="4817921" y="1430742"/>
                  </a:lnTo>
                  <a:lnTo>
                    <a:pt x="4818581" y="1430742"/>
                  </a:lnTo>
                  <a:lnTo>
                    <a:pt x="4819242" y="1430742"/>
                  </a:lnTo>
                  <a:lnTo>
                    <a:pt x="4819902" y="1430742"/>
                  </a:lnTo>
                  <a:lnTo>
                    <a:pt x="4820563" y="1430742"/>
                  </a:lnTo>
                  <a:lnTo>
                    <a:pt x="4821223" y="1430742"/>
                  </a:lnTo>
                  <a:lnTo>
                    <a:pt x="4821884" y="1430742"/>
                  </a:lnTo>
                  <a:lnTo>
                    <a:pt x="4822544" y="1430742"/>
                  </a:lnTo>
                  <a:lnTo>
                    <a:pt x="4823205" y="1430742"/>
                  </a:lnTo>
                  <a:lnTo>
                    <a:pt x="4823865" y="1430742"/>
                  </a:lnTo>
                  <a:lnTo>
                    <a:pt x="4824526" y="1430742"/>
                  </a:lnTo>
                  <a:lnTo>
                    <a:pt x="4825187" y="1430742"/>
                  </a:lnTo>
                  <a:lnTo>
                    <a:pt x="4825847" y="1430742"/>
                  </a:lnTo>
                  <a:lnTo>
                    <a:pt x="4826508" y="1379501"/>
                  </a:lnTo>
                  <a:lnTo>
                    <a:pt x="4827168" y="1336177"/>
                  </a:lnTo>
                  <a:lnTo>
                    <a:pt x="4827829" y="1298649"/>
                  </a:lnTo>
                  <a:lnTo>
                    <a:pt x="4828489" y="1298649"/>
                  </a:lnTo>
                  <a:lnTo>
                    <a:pt x="4829150" y="1281610"/>
                  </a:lnTo>
                  <a:lnTo>
                    <a:pt x="4829810" y="1281610"/>
                  </a:lnTo>
                  <a:lnTo>
                    <a:pt x="4830471" y="1298649"/>
                  </a:lnTo>
                  <a:lnTo>
                    <a:pt x="4831131" y="1329238"/>
                  </a:lnTo>
                  <a:lnTo>
                    <a:pt x="4831792" y="1329238"/>
                  </a:lnTo>
                  <a:lnTo>
                    <a:pt x="4832452" y="1349539"/>
                  </a:lnTo>
                  <a:lnTo>
                    <a:pt x="4833113" y="1395152"/>
                  </a:lnTo>
                  <a:lnTo>
                    <a:pt x="4833773" y="1421074"/>
                  </a:lnTo>
                  <a:lnTo>
                    <a:pt x="4834434" y="1430742"/>
                  </a:lnTo>
                  <a:lnTo>
                    <a:pt x="4835095" y="1430742"/>
                  </a:lnTo>
                  <a:lnTo>
                    <a:pt x="4835755" y="1430742"/>
                  </a:lnTo>
                  <a:lnTo>
                    <a:pt x="4836416" y="1430742"/>
                  </a:lnTo>
                  <a:lnTo>
                    <a:pt x="4837076" y="1430742"/>
                  </a:lnTo>
                  <a:lnTo>
                    <a:pt x="4837737" y="1357005"/>
                  </a:lnTo>
                  <a:lnTo>
                    <a:pt x="4838397" y="1259369"/>
                  </a:lnTo>
                  <a:lnTo>
                    <a:pt x="4839058" y="1180048"/>
                  </a:lnTo>
                  <a:lnTo>
                    <a:pt x="4839718" y="1086389"/>
                  </a:lnTo>
                  <a:lnTo>
                    <a:pt x="4840379" y="1007712"/>
                  </a:lnTo>
                  <a:lnTo>
                    <a:pt x="4841039" y="972572"/>
                  </a:lnTo>
                  <a:lnTo>
                    <a:pt x="4841700" y="963899"/>
                  </a:lnTo>
                  <a:lnTo>
                    <a:pt x="4842360" y="963899"/>
                  </a:lnTo>
                  <a:lnTo>
                    <a:pt x="4843021" y="991059"/>
                  </a:lnTo>
                  <a:lnTo>
                    <a:pt x="4843681" y="1035561"/>
                  </a:lnTo>
                  <a:lnTo>
                    <a:pt x="4844342" y="1080266"/>
                  </a:lnTo>
                  <a:lnTo>
                    <a:pt x="4845003" y="1125277"/>
                  </a:lnTo>
                  <a:lnTo>
                    <a:pt x="4845663" y="1188822"/>
                  </a:lnTo>
                  <a:lnTo>
                    <a:pt x="4846324" y="1252578"/>
                  </a:lnTo>
                  <a:lnTo>
                    <a:pt x="4846984" y="1319612"/>
                  </a:lnTo>
                  <a:lnTo>
                    <a:pt x="4847645" y="1383036"/>
                  </a:lnTo>
                  <a:lnTo>
                    <a:pt x="4848305" y="1430742"/>
                  </a:lnTo>
                  <a:lnTo>
                    <a:pt x="4848966" y="1403955"/>
                  </a:lnTo>
                  <a:lnTo>
                    <a:pt x="4849626" y="1357005"/>
                  </a:lnTo>
                  <a:lnTo>
                    <a:pt x="4850287" y="1336177"/>
                  </a:lnTo>
                  <a:lnTo>
                    <a:pt x="4850947" y="1336177"/>
                  </a:lnTo>
                  <a:lnTo>
                    <a:pt x="4851608" y="1316787"/>
                  </a:lnTo>
                  <a:lnTo>
                    <a:pt x="4852268" y="1281610"/>
                  </a:lnTo>
                  <a:lnTo>
                    <a:pt x="4852929" y="1222222"/>
                  </a:lnTo>
                  <a:lnTo>
                    <a:pt x="4853589" y="1173220"/>
                  </a:lnTo>
                  <a:lnTo>
                    <a:pt x="4854250" y="1151591"/>
                  </a:lnTo>
                  <a:lnTo>
                    <a:pt x="4854910" y="1141370"/>
                  </a:lnTo>
                  <a:lnTo>
                    <a:pt x="4855571" y="1151591"/>
                  </a:lnTo>
                  <a:lnTo>
                    <a:pt x="4856232" y="1209787"/>
                  </a:lnTo>
                  <a:lnTo>
                    <a:pt x="4856892" y="1282438"/>
                  </a:lnTo>
                  <a:lnTo>
                    <a:pt x="4857553" y="1317725"/>
                  </a:lnTo>
                  <a:lnTo>
                    <a:pt x="4858213" y="1328260"/>
                  </a:lnTo>
                  <a:lnTo>
                    <a:pt x="4858874" y="1309391"/>
                  </a:lnTo>
                  <a:lnTo>
                    <a:pt x="4859534" y="1290853"/>
                  </a:lnTo>
                  <a:lnTo>
                    <a:pt x="4860195" y="1264766"/>
                  </a:lnTo>
                  <a:lnTo>
                    <a:pt x="4860855" y="1235233"/>
                  </a:lnTo>
                  <a:lnTo>
                    <a:pt x="4861516" y="1201585"/>
                  </a:lnTo>
                  <a:lnTo>
                    <a:pt x="4862176" y="1155786"/>
                  </a:lnTo>
                  <a:lnTo>
                    <a:pt x="4862837" y="1098620"/>
                  </a:lnTo>
                  <a:lnTo>
                    <a:pt x="4863497" y="1055543"/>
                  </a:lnTo>
                  <a:lnTo>
                    <a:pt x="4864158" y="1035217"/>
                  </a:lnTo>
                  <a:lnTo>
                    <a:pt x="4864818" y="1040776"/>
                  </a:lnTo>
                  <a:lnTo>
                    <a:pt x="4865479" y="1094767"/>
                  </a:lnTo>
                  <a:lnTo>
                    <a:pt x="4866140" y="1172659"/>
                  </a:lnTo>
                  <a:lnTo>
                    <a:pt x="4866800" y="1264766"/>
                  </a:lnTo>
                  <a:lnTo>
                    <a:pt x="4867461" y="1352714"/>
                  </a:lnTo>
                  <a:lnTo>
                    <a:pt x="4868121" y="1392687"/>
                  </a:lnTo>
                  <a:lnTo>
                    <a:pt x="4868782" y="1327286"/>
                  </a:lnTo>
                  <a:lnTo>
                    <a:pt x="4869442" y="1274267"/>
                  </a:lnTo>
                  <a:lnTo>
                    <a:pt x="4870103" y="1233835"/>
                  </a:lnTo>
                  <a:lnTo>
                    <a:pt x="4870763" y="1207238"/>
                  </a:lnTo>
                  <a:lnTo>
                    <a:pt x="4871424" y="1200345"/>
                  </a:lnTo>
                  <a:lnTo>
                    <a:pt x="4872084" y="1226266"/>
                  </a:lnTo>
                  <a:lnTo>
                    <a:pt x="4872745" y="1254823"/>
                  </a:lnTo>
                  <a:lnTo>
                    <a:pt x="4873405" y="1281610"/>
                  </a:lnTo>
                  <a:lnTo>
                    <a:pt x="4874066" y="1298649"/>
                  </a:lnTo>
                  <a:lnTo>
                    <a:pt x="4874726" y="1316787"/>
                  </a:lnTo>
                  <a:lnTo>
                    <a:pt x="4875387" y="1265546"/>
                  </a:lnTo>
                  <a:lnTo>
                    <a:pt x="4876048" y="1233835"/>
                  </a:lnTo>
                  <a:lnTo>
                    <a:pt x="4876708" y="1233835"/>
                  </a:lnTo>
                  <a:lnTo>
                    <a:pt x="4877369" y="1248140"/>
                  </a:lnTo>
                  <a:lnTo>
                    <a:pt x="4878029" y="1263214"/>
                  </a:lnTo>
                  <a:lnTo>
                    <a:pt x="4878690" y="1333182"/>
                  </a:lnTo>
                  <a:lnTo>
                    <a:pt x="4879350" y="1403955"/>
                  </a:lnTo>
                  <a:lnTo>
                    <a:pt x="4880011" y="1430742"/>
                  </a:lnTo>
                  <a:lnTo>
                    <a:pt x="4880671" y="1403955"/>
                  </a:lnTo>
                  <a:lnTo>
                    <a:pt x="4881332" y="1357005"/>
                  </a:lnTo>
                  <a:lnTo>
                    <a:pt x="4881992" y="1336177"/>
                  </a:lnTo>
                  <a:lnTo>
                    <a:pt x="4882653" y="1316787"/>
                  </a:lnTo>
                  <a:lnTo>
                    <a:pt x="4883313" y="1281610"/>
                  </a:lnTo>
                  <a:lnTo>
                    <a:pt x="4883974" y="1281610"/>
                  </a:lnTo>
                  <a:lnTo>
                    <a:pt x="4884634" y="1298649"/>
                  </a:lnTo>
                  <a:lnTo>
                    <a:pt x="4885295" y="1265546"/>
                  </a:lnTo>
                  <a:lnTo>
                    <a:pt x="4885955" y="1237343"/>
                  </a:lnTo>
                  <a:lnTo>
                    <a:pt x="4886616" y="1237343"/>
                  </a:lnTo>
                  <a:lnTo>
                    <a:pt x="4887277" y="1210428"/>
                  </a:lnTo>
                  <a:lnTo>
                    <a:pt x="4887937" y="1163281"/>
                  </a:lnTo>
                  <a:lnTo>
                    <a:pt x="4888598" y="1098189"/>
                  </a:lnTo>
                  <a:lnTo>
                    <a:pt x="4889258" y="1064943"/>
                  </a:lnTo>
                  <a:lnTo>
                    <a:pt x="4889919" y="1050050"/>
                  </a:lnTo>
                  <a:lnTo>
                    <a:pt x="4890579" y="1072697"/>
                  </a:lnTo>
                  <a:lnTo>
                    <a:pt x="4891240" y="1115040"/>
                  </a:lnTo>
                  <a:lnTo>
                    <a:pt x="4891900" y="1222222"/>
                  </a:lnTo>
                  <a:lnTo>
                    <a:pt x="4892561" y="1316787"/>
                  </a:lnTo>
                  <a:lnTo>
                    <a:pt x="4893221" y="1357005"/>
                  </a:lnTo>
                  <a:lnTo>
                    <a:pt x="4893882" y="1336177"/>
                  </a:lnTo>
                  <a:lnTo>
                    <a:pt x="4894542" y="1316787"/>
                  </a:lnTo>
                  <a:lnTo>
                    <a:pt x="4895203" y="1281610"/>
                  </a:lnTo>
                  <a:lnTo>
                    <a:pt x="4895863" y="1265546"/>
                  </a:lnTo>
                  <a:lnTo>
                    <a:pt x="4896524" y="1253324"/>
                  </a:lnTo>
                  <a:lnTo>
                    <a:pt x="4897185" y="1238759"/>
                  </a:lnTo>
                  <a:lnTo>
                    <a:pt x="4897845" y="1199109"/>
                  </a:lnTo>
                  <a:lnTo>
                    <a:pt x="4898506" y="1153680"/>
                  </a:lnTo>
                  <a:lnTo>
                    <a:pt x="4899166" y="1114583"/>
                  </a:lnTo>
                  <a:lnTo>
                    <a:pt x="4899827" y="1112764"/>
                  </a:lnTo>
                  <a:lnTo>
                    <a:pt x="4900487" y="1112764"/>
                  </a:lnTo>
                  <a:lnTo>
                    <a:pt x="4901148" y="1131507"/>
                  </a:lnTo>
                  <a:lnTo>
                    <a:pt x="4901808" y="1162198"/>
                  </a:lnTo>
                  <a:lnTo>
                    <a:pt x="4902469" y="1222222"/>
                  </a:lnTo>
                  <a:lnTo>
                    <a:pt x="4903129" y="1239470"/>
                  </a:lnTo>
                  <a:lnTo>
                    <a:pt x="4903790" y="1225588"/>
                  </a:lnTo>
                  <a:lnTo>
                    <a:pt x="4904450" y="1225588"/>
                  </a:lnTo>
                  <a:lnTo>
                    <a:pt x="4905111" y="1269477"/>
                  </a:lnTo>
                  <a:lnTo>
                    <a:pt x="4905771" y="1269477"/>
                  </a:lnTo>
                  <a:lnTo>
                    <a:pt x="4906432" y="1281610"/>
                  </a:lnTo>
                  <a:lnTo>
                    <a:pt x="4907093" y="1316787"/>
                  </a:lnTo>
                  <a:lnTo>
                    <a:pt x="4907753" y="1316787"/>
                  </a:lnTo>
                  <a:lnTo>
                    <a:pt x="4908414" y="1281610"/>
                  </a:lnTo>
                  <a:lnTo>
                    <a:pt x="4909074" y="1240182"/>
                  </a:lnTo>
                  <a:lnTo>
                    <a:pt x="4909735" y="1190610"/>
                  </a:lnTo>
                  <a:lnTo>
                    <a:pt x="4910395" y="1161658"/>
                  </a:lnTo>
                  <a:lnTo>
                    <a:pt x="4911056" y="1066093"/>
                  </a:lnTo>
                  <a:lnTo>
                    <a:pt x="4911716" y="980670"/>
                  </a:lnTo>
                  <a:lnTo>
                    <a:pt x="4912377" y="918410"/>
                  </a:lnTo>
                  <a:lnTo>
                    <a:pt x="4913037" y="899110"/>
                  </a:lnTo>
                  <a:lnTo>
                    <a:pt x="4913698" y="885863"/>
                  </a:lnTo>
                  <a:lnTo>
                    <a:pt x="4914358" y="889321"/>
                  </a:lnTo>
                  <a:lnTo>
                    <a:pt x="4915019" y="894069"/>
                  </a:lnTo>
                  <a:lnTo>
                    <a:pt x="4915679" y="916825"/>
                  </a:lnTo>
                  <a:lnTo>
                    <a:pt x="4916340" y="920003"/>
                  </a:lnTo>
                  <a:lnTo>
                    <a:pt x="4917001" y="901665"/>
                  </a:lnTo>
                  <a:lnTo>
                    <a:pt x="4917661" y="913459"/>
                  </a:lnTo>
                  <a:lnTo>
                    <a:pt x="4918322" y="944064"/>
                  </a:lnTo>
                  <a:lnTo>
                    <a:pt x="4918982" y="950861"/>
                  </a:lnTo>
                  <a:lnTo>
                    <a:pt x="4919643" y="953420"/>
                  </a:lnTo>
                  <a:lnTo>
                    <a:pt x="4920303" y="966580"/>
                  </a:lnTo>
                  <a:lnTo>
                    <a:pt x="4920964" y="940112"/>
                  </a:lnTo>
                  <a:lnTo>
                    <a:pt x="4921624" y="896368"/>
                  </a:lnTo>
                  <a:lnTo>
                    <a:pt x="4922285" y="888096"/>
                  </a:lnTo>
                  <a:lnTo>
                    <a:pt x="4922945" y="881648"/>
                  </a:lnTo>
                  <a:lnTo>
                    <a:pt x="4923606" y="886470"/>
                  </a:lnTo>
                  <a:lnTo>
                    <a:pt x="4924266" y="912791"/>
                  </a:lnTo>
                  <a:lnTo>
                    <a:pt x="4924927" y="950861"/>
                  </a:lnTo>
                  <a:lnTo>
                    <a:pt x="4925587" y="969833"/>
                  </a:lnTo>
                  <a:lnTo>
                    <a:pt x="4926248" y="996102"/>
                  </a:lnTo>
                  <a:lnTo>
                    <a:pt x="4926908" y="974228"/>
                  </a:lnTo>
                  <a:lnTo>
                    <a:pt x="4927569" y="959923"/>
                  </a:lnTo>
                  <a:lnTo>
                    <a:pt x="4928230" y="934768"/>
                  </a:lnTo>
                  <a:lnTo>
                    <a:pt x="4928890" y="929052"/>
                  </a:lnTo>
                  <a:lnTo>
                    <a:pt x="4929551" y="933807"/>
                  </a:lnTo>
                  <a:lnTo>
                    <a:pt x="4930211" y="984091"/>
                  </a:lnTo>
                  <a:lnTo>
                    <a:pt x="4930872" y="1024750"/>
                  </a:lnTo>
                  <a:lnTo>
                    <a:pt x="4931532" y="1092227"/>
                  </a:lnTo>
                  <a:lnTo>
                    <a:pt x="4932193" y="1147971"/>
                  </a:lnTo>
                  <a:lnTo>
                    <a:pt x="4932853" y="1147971"/>
                  </a:lnTo>
                  <a:lnTo>
                    <a:pt x="4933514" y="1113217"/>
                  </a:lnTo>
                  <a:lnTo>
                    <a:pt x="4934174" y="1104280"/>
                  </a:lnTo>
                  <a:lnTo>
                    <a:pt x="4934835" y="1068019"/>
                  </a:lnTo>
                  <a:lnTo>
                    <a:pt x="4935495" y="1038678"/>
                  </a:lnTo>
                  <a:lnTo>
                    <a:pt x="4936156" y="1035906"/>
                  </a:lnTo>
                  <a:lnTo>
                    <a:pt x="4936816" y="1035906"/>
                  </a:lnTo>
                  <a:lnTo>
                    <a:pt x="4937477" y="1029092"/>
                  </a:lnTo>
                  <a:lnTo>
                    <a:pt x="4938138" y="1068793"/>
                  </a:lnTo>
                  <a:lnTo>
                    <a:pt x="4938798" y="1119647"/>
                  </a:lnTo>
                  <a:lnTo>
                    <a:pt x="4939459" y="1163824"/>
                  </a:lnTo>
                  <a:lnTo>
                    <a:pt x="4940119" y="1224237"/>
                  </a:lnTo>
                  <a:lnTo>
                    <a:pt x="4940780" y="1301296"/>
                  </a:lnTo>
                  <a:lnTo>
                    <a:pt x="4941440" y="1268686"/>
                  </a:lnTo>
                  <a:lnTo>
                    <a:pt x="4942101" y="1120578"/>
                  </a:lnTo>
                  <a:lnTo>
                    <a:pt x="4942761" y="1018199"/>
                  </a:lnTo>
                  <a:lnTo>
                    <a:pt x="4943422" y="965236"/>
                  </a:lnTo>
                  <a:lnTo>
                    <a:pt x="4944082" y="939622"/>
                  </a:lnTo>
                  <a:lnTo>
                    <a:pt x="4944743" y="958873"/>
                  </a:lnTo>
                  <a:lnTo>
                    <a:pt x="4945403" y="1032479"/>
                  </a:lnTo>
                  <a:lnTo>
                    <a:pt x="4946064" y="1141370"/>
                  </a:lnTo>
                  <a:lnTo>
                    <a:pt x="4946724" y="1250350"/>
                  </a:lnTo>
                  <a:lnTo>
                    <a:pt x="4947385" y="1357005"/>
                  </a:lnTo>
                  <a:lnTo>
                    <a:pt x="4948046" y="1403955"/>
                  </a:lnTo>
                  <a:lnTo>
                    <a:pt x="4948706" y="1430742"/>
                  </a:lnTo>
                  <a:lnTo>
                    <a:pt x="4949367" y="1403955"/>
                  </a:lnTo>
                  <a:lnTo>
                    <a:pt x="4950027" y="1357005"/>
                  </a:lnTo>
                  <a:lnTo>
                    <a:pt x="4950688" y="1327286"/>
                  </a:lnTo>
                  <a:lnTo>
                    <a:pt x="4951348" y="1313064"/>
                  </a:lnTo>
                  <a:lnTo>
                    <a:pt x="4952009" y="1313064"/>
                  </a:lnTo>
                  <a:lnTo>
                    <a:pt x="4952669" y="1313064"/>
                  </a:lnTo>
                  <a:lnTo>
                    <a:pt x="4953330" y="1313064"/>
                  </a:lnTo>
                  <a:lnTo>
                    <a:pt x="4953990" y="1321511"/>
                  </a:lnTo>
                  <a:lnTo>
                    <a:pt x="4954651" y="1336177"/>
                  </a:lnTo>
                  <a:lnTo>
                    <a:pt x="4955311" y="1336177"/>
                  </a:lnTo>
                  <a:lnTo>
                    <a:pt x="4955972" y="1357005"/>
                  </a:lnTo>
                  <a:lnTo>
                    <a:pt x="4956632" y="1403955"/>
                  </a:lnTo>
                  <a:lnTo>
                    <a:pt x="4957293" y="1430742"/>
                  </a:lnTo>
                  <a:lnTo>
                    <a:pt x="4957953" y="1403955"/>
                  </a:lnTo>
                  <a:lnTo>
                    <a:pt x="4958614" y="1379501"/>
                  </a:lnTo>
                  <a:lnTo>
                    <a:pt x="4959275" y="1336177"/>
                  </a:lnTo>
                  <a:lnTo>
                    <a:pt x="4959935" y="1298649"/>
                  </a:lnTo>
                  <a:lnTo>
                    <a:pt x="4960596" y="1235935"/>
                  </a:lnTo>
                  <a:lnTo>
                    <a:pt x="4961256" y="1209148"/>
                  </a:lnTo>
                  <a:lnTo>
                    <a:pt x="4961917" y="1184693"/>
                  </a:lnTo>
                  <a:lnTo>
                    <a:pt x="4962577" y="1184693"/>
                  </a:lnTo>
                  <a:lnTo>
                    <a:pt x="4963238" y="1179473"/>
                  </a:lnTo>
                  <a:lnTo>
                    <a:pt x="4963898" y="1203457"/>
                  </a:lnTo>
                  <a:lnTo>
                    <a:pt x="4964559" y="1229681"/>
                  </a:lnTo>
                  <a:lnTo>
                    <a:pt x="4965219" y="1274267"/>
                  </a:lnTo>
                  <a:lnTo>
                    <a:pt x="4965880" y="1308480"/>
                  </a:lnTo>
                  <a:lnTo>
                    <a:pt x="4966540" y="1357005"/>
                  </a:lnTo>
                  <a:lnTo>
                    <a:pt x="4967201" y="1379501"/>
                  </a:lnTo>
                  <a:lnTo>
                    <a:pt x="4967861" y="1357005"/>
                  </a:lnTo>
                  <a:lnTo>
                    <a:pt x="4968522" y="1336177"/>
                  </a:lnTo>
                  <a:lnTo>
                    <a:pt x="4969183" y="1336177"/>
                  </a:lnTo>
                  <a:lnTo>
                    <a:pt x="4969843" y="1336177"/>
                  </a:lnTo>
                  <a:lnTo>
                    <a:pt x="4970504" y="1357005"/>
                  </a:lnTo>
                  <a:lnTo>
                    <a:pt x="4971164" y="1403955"/>
                  </a:lnTo>
                  <a:lnTo>
                    <a:pt x="4971825" y="1430742"/>
                  </a:lnTo>
                  <a:lnTo>
                    <a:pt x="4972485" y="1430742"/>
                  </a:lnTo>
                  <a:lnTo>
                    <a:pt x="4973146" y="1298649"/>
                  </a:lnTo>
                  <a:lnTo>
                    <a:pt x="4973806" y="1152112"/>
                  </a:lnTo>
                  <a:lnTo>
                    <a:pt x="4974467" y="1080670"/>
                  </a:lnTo>
                  <a:lnTo>
                    <a:pt x="4975127" y="1042889"/>
                  </a:lnTo>
                  <a:lnTo>
                    <a:pt x="4975788" y="1009590"/>
                  </a:lnTo>
                  <a:lnTo>
                    <a:pt x="4976448" y="1013384"/>
                  </a:lnTo>
                  <a:lnTo>
                    <a:pt x="4977109" y="1080266"/>
                  </a:lnTo>
                  <a:lnTo>
                    <a:pt x="4977769" y="1131507"/>
                  </a:lnTo>
                  <a:lnTo>
                    <a:pt x="4978430" y="1151591"/>
                  </a:lnTo>
                  <a:lnTo>
                    <a:pt x="4979091" y="1191209"/>
                  </a:lnTo>
                  <a:lnTo>
                    <a:pt x="4979751" y="1258606"/>
                  </a:lnTo>
                  <a:lnTo>
                    <a:pt x="4980412" y="1284101"/>
                  </a:lnTo>
                  <a:lnTo>
                    <a:pt x="4981072" y="1319612"/>
                  </a:lnTo>
                  <a:lnTo>
                    <a:pt x="4981733" y="1383036"/>
                  </a:lnTo>
                  <a:lnTo>
                    <a:pt x="4982393" y="1419719"/>
                  </a:lnTo>
                  <a:lnTo>
                    <a:pt x="4983054" y="1430742"/>
                  </a:lnTo>
                  <a:lnTo>
                    <a:pt x="4983714" y="1430742"/>
                  </a:lnTo>
                  <a:lnTo>
                    <a:pt x="4984375" y="1430742"/>
                  </a:lnTo>
                  <a:lnTo>
                    <a:pt x="4985035" y="1430742"/>
                  </a:lnTo>
                  <a:lnTo>
                    <a:pt x="4985696" y="1430742"/>
                  </a:lnTo>
                  <a:lnTo>
                    <a:pt x="4986356" y="1403955"/>
                  </a:lnTo>
                  <a:lnTo>
                    <a:pt x="4987017" y="1357005"/>
                  </a:lnTo>
                  <a:lnTo>
                    <a:pt x="4987677" y="1316787"/>
                  </a:lnTo>
                  <a:lnTo>
                    <a:pt x="4988338" y="1298649"/>
                  </a:lnTo>
                  <a:lnTo>
                    <a:pt x="4988998" y="1281610"/>
                  </a:lnTo>
                  <a:lnTo>
                    <a:pt x="4989659" y="1281610"/>
                  </a:lnTo>
                  <a:lnTo>
                    <a:pt x="4990320" y="1316787"/>
                  </a:lnTo>
                  <a:lnTo>
                    <a:pt x="4990980" y="1336177"/>
                  </a:lnTo>
                  <a:lnTo>
                    <a:pt x="4991641" y="1336177"/>
                  </a:lnTo>
                  <a:lnTo>
                    <a:pt x="4992301" y="1357005"/>
                  </a:lnTo>
                  <a:lnTo>
                    <a:pt x="4992962" y="1357005"/>
                  </a:lnTo>
                  <a:lnTo>
                    <a:pt x="4993622" y="1316787"/>
                  </a:lnTo>
                  <a:lnTo>
                    <a:pt x="4994283" y="1298649"/>
                  </a:lnTo>
                  <a:lnTo>
                    <a:pt x="4994943" y="1281610"/>
                  </a:lnTo>
                  <a:lnTo>
                    <a:pt x="4995604" y="1254073"/>
                  </a:lnTo>
                  <a:lnTo>
                    <a:pt x="4996264" y="1225588"/>
                  </a:lnTo>
                  <a:lnTo>
                    <a:pt x="4996925" y="1199726"/>
                  </a:lnTo>
                  <a:lnTo>
                    <a:pt x="4997585" y="1199726"/>
                  </a:lnTo>
                  <a:lnTo>
                    <a:pt x="4998246" y="1203457"/>
                  </a:lnTo>
                  <a:lnTo>
                    <a:pt x="4998906" y="1213007"/>
                  </a:lnTo>
                  <a:lnTo>
                    <a:pt x="4999567" y="1241612"/>
                  </a:lnTo>
                  <a:lnTo>
                    <a:pt x="5000228" y="1288302"/>
                  </a:lnTo>
                  <a:lnTo>
                    <a:pt x="5000888" y="1305764"/>
                  </a:lnTo>
                  <a:lnTo>
                    <a:pt x="5001549" y="1283268"/>
                  </a:lnTo>
                  <a:lnTo>
                    <a:pt x="5002209" y="1237343"/>
                  </a:lnTo>
                  <a:lnTo>
                    <a:pt x="5002870" y="1222222"/>
                  </a:lnTo>
                  <a:lnTo>
                    <a:pt x="5003530" y="1193013"/>
                  </a:lnTo>
                  <a:lnTo>
                    <a:pt x="5004191" y="1169868"/>
                  </a:lnTo>
                  <a:lnTo>
                    <a:pt x="5004851" y="1169868"/>
                  </a:lnTo>
                  <a:lnTo>
                    <a:pt x="5005512" y="1205341"/>
                  </a:lnTo>
                  <a:lnTo>
                    <a:pt x="5006172" y="1218896"/>
                  </a:lnTo>
                  <a:lnTo>
                    <a:pt x="5006833" y="1245220"/>
                  </a:lnTo>
                  <a:lnTo>
                    <a:pt x="5007493" y="1260134"/>
                  </a:lnTo>
                  <a:lnTo>
                    <a:pt x="5008154" y="1292567"/>
                  </a:lnTo>
                  <a:lnTo>
                    <a:pt x="5008814" y="1310305"/>
                  </a:lnTo>
                  <a:lnTo>
                    <a:pt x="5009475" y="1323423"/>
                  </a:lnTo>
                  <a:lnTo>
                    <a:pt x="5010136" y="1312142"/>
                  </a:lnTo>
                  <a:lnTo>
                    <a:pt x="5010796" y="1312142"/>
                  </a:lnTo>
                  <a:lnTo>
                    <a:pt x="5011457" y="1301296"/>
                  </a:lnTo>
                  <a:lnTo>
                    <a:pt x="5012117" y="1264766"/>
                  </a:lnTo>
                  <a:lnTo>
                    <a:pt x="5012778" y="1175478"/>
                  </a:lnTo>
                  <a:lnTo>
                    <a:pt x="5013438" y="1098189"/>
                  </a:lnTo>
                  <a:lnTo>
                    <a:pt x="5014099" y="1036596"/>
                  </a:lnTo>
                  <a:lnTo>
                    <a:pt x="5014759" y="1009276"/>
                  </a:lnTo>
                  <a:lnTo>
                    <a:pt x="5015420" y="998205"/>
                  </a:lnTo>
                  <a:lnTo>
                    <a:pt x="5016080" y="1023428"/>
                  </a:lnTo>
                  <a:lnTo>
                    <a:pt x="5016741" y="1080670"/>
                  </a:lnTo>
                  <a:lnTo>
                    <a:pt x="5017401" y="1164913"/>
                  </a:lnTo>
                  <a:lnTo>
                    <a:pt x="5018062" y="1219558"/>
                  </a:lnTo>
                  <a:lnTo>
                    <a:pt x="5018722" y="1233138"/>
                  </a:lnTo>
                  <a:lnTo>
                    <a:pt x="5019383" y="1233138"/>
                  </a:lnTo>
                  <a:lnTo>
                    <a:pt x="5020044" y="1233138"/>
                  </a:lnTo>
                  <a:lnTo>
                    <a:pt x="5020704" y="1219558"/>
                  </a:lnTo>
                  <a:lnTo>
                    <a:pt x="5021365" y="1196655"/>
                  </a:lnTo>
                  <a:lnTo>
                    <a:pt x="5022025" y="1177754"/>
                  </a:lnTo>
                  <a:lnTo>
                    <a:pt x="5022686" y="1189417"/>
                  </a:lnTo>
                  <a:lnTo>
                    <a:pt x="5023346" y="1177754"/>
                  </a:lnTo>
                  <a:lnTo>
                    <a:pt x="5024007" y="1177754"/>
                  </a:lnTo>
                  <a:lnTo>
                    <a:pt x="5024667" y="1201585"/>
                  </a:lnTo>
                  <a:lnTo>
                    <a:pt x="5025328" y="1265546"/>
                  </a:lnTo>
                  <a:lnTo>
                    <a:pt x="5025988" y="1281610"/>
                  </a:lnTo>
                  <a:lnTo>
                    <a:pt x="5026649" y="1316787"/>
                  </a:lnTo>
                  <a:lnTo>
                    <a:pt x="5027309" y="1336177"/>
                  </a:lnTo>
                  <a:lnTo>
                    <a:pt x="5027970" y="1336177"/>
                  </a:lnTo>
                  <a:lnTo>
                    <a:pt x="5028630" y="1316787"/>
                  </a:lnTo>
                  <a:lnTo>
                    <a:pt x="5029291" y="1316787"/>
                  </a:lnTo>
                  <a:lnTo>
                    <a:pt x="5029951" y="1316787"/>
                  </a:lnTo>
                  <a:lnTo>
                    <a:pt x="5030612" y="1336177"/>
                  </a:lnTo>
                  <a:lnTo>
                    <a:pt x="5031273" y="1357005"/>
                  </a:lnTo>
                  <a:lnTo>
                    <a:pt x="5031933" y="1379501"/>
                  </a:lnTo>
                  <a:lnTo>
                    <a:pt x="5032594" y="1403955"/>
                  </a:lnTo>
                  <a:lnTo>
                    <a:pt x="5033254" y="1403955"/>
                  </a:lnTo>
                  <a:lnTo>
                    <a:pt x="5033915" y="1357005"/>
                  </a:lnTo>
                  <a:lnTo>
                    <a:pt x="5034575" y="1325348"/>
                  </a:lnTo>
                  <a:lnTo>
                    <a:pt x="5035236" y="1306666"/>
                  </a:lnTo>
                  <a:lnTo>
                    <a:pt x="5035896" y="1306666"/>
                  </a:lnTo>
                  <a:lnTo>
                    <a:pt x="5036557" y="1325348"/>
                  </a:lnTo>
                  <a:lnTo>
                    <a:pt x="5037217" y="1366906"/>
                  </a:lnTo>
                  <a:lnTo>
                    <a:pt x="5037878" y="1403955"/>
                  </a:lnTo>
                  <a:lnTo>
                    <a:pt x="5038538" y="1430742"/>
                  </a:lnTo>
                  <a:lnTo>
                    <a:pt x="5039199" y="1430742"/>
                  </a:lnTo>
                  <a:lnTo>
                    <a:pt x="5039859" y="1430742"/>
                  </a:lnTo>
                  <a:lnTo>
                    <a:pt x="5040520" y="1430742"/>
                  </a:lnTo>
                  <a:lnTo>
                    <a:pt x="5041181" y="1403955"/>
                  </a:lnTo>
                  <a:lnTo>
                    <a:pt x="5041841" y="1336177"/>
                  </a:lnTo>
                  <a:lnTo>
                    <a:pt x="5042502" y="1250350"/>
                  </a:lnTo>
                  <a:lnTo>
                    <a:pt x="5043162" y="1209787"/>
                  </a:lnTo>
                  <a:lnTo>
                    <a:pt x="5043823" y="1177754"/>
                  </a:lnTo>
                  <a:lnTo>
                    <a:pt x="5044483" y="1177754"/>
                  </a:lnTo>
                  <a:lnTo>
                    <a:pt x="5045144" y="1214305"/>
                  </a:lnTo>
                  <a:lnTo>
                    <a:pt x="5045804" y="1288302"/>
                  </a:lnTo>
                  <a:lnTo>
                    <a:pt x="5046465" y="1343293"/>
                  </a:lnTo>
                  <a:lnTo>
                    <a:pt x="5047125" y="1403955"/>
                  </a:lnTo>
                  <a:lnTo>
                    <a:pt x="5047786" y="1430742"/>
                  </a:lnTo>
                  <a:lnTo>
                    <a:pt x="5048446" y="1403955"/>
                  </a:lnTo>
                  <a:lnTo>
                    <a:pt x="5049107" y="1357005"/>
                  </a:lnTo>
                  <a:lnTo>
                    <a:pt x="5049767" y="1336177"/>
                  </a:lnTo>
                  <a:lnTo>
                    <a:pt x="5050428" y="1336177"/>
                  </a:lnTo>
                  <a:lnTo>
                    <a:pt x="5051089" y="1336177"/>
                  </a:lnTo>
                  <a:lnTo>
                    <a:pt x="5051749" y="1357005"/>
                  </a:lnTo>
                  <a:lnTo>
                    <a:pt x="5052410" y="1403955"/>
                  </a:lnTo>
                  <a:lnTo>
                    <a:pt x="5053070" y="1430742"/>
                  </a:lnTo>
                  <a:lnTo>
                    <a:pt x="5053731" y="1430742"/>
                  </a:lnTo>
                  <a:lnTo>
                    <a:pt x="5054391" y="1403955"/>
                  </a:lnTo>
                  <a:lnTo>
                    <a:pt x="5055052" y="1357005"/>
                  </a:lnTo>
                  <a:lnTo>
                    <a:pt x="5055712" y="1324383"/>
                  </a:lnTo>
                  <a:lnTo>
                    <a:pt x="5056373" y="1305764"/>
                  </a:lnTo>
                  <a:lnTo>
                    <a:pt x="5057033" y="1305764"/>
                  </a:lnTo>
                  <a:lnTo>
                    <a:pt x="5057694" y="1324383"/>
                  </a:lnTo>
                  <a:lnTo>
                    <a:pt x="5058354" y="1365789"/>
                  </a:lnTo>
                  <a:lnTo>
                    <a:pt x="5059015" y="1403955"/>
                  </a:lnTo>
                  <a:lnTo>
                    <a:pt x="5059675" y="1403955"/>
                  </a:lnTo>
                  <a:lnTo>
                    <a:pt x="5060336" y="1357005"/>
                  </a:lnTo>
                  <a:lnTo>
                    <a:pt x="5060996" y="1316787"/>
                  </a:lnTo>
                  <a:lnTo>
                    <a:pt x="5061657" y="1281610"/>
                  </a:lnTo>
                  <a:lnTo>
                    <a:pt x="5062318" y="1253324"/>
                  </a:lnTo>
                  <a:lnTo>
                    <a:pt x="5062978" y="1190013"/>
                  </a:lnTo>
                  <a:lnTo>
                    <a:pt x="5063639" y="1145923"/>
                  </a:lnTo>
                  <a:lnTo>
                    <a:pt x="5064299" y="1114583"/>
                  </a:lnTo>
                  <a:lnTo>
                    <a:pt x="5064960" y="1057026"/>
                  </a:lnTo>
                  <a:lnTo>
                    <a:pt x="5065620" y="1011480"/>
                  </a:lnTo>
                  <a:lnTo>
                    <a:pt x="5066281" y="1009904"/>
                  </a:lnTo>
                  <a:lnTo>
                    <a:pt x="5066941" y="1029429"/>
                  </a:lnTo>
                  <a:lnTo>
                    <a:pt x="5067602" y="1051140"/>
                  </a:lnTo>
                  <a:lnTo>
                    <a:pt x="5068262" y="1090129"/>
                  </a:lnTo>
                  <a:lnTo>
                    <a:pt x="5068923" y="1139868"/>
                  </a:lnTo>
                  <a:lnTo>
                    <a:pt x="5069583" y="1163824"/>
                  </a:lnTo>
                  <a:lnTo>
                    <a:pt x="5070244" y="1153156"/>
                  </a:lnTo>
                  <a:lnTo>
                    <a:pt x="5070904" y="1134430"/>
                  </a:lnTo>
                  <a:lnTo>
                    <a:pt x="5071565" y="1162739"/>
                  </a:lnTo>
                  <a:lnTo>
                    <a:pt x="5072226" y="1185280"/>
                  </a:lnTo>
                  <a:lnTo>
                    <a:pt x="5072886" y="1232443"/>
                  </a:lnTo>
                  <a:lnTo>
                    <a:pt x="5073547" y="1294291"/>
                  </a:lnTo>
                  <a:lnTo>
                    <a:pt x="5074207" y="1373706"/>
                  </a:lnTo>
                  <a:lnTo>
                    <a:pt x="5074868" y="1403955"/>
                  </a:lnTo>
                  <a:lnTo>
                    <a:pt x="5075528" y="1430742"/>
                  </a:lnTo>
                  <a:lnTo>
                    <a:pt x="5076189" y="1357005"/>
                  </a:lnTo>
                  <a:lnTo>
                    <a:pt x="5076849" y="1250350"/>
                  </a:lnTo>
                  <a:lnTo>
                    <a:pt x="5077510" y="1173220"/>
                  </a:lnTo>
                  <a:lnTo>
                    <a:pt x="5078170" y="1151591"/>
                  </a:lnTo>
                  <a:lnTo>
                    <a:pt x="5078831" y="1151591"/>
                  </a:lnTo>
                  <a:lnTo>
                    <a:pt x="5079491" y="1173220"/>
                  </a:lnTo>
                  <a:lnTo>
                    <a:pt x="5080152" y="1222222"/>
                  </a:lnTo>
                  <a:lnTo>
                    <a:pt x="5080812" y="1250350"/>
                  </a:lnTo>
                  <a:lnTo>
                    <a:pt x="5081473" y="1193616"/>
                  </a:lnTo>
                  <a:lnTo>
                    <a:pt x="5082134" y="1159508"/>
                  </a:lnTo>
                  <a:lnTo>
                    <a:pt x="5082794" y="1149000"/>
                  </a:lnTo>
                  <a:lnTo>
                    <a:pt x="5083455" y="1116873"/>
                  </a:lnTo>
                  <a:lnTo>
                    <a:pt x="5084115" y="1090547"/>
                  </a:lnTo>
                  <a:lnTo>
                    <a:pt x="5084776" y="1095619"/>
                  </a:lnTo>
                  <a:lnTo>
                    <a:pt x="5085436" y="1087216"/>
                  </a:lnTo>
                  <a:lnTo>
                    <a:pt x="5086097" y="1071129"/>
                  </a:lnTo>
                  <a:lnTo>
                    <a:pt x="5086757" y="1065709"/>
                  </a:lnTo>
                  <a:lnTo>
                    <a:pt x="5087418" y="1074273"/>
                  </a:lnTo>
                  <a:lnTo>
                    <a:pt x="5088078" y="1069570"/>
                  </a:lnTo>
                  <a:lnTo>
                    <a:pt x="5088739" y="1061901"/>
                  </a:lnTo>
                  <a:lnTo>
                    <a:pt x="5089399" y="1046089"/>
                  </a:lnTo>
                  <a:lnTo>
                    <a:pt x="5090060" y="1040425"/>
                  </a:lnTo>
                  <a:lnTo>
                    <a:pt x="5090720" y="1045018"/>
                  </a:lnTo>
                  <a:lnTo>
                    <a:pt x="5091381" y="1054067"/>
                  </a:lnTo>
                  <a:lnTo>
                    <a:pt x="5092042" y="1061901"/>
                  </a:lnTo>
                  <a:lnTo>
                    <a:pt x="5092702" y="1070738"/>
                  </a:lnTo>
                  <a:lnTo>
                    <a:pt x="5093363" y="1069181"/>
                  </a:lnTo>
                  <a:lnTo>
                    <a:pt x="5094023" y="1047523"/>
                  </a:lnTo>
                  <a:lnTo>
                    <a:pt x="5094684" y="1017229"/>
                  </a:lnTo>
                  <a:lnTo>
                    <a:pt x="5095344" y="998205"/>
                  </a:lnTo>
                  <a:lnTo>
                    <a:pt x="5096005" y="980670"/>
                  </a:lnTo>
                  <a:lnTo>
                    <a:pt x="5096665" y="975060"/>
                  </a:lnTo>
                  <a:lnTo>
                    <a:pt x="5097326" y="975895"/>
                  </a:lnTo>
                  <a:lnTo>
                    <a:pt x="5097986" y="1009276"/>
                  </a:lnTo>
                  <a:lnTo>
                    <a:pt x="5098647" y="1009276"/>
                  </a:lnTo>
                  <a:lnTo>
                    <a:pt x="5099307" y="997001"/>
                  </a:lnTo>
                  <a:lnTo>
                    <a:pt x="5099968" y="977571"/>
                  </a:lnTo>
                  <a:lnTo>
                    <a:pt x="5100628" y="982375"/>
                  </a:lnTo>
                  <a:lnTo>
                    <a:pt x="5101289" y="975616"/>
                  </a:lnTo>
                  <a:lnTo>
                    <a:pt x="5101949" y="986973"/>
                  </a:lnTo>
                  <a:lnTo>
                    <a:pt x="5102610" y="1029092"/>
                  </a:lnTo>
                  <a:lnTo>
                    <a:pt x="5103271" y="1091806"/>
                  </a:lnTo>
                  <a:lnTo>
                    <a:pt x="5103931" y="1129095"/>
                  </a:lnTo>
                  <a:lnTo>
                    <a:pt x="5104592" y="1159508"/>
                  </a:lnTo>
                  <a:lnTo>
                    <a:pt x="5105252" y="1193616"/>
                  </a:lnTo>
                  <a:lnTo>
                    <a:pt x="5105913" y="1184693"/>
                  </a:lnTo>
                  <a:lnTo>
                    <a:pt x="5106573" y="1121979"/>
                  </a:lnTo>
                  <a:lnTo>
                    <a:pt x="5107234" y="1069570"/>
                  </a:lnTo>
                  <a:lnTo>
                    <a:pt x="5107894" y="1013065"/>
                  </a:lnTo>
                  <a:lnTo>
                    <a:pt x="5108555" y="937185"/>
                  </a:lnTo>
                  <a:lnTo>
                    <a:pt x="5109215" y="867661"/>
                  </a:lnTo>
                  <a:lnTo>
                    <a:pt x="5109876" y="834621"/>
                  </a:lnTo>
                  <a:lnTo>
                    <a:pt x="5110536" y="811504"/>
                  </a:lnTo>
                  <a:lnTo>
                    <a:pt x="5111197" y="790145"/>
                  </a:lnTo>
                  <a:lnTo>
                    <a:pt x="5111857" y="773530"/>
                  </a:lnTo>
                  <a:lnTo>
                    <a:pt x="5112518" y="748511"/>
                  </a:lnTo>
                  <a:lnTo>
                    <a:pt x="5113179" y="722582"/>
                  </a:lnTo>
                  <a:lnTo>
                    <a:pt x="5113839" y="693492"/>
                  </a:lnTo>
                  <a:lnTo>
                    <a:pt x="5114500" y="659710"/>
                  </a:lnTo>
                  <a:lnTo>
                    <a:pt x="5115160" y="644400"/>
                  </a:lnTo>
                  <a:lnTo>
                    <a:pt x="5115821" y="642098"/>
                  </a:lnTo>
                  <a:lnTo>
                    <a:pt x="5116481" y="621786"/>
                  </a:lnTo>
                  <a:lnTo>
                    <a:pt x="5117142" y="606337"/>
                  </a:lnTo>
                  <a:lnTo>
                    <a:pt x="5117802" y="607386"/>
                  </a:lnTo>
                  <a:lnTo>
                    <a:pt x="5118463" y="616852"/>
                  </a:lnTo>
                  <a:lnTo>
                    <a:pt x="5119123" y="641250"/>
                  </a:lnTo>
                  <a:lnTo>
                    <a:pt x="5119784" y="667969"/>
                  </a:lnTo>
                  <a:lnTo>
                    <a:pt x="5120444" y="679178"/>
                  </a:lnTo>
                  <a:lnTo>
                    <a:pt x="5121105" y="681318"/>
                  </a:lnTo>
                  <a:lnTo>
                    <a:pt x="5121765" y="690550"/>
                  </a:lnTo>
                  <a:lnTo>
                    <a:pt x="5122426" y="685747"/>
                  </a:lnTo>
                  <a:lnTo>
                    <a:pt x="5123087" y="706644"/>
                  </a:lnTo>
                  <a:lnTo>
                    <a:pt x="5123747" y="743106"/>
                  </a:lnTo>
                  <a:lnTo>
                    <a:pt x="5124408" y="782903"/>
                  </a:lnTo>
                  <a:lnTo>
                    <a:pt x="5125068" y="807957"/>
                  </a:lnTo>
                  <a:lnTo>
                    <a:pt x="5125729" y="851281"/>
                  </a:lnTo>
                  <a:lnTo>
                    <a:pt x="5126389" y="880853"/>
                  </a:lnTo>
                  <a:lnTo>
                    <a:pt x="5127050" y="903382"/>
                  </a:lnTo>
                  <a:lnTo>
                    <a:pt x="5127710" y="926003"/>
                  </a:lnTo>
                  <a:lnTo>
                    <a:pt x="5128371" y="929052"/>
                  </a:lnTo>
                  <a:lnTo>
                    <a:pt x="5129031" y="913013"/>
                  </a:lnTo>
                  <a:lnTo>
                    <a:pt x="5129692" y="908814"/>
                  </a:lnTo>
                  <a:lnTo>
                    <a:pt x="5130352" y="938401"/>
                  </a:lnTo>
                  <a:lnTo>
                    <a:pt x="5131013" y="984378"/>
                  </a:lnTo>
                  <a:lnTo>
                    <a:pt x="5131673" y="1029766"/>
                  </a:lnTo>
                  <a:lnTo>
                    <a:pt x="5132334" y="1065709"/>
                  </a:lnTo>
                  <a:lnTo>
                    <a:pt x="5132994" y="1093918"/>
                  </a:lnTo>
                  <a:lnTo>
                    <a:pt x="5133655" y="1103841"/>
                  </a:lnTo>
                  <a:lnTo>
                    <a:pt x="5134316" y="1078656"/>
                  </a:lnTo>
                  <a:lnTo>
                    <a:pt x="5134976" y="1055543"/>
                  </a:lnTo>
                  <a:lnTo>
                    <a:pt x="5135637" y="1056283"/>
                  </a:lnTo>
                  <a:lnTo>
                    <a:pt x="5136297" y="1071520"/>
                  </a:lnTo>
                  <a:lnTo>
                    <a:pt x="5136958" y="1071520"/>
                  </a:lnTo>
                  <a:lnTo>
                    <a:pt x="5137618" y="1096046"/>
                  </a:lnTo>
                  <a:lnTo>
                    <a:pt x="5138279" y="1142375"/>
                  </a:lnTo>
                  <a:lnTo>
                    <a:pt x="5138939" y="1167104"/>
                  </a:lnTo>
                  <a:lnTo>
                    <a:pt x="5139600" y="1202208"/>
                  </a:lnTo>
                  <a:lnTo>
                    <a:pt x="5140260" y="1214956"/>
                  </a:lnTo>
                  <a:lnTo>
                    <a:pt x="5140921" y="1202208"/>
                  </a:lnTo>
                  <a:lnTo>
                    <a:pt x="5141581" y="1178325"/>
                  </a:lnTo>
                  <a:lnTo>
                    <a:pt x="5142242" y="1162198"/>
                  </a:lnTo>
                  <a:lnTo>
                    <a:pt x="5142902" y="1151591"/>
                  </a:lnTo>
                  <a:lnTo>
                    <a:pt x="5143563" y="1173220"/>
                  </a:lnTo>
                  <a:lnTo>
                    <a:pt x="5144224" y="1233138"/>
                  </a:lnTo>
                  <a:lnTo>
                    <a:pt x="5144884" y="1262440"/>
                  </a:lnTo>
                  <a:lnTo>
                    <a:pt x="5145545" y="1262440"/>
                  </a:lnTo>
                  <a:lnTo>
                    <a:pt x="5146205" y="1247407"/>
                  </a:lnTo>
                  <a:lnTo>
                    <a:pt x="5146866" y="1233138"/>
                  </a:lnTo>
                  <a:lnTo>
                    <a:pt x="5147526" y="1196655"/>
                  </a:lnTo>
                  <a:lnTo>
                    <a:pt x="5148187" y="1121979"/>
                  </a:lnTo>
                  <a:lnTo>
                    <a:pt x="5148847" y="1078656"/>
                  </a:lnTo>
                  <a:lnTo>
                    <a:pt x="5149508" y="1051869"/>
                  </a:lnTo>
                  <a:lnTo>
                    <a:pt x="5150168" y="1037983"/>
                  </a:lnTo>
                  <a:lnTo>
                    <a:pt x="5150829" y="1024419"/>
                  </a:lnTo>
                  <a:lnTo>
                    <a:pt x="5151489" y="1037983"/>
                  </a:lnTo>
                  <a:lnTo>
                    <a:pt x="5152150" y="1052234"/>
                  </a:lnTo>
                  <a:lnTo>
                    <a:pt x="5152810" y="1063418"/>
                  </a:lnTo>
                  <a:lnTo>
                    <a:pt x="5153471" y="1095193"/>
                  </a:lnTo>
                  <a:lnTo>
                    <a:pt x="5154132" y="1131507"/>
                  </a:lnTo>
                  <a:lnTo>
                    <a:pt x="5154792" y="1196655"/>
                  </a:lnTo>
                  <a:lnTo>
                    <a:pt x="5155453" y="1281610"/>
                  </a:lnTo>
                  <a:lnTo>
                    <a:pt x="5156113" y="1379501"/>
                  </a:lnTo>
                  <a:lnTo>
                    <a:pt x="5156774" y="1379501"/>
                  </a:lnTo>
                  <a:lnTo>
                    <a:pt x="5157434" y="1357005"/>
                  </a:lnTo>
                  <a:lnTo>
                    <a:pt x="5158095" y="1316787"/>
                  </a:lnTo>
                  <a:lnTo>
                    <a:pt x="5158755" y="1316787"/>
                  </a:lnTo>
                  <a:lnTo>
                    <a:pt x="5159416" y="1298649"/>
                  </a:lnTo>
                  <a:lnTo>
                    <a:pt x="5160076" y="1298649"/>
                  </a:lnTo>
                  <a:lnTo>
                    <a:pt x="5160737" y="1282438"/>
                  </a:lnTo>
                  <a:lnTo>
                    <a:pt x="5161397" y="1266328"/>
                  </a:lnTo>
                  <a:lnTo>
                    <a:pt x="5162058" y="1205972"/>
                  </a:lnTo>
                  <a:lnTo>
                    <a:pt x="5162718" y="1159508"/>
                  </a:lnTo>
                  <a:lnTo>
                    <a:pt x="5163379" y="1120578"/>
                  </a:lnTo>
                  <a:lnTo>
                    <a:pt x="5164040" y="1110956"/>
                  </a:lnTo>
                  <a:lnTo>
                    <a:pt x="5164700" y="1120112"/>
                  </a:lnTo>
                  <a:lnTo>
                    <a:pt x="5165361" y="1132478"/>
                  </a:lnTo>
                  <a:lnTo>
                    <a:pt x="5166021" y="1163281"/>
                  </a:lnTo>
                  <a:lnTo>
                    <a:pt x="5166682" y="1209148"/>
                  </a:lnTo>
                  <a:lnTo>
                    <a:pt x="5167342" y="1250350"/>
                  </a:lnTo>
                  <a:lnTo>
                    <a:pt x="5168003" y="1235935"/>
                  </a:lnTo>
                  <a:lnTo>
                    <a:pt x="5168663" y="1222222"/>
                  </a:lnTo>
                  <a:lnTo>
                    <a:pt x="5169324" y="1169313"/>
                  </a:lnTo>
                  <a:lnTo>
                    <a:pt x="5169984" y="1135903"/>
                  </a:lnTo>
                  <a:lnTo>
                    <a:pt x="5170645" y="1116873"/>
                  </a:lnTo>
                  <a:lnTo>
                    <a:pt x="5171305" y="1114583"/>
                  </a:lnTo>
                  <a:lnTo>
                    <a:pt x="5171966" y="1119647"/>
                  </a:lnTo>
                  <a:lnTo>
                    <a:pt x="5172626" y="1142375"/>
                  </a:lnTo>
                  <a:lnTo>
                    <a:pt x="5173287" y="1165459"/>
                  </a:lnTo>
                  <a:lnTo>
                    <a:pt x="5173947" y="1165459"/>
                  </a:lnTo>
                  <a:lnTo>
                    <a:pt x="5174608" y="1191209"/>
                  </a:lnTo>
                  <a:lnTo>
                    <a:pt x="5175269" y="1214305"/>
                  </a:lnTo>
                  <a:lnTo>
                    <a:pt x="5175929" y="1227627"/>
                  </a:lnTo>
                  <a:lnTo>
                    <a:pt x="5176590" y="1227627"/>
                  </a:lnTo>
                  <a:lnTo>
                    <a:pt x="5177250" y="1206604"/>
                  </a:lnTo>
                  <a:lnTo>
                    <a:pt x="5177911" y="1129576"/>
                  </a:lnTo>
                  <a:lnTo>
                    <a:pt x="5178571" y="1051869"/>
                  </a:lnTo>
                  <a:lnTo>
                    <a:pt x="5179232" y="1024088"/>
                  </a:lnTo>
                  <a:lnTo>
                    <a:pt x="5179892" y="1004919"/>
                  </a:lnTo>
                  <a:lnTo>
                    <a:pt x="5180553" y="1014980"/>
                  </a:lnTo>
                  <a:lnTo>
                    <a:pt x="5181213" y="1056283"/>
                  </a:lnTo>
                  <a:lnTo>
                    <a:pt x="5181874" y="1131507"/>
                  </a:lnTo>
                  <a:lnTo>
                    <a:pt x="5182534" y="1184693"/>
                  </a:lnTo>
                  <a:lnTo>
                    <a:pt x="5183195" y="1209148"/>
                  </a:lnTo>
                  <a:lnTo>
                    <a:pt x="5183855" y="1177754"/>
                  </a:lnTo>
                  <a:lnTo>
                    <a:pt x="5184516" y="1116414"/>
                  </a:lnTo>
                  <a:lnTo>
                    <a:pt x="5185177" y="1070738"/>
                  </a:lnTo>
                  <a:lnTo>
                    <a:pt x="5185837" y="1034187"/>
                  </a:lnTo>
                  <a:lnTo>
                    <a:pt x="5186498" y="1041127"/>
                  </a:lnTo>
                  <a:lnTo>
                    <a:pt x="5187158" y="1052600"/>
                  </a:lnTo>
                  <a:lnTo>
                    <a:pt x="5187819" y="1083515"/>
                  </a:lnTo>
                  <a:lnTo>
                    <a:pt x="5188479" y="1118719"/>
                  </a:lnTo>
                  <a:lnTo>
                    <a:pt x="5189140" y="1158439"/>
                  </a:lnTo>
                  <a:lnTo>
                    <a:pt x="5189800" y="1132965"/>
                  </a:lnTo>
                  <a:lnTo>
                    <a:pt x="5190461" y="1126703"/>
                  </a:lnTo>
                  <a:lnTo>
                    <a:pt x="5191121" y="1136395"/>
                  </a:lnTo>
                  <a:lnTo>
                    <a:pt x="5191782" y="1150034"/>
                  </a:lnTo>
                  <a:lnTo>
                    <a:pt x="5192442" y="1102527"/>
                  </a:lnTo>
                  <a:lnTo>
                    <a:pt x="5193103" y="1043597"/>
                  </a:lnTo>
                  <a:lnTo>
                    <a:pt x="5193763" y="1009904"/>
                  </a:lnTo>
                  <a:lnTo>
                    <a:pt x="5194424" y="1000020"/>
                  </a:lnTo>
                  <a:lnTo>
                    <a:pt x="5195085" y="979822"/>
                  </a:lnTo>
                  <a:lnTo>
                    <a:pt x="5195745" y="986973"/>
                  </a:lnTo>
                  <a:lnTo>
                    <a:pt x="5196406" y="1024088"/>
                  </a:lnTo>
                  <a:lnTo>
                    <a:pt x="5197066" y="1064561"/>
                  </a:lnTo>
                  <a:lnTo>
                    <a:pt x="5197727" y="1085154"/>
                  </a:lnTo>
                  <a:lnTo>
                    <a:pt x="5198387" y="1124331"/>
                  </a:lnTo>
                  <a:lnTo>
                    <a:pt x="5199048" y="1162198"/>
                  </a:lnTo>
                  <a:lnTo>
                    <a:pt x="5199708" y="1191809"/>
                  </a:lnTo>
                  <a:lnTo>
                    <a:pt x="5200369" y="1222222"/>
                  </a:lnTo>
                  <a:lnTo>
                    <a:pt x="5201029" y="1250350"/>
                  </a:lnTo>
                  <a:lnTo>
                    <a:pt x="5201690" y="1250350"/>
                  </a:lnTo>
                  <a:lnTo>
                    <a:pt x="5202350" y="1265546"/>
                  </a:lnTo>
                  <a:lnTo>
                    <a:pt x="5203011" y="1271862"/>
                  </a:lnTo>
                  <a:lnTo>
                    <a:pt x="5203671" y="1250350"/>
                  </a:lnTo>
                  <a:lnTo>
                    <a:pt x="5204332" y="1222222"/>
                  </a:lnTo>
                  <a:lnTo>
                    <a:pt x="5204992" y="1235935"/>
                  </a:lnTo>
                  <a:lnTo>
                    <a:pt x="5205653" y="1251834"/>
                  </a:lnTo>
                  <a:lnTo>
                    <a:pt x="5206314" y="1267112"/>
                  </a:lnTo>
                  <a:lnTo>
                    <a:pt x="5206974" y="1283268"/>
                  </a:lnTo>
                  <a:lnTo>
                    <a:pt x="5207635" y="1283268"/>
                  </a:lnTo>
                  <a:lnTo>
                    <a:pt x="5208295" y="1237343"/>
                  </a:lnTo>
                  <a:lnTo>
                    <a:pt x="5208956" y="1196655"/>
                  </a:lnTo>
                  <a:lnTo>
                    <a:pt x="5209616" y="1141370"/>
                  </a:lnTo>
                  <a:lnTo>
                    <a:pt x="5210277" y="1078656"/>
                  </a:lnTo>
                  <a:lnTo>
                    <a:pt x="5210937" y="1034187"/>
                  </a:lnTo>
                  <a:lnTo>
                    <a:pt x="5211598" y="1044662"/>
                  </a:lnTo>
                  <a:lnTo>
                    <a:pt x="5212258" y="1074669"/>
                  </a:lnTo>
                  <a:lnTo>
                    <a:pt x="5212919" y="1136395"/>
                  </a:lnTo>
                  <a:lnTo>
                    <a:pt x="5213579" y="1243050"/>
                  </a:lnTo>
                  <a:lnTo>
                    <a:pt x="5214240" y="1391462"/>
                  </a:lnTo>
                  <a:lnTo>
                    <a:pt x="5214900" y="1430742"/>
                  </a:lnTo>
                  <a:lnTo>
                    <a:pt x="5215561" y="1379501"/>
                  </a:lnTo>
                  <a:lnTo>
                    <a:pt x="5216222" y="1336177"/>
                  </a:lnTo>
                  <a:lnTo>
                    <a:pt x="5216882" y="1265546"/>
                  </a:lnTo>
                  <a:lnTo>
                    <a:pt x="5217543" y="1209148"/>
                  </a:lnTo>
                  <a:lnTo>
                    <a:pt x="5218203" y="1173220"/>
                  </a:lnTo>
                  <a:lnTo>
                    <a:pt x="5218864" y="1151591"/>
                  </a:lnTo>
                  <a:lnTo>
                    <a:pt x="5219524" y="1131507"/>
                  </a:lnTo>
                  <a:lnTo>
                    <a:pt x="5220185" y="1121979"/>
                  </a:lnTo>
                  <a:lnTo>
                    <a:pt x="5220845" y="1112764"/>
                  </a:lnTo>
                  <a:lnTo>
                    <a:pt x="5221506" y="1112764"/>
                  </a:lnTo>
                  <a:lnTo>
                    <a:pt x="5222166" y="1091806"/>
                  </a:lnTo>
                  <a:lnTo>
                    <a:pt x="5222827" y="1042183"/>
                  </a:lnTo>
                  <a:lnTo>
                    <a:pt x="5223487" y="1002765"/>
                  </a:lnTo>
                  <a:lnTo>
                    <a:pt x="5224148" y="971473"/>
                  </a:lnTo>
                  <a:lnTo>
                    <a:pt x="5224808" y="945310"/>
                  </a:lnTo>
                  <a:lnTo>
                    <a:pt x="5225469" y="935009"/>
                  </a:lnTo>
                  <a:lnTo>
                    <a:pt x="5226130" y="947064"/>
                  </a:lnTo>
                  <a:lnTo>
                    <a:pt x="5226790" y="965236"/>
                  </a:lnTo>
                  <a:lnTo>
                    <a:pt x="5227451" y="982946"/>
                  </a:lnTo>
                  <a:lnTo>
                    <a:pt x="5228111" y="994609"/>
                  </a:lnTo>
                  <a:lnTo>
                    <a:pt x="5228772" y="981237"/>
                  </a:lnTo>
                  <a:lnTo>
                    <a:pt x="5229432" y="959397"/>
                  </a:lnTo>
                  <a:lnTo>
                    <a:pt x="5230093" y="945810"/>
                  </a:lnTo>
                  <a:lnTo>
                    <a:pt x="5230753" y="943071"/>
                  </a:lnTo>
                  <a:lnTo>
                    <a:pt x="5231414" y="933567"/>
                  </a:lnTo>
                  <a:lnTo>
                    <a:pt x="5232074" y="952394"/>
                  </a:lnTo>
                  <a:lnTo>
                    <a:pt x="5232735" y="984952"/>
                  </a:lnTo>
                  <a:lnTo>
                    <a:pt x="5233395" y="1003686"/>
                  </a:lnTo>
                  <a:lnTo>
                    <a:pt x="5234056" y="1021128"/>
                  </a:lnTo>
                  <a:lnTo>
                    <a:pt x="5234716" y="1063038"/>
                  </a:lnTo>
                  <a:lnTo>
                    <a:pt x="5235377" y="1103841"/>
                  </a:lnTo>
                  <a:lnTo>
                    <a:pt x="5236038" y="1141370"/>
                  </a:lnTo>
                  <a:lnTo>
                    <a:pt x="5236698" y="1196655"/>
                  </a:lnTo>
                  <a:lnTo>
                    <a:pt x="5237359" y="1222222"/>
                  </a:lnTo>
                  <a:lnTo>
                    <a:pt x="5238019" y="1184693"/>
                  </a:lnTo>
                  <a:lnTo>
                    <a:pt x="5238680" y="1112764"/>
                  </a:lnTo>
                  <a:lnTo>
                    <a:pt x="5239340" y="1055543"/>
                  </a:lnTo>
                  <a:lnTo>
                    <a:pt x="5240001" y="1014340"/>
                  </a:lnTo>
                  <a:lnTo>
                    <a:pt x="5240661" y="984091"/>
                  </a:lnTo>
                  <a:lnTo>
                    <a:pt x="5241322" y="978413"/>
                  </a:lnTo>
                  <a:lnTo>
                    <a:pt x="5241982" y="1014340"/>
                  </a:lnTo>
                  <a:lnTo>
                    <a:pt x="5242643" y="1055543"/>
                  </a:lnTo>
                  <a:lnTo>
                    <a:pt x="5243303" y="1063038"/>
                  </a:lnTo>
                  <a:lnTo>
                    <a:pt x="5243964" y="1065326"/>
                  </a:lnTo>
                  <a:lnTo>
                    <a:pt x="5244624" y="1081075"/>
                  </a:lnTo>
                  <a:lnTo>
                    <a:pt x="5245285" y="1081075"/>
                  </a:lnTo>
                  <a:lnTo>
                    <a:pt x="5245945" y="1089293"/>
                  </a:lnTo>
                  <a:lnTo>
                    <a:pt x="5246606" y="1124804"/>
                  </a:lnTo>
                  <a:lnTo>
                    <a:pt x="5247267" y="1141370"/>
                  </a:lnTo>
                  <a:lnTo>
                    <a:pt x="5247927" y="1070348"/>
                  </a:lnTo>
                  <a:lnTo>
                    <a:pt x="5248588" y="1001542"/>
                  </a:lnTo>
                  <a:lnTo>
                    <a:pt x="5249248" y="977851"/>
                  </a:lnTo>
                  <a:lnTo>
                    <a:pt x="5249909" y="983518"/>
                  </a:lnTo>
                  <a:lnTo>
                    <a:pt x="5250569" y="1020148"/>
                  </a:lnTo>
                  <a:lnTo>
                    <a:pt x="5251230" y="1103402"/>
                  </a:lnTo>
                  <a:lnTo>
                    <a:pt x="5251890" y="1208510"/>
                  </a:lnTo>
                  <a:lnTo>
                    <a:pt x="5252551" y="1227627"/>
                  </a:lnTo>
                  <a:lnTo>
                    <a:pt x="5253211" y="1203457"/>
                  </a:lnTo>
                  <a:lnTo>
                    <a:pt x="5253872" y="1146945"/>
                  </a:lnTo>
                  <a:lnTo>
                    <a:pt x="5254532" y="1127180"/>
                  </a:lnTo>
                  <a:lnTo>
                    <a:pt x="5255193" y="1127180"/>
                  </a:lnTo>
                  <a:lnTo>
                    <a:pt x="5255853" y="1114127"/>
                  </a:lnTo>
                  <a:lnTo>
                    <a:pt x="5256514" y="1103841"/>
                  </a:lnTo>
                  <a:lnTo>
                    <a:pt x="5257175" y="1131507"/>
                  </a:lnTo>
                  <a:lnTo>
                    <a:pt x="5257835" y="1153156"/>
                  </a:lnTo>
                  <a:lnTo>
                    <a:pt x="5258496" y="1163824"/>
                  </a:lnTo>
                  <a:lnTo>
                    <a:pt x="5259156" y="1186455"/>
                  </a:lnTo>
                  <a:lnTo>
                    <a:pt x="5259817" y="1208510"/>
                  </a:lnTo>
                  <a:lnTo>
                    <a:pt x="5260477" y="1155786"/>
                  </a:lnTo>
                  <a:lnTo>
                    <a:pt x="5261138" y="1106045"/>
                  </a:lnTo>
                  <a:lnTo>
                    <a:pt x="5261798" y="1097330"/>
                  </a:lnTo>
                  <a:lnTo>
                    <a:pt x="5262459" y="1124331"/>
                  </a:lnTo>
                  <a:lnTo>
                    <a:pt x="5263119" y="1126227"/>
                  </a:lnTo>
                  <a:lnTo>
                    <a:pt x="5263780" y="1151591"/>
                  </a:lnTo>
                  <a:lnTo>
                    <a:pt x="5264440" y="1162198"/>
                  </a:lnTo>
                  <a:lnTo>
                    <a:pt x="5265101" y="1173220"/>
                  </a:lnTo>
                  <a:lnTo>
                    <a:pt x="5265761" y="1162198"/>
                  </a:lnTo>
                  <a:lnTo>
                    <a:pt x="5266422" y="1141370"/>
                  </a:lnTo>
                  <a:lnTo>
                    <a:pt x="5267083" y="1127180"/>
                  </a:lnTo>
                  <a:lnTo>
                    <a:pt x="5267743" y="1129576"/>
                  </a:lnTo>
                  <a:lnTo>
                    <a:pt x="5268404" y="1120112"/>
                  </a:lnTo>
                  <a:lnTo>
                    <a:pt x="5269064" y="1129576"/>
                  </a:lnTo>
                  <a:lnTo>
                    <a:pt x="5269725" y="1160044"/>
                  </a:lnTo>
                  <a:lnTo>
                    <a:pt x="5270385" y="1187636"/>
                  </a:lnTo>
                  <a:lnTo>
                    <a:pt x="5271046" y="1184693"/>
                  </a:lnTo>
                  <a:lnTo>
                    <a:pt x="5271706" y="1178898"/>
                  </a:lnTo>
                  <a:lnTo>
                    <a:pt x="5272367" y="1180048"/>
                  </a:lnTo>
                  <a:lnTo>
                    <a:pt x="5273027" y="1180048"/>
                  </a:lnTo>
                  <a:lnTo>
                    <a:pt x="5273688" y="1180048"/>
                  </a:lnTo>
                  <a:lnTo>
                    <a:pt x="5274348" y="1180048"/>
                  </a:lnTo>
                  <a:lnTo>
                    <a:pt x="5275009" y="1174347"/>
                  </a:lnTo>
                  <a:lnTo>
                    <a:pt x="5275669" y="1162198"/>
                  </a:lnTo>
                  <a:lnTo>
                    <a:pt x="5276330" y="1162198"/>
                  </a:lnTo>
                  <a:lnTo>
                    <a:pt x="5276990" y="1173220"/>
                  </a:lnTo>
                  <a:lnTo>
                    <a:pt x="5277651" y="1196655"/>
                  </a:lnTo>
                  <a:lnTo>
                    <a:pt x="5278312" y="1196655"/>
                  </a:lnTo>
                  <a:lnTo>
                    <a:pt x="5278972" y="1175478"/>
                  </a:lnTo>
                  <a:lnTo>
                    <a:pt x="5279633" y="1175478"/>
                  </a:lnTo>
                  <a:lnTo>
                    <a:pt x="5280293" y="1175478"/>
                  </a:lnTo>
                  <a:lnTo>
                    <a:pt x="5280954" y="1162198"/>
                  </a:lnTo>
                  <a:lnTo>
                    <a:pt x="5281614" y="1151591"/>
                  </a:lnTo>
                  <a:lnTo>
                    <a:pt x="5282275" y="1102090"/>
                  </a:lnTo>
                  <a:lnTo>
                    <a:pt x="5282935" y="1032819"/>
                  </a:lnTo>
                  <a:lnTo>
                    <a:pt x="5283596" y="993125"/>
                  </a:lnTo>
                  <a:lnTo>
                    <a:pt x="5284256" y="985528"/>
                  </a:lnTo>
                  <a:lnTo>
                    <a:pt x="5284917" y="968744"/>
                  </a:lnTo>
                  <a:lnTo>
                    <a:pt x="5285577" y="988135"/>
                  </a:lnTo>
                  <a:lnTo>
                    <a:pt x="5286238" y="1009590"/>
                  </a:lnTo>
                  <a:lnTo>
                    <a:pt x="5286898" y="1004919"/>
                  </a:lnTo>
                  <a:lnTo>
                    <a:pt x="5287559" y="1014340"/>
                  </a:lnTo>
                  <a:lnTo>
                    <a:pt x="5288220" y="1048242"/>
                  </a:lnTo>
                  <a:lnTo>
                    <a:pt x="5288880" y="1067247"/>
                  </a:lnTo>
                  <a:lnTo>
                    <a:pt x="5289541" y="1112764"/>
                  </a:lnTo>
                  <a:lnTo>
                    <a:pt x="5290201" y="1173220"/>
                  </a:lnTo>
                  <a:lnTo>
                    <a:pt x="5290862" y="1184693"/>
                  </a:lnTo>
                  <a:lnTo>
                    <a:pt x="5291522" y="1184693"/>
                  </a:lnTo>
                  <a:lnTo>
                    <a:pt x="5292183" y="1154731"/>
                  </a:lnTo>
                  <a:lnTo>
                    <a:pt x="5292843" y="1106488"/>
                  </a:lnTo>
                  <a:lnTo>
                    <a:pt x="5293504" y="1105161"/>
                  </a:lnTo>
                  <a:lnTo>
                    <a:pt x="5294164" y="1096473"/>
                  </a:lnTo>
                  <a:lnTo>
                    <a:pt x="5294825" y="1090129"/>
                  </a:lnTo>
                  <a:lnTo>
                    <a:pt x="5295485" y="1104721"/>
                  </a:lnTo>
                  <a:lnTo>
                    <a:pt x="5296146" y="1152634"/>
                  </a:lnTo>
                  <a:lnTo>
                    <a:pt x="5296806" y="1187636"/>
                  </a:lnTo>
                  <a:lnTo>
                    <a:pt x="5297467" y="1239470"/>
                  </a:lnTo>
                  <a:lnTo>
                    <a:pt x="5298128" y="1251834"/>
                  </a:lnTo>
                  <a:lnTo>
                    <a:pt x="5298788" y="1223564"/>
                  </a:lnTo>
                  <a:lnTo>
                    <a:pt x="5299449" y="1174347"/>
                  </a:lnTo>
                  <a:lnTo>
                    <a:pt x="5300109" y="1117795"/>
                  </a:lnTo>
                  <a:lnTo>
                    <a:pt x="5300770" y="1079460"/>
                  </a:lnTo>
                  <a:lnTo>
                    <a:pt x="5301430" y="1078254"/>
                  </a:lnTo>
                  <a:lnTo>
                    <a:pt x="5302091" y="1094767"/>
                  </a:lnTo>
                  <a:lnTo>
                    <a:pt x="5302751" y="1075859"/>
                  </a:lnTo>
                  <a:lnTo>
                    <a:pt x="5303412" y="1032819"/>
                  </a:lnTo>
                  <a:lnTo>
                    <a:pt x="5304072" y="983804"/>
                  </a:lnTo>
                  <a:lnTo>
                    <a:pt x="5304733" y="956783"/>
                  </a:lnTo>
                  <a:lnTo>
                    <a:pt x="5305393" y="950606"/>
                  </a:lnTo>
                  <a:lnTo>
                    <a:pt x="5306054" y="978975"/>
                  </a:lnTo>
                  <a:lnTo>
                    <a:pt x="5306714" y="1030780"/>
                  </a:lnTo>
                  <a:lnTo>
                    <a:pt x="5307375" y="1120112"/>
                  </a:lnTo>
                  <a:lnTo>
                    <a:pt x="5308036" y="1194221"/>
                  </a:lnTo>
                  <a:lnTo>
                    <a:pt x="5308696" y="1209148"/>
                  </a:lnTo>
                  <a:lnTo>
                    <a:pt x="5309357" y="1173220"/>
                  </a:lnTo>
                  <a:lnTo>
                    <a:pt x="5310017" y="1129576"/>
                  </a:lnTo>
                  <a:lnTo>
                    <a:pt x="5310678" y="1102090"/>
                  </a:lnTo>
                  <a:lnTo>
                    <a:pt x="5311338" y="1085154"/>
                  </a:lnTo>
                  <a:lnTo>
                    <a:pt x="5311999" y="1110956"/>
                  </a:lnTo>
                  <a:lnTo>
                    <a:pt x="5312659" y="1149517"/>
                  </a:lnTo>
                  <a:lnTo>
                    <a:pt x="5313320" y="1209148"/>
                  </a:lnTo>
                  <a:lnTo>
                    <a:pt x="5313980" y="1250350"/>
                  </a:lnTo>
                  <a:lnTo>
                    <a:pt x="5314641" y="1281610"/>
                  </a:lnTo>
                  <a:lnTo>
                    <a:pt x="5315301" y="1281610"/>
                  </a:lnTo>
                  <a:lnTo>
                    <a:pt x="5315962" y="1298649"/>
                  </a:lnTo>
                  <a:lnTo>
                    <a:pt x="5316622" y="1281610"/>
                  </a:lnTo>
                  <a:lnTo>
                    <a:pt x="5317283" y="1250350"/>
                  </a:lnTo>
                  <a:lnTo>
                    <a:pt x="5317943" y="1251834"/>
                  </a:lnTo>
                  <a:lnTo>
                    <a:pt x="5318604" y="1223564"/>
                  </a:lnTo>
                  <a:lnTo>
                    <a:pt x="5319265" y="1163281"/>
                  </a:lnTo>
                  <a:lnTo>
                    <a:pt x="5319925" y="1132478"/>
                  </a:lnTo>
                  <a:lnTo>
                    <a:pt x="5320586" y="1122448"/>
                  </a:lnTo>
                  <a:lnTo>
                    <a:pt x="5321246" y="1094767"/>
                  </a:lnTo>
                  <a:lnTo>
                    <a:pt x="5321907" y="1062658"/>
                  </a:lnTo>
                  <a:lnTo>
                    <a:pt x="5322567" y="1070348"/>
                  </a:lnTo>
                  <a:lnTo>
                    <a:pt x="5323228" y="1055173"/>
                  </a:lnTo>
                  <a:lnTo>
                    <a:pt x="5323888" y="1048242"/>
                  </a:lnTo>
                  <a:lnTo>
                    <a:pt x="5324549" y="1048242"/>
                  </a:lnTo>
                  <a:lnTo>
                    <a:pt x="5325209" y="1066862"/>
                  </a:lnTo>
                  <a:lnTo>
                    <a:pt x="5325870" y="1090966"/>
                  </a:lnTo>
                  <a:lnTo>
                    <a:pt x="5326530" y="1146434"/>
                  </a:lnTo>
                  <a:lnTo>
                    <a:pt x="5327191" y="1190610"/>
                  </a:lnTo>
                  <a:lnTo>
                    <a:pt x="5327851" y="1243050"/>
                  </a:lnTo>
                  <a:lnTo>
                    <a:pt x="5328512" y="1316787"/>
                  </a:lnTo>
                  <a:lnTo>
                    <a:pt x="5329173" y="1357005"/>
                  </a:lnTo>
                  <a:lnTo>
                    <a:pt x="5329833" y="1403955"/>
                  </a:lnTo>
                  <a:lnTo>
                    <a:pt x="5330494" y="1430742"/>
                  </a:lnTo>
                  <a:lnTo>
                    <a:pt x="5331154" y="1430742"/>
                  </a:lnTo>
                  <a:lnTo>
                    <a:pt x="5331815" y="1430742"/>
                  </a:lnTo>
                  <a:lnTo>
                    <a:pt x="5332475" y="1430742"/>
                  </a:lnTo>
                  <a:lnTo>
                    <a:pt x="5333136" y="1430742"/>
                  </a:lnTo>
                  <a:lnTo>
                    <a:pt x="5333796" y="1430742"/>
                  </a:lnTo>
                  <a:lnTo>
                    <a:pt x="5334457" y="1430742"/>
                  </a:lnTo>
                  <a:lnTo>
                    <a:pt x="5335117" y="1430742"/>
                  </a:lnTo>
                  <a:lnTo>
                    <a:pt x="5335778" y="1430742"/>
                  </a:lnTo>
                  <a:lnTo>
                    <a:pt x="5336438" y="1430742"/>
                  </a:lnTo>
                  <a:lnTo>
                    <a:pt x="5337099" y="1430742"/>
                  </a:lnTo>
                  <a:lnTo>
                    <a:pt x="5337759" y="1430742"/>
                  </a:lnTo>
                  <a:lnTo>
                    <a:pt x="5338420" y="1430742"/>
                  </a:lnTo>
                  <a:lnTo>
                    <a:pt x="5339081" y="1403955"/>
                  </a:lnTo>
                  <a:lnTo>
                    <a:pt x="5339741" y="1336177"/>
                  </a:lnTo>
                  <a:lnTo>
                    <a:pt x="5340402" y="1281610"/>
                  </a:lnTo>
                  <a:lnTo>
                    <a:pt x="5341062" y="1265546"/>
                  </a:lnTo>
                  <a:lnTo>
                    <a:pt x="5341723" y="1250350"/>
                  </a:lnTo>
                  <a:lnTo>
                    <a:pt x="5342383" y="1265546"/>
                  </a:lnTo>
                  <a:lnTo>
                    <a:pt x="5343044" y="1298649"/>
                  </a:lnTo>
                  <a:lnTo>
                    <a:pt x="5343704" y="1316787"/>
                  </a:lnTo>
                  <a:lnTo>
                    <a:pt x="5344365" y="1271065"/>
                  </a:lnTo>
                  <a:lnTo>
                    <a:pt x="5345025" y="1255576"/>
                  </a:lnTo>
                  <a:lnTo>
                    <a:pt x="5345686" y="1240896"/>
                  </a:lnTo>
                  <a:lnTo>
                    <a:pt x="5346346" y="1255576"/>
                  </a:lnTo>
                  <a:lnTo>
                    <a:pt x="5347007" y="1287457"/>
                  </a:lnTo>
                  <a:lnTo>
                    <a:pt x="5347667" y="1357005"/>
                  </a:lnTo>
                  <a:lnTo>
                    <a:pt x="5348328" y="1403955"/>
                  </a:lnTo>
                  <a:lnTo>
                    <a:pt x="5348988" y="1392687"/>
                  </a:lnTo>
                  <a:lnTo>
                    <a:pt x="5349649" y="1347441"/>
                  </a:lnTo>
                  <a:lnTo>
                    <a:pt x="5350310" y="1327286"/>
                  </a:lnTo>
                  <a:lnTo>
                    <a:pt x="5350970" y="1327286"/>
                  </a:lnTo>
                  <a:lnTo>
                    <a:pt x="5351631" y="1286614"/>
                  </a:lnTo>
                  <a:lnTo>
                    <a:pt x="5352291" y="1246677"/>
                  </a:lnTo>
                  <a:lnTo>
                    <a:pt x="5352952" y="1218896"/>
                  </a:lnTo>
                  <a:lnTo>
                    <a:pt x="5353612" y="1218896"/>
                  </a:lnTo>
                  <a:lnTo>
                    <a:pt x="5354273" y="1184108"/>
                  </a:lnTo>
                  <a:lnTo>
                    <a:pt x="5354933" y="1096473"/>
                  </a:lnTo>
                  <a:lnTo>
                    <a:pt x="5355594" y="1030780"/>
                  </a:lnTo>
                  <a:lnTo>
                    <a:pt x="5356254" y="979539"/>
                  </a:lnTo>
                  <a:lnTo>
                    <a:pt x="5356915" y="952650"/>
                  </a:lnTo>
                  <a:lnTo>
                    <a:pt x="5357575" y="962036"/>
                  </a:lnTo>
                  <a:lnTo>
                    <a:pt x="5358236" y="1027749"/>
                  </a:lnTo>
                  <a:lnTo>
                    <a:pt x="5358896" y="1119183"/>
                  </a:lnTo>
                  <a:lnTo>
                    <a:pt x="5359557" y="1235935"/>
                  </a:lnTo>
                  <a:lnTo>
                    <a:pt x="5360218" y="1316787"/>
                  </a:lnTo>
                  <a:lnTo>
                    <a:pt x="5360878" y="1336177"/>
                  </a:lnTo>
                  <a:lnTo>
                    <a:pt x="5361539" y="1336177"/>
                  </a:lnTo>
                  <a:lnTo>
                    <a:pt x="5362199" y="1357005"/>
                  </a:lnTo>
                  <a:lnTo>
                    <a:pt x="5362860" y="1403955"/>
                  </a:lnTo>
                  <a:lnTo>
                    <a:pt x="5363520" y="1403955"/>
                  </a:lnTo>
                  <a:lnTo>
                    <a:pt x="5364181" y="1379501"/>
                  </a:lnTo>
                  <a:lnTo>
                    <a:pt x="5364841" y="1316787"/>
                  </a:lnTo>
                  <a:lnTo>
                    <a:pt x="5365502" y="1153680"/>
                  </a:lnTo>
                  <a:lnTo>
                    <a:pt x="5366162" y="1035561"/>
                  </a:lnTo>
                  <a:lnTo>
                    <a:pt x="5366823" y="955485"/>
                  </a:lnTo>
                  <a:lnTo>
                    <a:pt x="5367483" y="904028"/>
                  </a:lnTo>
                  <a:lnTo>
                    <a:pt x="5368144" y="871477"/>
                  </a:lnTo>
                  <a:lnTo>
                    <a:pt x="5368804" y="899747"/>
                  </a:lnTo>
                  <a:lnTo>
                    <a:pt x="5369465" y="949843"/>
                  </a:lnTo>
                  <a:lnTo>
                    <a:pt x="5370126" y="1009904"/>
                  </a:lnTo>
                  <a:lnTo>
                    <a:pt x="5370786" y="1072304"/>
                  </a:lnTo>
                  <a:lnTo>
                    <a:pt x="5371447" y="1123859"/>
                  </a:lnTo>
                  <a:lnTo>
                    <a:pt x="5372107" y="1141370"/>
                  </a:lnTo>
                  <a:lnTo>
                    <a:pt x="5372768" y="1147458"/>
                  </a:lnTo>
                  <a:lnTo>
                    <a:pt x="5373428" y="1166555"/>
                  </a:lnTo>
                  <a:lnTo>
                    <a:pt x="5374089" y="1177754"/>
                  </a:lnTo>
                  <a:lnTo>
                    <a:pt x="5374749" y="1204712"/>
                  </a:lnTo>
                  <a:lnTo>
                    <a:pt x="5375410" y="1192410"/>
                  </a:lnTo>
                  <a:lnTo>
                    <a:pt x="5376070" y="1187636"/>
                  </a:lnTo>
                  <a:lnTo>
                    <a:pt x="5376731" y="1176045"/>
                  </a:lnTo>
                  <a:lnTo>
                    <a:pt x="5377391" y="1176045"/>
                  </a:lnTo>
                  <a:lnTo>
                    <a:pt x="5378052" y="1196655"/>
                  </a:lnTo>
                  <a:lnTo>
                    <a:pt x="5378712" y="1250350"/>
                  </a:lnTo>
                  <a:lnTo>
                    <a:pt x="5379373" y="1281610"/>
                  </a:lnTo>
                  <a:lnTo>
                    <a:pt x="5380034" y="1265546"/>
                  </a:lnTo>
                  <a:lnTo>
                    <a:pt x="5380694" y="1209787"/>
                  </a:lnTo>
                  <a:lnTo>
                    <a:pt x="5381355" y="1133941"/>
                  </a:lnTo>
                  <a:lnTo>
                    <a:pt x="5382015" y="1088877"/>
                  </a:lnTo>
                  <a:lnTo>
                    <a:pt x="5382676" y="1088045"/>
                  </a:lnTo>
                  <a:lnTo>
                    <a:pt x="5383336" y="1105161"/>
                  </a:lnTo>
                  <a:lnTo>
                    <a:pt x="5383997" y="1132478"/>
                  </a:lnTo>
                  <a:lnTo>
                    <a:pt x="5384657" y="1195435"/>
                  </a:lnTo>
                  <a:lnTo>
                    <a:pt x="5385318" y="1234533"/>
                  </a:lnTo>
                  <a:lnTo>
                    <a:pt x="5385978" y="1222222"/>
                  </a:lnTo>
                  <a:lnTo>
                    <a:pt x="5386639" y="1235935"/>
                  </a:lnTo>
                  <a:lnTo>
                    <a:pt x="5387299" y="1228995"/>
                  </a:lnTo>
                  <a:lnTo>
                    <a:pt x="5387960" y="1205341"/>
                  </a:lnTo>
                  <a:lnTo>
                    <a:pt x="5388620" y="1170424"/>
                  </a:lnTo>
                  <a:lnTo>
                    <a:pt x="5389281" y="1119647"/>
                  </a:lnTo>
                  <a:lnTo>
                    <a:pt x="5389941" y="1093071"/>
                  </a:lnTo>
                  <a:lnTo>
                    <a:pt x="5390602" y="1115040"/>
                  </a:lnTo>
                  <a:lnTo>
                    <a:pt x="5391263" y="1152112"/>
                  </a:lnTo>
                  <a:lnTo>
                    <a:pt x="5391923" y="1196655"/>
                  </a:lnTo>
                  <a:lnTo>
                    <a:pt x="5392584" y="1265546"/>
                  </a:lnTo>
                  <a:lnTo>
                    <a:pt x="5393244" y="1316787"/>
                  </a:lnTo>
                  <a:lnTo>
                    <a:pt x="5393905" y="1316787"/>
                  </a:lnTo>
                  <a:lnTo>
                    <a:pt x="5394565" y="1281610"/>
                  </a:lnTo>
                  <a:lnTo>
                    <a:pt x="5395226" y="1250350"/>
                  </a:lnTo>
                  <a:lnTo>
                    <a:pt x="5395886" y="1220222"/>
                  </a:lnTo>
                  <a:lnTo>
                    <a:pt x="5396547" y="1182942"/>
                  </a:lnTo>
                  <a:lnTo>
                    <a:pt x="5397207" y="1171539"/>
                  </a:lnTo>
                  <a:lnTo>
                    <a:pt x="5397868" y="1182942"/>
                  </a:lnTo>
                  <a:lnTo>
                    <a:pt x="5398528" y="1220222"/>
                  </a:lnTo>
                  <a:lnTo>
                    <a:pt x="5399189" y="1281610"/>
                  </a:lnTo>
                  <a:lnTo>
                    <a:pt x="5399849" y="1357005"/>
                  </a:lnTo>
                  <a:lnTo>
                    <a:pt x="5400510" y="1403955"/>
                  </a:lnTo>
                  <a:lnTo>
                    <a:pt x="5401171" y="1403955"/>
                  </a:lnTo>
                  <a:lnTo>
                    <a:pt x="5401831" y="1357005"/>
                  </a:lnTo>
                  <a:lnTo>
                    <a:pt x="5402492" y="1281610"/>
                  </a:lnTo>
                  <a:lnTo>
                    <a:pt x="5403152" y="1243050"/>
                  </a:lnTo>
                  <a:lnTo>
                    <a:pt x="5403813" y="1202832"/>
                  </a:lnTo>
                  <a:lnTo>
                    <a:pt x="5404473" y="1146434"/>
                  </a:lnTo>
                  <a:lnTo>
                    <a:pt x="5405134" y="1117334"/>
                  </a:lnTo>
                  <a:lnTo>
                    <a:pt x="5405794" y="1124804"/>
                  </a:lnTo>
                  <a:lnTo>
                    <a:pt x="5406455" y="1139369"/>
                  </a:lnTo>
                  <a:lnTo>
                    <a:pt x="5407115" y="1170981"/>
                  </a:lnTo>
                  <a:lnTo>
                    <a:pt x="5407776" y="1247407"/>
                  </a:lnTo>
                  <a:lnTo>
                    <a:pt x="5408436" y="1332191"/>
                  </a:lnTo>
                  <a:lnTo>
                    <a:pt x="5409097" y="1403955"/>
                  </a:lnTo>
                  <a:lnTo>
                    <a:pt x="5409757" y="1430742"/>
                  </a:lnTo>
                  <a:lnTo>
                    <a:pt x="5410418" y="1430742"/>
                  </a:lnTo>
                  <a:lnTo>
                    <a:pt x="5411079" y="1403955"/>
                  </a:lnTo>
                  <a:lnTo>
                    <a:pt x="5411739" y="1357005"/>
                  </a:lnTo>
                  <a:lnTo>
                    <a:pt x="5412400" y="1316787"/>
                  </a:lnTo>
                  <a:lnTo>
                    <a:pt x="5413060" y="1281610"/>
                  </a:lnTo>
                  <a:lnTo>
                    <a:pt x="5413721" y="1265546"/>
                  </a:lnTo>
                  <a:lnTo>
                    <a:pt x="5414381" y="1281610"/>
                  </a:lnTo>
                  <a:lnTo>
                    <a:pt x="5415042" y="1316787"/>
                  </a:lnTo>
                  <a:lnTo>
                    <a:pt x="5415702" y="1357005"/>
                  </a:lnTo>
                  <a:lnTo>
                    <a:pt x="5416363" y="1379501"/>
                  </a:lnTo>
                  <a:lnTo>
                    <a:pt x="5417023" y="1357005"/>
                  </a:lnTo>
                  <a:lnTo>
                    <a:pt x="5417684" y="1336177"/>
                  </a:lnTo>
                  <a:lnTo>
                    <a:pt x="5418344" y="1336177"/>
                  </a:lnTo>
                  <a:lnTo>
                    <a:pt x="5419005" y="1336177"/>
                  </a:lnTo>
                  <a:lnTo>
                    <a:pt x="5419665" y="1357005"/>
                  </a:lnTo>
                  <a:lnTo>
                    <a:pt x="5420326" y="1403955"/>
                  </a:lnTo>
                  <a:lnTo>
                    <a:pt x="5420986" y="1430742"/>
                  </a:lnTo>
                  <a:lnTo>
                    <a:pt x="5421647" y="1430742"/>
                  </a:lnTo>
                  <a:lnTo>
                    <a:pt x="5422308" y="1430742"/>
                  </a:lnTo>
                  <a:lnTo>
                    <a:pt x="5422968" y="1403955"/>
                  </a:lnTo>
                  <a:lnTo>
                    <a:pt x="5423629" y="1379501"/>
                  </a:lnTo>
                  <a:lnTo>
                    <a:pt x="5424289" y="1357005"/>
                  </a:lnTo>
                  <a:lnTo>
                    <a:pt x="5424950" y="1336177"/>
                  </a:lnTo>
                  <a:lnTo>
                    <a:pt x="5425610" y="1336177"/>
                  </a:lnTo>
                  <a:lnTo>
                    <a:pt x="5426271" y="1357005"/>
                  </a:lnTo>
                  <a:lnTo>
                    <a:pt x="5426931" y="1379501"/>
                  </a:lnTo>
                  <a:lnTo>
                    <a:pt x="5427592" y="1403955"/>
                  </a:lnTo>
                  <a:lnTo>
                    <a:pt x="5428252" y="1430742"/>
                  </a:lnTo>
                  <a:lnTo>
                    <a:pt x="5428913" y="1430742"/>
                  </a:lnTo>
                  <a:lnTo>
                    <a:pt x="5429573" y="1430742"/>
                  </a:lnTo>
                  <a:lnTo>
                    <a:pt x="5430234" y="1430742"/>
                  </a:lnTo>
                  <a:lnTo>
                    <a:pt x="5430894" y="1430742"/>
                  </a:lnTo>
                  <a:lnTo>
                    <a:pt x="5431555" y="1430742"/>
                  </a:lnTo>
                  <a:lnTo>
                    <a:pt x="5432216" y="1430742"/>
                  </a:lnTo>
                  <a:lnTo>
                    <a:pt x="5432876" y="1430742"/>
                  </a:lnTo>
                  <a:lnTo>
                    <a:pt x="5433537" y="1430742"/>
                  </a:lnTo>
                  <a:lnTo>
                    <a:pt x="5434197" y="1430742"/>
                  </a:lnTo>
                  <a:lnTo>
                    <a:pt x="5434858" y="1430742"/>
                  </a:lnTo>
                  <a:lnTo>
                    <a:pt x="5435518" y="1430742"/>
                  </a:lnTo>
                  <a:lnTo>
                    <a:pt x="5436179" y="1430742"/>
                  </a:lnTo>
                  <a:lnTo>
                    <a:pt x="5436839" y="1430742"/>
                  </a:lnTo>
                  <a:lnTo>
                    <a:pt x="5437500" y="1430742"/>
                  </a:lnTo>
                  <a:lnTo>
                    <a:pt x="5438160" y="1403955"/>
                  </a:lnTo>
                  <a:lnTo>
                    <a:pt x="5438821" y="1357005"/>
                  </a:lnTo>
                  <a:lnTo>
                    <a:pt x="5439481" y="1322465"/>
                  </a:lnTo>
                  <a:lnTo>
                    <a:pt x="5440142" y="1303968"/>
                  </a:lnTo>
                  <a:lnTo>
                    <a:pt x="5440802" y="1286614"/>
                  </a:lnTo>
                  <a:lnTo>
                    <a:pt x="5441463" y="1286614"/>
                  </a:lnTo>
                  <a:lnTo>
                    <a:pt x="5442124" y="1303968"/>
                  </a:lnTo>
                  <a:lnTo>
                    <a:pt x="5442784" y="1316787"/>
                  </a:lnTo>
                  <a:lnTo>
                    <a:pt x="5443445" y="1336177"/>
                  </a:lnTo>
                  <a:lnTo>
                    <a:pt x="5444105" y="1357005"/>
                  </a:lnTo>
                  <a:lnTo>
                    <a:pt x="5444766" y="1379501"/>
                  </a:lnTo>
                  <a:lnTo>
                    <a:pt x="5445426" y="1403955"/>
                  </a:lnTo>
                  <a:lnTo>
                    <a:pt x="5446087" y="1430742"/>
                  </a:lnTo>
                  <a:lnTo>
                    <a:pt x="5446747" y="1430742"/>
                  </a:lnTo>
                  <a:lnTo>
                    <a:pt x="5447408" y="1430742"/>
                  </a:lnTo>
                  <a:lnTo>
                    <a:pt x="5448068" y="1403955"/>
                  </a:lnTo>
                  <a:lnTo>
                    <a:pt x="5448729" y="1379501"/>
                  </a:lnTo>
                  <a:lnTo>
                    <a:pt x="5449389" y="1357005"/>
                  </a:lnTo>
                  <a:lnTo>
                    <a:pt x="5450050" y="1316787"/>
                  </a:lnTo>
                  <a:lnTo>
                    <a:pt x="5450710" y="1281610"/>
                  </a:lnTo>
                  <a:lnTo>
                    <a:pt x="5451371" y="1281610"/>
                  </a:lnTo>
                  <a:lnTo>
                    <a:pt x="5452032" y="1281610"/>
                  </a:lnTo>
                  <a:lnTo>
                    <a:pt x="5452692" y="1298649"/>
                  </a:lnTo>
                  <a:lnTo>
                    <a:pt x="5453353" y="1336177"/>
                  </a:lnTo>
                  <a:lnTo>
                    <a:pt x="5454013" y="1379501"/>
                  </a:lnTo>
                  <a:lnTo>
                    <a:pt x="5454674" y="1403955"/>
                  </a:lnTo>
                  <a:lnTo>
                    <a:pt x="5455334" y="1430742"/>
                  </a:lnTo>
                  <a:lnTo>
                    <a:pt x="5455995" y="1430742"/>
                  </a:lnTo>
                  <a:lnTo>
                    <a:pt x="5456655" y="1430742"/>
                  </a:lnTo>
                  <a:lnTo>
                    <a:pt x="5457316" y="1430742"/>
                  </a:lnTo>
                  <a:lnTo>
                    <a:pt x="5457976" y="1430742"/>
                  </a:lnTo>
                  <a:lnTo>
                    <a:pt x="5458637" y="1430742"/>
                  </a:lnTo>
                  <a:lnTo>
                    <a:pt x="5459297" y="1430742"/>
                  </a:lnTo>
                  <a:lnTo>
                    <a:pt x="5459958" y="1430742"/>
                  </a:lnTo>
                  <a:lnTo>
                    <a:pt x="5460618" y="1357005"/>
                  </a:lnTo>
                  <a:lnTo>
                    <a:pt x="5461279" y="1281610"/>
                  </a:lnTo>
                  <a:lnTo>
                    <a:pt x="5461939" y="1241612"/>
                  </a:lnTo>
                  <a:lnTo>
                    <a:pt x="5462600" y="1227627"/>
                  </a:lnTo>
                  <a:lnTo>
                    <a:pt x="5463261" y="1227627"/>
                  </a:lnTo>
                  <a:lnTo>
                    <a:pt x="5463921" y="1271862"/>
                  </a:lnTo>
                  <a:lnTo>
                    <a:pt x="5464582" y="1344324"/>
                  </a:lnTo>
                  <a:lnTo>
                    <a:pt x="5465242" y="1403955"/>
                  </a:lnTo>
                  <a:lnTo>
                    <a:pt x="5465903" y="1430742"/>
                  </a:lnTo>
                  <a:lnTo>
                    <a:pt x="5466563" y="1430742"/>
                  </a:lnTo>
                  <a:lnTo>
                    <a:pt x="5467224" y="1430742"/>
                  </a:lnTo>
                  <a:lnTo>
                    <a:pt x="5467884" y="1403955"/>
                  </a:lnTo>
                  <a:lnTo>
                    <a:pt x="5468545" y="1357005"/>
                  </a:lnTo>
                  <a:lnTo>
                    <a:pt x="5469205" y="1316787"/>
                  </a:lnTo>
                  <a:lnTo>
                    <a:pt x="5469866" y="1298649"/>
                  </a:lnTo>
                  <a:lnTo>
                    <a:pt x="5470526" y="1298649"/>
                  </a:lnTo>
                  <a:lnTo>
                    <a:pt x="5471187" y="1298649"/>
                  </a:lnTo>
                  <a:lnTo>
                    <a:pt x="5471847" y="1298649"/>
                  </a:lnTo>
                  <a:lnTo>
                    <a:pt x="5472508" y="1281610"/>
                  </a:lnTo>
                  <a:lnTo>
                    <a:pt x="5473169" y="1250350"/>
                  </a:lnTo>
                  <a:lnTo>
                    <a:pt x="5473829" y="1232443"/>
                  </a:lnTo>
                  <a:lnTo>
                    <a:pt x="5474490" y="1246677"/>
                  </a:lnTo>
                  <a:lnTo>
                    <a:pt x="5475150" y="1261669"/>
                  </a:lnTo>
                  <a:lnTo>
                    <a:pt x="5475811" y="1277507"/>
                  </a:lnTo>
                  <a:lnTo>
                    <a:pt x="5476471" y="1312142"/>
                  </a:lnTo>
                  <a:lnTo>
                    <a:pt x="5477132" y="1336177"/>
                  </a:lnTo>
                  <a:lnTo>
                    <a:pt x="5477792" y="1336177"/>
                  </a:lnTo>
                  <a:lnTo>
                    <a:pt x="5478453" y="1357005"/>
                  </a:lnTo>
                  <a:lnTo>
                    <a:pt x="5479113" y="1379501"/>
                  </a:lnTo>
                  <a:lnTo>
                    <a:pt x="5479774" y="1357005"/>
                  </a:lnTo>
                  <a:lnTo>
                    <a:pt x="5480434" y="1298649"/>
                  </a:lnTo>
                  <a:lnTo>
                    <a:pt x="5481095" y="1250350"/>
                  </a:lnTo>
                  <a:lnTo>
                    <a:pt x="5481755" y="1190610"/>
                  </a:lnTo>
                  <a:lnTo>
                    <a:pt x="5482416" y="1146434"/>
                  </a:lnTo>
                  <a:lnTo>
                    <a:pt x="5483077" y="1146434"/>
                  </a:lnTo>
                  <a:lnTo>
                    <a:pt x="5483737" y="1175478"/>
                  </a:lnTo>
                  <a:lnTo>
                    <a:pt x="5484398" y="1211714"/>
                  </a:lnTo>
                  <a:lnTo>
                    <a:pt x="5485058" y="1260900"/>
                  </a:lnTo>
                  <a:lnTo>
                    <a:pt x="5485719" y="1311222"/>
                  </a:lnTo>
                  <a:lnTo>
                    <a:pt x="5486379" y="1301296"/>
                  </a:lnTo>
                  <a:lnTo>
                    <a:pt x="5487040" y="1242330"/>
                  </a:lnTo>
                  <a:lnTo>
                    <a:pt x="5487700" y="1202208"/>
                  </a:lnTo>
                  <a:lnTo>
                    <a:pt x="5488361" y="1190013"/>
                  </a:lnTo>
                  <a:lnTo>
                    <a:pt x="5489021" y="1190013"/>
                  </a:lnTo>
                  <a:lnTo>
                    <a:pt x="5489682" y="1187636"/>
                  </a:lnTo>
                  <a:lnTo>
                    <a:pt x="5490342" y="1225588"/>
                  </a:lnTo>
                  <a:lnTo>
                    <a:pt x="5491003" y="1254073"/>
                  </a:lnTo>
                  <a:lnTo>
                    <a:pt x="5491663" y="1269477"/>
                  </a:lnTo>
                  <a:lnTo>
                    <a:pt x="5492324" y="1269477"/>
                  </a:lnTo>
                  <a:lnTo>
                    <a:pt x="5492984" y="1281610"/>
                  </a:lnTo>
                  <a:lnTo>
                    <a:pt x="5493645" y="1281610"/>
                  </a:lnTo>
                  <a:lnTo>
                    <a:pt x="5494306" y="1281610"/>
                  </a:lnTo>
                  <a:lnTo>
                    <a:pt x="5494966" y="1298649"/>
                  </a:lnTo>
                  <a:lnTo>
                    <a:pt x="5495627" y="1332191"/>
                  </a:lnTo>
                  <a:lnTo>
                    <a:pt x="5496287" y="1352714"/>
                  </a:lnTo>
                  <a:lnTo>
                    <a:pt x="5496948" y="1313064"/>
                  </a:lnTo>
                  <a:lnTo>
                    <a:pt x="5497608" y="1278323"/>
                  </a:lnTo>
                  <a:lnTo>
                    <a:pt x="5498269" y="1247407"/>
                  </a:lnTo>
                  <a:lnTo>
                    <a:pt x="5498929" y="1235935"/>
                  </a:lnTo>
                  <a:lnTo>
                    <a:pt x="5499590" y="1222222"/>
                  </a:lnTo>
                  <a:lnTo>
                    <a:pt x="5500250" y="1250350"/>
                  </a:lnTo>
                  <a:lnTo>
                    <a:pt x="5500911" y="1298649"/>
                  </a:lnTo>
                  <a:lnTo>
                    <a:pt x="5501571" y="1336177"/>
                  </a:lnTo>
                  <a:lnTo>
                    <a:pt x="5502232" y="1357005"/>
                  </a:lnTo>
                  <a:lnTo>
                    <a:pt x="5502892" y="1403955"/>
                  </a:lnTo>
                  <a:lnTo>
                    <a:pt x="5503553" y="1430742"/>
                  </a:lnTo>
                  <a:lnTo>
                    <a:pt x="5504214" y="1430742"/>
                  </a:lnTo>
                  <a:lnTo>
                    <a:pt x="5504874" y="1430742"/>
                  </a:lnTo>
                  <a:lnTo>
                    <a:pt x="5505535" y="1430742"/>
                  </a:lnTo>
                  <a:lnTo>
                    <a:pt x="5506195" y="1403955"/>
                  </a:lnTo>
                  <a:lnTo>
                    <a:pt x="5506856" y="1369155"/>
                  </a:lnTo>
                  <a:lnTo>
                    <a:pt x="5507516" y="1327286"/>
                  </a:lnTo>
                  <a:lnTo>
                    <a:pt x="5508177" y="1308480"/>
                  </a:lnTo>
                  <a:lnTo>
                    <a:pt x="5508837" y="1308480"/>
                  </a:lnTo>
                  <a:lnTo>
                    <a:pt x="5509498" y="1327286"/>
                  </a:lnTo>
                  <a:lnTo>
                    <a:pt x="5510158" y="1357005"/>
                  </a:lnTo>
                  <a:lnTo>
                    <a:pt x="5510819" y="1403955"/>
                  </a:lnTo>
                  <a:lnTo>
                    <a:pt x="5511479" y="1430742"/>
                  </a:lnTo>
                  <a:lnTo>
                    <a:pt x="5512140" y="1430742"/>
                  </a:lnTo>
                  <a:lnTo>
                    <a:pt x="5512800" y="1403955"/>
                  </a:lnTo>
                  <a:lnTo>
                    <a:pt x="5513461" y="1379501"/>
                  </a:lnTo>
                  <a:lnTo>
                    <a:pt x="5514122" y="1357005"/>
                  </a:lnTo>
                  <a:lnTo>
                    <a:pt x="5514782" y="1336177"/>
                  </a:lnTo>
                  <a:lnTo>
                    <a:pt x="5515443" y="1298649"/>
                  </a:lnTo>
                  <a:lnTo>
                    <a:pt x="5516103" y="1281610"/>
                  </a:lnTo>
                  <a:lnTo>
                    <a:pt x="5516764" y="1281610"/>
                  </a:lnTo>
                  <a:lnTo>
                    <a:pt x="5517424" y="1298649"/>
                  </a:lnTo>
                  <a:lnTo>
                    <a:pt x="5518085" y="1316787"/>
                  </a:lnTo>
                  <a:lnTo>
                    <a:pt x="5518745" y="1357005"/>
                  </a:lnTo>
                  <a:lnTo>
                    <a:pt x="5519406" y="1403955"/>
                  </a:lnTo>
                  <a:lnTo>
                    <a:pt x="5520066" y="1430742"/>
                  </a:lnTo>
                  <a:lnTo>
                    <a:pt x="5520727" y="1430742"/>
                  </a:lnTo>
                  <a:lnTo>
                    <a:pt x="5521387" y="1430742"/>
                  </a:lnTo>
                  <a:lnTo>
                    <a:pt x="5522048" y="1403955"/>
                  </a:lnTo>
                  <a:lnTo>
                    <a:pt x="5522708" y="1357005"/>
                  </a:lnTo>
                  <a:lnTo>
                    <a:pt x="5523369" y="1316787"/>
                  </a:lnTo>
                  <a:lnTo>
                    <a:pt x="5524030" y="1316787"/>
                  </a:lnTo>
                  <a:lnTo>
                    <a:pt x="5524690" y="1316787"/>
                  </a:lnTo>
                  <a:lnTo>
                    <a:pt x="5525351" y="1336177"/>
                  </a:lnTo>
                  <a:lnTo>
                    <a:pt x="5526011" y="1379501"/>
                  </a:lnTo>
                  <a:lnTo>
                    <a:pt x="5526672" y="1430742"/>
                  </a:lnTo>
                  <a:lnTo>
                    <a:pt x="5527332" y="1430742"/>
                  </a:lnTo>
                  <a:lnTo>
                    <a:pt x="5527993" y="1430742"/>
                  </a:lnTo>
                  <a:lnTo>
                    <a:pt x="5528653" y="1430742"/>
                  </a:lnTo>
                  <a:lnTo>
                    <a:pt x="5529314" y="1430742"/>
                  </a:lnTo>
                  <a:lnTo>
                    <a:pt x="5529974" y="1430742"/>
                  </a:lnTo>
                  <a:lnTo>
                    <a:pt x="5530635" y="1430742"/>
                  </a:lnTo>
                  <a:lnTo>
                    <a:pt x="5531295" y="1430742"/>
                  </a:lnTo>
                  <a:lnTo>
                    <a:pt x="5531956" y="1430742"/>
                  </a:lnTo>
                  <a:lnTo>
                    <a:pt x="5532616" y="1430742"/>
                  </a:lnTo>
                  <a:lnTo>
                    <a:pt x="5533277" y="1430742"/>
                  </a:lnTo>
                  <a:lnTo>
                    <a:pt x="5533937" y="1403955"/>
                  </a:lnTo>
                  <a:lnTo>
                    <a:pt x="5534598" y="1357005"/>
                  </a:lnTo>
                  <a:lnTo>
                    <a:pt x="5535259" y="1336177"/>
                  </a:lnTo>
                  <a:lnTo>
                    <a:pt x="5535919" y="1336177"/>
                  </a:lnTo>
                  <a:lnTo>
                    <a:pt x="5536580" y="1336177"/>
                  </a:lnTo>
                  <a:lnTo>
                    <a:pt x="5537240" y="1357005"/>
                  </a:lnTo>
                  <a:lnTo>
                    <a:pt x="5537901" y="1403955"/>
                  </a:lnTo>
                  <a:lnTo>
                    <a:pt x="5538561" y="1430742"/>
                  </a:lnTo>
                  <a:lnTo>
                    <a:pt x="5539222" y="1430742"/>
                  </a:lnTo>
                  <a:lnTo>
                    <a:pt x="5539882" y="1430742"/>
                  </a:lnTo>
                  <a:lnTo>
                    <a:pt x="5540543" y="1403955"/>
                  </a:lnTo>
                  <a:lnTo>
                    <a:pt x="5541203" y="1379501"/>
                  </a:lnTo>
                  <a:lnTo>
                    <a:pt x="5541864" y="1336177"/>
                  </a:lnTo>
                  <a:lnTo>
                    <a:pt x="5542524" y="1316787"/>
                  </a:lnTo>
                  <a:lnTo>
                    <a:pt x="5543185" y="1316787"/>
                  </a:lnTo>
                  <a:lnTo>
                    <a:pt x="5543845" y="1316787"/>
                  </a:lnTo>
                  <a:lnTo>
                    <a:pt x="5544506" y="1306666"/>
                  </a:lnTo>
                  <a:lnTo>
                    <a:pt x="5545167" y="1306666"/>
                  </a:lnTo>
                  <a:lnTo>
                    <a:pt x="5545827" y="1306666"/>
                  </a:lnTo>
                  <a:lnTo>
                    <a:pt x="5546488" y="1306666"/>
                  </a:lnTo>
                  <a:lnTo>
                    <a:pt x="5547148" y="1325348"/>
                  </a:lnTo>
                  <a:lnTo>
                    <a:pt x="5547809" y="1357005"/>
                  </a:lnTo>
                  <a:lnTo>
                    <a:pt x="5548469" y="1403955"/>
                  </a:lnTo>
                  <a:lnTo>
                    <a:pt x="5549130" y="1403955"/>
                  </a:lnTo>
                  <a:lnTo>
                    <a:pt x="5549790" y="1379501"/>
                  </a:lnTo>
                  <a:lnTo>
                    <a:pt x="5550451" y="1357005"/>
                  </a:lnTo>
                  <a:lnTo>
                    <a:pt x="5551111" y="1336177"/>
                  </a:lnTo>
                  <a:lnTo>
                    <a:pt x="5551772" y="1336177"/>
                  </a:lnTo>
                  <a:lnTo>
                    <a:pt x="5552432" y="1357005"/>
                  </a:lnTo>
                  <a:lnTo>
                    <a:pt x="5553093" y="1379501"/>
                  </a:lnTo>
                  <a:lnTo>
                    <a:pt x="5553753" y="1403955"/>
                  </a:lnTo>
                  <a:lnTo>
                    <a:pt x="5554414" y="1430742"/>
                  </a:lnTo>
                  <a:lnTo>
                    <a:pt x="5555075" y="1430742"/>
                  </a:lnTo>
                  <a:lnTo>
                    <a:pt x="5555735" y="1430742"/>
                  </a:lnTo>
                  <a:lnTo>
                    <a:pt x="5556396" y="1363567"/>
                  </a:lnTo>
                  <a:lnTo>
                    <a:pt x="5557056" y="1303968"/>
                  </a:lnTo>
                  <a:lnTo>
                    <a:pt x="5557717" y="1270270"/>
                  </a:lnTo>
                  <a:lnTo>
                    <a:pt x="5558377" y="1254823"/>
                  </a:lnTo>
                  <a:lnTo>
                    <a:pt x="5559038" y="1240182"/>
                  </a:lnTo>
                  <a:lnTo>
                    <a:pt x="5559698" y="1281610"/>
                  </a:lnTo>
                  <a:lnTo>
                    <a:pt x="5560359" y="1336177"/>
                  </a:lnTo>
                  <a:lnTo>
                    <a:pt x="5561019" y="1379501"/>
                  </a:lnTo>
                  <a:lnTo>
                    <a:pt x="5561680" y="1403955"/>
                  </a:lnTo>
                  <a:lnTo>
                    <a:pt x="5562340" y="1426558"/>
                  </a:lnTo>
                  <a:lnTo>
                    <a:pt x="5563001" y="1353781"/>
                  </a:lnTo>
                  <a:lnTo>
                    <a:pt x="5563661" y="1296026"/>
                  </a:lnTo>
                  <a:lnTo>
                    <a:pt x="5564322" y="1279141"/>
                  </a:lnTo>
                  <a:lnTo>
                    <a:pt x="5564982" y="1263214"/>
                  </a:lnTo>
                  <a:lnTo>
                    <a:pt x="5565643" y="1250350"/>
                  </a:lnTo>
                  <a:lnTo>
                    <a:pt x="5566304" y="1265546"/>
                  </a:lnTo>
                  <a:lnTo>
                    <a:pt x="5566964" y="1281610"/>
                  </a:lnTo>
                  <a:lnTo>
                    <a:pt x="5567625" y="1281610"/>
                  </a:lnTo>
                  <a:lnTo>
                    <a:pt x="5568285" y="1298649"/>
                  </a:lnTo>
                  <a:lnTo>
                    <a:pt x="5568946" y="1316787"/>
                  </a:lnTo>
                  <a:lnTo>
                    <a:pt x="5569606" y="1357005"/>
                  </a:lnTo>
                  <a:lnTo>
                    <a:pt x="5570267" y="1403955"/>
                  </a:lnTo>
                  <a:lnTo>
                    <a:pt x="5570927" y="1430742"/>
                  </a:lnTo>
                  <a:lnTo>
                    <a:pt x="5571588" y="1430742"/>
                  </a:lnTo>
                  <a:lnTo>
                    <a:pt x="5572248" y="1430742"/>
                  </a:lnTo>
                  <a:lnTo>
                    <a:pt x="5572909" y="1357005"/>
                  </a:lnTo>
                  <a:lnTo>
                    <a:pt x="5573569" y="1278323"/>
                  </a:lnTo>
                  <a:lnTo>
                    <a:pt x="5574230" y="1233138"/>
                  </a:lnTo>
                  <a:lnTo>
                    <a:pt x="5574890" y="1206604"/>
                  </a:lnTo>
                  <a:lnTo>
                    <a:pt x="5575551" y="1206604"/>
                  </a:lnTo>
                  <a:lnTo>
                    <a:pt x="5576212" y="1247407"/>
                  </a:lnTo>
                  <a:lnTo>
                    <a:pt x="5576872" y="1316787"/>
                  </a:lnTo>
                  <a:lnTo>
                    <a:pt x="5577533" y="1379501"/>
                  </a:lnTo>
                  <a:lnTo>
                    <a:pt x="5578193" y="1430742"/>
                  </a:lnTo>
                  <a:lnTo>
                    <a:pt x="5578854" y="1430742"/>
                  </a:lnTo>
                  <a:lnTo>
                    <a:pt x="5579514" y="1430742"/>
                  </a:lnTo>
                  <a:lnTo>
                    <a:pt x="5580175" y="1430742"/>
                  </a:lnTo>
                  <a:lnTo>
                    <a:pt x="5580835" y="1430742"/>
                  </a:lnTo>
                  <a:lnTo>
                    <a:pt x="5581496" y="1430742"/>
                  </a:lnTo>
                  <a:lnTo>
                    <a:pt x="5582156" y="1430742"/>
                  </a:lnTo>
                  <a:lnTo>
                    <a:pt x="5582817" y="1430742"/>
                  </a:lnTo>
                  <a:lnTo>
                    <a:pt x="5583477" y="1430742"/>
                  </a:lnTo>
                  <a:lnTo>
                    <a:pt x="5584138" y="1430742"/>
                  </a:lnTo>
                  <a:lnTo>
                    <a:pt x="5584798" y="1430742"/>
                  </a:lnTo>
                  <a:lnTo>
                    <a:pt x="5585459" y="1430742"/>
                  </a:lnTo>
                  <a:lnTo>
                    <a:pt x="5586120" y="1430742"/>
                  </a:lnTo>
                  <a:lnTo>
                    <a:pt x="5586780" y="1430742"/>
                  </a:lnTo>
                  <a:lnTo>
                    <a:pt x="5587441" y="1430742"/>
                  </a:lnTo>
                  <a:lnTo>
                    <a:pt x="5588101" y="1430742"/>
                  </a:lnTo>
                  <a:lnTo>
                    <a:pt x="5588762" y="1430742"/>
                  </a:lnTo>
                  <a:lnTo>
                    <a:pt x="5589422" y="1403955"/>
                  </a:lnTo>
                  <a:lnTo>
                    <a:pt x="5590083" y="1357005"/>
                  </a:lnTo>
                  <a:lnTo>
                    <a:pt x="5590743" y="1336177"/>
                  </a:lnTo>
                  <a:lnTo>
                    <a:pt x="5591404" y="1316787"/>
                  </a:lnTo>
                  <a:lnTo>
                    <a:pt x="5592064" y="1298649"/>
                  </a:lnTo>
                  <a:lnTo>
                    <a:pt x="5592725" y="1281610"/>
                  </a:lnTo>
                  <a:lnTo>
                    <a:pt x="5593385" y="1289150"/>
                  </a:lnTo>
                  <a:lnTo>
                    <a:pt x="5594046" y="1306666"/>
                  </a:lnTo>
                  <a:lnTo>
                    <a:pt x="5594706" y="1325348"/>
                  </a:lnTo>
                  <a:lnTo>
                    <a:pt x="5595367" y="1345359"/>
                  </a:lnTo>
                  <a:lnTo>
                    <a:pt x="5596028" y="1390243"/>
                  </a:lnTo>
                  <a:lnTo>
                    <a:pt x="5596688" y="1430742"/>
                  </a:lnTo>
                  <a:lnTo>
                    <a:pt x="5597349" y="1430742"/>
                  </a:lnTo>
                  <a:lnTo>
                    <a:pt x="5598009" y="1430742"/>
                  </a:lnTo>
                  <a:lnTo>
                    <a:pt x="5598670" y="1403955"/>
                  </a:lnTo>
                  <a:lnTo>
                    <a:pt x="5599330" y="1357005"/>
                  </a:lnTo>
                  <a:lnTo>
                    <a:pt x="5599991" y="1330219"/>
                  </a:lnTo>
                  <a:lnTo>
                    <a:pt x="5600651" y="1330219"/>
                  </a:lnTo>
                  <a:lnTo>
                    <a:pt x="5601312" y="1330219"/>
                  </a:lnTo>
                  <a:lnTo>
                    <a:pt x="5601972" y="1330219"/>
                  </a:lnTo>
                  <a:lnTo>
                    <a:pt x="5602633" y="1330219"/>
                  </a:lnTo>
                  <a:lnTo>
                    <a:pt x="5603293" y="1336177"/>
                  </a:lnTo>
                  <a:lnTo>
                    <a:pt x="5603954" y="1336177"/>
                  </a:lnTo>
                  <a:lnTo>
                    <a:pt x="5604614" y="1336177"/>
                  </a:lnTo>
                  <a:lnTo>
                    <a:pt x="5605275" y="1357005"/>
                  </a:lnTo>
                  <a:lnTo>
                    <a:pt x="5605935" y="1403955"/>
                  </a:lnTo>
                  <a:lnTo>
                    <a:pt x="5606596" y="1430742"/>
                  </a:lnTo>
                  <a:lnTo>
                    <a:pt x="5607257" y="1430742"/>
                  </a:lnTo>
                  <a:lnTo>
                    <a:pt x="5607917" y="1379501"/>
                  </a:lnTo>
                  <a:lnTo>
                    <a:pt x="5608578" y="1336177"/>
                  </a:lnTo>
                  <a:lnTo>
                    <a:pt x="5609238" y="1316787"/>
                  </a:lnTo>
                  <a:lnTo>
                    <a:pt x="5609899" y="1281610"/>
                  </a:lnTo>
                  <a:lnTo>
                    <a:pt x="5610559" y="1222222"/>
                  </a:lnTo>
                  <a:lnTo>
                    <a:pt x="5611220" y="1220887"/>
                  </a:lnTo>
                  <a:lnTo>
                    <a:pt x="5611880" y="1215609"/>
                  </a:lnTo>
                  <a:lnTo>
                    <a:pt x="5612541" y="1190610"/>
                  </a:lnTo>
                  <a:lnTo>
                    <a:pt x="5613201" y="1190610"/>
                  </a:lnTo>
                  <a:lnTo>
                    <a:pt x="5613862" y="1214305"/>
                  </a:lnTo>
                  <a:lnTo>
                    <a:pt x="5614522" y="1190610"/>
                  </a:lnTo>
                  <a:lnTo>
                    <a:pt x="5615183" y="1161119"/>
                  </a:lnTo>
                  <a:lnTo>
                    <a:pt x="5615843" y="1161119"/>
                  </a:lnTo>
                  <a:lnTo>
                    <a:pt x="5616504" y="1161119"/>
                  </a:lnTo>
                  <a:lnTo>
                    <a:pt x="5617165" y="1162198"/>
                  </a:lnTo>
                  <a:lnTo>
                    <a:pt x="5617825" y="1196655"/>
                  </a:lnTo>
                  <a:lnTo>
                    <a:pt x="5618486" y="1265546"/>
                  </a:lnTo>
                  <a:lnTo>
                    <a:pt x="5619146" y="1316787"/>
                  </a:lnTo>
                  <a:lnTo>
                    <a:pt x="5619807" y="1357005"/>
                  </a:lnTo>
                  <a:lnTo>
                    <a:pt x="5620467" y="1403955"/>
                  </a:lnTo>
                  <a:lnTo>
                    <a:pt x="5621128" y="1403955"/>
                  </a:lnTo>
                  <a:lnTo>
                    <a:pt x="5621788" y="1379501"/>
                  </a:lnTo>
                  <a:lnTo>
                    <a:pt x="5622449" y="1357005"/>
                  </a:lnTo>
                  <a:lnTo>
                    <a:pt x="5623109" y="1336177"/>
                  </a:lnTo>
                  <a:lnTo>
                    <a:pt x="5623770" y="1336177"/>
                  </a:lnTo>
                  <a:lnTo>
                    <a:pt x="5624430" y="1357005"/>
                  </a:lnTo>
                  <a:lnTo>
                    <a:pt x="5625091" y="1379501"/>
                  </a:lnTo>
                  <a:lnTo>
                    <a:pt x="5625751" y="1379501"/>
                  </a:lnTo>
                  <a:lnTo>
                    <a:pt x="5626412" y="1342265"/>
                  </a:lnTo>
                  <a:lnTo>
                    <a:pt x="5627073" y="1270270"/>
                  </a:lnTo>
                  <a:lnTo>
                    <a:pt x="5627733" y="1240182"/>
                  </a:lnTo>
                  <a:lnTo>
                    <a:pt x="5628394" y="1240182"/>
                  </a:lnTo>
                  <a:lnTo>
                    <a:pt x="5629054" y="1254823"/>
                  </a:lnTo>
                  <a:lnTo>
                    <a:pt x="5629715" y="1298649"/>
                  </a:lnTo>
                  <a:lnTo>
                    <a:pt x="5630375" y="1379501"/>
                  </a:lnTo>
                  <a:lnTo>
                    <a:pt x="5631036" y="1430742"/>
                  </a:lnTo>
                  <a:lnTo>
                    <a:pt x="5631696" y="1430742"/>
                  </a:lnTo>
                  <a:lnTo>
                    <a:pt x="5632357" y="1430742"/>
                  </a:lnTo>
                  <a:lnTo>
                    <a:pt x="5633017" y="1430742"/>
                  </a:lnTo>
                  <a:lnTo>
                    <a:pt x="5633678" y="1403955"/>
                  </a:lnTo>
                  <a:lnTo>
                    <a:pt x="5634338" y="1357005"/>
                  </a:lnTo>
                  <a:lnTo>
                    <a:pt x="5634999" y="1336177"/>
                  </a:lnTo>
                  <a:lnTo>
                    <a:pt x="5635659" y="1298649"/>
                  </a:lnTo>
                  <a:lnTo>
                    <a:pt x="5636320" y="1233835"/>
                  </a:lnTo>
                  <a:lnTo>
                    <a:pt x="5636980" y="1194828"/>
                  </a:lnTo>
                  <a:lnTo>
                    <a:pt x="5637641" y="1182942"/>
                  </a:lnTo>
                  <a:lnTo>
                    <a:pt x="5638302" y="1182942"/>
                  </a:lnTo>
                  <a:lnTo>
                    <a:pt x="5638962" y="1207238"/>
                  </a:lnTo>
                  <a:lnTo>
                    <a:pt x="5639623" y="1265546"/>
                  </a:lnTo>
                  <a:lnTo>
                    <a:pt x="5640283" y="1336177"/>
                  </a:lnTo>
                  <a:lnTo>
                    <a:pt x="5640944" y="1403955"/>
                  </a:lnTo>
                  <a:lnTo>
                    <a:pt x="5641604" y="1430742"/>
                  </a:lnTo>
                  <a:lnTo>
                    <a:pt x="5642265" y="1430742"/>
                  </a:lnTo>
                  <a:lnTo>
                    <a:pt x="5642925" y="1403955"/>
                  </a:lnTo>
                  <a:lnTo>
                    <a:pt x="5643586" y="1379501"/>
                  </a:lnTo>
                  <a:lnTo>
                    <a:pt x="5644246" y="1336177"/>
                  </a:lnTo>
                  <a:lnTo>
                    <a:pt x="5644907" y="1316787"/>
                  </a:lnTo>
                  <a:lnTo>
                    <a:pt x="5645567" y="1298649"/>
                  </a:lnTo>
                  <a:lnTo>
                    <a:pt x="5646228" y="1300411"/>
                  </a:lnTo>
                  <a:lnTo>
                    <a:pt x="5646888" y="1300411"/>
                  </a:lnTo>
                  <a:lnTo>
                    <a:pt x="5647549" y="1300411"/>
                  </a:lnTo>
                  <a:lnTo>
                    <a:pt x="5648210" y="1300411"/>
                  </a:lnTo>
                  <a:lnTo>
                    <a:pt x="5648870" y="1318667"/>
                  </a:lnTo>
                  <a:lnTo>
                    <a:pt x="5649531" y="1336177"/>
                  </a:lnTo>
                  <a:lnTo>
                    <a:pt x="5650191" y="1357005"/>
                  </a:lnTo>
                  <a:lnTo>
                    <a:pt x="5650852" y="1403955"/>
                  </a:lnTo>
                  <a:lnTo>
                    <a:pt x="5651512" y="1430742"/>
                  </a:lnTo>
                  <a:lnTo>
                    <a:pt x="5652173" y="1430742"/>
                  </a:lnTo>
                  <a:lnTo>
                    <a:pt x="5652833" y="1403955"/>
                  </a:lnTo>
                  <a:lnTo>
                    <a:pt x="5653494" y="1379501"/>
                  </a:lnTo>
                  <a:lnTo>
                    <a:pt x="5654154" y="1357005"/>
                  </a:lnTo>
                  <a:lnTo>
                    <a:pt x="5654815" y="1336177"/>
                  </a:lnTo>
                  <a:lnTo>
                    <a:pt x="5655475" y="1336177"/>
                  </a:lnTo>
                  <a:lnTo>
                    <a:pt x="5656136" y="1357005"/>
                  </a:lnTo>
                  <a:lnTo>
                    <a:pt x="5656796" y="1379501"/>
                  </a:lnTo>
                  <a:lnTo>
                    <a:pt x="5657457" y="1403955"/>
                  </a:lnTo>
                  <a:lnTo>
                    <a:pt x="5658118" y="1430742"/>
                  </a:lnTo>
                  <a:lnTo>
                    <a:pt x="5658778" y="1430742"/>
                  </a:lnTo>
                  <a:lnTo>
                    <a:pt x="5659439" y="1407814"/>
                  </a:lnTo>
                  <a:lnTo>
                    <a:pt x="5660099" y="1360267"/>
                  </a:lnTo>
                  <a:lnTo>
                    <a:pt x="5660760" y="1319612"/>
                  </a:lnTo>
                  <a:lnTo>
                    <a:pt x="5661420" y="1284101"/>
                  </a:lnTo>
                  <a:lnTo>
                    <a:pt x="5662081" y="1267898"/>
                  </a:lnTo>
                  <a:lnTo>
                    <a:pt x="5662741" y="1265546"/>
                  </a:lnTo>
                  <a:lnTo>
                    <a:pt x="5663402" y="1281610"/>
                  </a:lnTo>
                  <a:lnTo>
                    <a:pt x="5664062" y="1310305"/>
                  </a:lnTo>
                  <a:lnTo>
                    <a:pt x="5664723" y="1349539"/>
                  </a:lnTo>
                  <a:lnTo>
                    <a:pt x="5665383" y="1371421"/>
                  </a:lnTo>
                  <a:lnTo>
                    <a:pt x="5666044" y="1395152"/>
                  </a:lnTo>
                  <a:lnTo>
                    <a:pt x="5666704" y="1421074"/>
                  </a:lnTo>
                  <a:lnTo>
                    <a:pt x="5667365" y="1430742"/>
                  </a:lnTo>
                  <a:lnTo>
                    <a:pt x="5668026" y="1430742"/>
                  </a:lnTo>
                  <a:lnTo>
                    <a:pt x="5668686" y="1403955"/>
                  </a:lnTo>
                  <a:lnTo>
                    <a:pt x="5669347" y="1322465"/>
                  </a:lnTo>
                  <a:lnTo>
                    <a:pt x="5670007" y="1270270"/>
                  </a:lnTo>
                  <a:lnTo>
                    <a:pt x="5670668" y="1240182"/>
                  </a:lnTo>
                  <a:lnTo>
                    <a:pt x="5671328" y="1240182"/>
                  </a:lnTo>
                  <a:lnTo>
                    <a:pt x="5671989" y="1254823"/>
                  </a:lnTo>
                  <a:lnTo>
                    <a:pt x="5672649" y="1316787"/>
                  </a:lnTo>
                  <a:lnTo>
                    <a:pt x="5673310" y="1379501"/>
                  </a:lnTo>
                  <a:lnTo>
                    <a:pt x="5673970" y="1430742"/>
                  </a:lnTo>
                  <a:lnTo>
                    <a:pt x="5674631" y="1430742"/>
                  </a:lnTo>
                  <a:lnTo>
                    <a:pt x="5675291" y="1430742"/>
                  </a:lnTo>
                  <a:lnTo>
                    <a:pt x="5675952" y="1430742"/>
                  </a:lnTo>
                  <a:lnTo>
                    <a:pt x="5676612" y="1430742"/>
                  </a:lnTo>
                  <a:lnTo>
                    <a:pt x="5677273" y="1430742"/>
                  </a:lnTo>
                  <a:lnTo>
                    <a:pt x="5677933" y="1430742"/>
                  </a:lnTo>
                  <a:lnTo>
                    <a:pt x="5678594" y="1430742"/>
                  </a:lnTo>
                  <a:lnTo>
                    <a:pt x="5679255" y="1430742"/>
                  </a:lnTo>
                  <a:lnTo>
                    <a:pt x="5679915" y="1430742"/>
                  </a:lnTo>
                  <a:lnTo>
                    <a:pt x="5680576" y="1430742"/>
                  </a:lnTo>
                  <a:lnTo>
                    <a:pt x="5681236" y="1430742"/>
                  </a:lnTo>
                  <a:lnTo>
                    <a:pt x="5681897" y="1430742"/>
                  </a:lnTo>
                  <a:lnTo>
                    <a:pt x="5682557" y="1403955"/>
                  </a:lnTo>
                  <a:lnTo>
                    <a:pt x="5683218" y="1357005"/>
                  </a:lnTo>
                  <a:lnTo>
                    <a:pt x="5683878" y="1336177"/>
                  </a:lnTo>
                  <a:lnTo>
                    <a:pt x="5684539" y="1336177"/>
                  </a:lnTo>
                  <a:lnTo>
                    <a:pt x="5685199" y="1336177"/>
                  </a:lnTo>
                  <a:lnTo>
                    <a:pt x="5685860" y="1357005"/>
                  </a:lnTo>
                  <a:lnTo>
                    <a:pt x="5686520" y="1403955"/>
                  </a:lnTo>
                  <a:lnTo>
                    <a:pt x="5687181" y="1425177"/>
                  </a:lnTo>
                  <a:lnTo>
                    <a:pt x="5687841" y="1352714"/>
                  </a:lnTo>
                  <a:lnTo>
                    <a:pt x="5688502" y="1295157"/>
                  </a:lnTo>
                  <a:lnTo>
                    <a:pt x="5689163" y="1233138"/>
                  </a:lnTo>
                  <a:lnTo>
                    <a:pt x="5689823" y="1182361"/>
                  </a:lnTo>
                  <a:lnTo>
                    <a:pt x="5690484" y="1151591"/>
                  </a:lnTo>
                  <a:lnTo>
                    <a:pt x="5691144" y="1162198"/>
                  </a:lnTo>
                  <a:lnTo>
                    <a:pt x="5691805" y="1162198"/>
                  </a:lnTo>
                  <a:lnTo>
                    <a:pt x="5692465" y="1184693"/>
                  </a:lnTo>
                  <a:lnTo>
                    <a:pt x="5693126" y="1235935"/>
                  </a:lnTo>
                  <a:lnTo>
                    <a:pt x="5693786" y="1281610"/>
                  </a:lnTo>
                  <a:lnTo>
                    <a:pt x="5694447" y="1316787"/>
                  </a:lnTo>
                  <a:lnTo>
                    <a:pt x="5695107" y="1379501"/>
                  </a:lnTo>
                  <a:lnTo>
                    <a:pt x="5695768" y="1430742"/>
                  </a:lnTo>
                  <a:lnTo>
                    <a:pt x="5696428" y="1430742"/>
                  </a:lnTo>
                  <a:lnTo>
                    <a:pt x="5697089" y="1430742"/>
                  </a:lnTo>
                  <a:lnTo>
                    <a:pt x="5697749" y="1430742"/>
                  </a:lnTo>
                  <a:lnTo>
                    <a:pt x="5698410" y="1430742"/>
                  </a:lnTo>
                  <a:lnTo>
                    <a:pt x="5699071" y="1430742"/>
                  </a:lnTo>
                  <a:lnTo>
                    <a:pt x="5699731" y="1430742"/>
                  </a:lnTo>
                  <a:lnTo>
                    <a:pt x="5700392" y="1430742"/>
                  </a:lnTo>
                  <a:lnTo>
                    <a:pt x="5701052" y="1402681"/>
                  </a:lnTo>
                  <a:lnTo>
                    <a:pt x="5701713" y="1355926"/>
                  </a:lnTo>
                  <a:lnTo>
                    <a:pt x="5702373" y="1335175"/>
                  </a:lnTo>
                  <a:lnTo>
                    <a:pt x="5703034" y="1335175"/>
                  </a:lnTo>
                  <a:lnTo>
                    <a:pt x="5703694" y="1335175"/>
                  </a:lnTo>
                  <a:lnTo>
                    <a:pt x="5704355" y="1357005"/>
                  </a:lnTo>
                  <a:lnTo>
                    <a:pt x="5705015" y="1403955"/>
                  </a:lnTo>
                  <a:lnTo>
                    <a:pt x="5705676" y="1430742"/>
                  </a:lnTo>
                  <a:lnTo>
                    <a:pt x="5706336" y="1430742"/>
                  </a:lnTo>
                  <a:lnTo>
                    <a:pt x="5706997" y="1430742"/>
                  </a:lnTo>
                  <a:lnTo>
                    <a:pt x="5707657" y="1430742"/>
                  </a:lnTo>
                  <a:lnTo>
                    <a:pt x="5708318" y="1430742"/>
                  </a:lnTo>
                  <a:lnTo>
                    <a:pt x="5708978" y="1430742"/>
                  </a:lnTo>
                  <a:lnTo>
                    <a:pt x="5709639" y="1430742"/>
                  </a:lnTo>
                  <a:lnTo>
                    <a:pt x="5710300" y="1409112"/>
                  </a:lnTo>
                  <a:lnTo>
                    <a:pt x="5710960" y="1384225"/>
                  </a:lnTo>
                  <a:lnTo>
                    <a:pt x="5711621" y="1361363"/>
                  </a:lnTo>
                  <a:lnTo>
                    <a:pt x="5712281" y="1340221"/>
                  </a:lnTo>
                  <a:lnTo>
                    <a:pt x="5712942" y="1320560"/>
                  </a:lnTo>
                  <a:lnTo>
                    <a:pt x="5713602" y="1336177"/>
                  </a:lnTo>
                  <a:lnTo>
                    <a:pt x="5714263" y="1357005"/>
                  </a:lnTo>
                  <a:lnTo>
                    <a:pt x="5714923" y="1379501"/>
                  </a:lnTo>
                  <a:lnTo>
                    <a:pt x="5715584" y="1403955"/>
                  </a:lnTo>
                  <a:lnTo>
                    <a:pt x="5716244" y="1430742"/>
                  </a:lnTo>
                  <a:lnTo>
                    <a:pt x="5716905" y="1430742"/>
                  </a:lnTo>
                  <a:lnTo>
                    <a:pt x="5717565" y="1430742"/>
                  </a:lnTo>
                  <a:lnTo>
                    <a:pt x="5718226" y="1430742"/>
                  </a:lnTo>
                  <a:lnTo>
                    <a:pt x="5718886" y="1430742"/>
                  </a:lnTo>
                  <a:lnTo>
                    <a:pt x="5719547" y="1430742"/>
                  </a:lnTo>
                  <a:lnTo>
                    <a:pt x="5720208" y="1403955"/>
                  </a:lnTo>
                  <a:lnTo>
                    <a:pt x="5720868" y="1379501"/>
                  </a:lnTo>
                  <a:lnTo>
                    <a:pt x="5721529" y="1354852"/>
                  </a:lnTo>
                  <a:lnTo>
                    <a:pt x="5722189" y="1334177"/>
                  </a:lnTo>
                  <a:lnTo>
                    <a:pt x="5722850" y="1314920"/>
                  </a:lnTo>
                  <a:lnTo>
                    <a:pt x="5723510" y="1334177"/>
                  </a:lnTo>
                  <a:lnTo>
                    <a:pt x="5724171" y="1336177"/>
                  </a:lnTo>
                  <a:lnTo>
                    <a:pt x="5724831" y="1318667"/>
                  </a:lnTo>
                  <a:lnTo>
                    <a:pt x="5725492" y="1300411"/>
                  </a:lnTo>
                  <a:lnTo>
                    <a:pt x="5726152" y="1318667"/>
                  </a:lnTo>
                  <a:lnTo>
                    <a:pt x="5726813" y="1318667"/>
                  </a:lnTo>
                  <a:lnTo>
                    <a:pt x="5727473" y="1336177"/>
                  </a:lnTo>
                  <a:lnTo>
                    <a:pt x="5728134" y="1379501"/>
                  </a:lnTo>
                  <a:lnTo>
                    <a:pt x="5728794" y="1430742"/>
                  </a:lnTo>
                  <a:lnTo>
                    <a:pt x="5729455" y="1430742"/>
                  </a:lnTo>
                  <a:lnTo>
                    <a:pt x="5730116" y="1430742"/>
                  </a:lnTo>
                  <a:lnTo>
                    <a:pt x="5730776" y="1430742"/>
                  </a:lnTo>
                  <a:lnTo>
                    <a:pt x="5731437" y="1430742"/>
                  </a:lnTo>
                  <a:lnTo>
                    <a:pt x="5732097" y="1430742"/>
                  </a:lnTo>
                  <a:lnTo>
                    <a:pt x="5732758" y="1430742"/>
                  </a:lnTo>
                  <a:lnTo>
                    <a:pt x="5733418" y="1430742"/>
                  </a:lnTo>
                  <a:lnTo>
                    <a:pt x="5734079" y="1430742"/>
                  </a:lnTo>
                  <a:lnTo>
                    <a:pt x="5734739" y="1403955"/>
                  </a:lnTo>
                  <a:lnTo>
                    <a:pt x="5735400" y="1357005"/>
                  </a:lnTo>
                  <a:lnTo>
                    <a:pt x="5736060" y="1316787"/>
                  </a:lnTo>
                  <a:lnTo>
                    <a:pt x="5736721" y="1298649"/>
                  </a:lnTo>
                  <a:lnTo>
                    <a:pt x="5737381" y="1281610"/>
                  </a:lnTo>
                  <a:lnTo>
                    <a:pt x="5738042" y="1265546"/>
                  </a:lnTo>
                  <a:lnTo>
                    <a:pt x="5738702" y="1281610"/>
                  </a:lnTo>
                  <a:lnTo>
                    <a:pt x="5739363" y="1316787"/>
                  </a:lnTo>
                  <a:lnTo>
                    <a:pt x="5740024" y="1336177"/>
                  </a:lnTo>
                  <a:lnTo>
                    <a:pt x="5740684" y="1357005"/>
                  </a:lnTo>
                  <a:lnTo>
                    <a:pt x="5741345" y="1403955"/>
                  </a:lnTo>
                  <a:lnTo>
                    <a:pt x="5742005" y="1430742"/>
                  </a:lnTo>
                  <a:lnTo>
                    <a:pt x="5742666" y="1430742"/>
                  </a:lnTo>
                  <a:lnTo>
                    <a:pt x="5743326" y="1430742"/>
                  </a:lnTo>
                  <a:lnTo>
                    <a:pt x="5743987" y="1430742"/>
                  </a:lnTo>
                  <a:lnTo>
                    <a:pt x="5744647" y="1430742"/>
                  </a:lnTo>
                  <a:lnTo>
                    <a:pt x="5745308" y="1430742"/>
                  </a:lnTo>
                  <a:lnTo>
                    <a:pt x="5745968" y="1430742"/>
                  </a:lnTo>
                  <a:lnTo>
                    <a:pt x="5746629" y="1430742"/>
                  </a:lnTo>
                  <a:lnTo>
                    <a:pt x="5747289" y="1430742"/>
                  </a:lnTo>
                  <a:lnTo>
                    <a:pt x="5747950" y="1430742"/>
                  </a:lnTo>
                  <a:lnTo>
                    <a:pt x="5748610" y="1430742"/>
                  </a:lnTo>
                  <a:lnTo>
                    <a:pt x="5749271" y="1430742"/>
                  </a:lnTo>
                  <a:lnTo>
                    <a:pt x="5749931" y="1430742"/>
                  </a:lnTo>
                  <a:lnTo>
                    <a:pt x="5750592" y="1430742"/>
                  </a:lnTo>
                  <a:lnTo>
                    <a:pt x="5751253" y="1430742"/>
                  </a:lnTo>
                  <a:lnTo>
                    <a:pt x="5751913" y="1430742"/>
                  </a:lnTo>
                  <a:lnTo>
                    <a:pt x="5752574" y="1379501"/>
                  </a:lnTo>
                  <a:lnTo>
                    <a:pt x="5753234" y="1316787"/>
                  </a:lnTo>
                  <a:lnTo>
                    <a:pt x="5753895" y="1265546"/>
                  </a:lnTo>
                  <a:lnTo>
                    <a:pt x="5754555" y="1209148"/>
                  </a:lnTo>
                  <a:lnTo>
                    <a:pt x="5755216" y="1181781"/>
                  </a:lnTo>
                  <a:lnTo>
                    <a:pt x="5755876" y="1181781"/>
                  </a:lnTo>
                  <a:lnTo>
                    <a:pt x="5756537" y="1205972"/>
                  </a:lnTo>
                  <a:lnTo>
                    <a:pt x="5757197" y="1246677"/>
                  </a:lnTo>
                  <a:lnTo>
                    <a:pt x="5757858" y="1312142"/>
                  </a:lnTo>
                  <a:lnTo>
                    <a:pt x="5758518" y="1357005"/>
                  </a:lnTo>
                  <a:lnTo>
                    <a:pt x="5759179" y="1403955"/>
                  </a:lnTo>
                  <a:lnTo>
                    <a:pt x="5759839" y="1430742"/>
                  </a:lnTo>
                  <a:lnTo>
                    <a:pt x="5760500" y="1430742"/>
                  </a:lnTo>
                  <a:lnTo>
                    <a:pt x="5761161" y="1430742"/>
                  </a:lnTo>
                  <a:lnTo>
                    <a:pt x="5761821" y="1430742"/>
                  </a:lnTo>
                  <a:lnTo>
                    <a:pt x="5762482" y="1430742"/>
                  </a:lnTo>
                  <a:lnTo>
                    <a:pt x="5763142" y="1430742"/>
                  </a:lnTo>
                  <a:lnTo>
                    <a:pt x="5763803" y="1430742"/>
                  </a:lnTo>
                  <a:lnTo>
                    <a:pt x="5764463" y="1430742"/>
                  </a:lnTo>
                  <a:lnTo>
                    <a:pt x="5765124" y="1403955"/>
                  </a:lnTo>
                  <a:lnTo>
                    <a:pt x="5765784" y="1357005"/>
                  </a:lnTo>
                  <a:lnTo>
                    <a:pt x="5766445" y="1327286"/>
                  </a:lnTo>
                  <a:lnTo>
                    <a:pt x="5767105" y="1290853"/>
                  </a:lnTo>
                  <a:lnTo>
                    <a:pt x="5767766" y="1258606"/>
                  </a:lnTo>
                  <a:lnTo>
                    <a:pt x="5768426" y="1258606"/>
                  </a:lnTo>
                  <a:lnTo>
                    <a:pt x="5769087" y="1290853"/>
                  </a:lnTo>
                  <a:lnTo>
                    <a:pt x="5769747" y="1316787"/>
                  </a:lnTo>
                  <a:lnTo>
                    <a:pt x="5770408" y="1357005"/>
                  </a:lnTo>
                  <a:lnTo>
                    <a:pt x="5771069" y="1403955"/>
                  </a:lnTo>
                  <a:lnTo>
                    <a:pt x="5771729" y="1430742"/>
                  </a:lnTo>
                  <a:lnTo>
                    <a:pt x="5772390" y="1430742"/>
                  </a:lnTo>
                  <a:lnTo>
                    <a:pt x="5773050" y="1430742"/>
                  </a:lnTo>
                  <a:lnTo>
                    <a:pt x="5773711" y="1430742"/>
                  </a:lnTo>
                  <a:lnTo>
                    <a:pt x="5774371" y="1430742"/>
                  </a:lnTo>
                  <a:lnTo>
                    <a:pt x="5775032" y="1430742"/>
                  </a:lnTo>
                  <a:lnTo>
                    <a:pt x="5775692" y="1403955"/>
                  </a:lnTo>
                  <a:lnTo>
                    <a:pt x="5776353" y="1357005"/>
                  </a:lnTo>
                  <a:lnTo>
                    <a:pt x="5777013" y="1316787"/>
                  </a:lnTo>
                  <a:lnTo>
                    <a:pt x="5777674" y="1265546"/>
                  </a:lnTo>
                  <a:lnTo>
                    <a:pt x="5778334" y="1184693"/>
                  </a:lnTo>
                  <a:lnTo>
                    <a:pt x="5778995" y="1095193"/>
                  </a:lnTo>
                  <a:lnTo>
                    <a:pt x="5779655" y="1048242"/>
                  </a:lnTo>
                  <a:lnTo>
                    <a:pt x="5780316" y="1027414"/>
                  </a:lnTo>
                  <a:lnTo>
                    <a:pt x="5780976" y="1034187"/>
                  </a:lnTo>
                  <a:lnTo>
                    <a:pt x="5781637" y="1070738"/>
                  </a:lnTo>
                  <a:lnTo>
                    <a:pt x="5782298" y="1158439"/>
                  </a:lnTo>
                  <a:lnTo>
                    <a:pt x="5782958" y="1245220"/>
                  </a:lnTo>
                  <a:lnTo>
                    <a:pt x="5783619" y="1310305"/>
                  </a:lnTo>
                  <a:lnTo>
                    <a:pt x="5784279" y="1329238"/>
                  </a:lnTo>
                  <a:lnTo>
                    <a:pt x="5784940" y="1349539"/>
                  </a:lnTo>
                  <a:lnTo>
                    <a:pt x="5785600" y="1357005"/>
                  </a:lnTo>
                  <a:lnTo>
                    <a:pt x="5786261" y="1379501"/>
                  </a:lnTo>
                  <a:lnTo>
                    <a:pt x="5786921" y="1403955"/>
                  </a:lnTo>
                  <a:lnTo>
                    <a:pt x="5787582" y="1430742"/>
                  </a:lnTo>
                  <a:lnTo>
                    <a:pt x="5788242" y="1430742"/>
                  </a:lnTo>
                  <a:lnTo>
                    <a:pt x="5788903" y="1430742"/>
                  </a:lnTo>
                  <a:lnTo>
                    <a:pt x="5789563" y="1430742"/>
                  </a:lnTo>
                  <a:lnTo>
                    <a:pt x="5790224" y="1430742"/>
                  </a:lnTo>
                  <a:lnTo>
                    <a:pt x="5790884" y="1430742"/>
                  </a:lnTo>
                  <a:lnTo>
                    <a:pt x="5791545" y="1430742"/>
                  </a:lnTo>
                  <a:lnTo>
                    <a:pt x="5792206" y="1430742"/>
                  </a:lnTo>
                  <a:lnTo>
                    <a:pt x="5792866" y="1430742"/>
                  </a:lnTo>
                  <a:lnTo>
                    <a:pt x="5793527" y="1430742"/>
                  </a:lnTo>
                  <a:lnTo>
                    <a:pt x="5794187" y="1430742"/>
                  </a:lnTo>
                  <a:lnTo>
                    <a:pt x="5794848" y="1430742"/>
                  </a:lnTo>
                  <a:lnTo>
                    <a:pt x="5795508" y="1430742"/>
                  </a:lnTo>
                  <a:lnTo>
                    <a:pt x="5796169" y="1430742"/>
                  </a:lnTo>
                  <a:lnTo>
                    <a:pt x="5796829" y="1430742"/>
                  </a:lnTo>
                  <a:lnTo>
                    <a:pt x="5797490" y="1403955"/>
                  </a:lnTo>
                  <a:lnTo>
                    <a:pt x="5798150" y="1379501"/>
                  </a:lnTo>
                  <a:lnTo>
                    <a:pt x="5798811" y="1374856"/>
                  </a:lnTo>
                  <a:lnTo>
                    <a:pt x="5799471" y="1352714"/>
                  </a:lnTo>
                  <a:lnTo>
                    <a:pt x="5800132" y="1332191"/>
                  </a:lnTo>
                  <a:lnTo>
                    <a:pt x="5800792" y="1352714"/>
                  </a:lnTo>
                  <a:lnTo>
                    <a:pt x="5801453" y="1374856"/>
                  </a:lnTo>
                  <a:lnTo>
                    <a:pt x="5802114" y="1379501"/>
                  </a:lnTo>
                  <a:lnTo>
                    <a:pt x="5802774" y="1403955"/>
                  </a:lnTo>
                  <a:lnTo>
                    <a:pt x="5803435" y="1430742"/>
                  </a:lnTo>
                  <a:lnTo>
                    <a:pt x="5804095" y="1430742"/>
                  </a:lnTo>
                  <a:lnTo>
                    <a:pt x="5804756" y="1430742"/>
                  </a:lnTo>
                  <a:lnTo>
                    <a:pt x="5805416" y="1430742"/>
                  </a:lnTo>
                  <a:lnTo>
                    <a:pt x="5806077" y="1430742"/>
                  </a:lnTo>
                  <a:lnTo>
                    <a:pt x="5806737" y="1430742"/>
                  </a:lnTo>
                  <a:lnTo>
                    <a:pt x="5807398" y="1430742"/>
                  </a:lnTo>
                  <a:lnTo>
                    <a:pt x="5808058" y="1430742"/>
                  </a:lnTo>
                  <a:lnTo>
                    <a:pt x="5808719" y="1403955"/>
                  </a:lnTo>
                  <a:lnTo>
                    <a:pt x="5809379" y="1357005"/>
                  </a:lnTo>
                  <a:lnTo>
                    <a:pt x="5810040" y="1281610"/>
                  </a:lnTo>
                  <a:lnTo>
                    <a:pt x="5810700" y="1250350"/>
                  </a:lnTo>
                  <a:lnTo>
                    <a:pt x="5811361" y="1250350"/>
                  </a:lnTo>
                  <a:lnTo>
                    <a:pt x="5812022" y="1265546"/>
                  </a:lnTo>
                  <a:lnTo>
                    <a:pt x="5812682" y="1281610"/>
                  </a:lnTo>
                  <a:lnTo>
                    <a:pt x="5813343" y="1316787"/>
                  </a:lnTo>
                  <a:lnTo>
                    <a:pt x="5814003" y="1318667"/>
                  </a:lnTo>
                  <a:lnTo>
                    <a:pt x="5814664" y="1300411"/>
                  </a:lnTo>
                  <a:lnTo>
                    <a:pt x="5815324" y="1251834"/>
                  </a:lnTo>
                  <a:lnTo>
                    <a:pt x="5815985" y="1211071"/>
                  </a:lnTo>
                  <a:lnTo>
                    <a:pt x="5816645" y="1186455"/>
                  </a:lnTo>
                  <a:lnTo>
                    <a:pt x="5817306" y="1162739"/>
                  </a:lnTo>
                  <a:lnTo>
                    <a:pt x="5817966" y="1131992"/>
                  </a:lnTo>
                  <a:lnTo>
                    <a:pt x="5818627" y="1141872"/>
                  </a:lnTo>
                  <a:lnTo>
                    <a:pt x="5819287" y="1159508"/>
                  </a:lnTo>
                  <a:lnTo>
                    <a:pt x="5819948" y="1193616"/>
                  </a:lnTo>
                  <a:lnTo>
                    <a:pt x="5820608" y="1232443"/>
                  </a:lnTo>
                  <a:lnTo>
                    <a:pt x="5821269" y="1294291"/>
                  </a:lnTo>
                  <a:lnTo>
                    <a:pt x="5821929" y="1331203"/>
                  </a:lnTo>
                  <a:lnTo>
                    <a:pt x="5822590" y="1379501"/>
                  </a:lnTo>
                  <a:lnTo>
                    <a:pt x="5823251" y="1403955"/>
                  </a:lnTo>
                  <a:lnTo>
                    <a:pt x="5823911" y="1403955"/>
                  </a:lnTo>
                  <a:lnTo>
                    <a:pt x="5824572" y="1379501"/>
                  </a:lnTo>
                  <a:lnTo>
                    <a:pt x="5825232" y="1345359"/>
                  </a:lnTo>
                  <a:lnTo>
                    <a:pt x="5825893" y="1306666"/>
                  </a:lnTo>
                  <a:lnTo>
                    <a:pt x="5826553" y="1272661"/>
                  </a:lnTo>
                  <a:lnTo>
                    <a:pt x="5827214" y="1257087"/>
                  </a:lnTo>
                  <a:lnTo>
                    <a:pt x="5827874" y="1257087"/>
                  </a:lnTo>
                  <a:lnTo>
                    <a:pt x="5828535" y="1281610"/>
                  </a:lnTo>
                  <a:lnTo>
                    <a:pt x="5829195" y="1316787"/>
                  </a:lnTo>
                  <a:lnTo>
                    <a:pt x="5829856" y="1336177"/>
                  </a:lnTo>
                  <a:lnTo>
                    <a:pt x="5830516" y="1316787"/>
                  </a:lnTo>
                  <a:lnTo>
                    <a:pt x="5831177" y="1274267"/>
                  </a:lnTo>
                  <a:lnTo>
                    <a:pt x="5831837" y="1229681"/>
                  </a:lnTo>
                  <a:lnTo>
                    <a:pt x="5832498" y="1216263"/>
                  </a:lnTo>
                  <a:lnTo>
                    <a:pt x="5833159" y="1216263"/>
                  </a:lnTo>
                  <a:lnTo>
                    <a:pt x="5833819" y="1243772"/>
                  </a:lnTo>
                  <a:lnTo>
                    <a:pt x="5834480" y="1281610"/>
                  </a:lnTo>
                  <a:lnTo>
                    <a:pt x="5835140" y="1316787"/>
                  </a:lnTo>
                  <a:lnTo>
                    <a:pt x="5835801" y="1336177"/>
                  </a:lnTo>
                  <a:lnTo>
                    <a:pt x="5836461" y="1357005"/>
                  </a:lnTo>
                  <a:lnTo>
                    <a:pt x="5837122" y="1379501"/>
                  </a:lnTo>
                  <a:lnTo>
                    <a:pt x="5837782" y="1403955"/>
                  </a:lnTo>
                  <a:lnTo>
                    <a:pt x="5838443" y="1430742"/>
                  </a:lnTo>
                  <a:lnTo>
                    <a:pt x="5839103" y="1430742"/>
                  </a:lnTo>
                  <a:lnTo>
                    <a:pt x="5839764" y="1430742"/>
                  </a:lnTo>
                  <a:lnTo>
                    <a:pt x="5840424" y="1430742"/>
                  </a:lnTo>
                  <a:lnTo>
                    <a:pt x="5841085" y="1430742"/>
                  </a:lnTo>
                  <a:lnTo>
                    <a:pt x="5841745" y="1430742"/>
                  </a:lnTo>
                  <a:lnTo>
                    <a:pt x="5842406" y="1430742"/>
                  </a:lnTo>
                  <a:lnTo>
                    <a:pt x="5843067" y="1430742"/>
                  </a:lnTo>
                  <a:lnTo>
                    <a:pt x="5843727" y="1430742"/>
                  </a:lnTo>
                  <a:lnTo>
                    <a:pt x="5844388" y="1430742"/>
                  </a:lnTo>
                  <a:lnTo>
                    <a:pt x="5845048" y="1403955"/>
                  </a:lnTo>
                  <a:lnTo>
                    <a:pt x="5845709" y="1316787"/>
                  </a:lnTo>
                  <a:lnTo>
                    <a:pt x="5846369" y="1235935"/>
                  </a:lnTo>
                  <a:lnTo>
                    <a:pt x="5847030" y="1184693"/>
                  </a:lnTo>
                  <a:lnTo>
                    <a:pt x="5847690" y="1141370"/>
                  </a:lnTo>
                  <a:lnTo>
                    <a:pt x="5848351" y="1131507"/>
                  </a:lnTo>
                  <a:lnTo>
                    <a:pt x="5849011" y="1162198"/>
                  </a:lnTo>
                  <a:lnTo>
                    <a:pt x="5849672" y="1222222"/>
                  </a:lnTo>
                  <a:lnTo>
                    <a:pt x="5850332" y="1281610"/>
                  </a:lnTo>
                  <a:lnTo>
                    <a:pt x="5850993" y="1357005"/>
                  </a:lnTo>
                  <a:lnTo>
                    <a:pt x="5851653" y="1403955"/>
                  </a:lnTo>
                  <a:lnTo>
                    <a:pt x="5852314" y="1379501"/>
                  </a:lnTo>
                  <a:lnTo>
                    <a:pt x="5852974" y="1336177"/>
                  </a:lnTo>
                  <a:lnTo>
                    <a:pt x="5853635" y="1292567"/>
                  </a:lnTo>
                  <a:lnTo>
                    <a:pt x="5854296" y="1260134"/>
                  </a:lnTo>
                  <a:lnTo>
                    <a:pt x="5854956" y="1245220"/>
                  </a:lnTo>
                  <a:lnTo>
                    <a:pt x="5855617" y="1275883"/>
                  </a:lnTo>
                  <a:lnTo>
                    <a:pt x="5856277" y="1310305"/>
                  </a:lnTo>
                  <a:lnTo>
                    <a:pt x="5856938" y="1357005"/>
                  </a:lnTo>
                  <a:lnTo>
                    <a:pt x="5857598" y="1403955"/>
                  </a:lnTo>
                  <a:lnTo>
                    <a:pt x="5858259" y="1430742"/>
                  </a:lnTo>
                  <a:lnTo>
                    <a:pt x="5858919" y="1430742"/>
                  </a:lnTo>
                  <a:lnTo>
                    <a:pt x="5859580" y="1430742"/>
                  </a:lnTo>
                  <a:lnTo>
                    <a:pt x="5860240" y="1430742"/>
                  </a:lnTo>
                  <a:lnTo>
                    <a:pt x="5860901" y="1430742"/>
                  </a:lnTo>
                  <a:lnTo>
                    <a:pt x="5861561" y="1430742"/>
                  </a:lnTo>
                  <a:lnTo>
                    <a:pt x="5862222" y="1430742"/>
                  </a:lnTo>
                  <a:lnTo>
                    <a:pt x="5862882" y="1430742"/>
                  </a:lnTo>
                  <a:lnTo>
                    <a:pt x="5863543" y="1430742"/>
                  </a:lnTo>
                  <a:lnTo>
                    <a:pt x="5864204" y="1430742"/>
                  </a:lnTo>
                  <a:lnTo>
                    <a:pt x="5864864" y="1430742"/>
                  </a:lnTo>
                  <a:lnTo>
                    <a:pt x="5865525" y="1430742"/>
                  </a:lnTo>
                  <a:lnTo>
                    <a:pt x="5866185" y="1430742"/>
                  </a:lnTo>
                  <a:lnTo>
                    <a:pt x="5866846" y="1430742"/>
                  </a:lnTo>
                  <a:lnTo>
                    <a:pt x="5867506" y="1430742"/>
                  </a:lnTo>
                  <a:lnTo>
                    <a:pt x="5868167" y="1430742"/>
                  </a:lnTo>
                  <a:lnTo>
                    <a:pt x="5868827" y="1430742"/>
                  </a:lnTo>
                  <a:lnTo>
                    <a:pt x="5869488" y="1403955"/>
                  </a:lnTo>
                  <a:lnTo>
                    <a:pt x="5870148" y="1357005"/>
                  </a:lnTo>
                  <a:lnTo>
                    <a:pt x="5870809" y="1336177"/>
                  </a:lnTo>
                  <a:lnTo>
                    <a:pt x="5871469" y="1316787"/>
                  </a:lnTo>
                  <a:lnTo>
                    <a:pt x="5872130" y="1316787"/>
                  </a:lnTo>
                  <a:lnTo>
                    <a:pt x="5872790" y="1336177"/>
                  </a:lnTo>
                  <a:lnTo>
                    <a:pt x="5873451" y="1379501"/>
                  </a:lnTo>
                  <a:lnTo>
                    <a:pt x="5874112" y="1403955"/>
                  </a:lnTo>
                  <a:lnTo>
                    <a:pt x="5874772" y="1430742"/>
                  </a:lnTo>
                  <a:lnTo>
                    <a:pt x="5875433" y="1430742"/>
                  </a:lnTo>
                  <a:lnTo>
                    <a:pt x="5876093" y="1430742"/>
                  </a:lnTo>
                  <a:lnTo>
                    <a:pt x="5876754" y="1430742"/>
                  </a:lnTo>
                  <a:lnTo>
                    <a:pt x="5877414" y="1430742"/>
                  </a:lnTo>
                  <a:lnTo>
                    <a:pt x="5878075" y="1430742"/>
                  </a:lnTo>
                  <a:lnTo>
                    <a:pt x="5878735" y="1403955"/>
                  </a:lnTo>
                  <a:lnTo>
                    <a:pt x="5879396" y="1357005"/>
                  </a:lnTo>
                  <a:lnTo>
                    <a:pt x="5880056" y="1336177"/>
                  </a:lnTo>
                  <a:lnTo>
                    <a:pt x="5880717" y="1336177"/>
                  </a:lnTo>
                  <a:lnTo>
                    <a:pt x="5881377" y="1336177"/>
                  </a:lnTo>
                  <a:lnTo>
                    <a:pt x="5882038" y="1357005"/>
                  </a:lnTo>
                  <a:lnTo>
                    <a:pt x="5882698" y="1403955"/>
                  </a:lnTo>
                  <a:lnTo>
                    <a:pt x="5883359" y="1430742"/>
                  </a:lnTo>
                  <a:lnTo>
                    <a:pt x="5884020" y="1430742"/>
                  </a:lnTo>
                  <a:lnTo>
                    <a:pt x="5884680" y="1430742"/>
                  </a:lnTo>
                  <a:lnTo>
                    <a:pt x="5885341" y="1430742"/>
                  </a:lnTo>
                  <a:lnTo>
                    <a:pt x="5886001" y="1430742"/>
                  </a:lnTo>
                  <a:lnTo>
                    <a:pt x="5886662" y="1430742"/>
                  </a:lnTo>
                  <a:lnTo>
                    <a:pt x="5887322" y="1430742"/>
                  </a:lnTo>
                  <a:lnTo>
                    <a:pt x="5887983" y="1430742"/>
                  </a:lnTo>
                  <a:lnTo>
                    <a:pt x="5888643" y="1430742"/>
                  </a:lnTo>
                  <a:lnTo>
                    <a:pt x="5889304" y="1430742"/>
                  </a:lnTo>
                  <a:lnTo>
                    <a:pt x="5889964" y="1430742"/>
                  </a:lnTo>
                  <a:lnTo>
                    <a:pt x="5890625" y="1430742"/>
                  </a:lnTo>
                  <a:lnTo>
                    <a:pt x="5891285" y="1430742"/>
                  </a:lnTo>
                  <a:lnTo>
                    <a:pt x="5891946" y="1430742"/>
                  </a:lnTo>
                  <a:lnTo>
                    <a:pt x="5892606" y="1430742"/>
                  </a:lnTo>
                  <a:lnTo>
                    <a:pt x="5893267" y="1430742"/>
                  </a:lnTo>
                  <a:lnTo>
                    <a:pt x="5893927" y="1430742"/>
                  </a:lnTo>
                  <a:lnTo>
                    <a:pt x="5894588" y="1430742"/>
                  </a:lnTo>
                  <a:lnTo>
                    <a:pt x="5895249" y="1430742"/>
                  </a:lnTo>
                  <a:lnTo>
                    <a:pt x="5895909" y="1430742"/>
                  </a:lnTo>
                  <a:lnTo>
                    <a:pt x="5896570" y="1430742"/>
                  </a:lnTo>
                  <a:lnTo>
                    <a:pt x="5897230" y="1403955"/>
                  </a:lnTo>
                  <a:lnTo>
                    <a:pt x="5897891" y="1357005"/>
                  </a:lnTo>
                  <a:lnTo>
                    <a:pt x="5898551" y="1336177"/>
                  </a:lnTo>
                  <a:lnTo>
                    <a:pt x="5899212" y="1336177"/>
                  </a:lnTo>
                  <a:lnTo>
                    <a:pt x="5899872" y="1336177"/>
                  </a:lnTo>
                  <a:lnTo>
                    <a:pt x="5900533" y="1357005"/>
                  </a:lnTo>
                  <a:lnTo>
                    <a:pt x="5901193" y="1403955"/>
                  </a:lnTo>
                  <a:lnTo>
                    <a:pt x="5901854" y="1403955"/>
                  </a:lnTo>
                  <a:lnTo>
                    <a:pt x="5902514" y="1357005"/>
                  </a:lnTo>
                  <a:lnTo>
                    <a:pt x="5903175" y="1336177"/>
                  </a:lnTo>
                  <a:lnTo>
                    <a:pt x="5903835" y="1336177"/>
                  </a:lnTo>
                  <a:lnTo>
                    <a:pt x="5904496" y="1336177"/>
                  </a:lnTo>
                  <a:lnTo>
                    <a:pt x="5905157" y="1336177"/>
                  </a:lnTo>
                  <a:lnTo>
                    <a:pt x="5905817" y="1357005"/>
                  </a:lnTo>
                  <a:lnTo>
                    <a:pt x="5906478" y="1281610"/>
                  </a:lnTo>
                  <a:lnTo>
                    <a:pt x="5907138" y="1209148"/>
                  </a:lnTo>
                  <a:lnTo>
                    <a:pt x="5907799" y="1151591"/>
                  </a:lnTo>
                  <a:lnTo>
                    <a:pt x="5908459" y="1131507"/>
                  </a:lnTo>
                  <a:lnTo>
                    <a:pt x="5909120" y="1121979"/>
                  </a:lnTo>
                  <a:lnTo>
                    <a:pt x="5909780" y="1162198"/>
                  </a:lnTo>
                  <a:lnTo>
                    <a:pt x="5910441" y="1222222"/>
                  </a:lnTo>
                  <a:lnTo>
                    <a:pt x="5911101" y="1294291"/>
                  </a:lnTo>
                  <a:lnTo>
                    <a:pt x="5911762" y="1312142"/>
                  </a:lnTo>
                  <a:lnTo>
                    <a:pt x="5912422" y="1312142"/>
                  </a:lnTo>
                  <a:lnTo>
                    <a:pt x="5913083" y="1312142"/>
                  </a:lnTo>
                  <a:lnTo>
                    <a:pt x="5913743" y="1312142"/>
                  </a:lnTo>
                  <a:lnTo>
                    <a:pt x="5914404" y="1316787"/>
                  </a:lnTo>
                  <a:lnTo>
                    <a:pt x="5915065" y="1336177"/>
                  </a:lnTo>
                  <a:lnTo>
                    <a:pt x="5915725" y="1336177"/>
                  </a:lnTo>
                  <a:lnTo>
                    <a:pt x="5916386" y="1316787"/>
                  </a:lnTo>
                  <a:lnTo>
                    <a:pt x="5917046" y="1265546"/>
                  </a:lnTo>
                  <a:lnTo>
                    <a:pt x="5917707" y="1226946"/>
                  </a:lnTo>
                  <a:lnTo>
                    <a:pt x="5918367" y="1213655"/>
                  </a:lnTo>
                  <a:lnTo>
                    <a:pt x="5919028" y="1226946"/>
                  </a:lnTo>
                  <a:lnTo>
                    <a:pt x="5919688" y="1240896"/>
                  </a:lnTo>
                  <a:lnTo>
                    <a:pt x="5920349" y="1287457"/>
                  </a:lnTo>
                  <a:lnTo>
                    <a:pt x="5921009" y="1316787"/>
                  </a:lnTo>
                  <a:lnTo>
                    <a:pt x="5921670" y="1298649"/>
                  </a:lnTo>
                  <a:lnTo>
                    <a:pt x="5922330" y="1264766"/>
                  </a:lnTo>
                  <a:lnTo>
                    <a:pt x="5922991" y="1235233"/>
                  </a:lnTo>
                  <a:lnTo>
                    <a:pt x="5923651" y="1208510"/>
                  </a:lnTo>
                  <a:lnTo>
                    <a:pt x="5924312" y="1207238"/>
                  </a:lnTo>
                  <a:lnTo>
                    <a:pt x="5924972" y="1248140"/>
                  </a:lnTo>
                  <a:lnTo>
                    <a:pt x="5925633" y="1296898"/>
                  </a:lnTo>
                  <a:lnTo>
                    <a:pt x="5926294" y="1354852"/>
                  </a:lnTo>
                  <a:lnTo>
                    <a:pt x="5926954" y="1401412"/>
                  </a:lnTo>
                  <a:lnTo>
                    <a:pt x="5927615" y="1351652"/>
                  </a:lnTo>
                  <a:lnTo>
                    <a:pt x="5928275" y="1218896"/>
                  </a:lnTo>
                  <a:lnTo>
                    <a:pt x="5928936" y="1119647"/>
                  </a:lnTo>
                  <a:lnTo>
                    <a:pt x="5929596" y="1070348"/>
                  </a:lnTo>
                  <a:lnTo>
                    <a:pt x="5930257" y="1047882"/>
                  </a:lnTo>
                  <a:lnTo>
                    <a:pt x="5930917" y="1064561"/>
                  </a:lnTo>
                  <a:lnTo>
                    <a:pt x="5931578" y="1133452"/>
                  </a:lnTo>
                  <a:lnTo>
                    <a:pt x="5932238" y="1238759"/>
                  </a:lnTo>
                  <a:lnTo>
                    <a:pt x="5932899" y="1336177"/>
                  </a:lnTo>
                  <a:lnTo>
                    <a:pt x="5933559" y="1357005"/>
                  </a:lnTo>
                  <a:lnTo>
                    <a:pt x="5934220" y="1336177"/>
                  </a:lnTo>
                  <a:lnTo>
                    <a:pt x="5934880" y="1336177"/>
                  </a:lnTo>
                  <a:lnTo>
                    <a:pt x="5935541" y="1336177"/>
                  </a:lnTo>
                  <a:lnTo>
                    <a:pt x="5936202" y="1336177"/>
                  </a:lnTo>
                  <a:lnTo>
                    <a:pt x="5936862" y="1379501"/>
                  </a:lnTo>
                  <a:lnTo>
                    <a:pt x="5937523" y="1430742"/>
                  </a:lnTo>
                  <a:lnTo>
                    <a:pt x="5938183" y="1379501"/>
                  </a:lnTo>
                  <a:lnTo>
                    <a:pt x="5938844" y="1336177"/>
                  </a:lnTo>
                  <a:lnTo>
                    <a:pt x="5939504" y="1316787"/>
                  </a:lnTo>
                  <a:lnTo>
                    <a:pt x="5940165" y="1316787"/>
                  </a:lnTo>
                  <a:lnTo>
                    <a:pt x="5940825" y="1316787"/>
                  </a:lnTo>
                  <a:lnTo>
                    <a:pt x="5941486" y="1357005"/>
                  </a:lnTo>
                  <a:lnTo>
                    <a:pt x="5942146" y="1403955"/>
                  </a:lnTo>
                  <a:lnTo>
                    <a:pt x="5942807" y="1430742"/>
                  </a:lnTo>
                  <a:lnTo>
                    <a:pt x="5943467" y="1430742"/>
                  </a:lnTo>
                  <a:lnTo>
                    <a:pt x="5944128" y="1430742"/>
                  </a:lnTo>
                  <a:lnTo>
                    <a:pt x="5944788" y="1430742"/>
                  </a:lnTo>
                  <a:lnTo>
                    <a:pt x="5945449" y="1430742"/>
                  </a:lnTo>
                  <a:lnTo>
                    <a:pt x="5946110" y="1430742"/>
                  </a:lnTo>
                  <a:lnTo>
                    <a:pt x="5946770" y="1403955"/>
                  </a:lnTo>
                  <a:lnTo>
                    <a:pt x="5947431" y="1336177"/>
                  </a:lnTo>
                  <a:lnTo>
                    <a:pt x="5948091" y="1265546"/>
                  </a:lnTo>
                  <a:lnTo>
                    <a:pt x="5948752" y="1209148"/>
                  </a:lnTo>
                  <a:lnTo>
                    <a:pt x="5949412" y="1173220"/>
                  </a:lnTo>
                  <a:lnTo>
                    <a:pt x="5950073" y="1163824"/>
                  </a:lnTo>
                  <a:lnTo>
                    <a:pt x="5950733" y="1174912"/>
                  </a:lnTo>
                  <a:lnTo>
                    <a:pt x="5951394" y="1186455"/>
                  </a:lnTo>
                  <a:lnTo>
                    <a:pt x="5952054" y="1186455"/>
                  </a:lnTo>
                  <a:lnTo>
                    <a:pt x="5952715" y="1174912"/>
                  </a:lnTo>
                  <a:lnTo>
                    <a:pt x="5953375" y="1172659"/>
                  </a:lnTo>
                  <a:lnTo>
                    <a:pt x="5954036" y="1184108"/>
                  </a:lnTo>
                  <a:lnTo>
                    <a:pt x="5954696" y="1208510"/>
                  </a:lnTo>
                  <a:lnTo>
                    <a:pt x="5955357" y="1249612"/>
                  </a:lnTo>
                  <a:lnTo>
                    <a:pt x="5956018" y="1313064"/>
                  </a:lnTo>
                  <a:lnTo>
                    <a:pt x="5956678" y="1353781"/>
                  </a:lnTo>
                  <a:lnTo>
                    <a:pt x="5957339" y="1376010"/>
                  </a:lnTo>
                  <a:lnTo>
                    <a:pt x="5957999" y="1400149"/>
                  </a:lnTo>
                  <a:lnTo>
                    <a:pt x="5958660" y="1426558"/>
                  </a:lnTo>
                  <a:lnTo>
                    <a:pt x="5959320" y="1403955"/>
                  </a:lnTo>
                  <a:lnTo>
                    <a:pt x="5959981" y="1336177"/>
                  </a:lnTo>
                  <a:lnTo>
                    <a:pt x="5960641" y="1265546"/>
                  </a:lnTo>
                  <a:lnTo>
                    <a:pt x="5961302" y="1222222"/>
                  </a:lnTo>
                  <a:lnTo>
                    <a:pt x="5961962" y="1209148"/>
                  </a:lnTo>
                  <a:lnTo>
                    <a:pt x="5962623" y="1209148"/>
                  </a:lnTo>
                  <a:lnTo>
                    <a:pt x="5963283" y="1235935"/>
                  </a:lnTo>
                  <a:lnTo>
                    <a:pt x="5963944" y="1298649"/>
                  </a:lnTo>
                  <a:lnTo>
                    <a:pt x="5964604" y="1357005"/>
                  </a:lnTo>
                  <a:lnTo>
                    <a:pt x="5965265" y="1379501"/>
                  </a:lnTo>
                  <a:lnTo>
                    <a:pt x="5965925" y="1403955"/>
                  </a:lnTo>
                  <a:lnTo>
                    <a:pt x="5966586" y="1430742"/>
                  </a:lnTo>
                  <a:lnTo>
                    <a:pt x="5967247" y="1430742"/>
                  </a:lnTo>
                  <a:lnTo>
                    <a:pt x="5967907" y="1430742"/>
                  </a:lnTo>
                  <a:lnTo>
                    <a:pt x="5968568" y="1430742"/>
                  </a:lnTo>
                  <a:lnTo>
                    <a:pt x="5969228" y="1430742"/>
                  </a:lnTo>
                  <a:lnTo>
                    <a:pt x="5969889" y="1430742"/>
                  </a:lnTo>
                  <a:lnTo>
                    <a:pt x="5970549" y="1430742"/>
                  </a:lnTo>
                  <a:lnTo>
                    <a:pt x="5971210" y="1430742"/>
                  </a:lnTo>
                  <a:lnTo>
                    <a:pt x="5971870" y="1430742"/>
                  </a:lnTo>
                  <a:lnTo>
                    <a:pt x="5972531" y="1430742"/>
                  </a:lnTo>
                  <a:lnTo>
                    <a:pt x="5973191" y="1430742"/>
                  </a:lnTo>
                  <a:lnTo>
                    <a:pt x="5973852" y="1430742"/>
                  </a:lnTo>
                  <a:lnTo>
                    <a:pt x="5974512" y="1430742"/>
                  </a:lnTo>
                  <a:lnTo>
                    <a:pt x="5975173" y="1430742"/>
                  </a:lnTo>
                  <a:lnTo>
                    <a:pt x="5975833" y="1430742"/>
                  </a:lnTo>
                  <a:lnTo>
                    <a:pt x="5976494" y="1430742"/>
                  </a:lnTo>
                  <a:lnTo>
                    <a:pt x="5977155" y="1430742"/>
                  </a:lnTo>
                  <a:lnTo>
                    <a:pt x="5977815" y="1430742"/>
                  </a:lnTo>
                  <a:lnTo>
                    <a:pt x="5978476" y="1430742"/>
                  </a:lnTo>
                  <a:lnTo>
                    <a:pt x="5979136" y="1403955"/>
                  </a:lnTo>
                  <a:lnTo>
                    <a:pt x="5979797" y="1379501"/>
                  </a:lnTo>
                  <a:lnTo>
                    <a:pt x="5980457" y="1371421"/>
                  </a:lnTo>
                  <a:lnTo>
                    <a:pt x="5981118" y="1349539"/>
                  </a:lnTo>
                  <a:lnTo>
                    <a:pt x="5981778" y="1329238"/>
                  </a:lnTo>
                  <a:lnTo>
                    <a:pt x="5982439" y="1349539"/>
                  </a:lnTo>
                  <a:lnTo>
                    <a:pt x="5983099" y="1371421"/>
                  </a:lnTo>
                  <a:lnTo>
                    <a:pt x="5983760" y="1379501"/>
                  </a:lnTo>
                  <a:lnTo>
                    <a:pt x="5984420" y="1379501"/>
                  </a:lnTo>
                  <a:lnTo>
                    <a:pt x="5985081" y="1336177"/>
                  </a:lnTo>
                  <a:lnTo>
                    <a:pt x="5985741" y="1281610"/>
                  </a:lnTo>
                  <a:lnTo>
                    <a:pt x="5986402" y="1265546"/>
                  </a:lnTo>
                  <a:lnTo>
                    <a:pt x="5987063" y="1260134"/>
                  </a:lnTo>
                  <a:lnTo>
                    <a:pt x="5987723" y="1260134"/>
                  </a:lnTo>
                  <a:lnTo>
                    <a:pt x="5988384" y="1292567"/>
                  </a:lnTo>
                  <a:lnTo>
                    <a:pt x="5989044" y="1310305"/>
                  </a:lnTo>
                  <a:lnTo>
                    <a:pt x="5989705" y="1275883"/>
                  </a:lnTo>
                  <a:lnTo>
                    <a:pt x="5990365" y="1244495"/>
                  </a:lnTo>
                  <a:lnTo>
                    <a:pt x="5991026" y="1259369"/>
                  </a:lnTo>
                  <a:lnTo>
                    <a:pt x="5991686" y="1275074"/>
                  </a:lnTo>
                  <a:lnTo>
                    <a:pt x="5992347" y="1309391"/>
                  </a:lnTo>
                  <a:lnTo>
                    <a:pt x="5993007" y="1370286"/>
                  </a:lnTo>
                  <a:lnTo>
                    <a:pt x="5993668" y="1379501"/>
                  </a:lnTo>
                  <a:lnTo>
                    <a:pt x="5994328" y="1316787"/>
                  </a:lnTo>
                  <a:lnTo>
                    <a:pt x="5994989" y="1265546"/>
                  </a:lnTo>
                  <a:lnTo>
                    <a:pt x="5995649" y="1250350"/>
                  </a:lnTo>
                  <a:lnTo>
                    <a:pt x="5996310" y="1222222"/>
                  </a:lnTo>
                  <a:lnTo>
                    <a:pt x="5996970" y="1209148"/>
                  </a:lnTo>
                  <a:lnTo>
                    <a:pt x="5997631" y="1185280"/>
                  </a:lnTo>
                  <a:lnTo>
                    <a:pt x="5998292" y="1193616"/>
                  </a:lnTo>
                  <a:lnTo>
                    <a:pt x="5998952" y="1170424"/>
                  </a:lnTo>
                  <a:lnTo>
                    <a:pt x="5999613" y="1159508"/>
                  </a:lnTo>
                  <a:lnTo>
                    <a:pt x="6000273" y="1159508"/>
                  </a:lnTo>
                  <a:lnTo>
                    <a:pt x="6000934" y="1169868"/>
                  </a:lnTo>
                  <a:lnTo>
                    <a:pt x="6001594" y="1162198"/>
                  </a:lnTo>
                  <a:lnTo>
                    <a:pt x="6002255" y="1184693"/>
                  </a:lnTo>
                  <a:lnTo>
                    <a:pt x="6002915" y="1196655"/>
                  </a:lnTo>
                  <a:lnTo>
                    <a:pt x="6003576" y="1222222"/>
                  </a:lnTo>
                  <a:lnTo>
                    <a:pt x="6004236" y="1250350"/>
                  </a:lnTo>
                  <a:lnTo>
                    <a:pt x="6004897" y="1265546"/>
                  </a:lnTo>
                  <a:lnTo>
                    <a:pt x="6005557" y="1222222"/>
                  </a:lnTo>
                  <a:lnTo>
                    <a:pt x="6006218" y="1196655"/>
                  </a:lnTo>
                  <a:lnTo>
                    <a:pt x="6006878" y="1163824"/>
                  </a:lnTo>
                  <a:lnTo>
                    <a:pt x="6007539" y="1153156"/>
                  </a:lnTo>
                  <a:lnTo>
                    <a:pt x="6008200" y="1142879"/>
                  </a:lnTo>
                  <a:lnTo>
                    <a:pt x="6008860" y="1153156"/>
                  </a:lnTo>
                  <a:lnTo>
                    <a:pt x="6009521" y="1186455"/>
                  </a:lnTo>
                  <a:lnTo>
                    <a:pt x="6010181" y="1209148"/>
                  </a:lnTo>
                  <a:lnTo>
                    <a:pt x="6010842" y="1196655"/>
                  </a:lnTo>
                  <a:lnTo>
                    <a:pt x="6011502" y="1162198"/>
                  </a:lnTo>
                  <a:lnTo>
                    <a:pt x="6012163" y="1138871"/>
                  </a:lnTo>
                  <a:lnTo>
                    <a:pt x="6012823" y="1084743"/>
                  </a:lnTo>
                  <a:lnTo>
                    <a:pt x="6013484" y="1019172"/>
                  </a:lnTo>
                  <a:lnTo>
                    <a:pt x="6014144" y="984952"/>
                  </a:lnTo>
                  <a:lnTo>
                    <a:pt x="6014805" y="978975"/>
                  </a:lnTo>
                  <a:lnTo>
                    <a:pt x="6015465" y="963899"/>
                  </a:lnTo>
                  <a:lnTo>
                    <a:pt x="6016126" y="980387"/>
                  </a:lnTo>
                  <a:lnTo>
                    <a:pt x="6016786" y="1043597"/>
                  </a:lnTo>
                  <a:lnTo>
                    <a:pt x="6017447" y="1121511"/>
                  </a:lnTo>
                  <a:lnTo>
                    <a:pt x="6018108" y="1183525"/>
                  </a:lnTo>
                  <a:lnTo>
                    <a:pt x="6018768" y="1248875"/>
                  </a:lnTo>
                  <a:lnTo>
                    <a:pt x="6019429" y="1263989"/>
                  </a:lnTo>
                  <a:lnTo>
                    <a:pt x="6020089" y="1238050"/>
                  </a:lnTo>
                  <a:lnTo>
                    <a:pt x="6020750" y="1153156"/>
                  </a:lnTo>
                  <a:lnTo>
                    <a:pt x="6021410" y="1106045"/>
                  </a:lnTo>
                  <a:lnTo>
                    <a:pt x="6022071" y="1090129"/>
                  </a:lnTo>
                  <a:lnTo>
                    <a:pt x="6022731" y="1090129"/>
                  </a:lnTo>
                  <a:lnTo>
                    <a:pt x="6023392" y="1064179"/>
                  </a:lnTo>
                  <a:lnTo>
                    <a:pt x="6024052" y="1096473"/>
                  </a:lnTo>
                  <a:lnTo>
                    <a:pt x="6024713" y="1139868"/>
                  </a:lnTo>
                  <a:lnTo>
                    <a:pt x="6025373" y="1169868"/>
                  </a:lnTo>
                  <a:lnTo>
                    <a:pt x="6026034" y="1181202"/>
                  </a:lnTo>
                  <a:lnTo>
                    <a:pt x="6026694" y="1231750"/>
                  </a:lnTo>
                  <a:lnTo>
                    <a:pt x="6027355" y="1252578"/>
                  </a:lnTo>
                  <a:lnTo>
                    <a:pt x="6028016" y="1251091"/>
                  </a:lnTo>
                  <a:lnTo>
                    <a:pt x="6028676" y="1214305"/>
                  </a:lnTo>
                  <a:lnTo>
                    <a:pt x="6029337" y="1166555"/>
                  </a:lnTo>
                  <a:lnTo>
                    <a:pt x="6029997" y="1155786"/>
                  </a:lnTo>
                  <a:lnTo>
                    <a:pt x="6030658" y="1172659"/>
                  </a:lnTo>
                  <a:lnTo>
                    <a:pt x="6031318" y="1188229"/>
                  </a:lnTo>
                  <a:lnTo>
                    <a:pt x="6031979" y="1225588"/>
                  </a:lnTo>
                  <a:lnTo>
                    <a:pt x="6032639" y="1285774"/>
                  </a:lnTo>
                  <a:lnTo>
                    <a:pt x="6033300" y="1303075"/>
                  </a:lnTo>
                  <a:lnTo>
                    <a:pt x="6033960" y="1285774"/>
                  </a:lnTo>
                  <a:lnTo>
                    <a:pt x="6034621" y="1254823"/>
                  </a:lnTo>
                  <a:lnTo>
                    <a:pt x="6035281" y="1265546"/>
                  </a:lnTo>
                  <a:lnTo>
                    <a:pt x="6035942" y="1281610"/>
                  </a:lnTo>
                  <a:lnTo>
                    <a:pt x="6036602" y="1298649"/>
                  </a:lnTo>
                  <a:lnTo>
                    <a:pt x="6037263" y="1298649"/>
                  </a:lnTo>
                  <a:lnTo>
                    <a:pt x="6037923" y="1298649"/>
                  </a:lnTo>
                  <a:lnTo>
                    <a:pt x="6038584" y="1250350"/>
                  </a:lnTo>
                  <a:lnTo>
                    <a:pt x="6039245" y="1209148"/>
                  </a:lnTo>
                  <a:lnTo>
                    <a:pt x="6039905" y="1196655"/>
                  </a:lnTo>
                  <a:lnTo>
                    <a:pt x="6040566" y="1184693"/>
                  </a:lnTo>
                  <a:lnTo>
                    <a:pt x="6041226" y="1173220"/>
                  </a:lnTo>
                  <a:lnTo>
                    <a:pt x="6041887" y="1196655"/>
                  </a:lnTo>
                  <a:lnTo>
                    <a:pt x="6042547" y="1211714"/>
                  </a:lnTo>
                  <a:lnTo>
                    <a:pt x="6043208" y="1164368"/>
                  </a:lnTo>
                  <a:lnTo>
                    <a:pt x="6043868" y="1094342"/>
                  </a:lnTo>
                  <a:lnTo>
                    <a:pt x="6044529" y="1004302"/>
                  </a:lnTo>
                  <a:lnTo>
                    <a:pt x="6045189" y="938157"/>
                  </a:lnTo>
                  <a:lnTo>
                    <a:pt x="6045850" y="912791"/>
                  </a:lnTo>
                  <a:lnTo>
                    <a:pt x="6046510" y="913236"/>
                  </a:lnTo>
                  <a:lnTo>
                    <a:pt x="6047171" y="923912"/>
                  </a:lnTo>
                  <a:lnTo>
                    <a:pt x="6047831" y="950606"/>
                  </a:lnTo>
                  <a:lnTo>
                    <a:pt x="6048492" y="1001237"/>
                  </a:lnTo>
                  <a:lnTo>
                    <a:pt x="6049153" y="1056654"/>
                  </a:lnTo>
                  <a:lnTo>
                    <a:pt x="6049813" y="1104280"/>
                  </a:lnTo>
                  <a:lnTo>
                    <a:pt x="6050474" y="1162198"/>
                  </a:lnTo>
                  <a:lnTo>
                    <a:pt x="6051134" y="1265546"/>
                  </a:lnTo>
                  <a:lnTo>
                    <a:pt x="6051795" y="1167655"/>
                  </a:lnTo>
                  <a:lnTo>
                    <a:pt x="6052455" y="975616"/>
                  </a:lnTo>
                  <a:lnTo>
                    <a:pt x="6053116" y="839894"/>
                  </a:lnTo>
                  <a:lnTo>
                    <a:pt x="6053776" y="769893"/>
                  </a:lnTo>
                  <a:lnTo>
                    <a:pt x="6054437" y="704303"/>
                  </a:lnTo>
                  <a:lnTo>
                    <a:pt x="6055097" y="654958"/>
                  </a:lnTo>
                  <a:lnTo>
                    <a:pt x="6055758" y="648802"/>
                  </a:lnTo>
                  <a:lnTo>
                    <a:pt x="6056418" y="668621"/>
                  </a:lnTo>
                  <a:lnTo>
                    <a:pt x="6057079" y="690247"/>
                  </a:lnTo>
                  <a:lnTo>
                    <a:pt x="6057739" y="730962"/>
                  </a:lnTo>
                  <a:lnTo>
                    <a:pt x="6058400" y="797135"/>
                  </a:lnTo>
                  <a:lnTo>
                    <a:pt x="6059061" y="836481"/>
                  </a:lnTo>
                  <a:lnTo>
                    <a:pt x="6059721" y="821134"/>
                  </a:lnTo>
                  <a:lnTo>
                    <a:pt x="6060382" y="780669"/>
                  </a:lnTo>
                  <a:lnTo>
                    <a:pt x="6061042" y="740924"/>
                  </a:lnTo>
                  <a:lnTo>
                    <a:pt x="6061703" y="740321"/>
                  </a:lnTo>
                  <a:lnTo>
                    <a:pt x="6062363" y="758741"/>
                  </a:lnTo>
                  <a:lnTo>
                    <a:pt x="6063024" y="803246"/>
                  </a:lnTo>
                  <a:lnTo>
                    <a:pt x="6063684" y="839894"/>
                  </a:lnTo>
                  <a:lnTo>
                    <a:pt x="6064345" y="847023"/>
                  </a:lnTo>
                  <a:lnTo>
                    <a:pt x="6065005" y="816989"/>
                  </a:lnTo>
                  <a:lnTo>
                    <a:pt x="6065666" y="768291"/>
                  </a:lnTo>
                  <a:lnTo>
                    <a:pt x="6066326" y="726340"/>
                  </a:lnTo>
                  <a:lnTo>
                    <a:pt x="6066987" y="722469"/>
                  </a:lnTo>
                  <a:lnTo>
                    <a:pt x="6067647" y="754148"/>
                  </a:lnTo>
                  <a:lnTo>
                    <a:pt x="6068308" y="781226"/>
                  </a:lnTo>
                  <a:lnTo>
                    <a:pt x="6068968" y="824689"/>
                  </a:lnTo>
                  <a:lnTo>
                    <a:pt x="6069629" y="882047"/>
                  </a:lnTo>
                  <a:lnTo>
                    <a:pt x="6070290" y="909253"/>
                  </a:lnTo>
                  <a:lnTo>
                    <a:pt x="6070950" y="910354"/>
                  </a:lnTo>
                  <a:lnTo>
                    <a:pt x="6071611" y="936700"/>
                  </a:lnTo>
                  <a:lnTo>
                    <a:pt x="6072271" y="946562"/>
                  </a:lnTo>
                  <a:lnTo>
                    <a:pt x="6072932" y="915025"/>
                  </a:lnTo>
                  <a:lnTo>
                    <a:pt x="6073592" y="851102"/>
                  </a:lnTo>
                  <a:lnTo>
                    <a:pt x="6074253" y="765247"/>
                  </a:lnTo>
                  <a:lnTo>
                    <a:pt x="6074913" y="673707"/>
                  </a:lnTo>
                  <a:lnTo>
                    <a:pt x="6075574" y="595481"/>
                  </a:lnTo>
                  <a:lnTo>
                    <a:pt x="6076234" y="520959"/>
                  </a:lnTo>
                  <a:lnTo>
                    <a:pt x="6076895" y="445175"/>
                  </a:lnTo>
                  <a:lnTo>
                    <a:pt x="6077555" y="388183"/>
                  </a:lnTo>
                  <a:lnTo>
                    <a:pt x="6078216" y="350947"/>
                  </a:lnTo>
                  <a:lnTo>
                    <a:pt x="6078876" y="338478"/>
                  </a:lnTo>
                  <a:lnTo>
                    <a:pt x="6079537" y="343041"/>
                  </a:lnTo>
                  <a:lnTo>
                    <a:pt x="6080198" y="361606"/>
                  </a:lnTo>
                  <a:lnTo>
                    <a:pt x="6080858" y="374679"/>
                  </a:lnTo>
                  <a:lnTo>
                    <a:pt x="6081519" y="383948"/>
                  </a:lnTo>
                  <a:lnTo>
                    <a:pt x="6082179" y="382258"/>
                  </a:lnTo>
                  <a:lnTo>
                    <a:pt x="6082840" y="379275"/>
                  </a:lnTo>
                  <a:lnTo>
                    <a:pt x="6083500" y="377050"/>
                  </a:lnTo>
                  <a:lnTo>
                    <a:pt x="6084161" y="386502"/>
                  </a:lnTo>
                  <a:lnTo>
                    <a:pt x="6084821" y="381384"/>
                  </a:lnTo>
                  <a:lnTo>
                    <a:pt x="6085482" y="355475"/>
                  </a:lnTo>
                  <a:lnTo>
                    <a:pt x="6086142" y="328284"/>
                  </a:lnTo>
                  <a:lnTo>
                    <a:pt x="6086803" y="315111"/>
                  </a:lnTo>
                  <a:lnTo>
                    <a:pt x="6087463" y="318824"/>
                  </a:lnTo>
                  <a:lnTo>
                    <a:pt x="6088124" y="336009"/>
                  </a:lnTo>
                  <a:lnTo>
                    <a:pt x="6088784" y="367395"/>
                  </a:lnTo>
                  <a:lnTo>
                    <a:pt x="6089445" y="417882"/>
                  </a:lnTo>
                  <a:lnTo>
                    <a:pt x="6090106" y="459440"/>
                  </a:lnTo>
                  <a:lnTo>
                    <a:pt x="6090766" y="469736"/>
                  </a:lnTo>
                  <a:lnTo>
                    <a:pt x="6091427" y="476769"/>
                  </a:lnTo>
                  <a:lnTo>
                    <a:pt x="6092087" y="471629"/>
                  </a:lnTo>
                  <a:lnTo>
                    <a:pt x="6092748" y="436256"/>
                  </a:lnTo>
                  <a:lnTo>
                    <a:pt x="6093408" y="391680"/>
                  </a:lnTo>
                  <a:lnTo>
                    <a:pt x="6094069" y="352852"/>
                  </a:lnTo>
                  <a:lnTo>
                    <a:pt x="6094729" y="322668"/>
                  </a:lnTo>
                  <a:lnTo>
                    <a:pt x="6095390" y="295834"/>
                  </a:lnTo>
                  <a:lnTo>
                    <a:pt x="6096050" y="280480"/>
                  </a:lnTo>
                  <a:lnTo>
                    <a:pt x="6096711" y="289127"/>
                  </a:lnTo>
                  <a:lnTo>
                    <a:pt x="6097371" y="301439"/>
                  </a:lnTo>
                  <a:lnTo>
                    <a:pt x="6098032" y="315855"/>
                  </a:lnTo>
                  <a:lnTo>
                    <a:pt x="6098692" y="333108"/>
                  </a:lnTo>
                  <a:lnTo>
                    <a:pt x="6099353" y="335666"/>
                  </a:lnTo>
                  <a:lnTo>
                    <a:pt x="6100014" y="321092"/>
                  </a:lnTo>
                  <a:lnTo>
                    <a:pt x="6100674" y="304208"/>
                  </a:lnTo>
                  <a:lnTo>
                    <a:pt x="6101335" y="260516"/>
                  </a:lnTo>
                  <a:lnTo>
                    <a:pt x="6101995" y="222578"/>
                  </a:lnTo>
                  <a:lnTo>
                    <a:pt x="6102656" y="193651"/>
                  </a:lnTo>
                  <a:lnTo>
                    <a:pt x="6103316" y="170295"/>
                  </a:lnTo>
                  <a:lnTo>
                    <a:pt x="6103977" y="145086"/>
                  </a:lnTo>
                  <a:lnTo>
                    <a:pt x="6104637" y="127561"/>
                  </a:lnTo>
                  <a:lnTo>
                    <a:pt x="6105298" y="111347"/>
                  </a:lnTo>
                  <a:lnTo>
                    <a:pt x="6105958" y="92378"/>
                  </a:lnTo>
                  <a:lnTo>
                    <a:pt x="6106619" y="83371"/>
                  </a:lnTo>
                  <a:lnTo>
                    <a:pt x="6107279" y="96932"/>
                  </a:lnTo>
                  <a:lnTo>
                    <a:pt x="6107940" y="126325"/>
                  </a:lnTo>
                  <a:lnTo>
                    <a:pt x="6108600" y="153738"/>
                  </a:lnTo>
                  <a:lnTo>
                    <a:pt x="6109261" y="178807"/>
                  </a:lnTo>
                  <a:lnTo>
                    <a:pt x="6109921" y="201050"/>
                  </a:lnTo>
                  <a:lnTo>
                    <a:pt x="6110582" y="207236"/>
                  </a:lnTo>
                  <a:lnTo>
                    <a:pt x="6111243" y="217827"/>
                  </a:lnTo>
                  <a:lnTo>
                    <a:pt x="6111903" y="247787"/>
                  </a:lnTo>
                  <a:lnTo>
                    <a:pt x="6112564" y="319093"/>
                  </a:lnTo>
                  <a:lnTo>
                    <a:pt x="6113224" y="397525"/>
                  </a:lnTo>
                  <a:lnTo>
                    <a:pt x="6113885" y="488274"/>
                  </a:lnTo>
                  <a:lnTo>
                    <a:pt x="6114545" y="559467"/>
                  </a:lnTo>
                  <a:lnTo>
                    <a:pt x="6115206" y="642353"/>
                  </a:lnTo>
                  <a:lnTo>
                    <a:pt x="6115866" y="688539"/>
                  </a:lnTo>
                  <a:lnTo>
                    <a:pt x="6116527" y="733067"/>
                  </a:lnTo>
                  <a:lnTo>
                    <a:pt x="6117187" y="781087"/>
                  </a:lnTo>
                  <a:lnTo>
                    <a:pt x="6117848" y="881051"/>
                  </a:lnTo>
                  <a:lnTo>
                    <a:pt x="6118508" y="957043"/>
                  </a:lnTo>
                  <a:lnTo>
                    <a:pt x="6119169" y="940849"/>
                  </a:lnTo>
                  <a:lnTo>
                    <a:pt x="6119829" y="834453"/>
                  </a:lnTo>
                  <a:lnTo>
                    <a:pt x="6120490" y="706323"/>
                  </a:lnTo>
                  <a:lnTo>
                    <a:pt x="6121151" y="595049"/>
                  </a:lnTo>
                  <a:lnTo>
                    <a:pt x="6121811" y="526027"/>
                  </a:lnTo>
                  <a:lnTo>
                    <a:pt x="6122472" y="491635"/>
                  </a:lnTo>
                  <a:lnTo>
                    <a:pt x="6123132" y="482968"/>
                  </a:lnTo>
                  <a:lnTo>
                    <a:pt x="6123793" y="495188"/>
                  </a:lnTo>
                  <a:lnTo>
                    <a:pt x="6124453" y="522065"/>
                  </a:lnTo>
                  <a:lnTo>
                    <a:pt x="6125114" y="567819"/>
                  </a:lnTo>
                  <a:lnTo>
                    <a:pt x="6125774" y="619739"/>
                  </a:lnTo>
                  <a:lnTo>
                    <a:pt x="6126435" y="668808"/>
                  </a:lnTo>
                  <a:lnTo>
                    <a:pt x="6127095" y="717761"/>
                  </a:lnTo>
                  <a:lnTo>
                    <a:pt x="6127756" y="785296"/>
                  </a:lnTo>
                  <a:lnTo>
                    <a:pt x="6128416" y="813685"/>
                  </a:lnTo>
                  <a:lnTo>
                    <a:pt x="6129077" y="814939"/>
                  </a:lnTo>
                  <a:lnTo>
                    <a:pt x="6129737" y="827468"/>
                  </a:lnTo>
                  <a:lnTo>
                    <a:pt x="6130398" y="856332"/>
                  </a:lnTo>
                  <a:lnTo>
                    <a:pt x="6131059" y="883046"/>
                  </a:lnTo>
                  <a:lnTo>
                    <a:pt x="6131719" y="888299"/>
                  </a:lnTo>
                  <a:lnTo>
                    <a:pt x="6132380" y="913906"/>
                  </a:lnTo>
                  <a:lnTo>
                    <a:pt x="6133040" y="960714"/>
                  </a:lnTo>
                  <a:lnTo>
                    <a:pt x="6133701" y="973675"/>
                  </a:lnTo>
                  <a:lnTo>
                    <a:pt x="6134361" y="971199"/>
                  </a:lnTo>
                  <a:lnTo>
                    <a:pt x="6135022" y="1000324"/>
                  </a:lnTo>
                  <a:lnTo>
                    <a:pt x="6135682" y="1046447"/>
                  </a:lnTo>
                  <a:lnTo>
                    <a:pt x="6136343" y="1102964"/>
                  </a:lnTo>
                  <a:lnTo>
                    <a:pt x="6137003" y="1162739"/>
                  </a:lnTo>
                  <a:lnTo>
                    <a:pt x="6137664" y="1190610"/>
                  </a:lnTo>
                  <a:lnTo>
                    <a:pt x="6138324" y="1184108"/>
                  </a:lnTo>
                  <a:lnTo>
                    <a:pt x="6138985" y="1151071"/>
                  </a:lnTo>
                  <a:lnTo>
                    <a:pt x="6139645" y="1095193"/>
                  </a:lnTo>
                  <a:lnTo>
                    <a:pt x="6140306" y="1055913"/>
                  </a:lnTo>
                  <a:lnTo>
                    <a:pt x="6140966" y="1041478"/>
                  </a:lnTo>
                  <a:lnTo>
                    <a:pt x="6141627" y="1027749"/>
                  </a:lnTo>
                  <a:lnTo>
                    <a:pt x="6142288" y="1000932"/>
                  </a:lnTo>
                  <a:lnTo>
                    <a:pt x="6142948" y="985817"/>
                  </a:lnTo>
                  <a:lnTo>
                    <a:pt x="6143609" y="995803"/>
                  </a:lnTo>
                  <a:lnTo>
                    <a:pt x="6144269" y="1005537"/>
                  </a:lnTo>
                  <a:lnTo>
                    <a:pt x="6144930" y="1018199"/>
                  </a:lnTo>
                  <a:lnTo>
                    <a:pt x="6145590" y="1054067"/>
                  </a:lnTo>
                  <a:lnTo>
                    <a:pt x="6146251" y="1099483"/>
                  </a:lnTo>
                  <a:lnTo>
                    <a:pt x="6146911" y="1136889"/>
                  </a:lnTo>
                  <a:lnTo>
                    <a:pt x="6147572" y="1100350"/>
                  </a:lnTo>
                  <a:lnTo>
                    <a:pt x="6148232" y="1024750"/>
                  </a:lnTo>
                  <a:lnTo>
                    <a:pt x="6148893" y="977571"/>
                  </a:lnTo>
                  <a:lnTo>
                    <a:pt x="6149553" y="966850"/>
                  </a:lnTo>
                  <a:lnTo>
                    <a:pt x="6150214" y="978132"/>
                  </a:lnTo>
                  <a:lnTo>
                    <a:pt x="6150874" y="1026412"/>
                  </a:lnTo>
                  <a:lnTo>
                    <a:pt x="6151535" y="1111407"/>
                  </a:lnTo>
                  <a:lnTo>
                    <a:pt x="6152196" y="1204084"/>
                  </a:lnTo>
                  <a:lnTo>
                    <a:pt x="6152856" y="1222222"/>
                  </a:lnTo>
                  <a:lnTo>
                    <a:pt x="6153517" y="1151591"/>
                  </a:lnTo>
                  <a:lnTo>
                    <a:pt x="6154177" y="1085154"/>
                  </a:lnTo>
                  <a:lnTo>
                    <a:pt x="6154838" y="1007712"/>
                  </a:lnTo>
                  <a:lnTo>
                    <a:pt x="6155498" y="953420"/>
                  </a:lnTo>
                  <a:lnTo>
                    <a:pt x="6156159" y="920003"/>
                  </a:lnTo>
                  <a:lnTo>
                    <a:pt x="6156819" y="906628"/>
                  </a:lnTo>
                  <a:lnTo>
                    <a:pt x="6157480" y="896578"/>
                  </a:lnTo>
                  <a:lnTo>
                    <a:pt x="6158140" y="905325"/>
                  </a:lnTo>
                  <a:lnTo>
                    <a:pt x="6158801" y="916825"/>
                  </a:lnTo>
                  <a:lnTo>
                    <a:pt x="6159461" y="928580"/>
                  </a:lnTo>
                  <a:lnTo>
                    <a:pt x="6160122" y="938157"/>
                  </a:lnTo>
                  <a:lnTo>
                    <a:pt x="6160782" y="933328"/>
                  </a:lnTo>
                  <a:lnTo>
                    <a:pt x="6161443" y="920232"/>
                  </a:lnTo>
                  <a:lnTo>
                    <a:pt x="6162104" y="902522"/>
                  </a:lnTo>
                  <a:lnTo>
                    <a:pt x="6162764" y="883447"/>
                  </a:lnTo>
                  <a:lnTo>
                    <a:pt x="6163425" y="887485"/>
                  </a:lnTo>
                  <a:lnTo>
                    <a:pt x="6164085" y="897841"/>
                  </a:lnTo>
                  <a:lnTo>
                    <a:pt x="6164746" y="913236"/>
                  </a:lnTo>
                  <a:lnTo>
                    <a:pt x="6165406" y="926938"/>
                  </a:lnTo>
                  <a:lnTo>
                    <a:pt x="6166067" y="968202"/>
                  </a:lnTo>
                  <a:lnTo>
                    <a:pt x="6166727" y="990765"/>
                  </a:lnTo>
                  <a:lnTo>
                    <a:pt x="6167388" y="1031798"/>
                  </a:lnTo>
                  <a:lnTo>
                    <a:pt x="6168048" y="1092649"/>
                  </a:lnTo>
                  <a:lnTo>
                    <a:pt x="6168709" y="1169868"/>
                  </a:lnTo>
                  <a:lnTo>
                    <a:pt x="6169369" y="1184693"/>
                  </a:lnTo>
                  <a:lnTo>
                    <a:pt x="6170030" y="1173220"/>
                  </a:lnTo>
                  <a:lnTo>
                    <a:pt x="6170690" y="1184693"/>
                  </a:lnTo>
                  <a:lnTo>
                    <a:pt x="6171351" y="1209148"/>
                  </a:lnTo>
                  <a:lnTo>
                    <a:pt x="6172012" y="1209148"/>
                  </a:lnTo>
                  <a:lnTo>
                    <a:pt x="6172672" y="1209148"/>
                  </a:lnTo>
                  <a:lnTo>
                    <a:pt x="6173333" y="1222222"/>
                  </a:lnTo>
                  <a:lnTo>
                    <a:pt x="6173993" y="1209148"/>
                  </a:lnTo>
                  <a:lnTo>
                    <a:pt x="6174654" y="1184693"/>
                  </a:lnTo>
                  <a:lnTo>
                    <a:pt x="6175314" y="1196655"/>
                  </a:lnTo>
                  <a:lnTo>
                    <a:pt x="6175975" y="1235935"/>
                  </a:lnTo>
                  <a:lnTo>
                    <a:pt x="6176635" y="1281610"/>
                  </a:lnTo>
                  <a:lnTo>
                    <a:pt x="6177296" y="1336177"/>
                  </a:lnTo>
                  <a:lnTo>
                    <a:pt x="6177956" y="1379501"/>
                  </a:lnTo>
                  <a:lnTo>
                    <a:pt x="6178617" y="1336177"/>
                  </a:lnTo>
                  <a:lnTo>
                    <a:pt x="6179277" y="1281610"/>
                  </a:lnTo>
                  <a:lnTo>
                    <a:pt x="6179938" y="1250350"/>
                  </a:lnTo>
                  <a:lnTo>
                    <a:pt x="6180598" y="1250350"/>
                  </a:lnTo>
                  <a:lnTo>
                    <a:pt x="6181259" y="1265546"/>
                  </a:lnTo>
                  <a:lnTo>
                    <a:pt x="6181919" y="1316787"/>
                  </a:lnTo>
                  <a:lnTo>
                    <a:pt x="6182580" y="1379501"/>
                  </a:lnTo>
                  <a:lnTo>
                    <a:pt x="6183241" y="1430742"/>
                  </a:lnTo>
                  <a:lnTo>
                    <a:pt x="6183901" y="1430742"/>
                  </a:lnTo>
                  <a:lnTo>
                    <a:pt x="6184562" y="1403955"/>
                  </a:lnTo>
                  <a:lnTo>
                    <a:pt x="6185222" y="1357005"/>
                  </a:lnTo>
                  <a:lnTo>
                    <a:pt x="6185883" y="1316787"/>
                  </a:lnTo>
                  <a:lnTo>
                    <a:pt x="6186543" y="1281610"/>
                  </a:lnTo>
                  <a:lnTo>
                    <a:pt x="6187204" y="1265546"/>
                  </a:lnTo>
                  <a:lnTo>
                    <a:pt x="6187864" y="1281610"/>
                  </a:lnTo>
                  <a:lnTo>
                    <a:pt x="6188525" y="1295157"/>
                  </a:lnTo>
                  <a:lnTo>
                    <a:pt x="6189185" y="1262440"/>
                  </a:lnTo>
                  <a:lnTo>
                    <a:pt x="6189846" y="1182361"/>
                  </a:lnTo>
                  <a:lnTo>
                    <a:pt x="6190506" y="1104280"/>
                  </a:lnTo>
                  <a:lnTo>
                    <a:pt x="6191167" y="1044662"/>
                  </a:lnTo>
                  <a:lnTo>
                    <a:pt x="6191827" y="1022769"/>
                  </a:lnTo>
                  <a:lnTo>
                    <a:pt x="6192488" y="1026412"/>
                  </a:lnTo>
                  <a:lnTo>
                    <a:pt x="6193149" y="1061901"/>
                  </a:lnTo>
                  <a:lnTo>
                    <a:pt x="6193809" y="1083924"/>
                  </a:lnTo>
                  <a:lnTo>
                    <a:pt x="6194470" y="1096901"/>
                  </a:lnTo>
                  <a:lnTo>
                    <a:pt x="6195130" y="1067633"/>
                  </a:lnTo>
                  <a:lnTo>
                    <a:pt x="6195791" y="1048603"/>
                  </a:lnTo>
                  <a:lnTo>
                    <a:pt x="6196451" y="1049687"/>
                  </a:lnTo>
                  <a:lnTo>
                    <a:pt x="6197112" y="1079863"/>
                  </a:lnTo>
                  <a:lnTo>
                    <a:pt x="6197772" y="1114127"/>
                  </a:lnTo>
                  <a:lnTo>
                    <a:pt x="6198433" y="1153156"/>
                  </a:lnTo>
                  <a:lnTo>
                    <a:pt x="6199093" y="1161119"/>
                  </a:lnTo>
                  <a:lnTo>
                    <a:pt x="6199754" y="1138871"/>
                  </a:lnTo>
                  <a:lnTo>
                    <a:pt x="6200414" y="1138871"/>
                  </a:lnTo>
                  <a:lnTo>
                    <a:pt x="6201075" y="1149000"/>
                  </a:lnTo>
                  <a:lnTo>
                    <a:pt x="6201735" y="1181781"/>
                  </a:lnTo>
                  <a:lnTo>
                    <a:pt x="6202396" y="1209148"/>
                  </a:lnTo>
                  <a:lnTo>
                    <a:pt x="6203057" y="1211071"/>
                  </a:lnTo>
                  <a:lnTo>
                    <a:pt x="6203717" y="1191209"/>
                  </a:lnTo>
                  <a:lnTo>
                    <a:pt x="6204378" y="1157375"/>
                  </a:lnTo>
                  <a:lnTo>
                    <a:pt x="6205038" y="1108713"/>
                  </a:lnTo>
                  <a:lnTo>
                    <a:pt x="6205699" y="1077854"/>
                  </a:lnTo>
                  <a:lnTo>
                    <a:pt x="6206359" y="1061145"/>
                  </a:lnTo>
                  <a:lnTo>
                    <a:pt x="6207020" y="1029766"/>
                  </a:lnTo>
                  <a:lnTo>
                    <a:pt x="6207680" y="1016585"/>
                  </a:lnTo>
                  <a:lnTo>
                    <a:pt x="6208341" y="1016585"/>
                  </a:lnTo>
                  <a:lnTo>
                    <a:pt x="6209001" y="1048242"/>
                  </a:lnTo>
                  <a:lnTo>
                    <a:pt x="6209662" y="1086389"/>
                  </a:lnTo>
                  <a:lnTo>
                    <a:pt x="6210322" y="1094767"/>
                  </a:lnTo>
                  <a:lnTo>
                    <a:pt x="6210983" y="1055173"/>
                  </a:lnTo>
                  <a:lnTo>
                    <a:pt x="6211643" y="1041127"/>
                  </a:lnTo>
                  <a:lnTo>
                    <a:pt x="6212304" y="1027414"/>
                  </a:lnTo>
                  <a:lnTo>
                    <a:pt x="6212964" y="1013702"/>
                  </a:lnTo>
                  <a:lnTo>
                    <a:pt x="6213625" y="1022769"/>
                  </a:lnTo>
                  <a:lnTo>
                    <a:pt x="6214286" y="1050413"/>
                  </a:lnTo>
                  <a:lnTo>
                    <a:pt x="6214946" y="1064943"/>
                  </a:lnTo>
                  <a:lnTo>
                    <a:pt x="6215607" y="1042889"/>
                  </a:lnTo>
                  <a:lnTo>
                    <a:pt x="6216267" y="986394"/>
                  </a:lnTo>
                  <a:lnTo>
                    <a:pt x="6216928" y="956783"/>
                  </a:lnTo>
                  <a:lnTo>
                    <a:pt x="6217588" y="972847"/>
                  </a:lnTo>
                  <a:lnTo>
                    <a:pt x="6218249" y="989886"/>
                  </a:lnTo>
                  <a:lnTo>
                    <a:pt x="6218909" y="1001847"/>
                  </a:lnTo>
                  <a:lnTo>
                    <a:pt x="6219570" y="1048242"/>
                  </a:lnTo>
                  <a:lnTo>
                    <a:pt x="6220230" y="1106045"/>
                  </a:lnTo>
                  <a:lnTo>
                    <a:pt x="6220891" y="1080670"/>
                  </a:lnTo>
                  <a:lnTo>
                    <a:pt x="6221551" y="1029092"/>
                  </a:lnTo>
                  <a:lnTo>
                    <a:pt x="6222212" y="991353"/>
                  </a:lnTo>
                  <a:lnTo>
                    <a:pt x="6222872" y="933567"/>
                  </a:lnTo>
                  <a:lnTo>
                    <a:pt x="6223533" y="865208"/>
                  </a:lnTo>
                  <a:lnTo>
                    <a:pt x="6224194" y="833277"/>
                  </a:lnTo>
                  <a:lnTo>
                    <a:pt x="6224854" y="835127"/>
                  </a:lnTo>
                  <a:lnTo>
                    <a:pt x="6225515" y="843175"/>
                  </a:lnTo>
                  <a:lnTo>
                    <a:pt x="6226175" y="879861"/>
                  </a:lnTo>
                  <a:lnTo>
                    <a:pt x="6226836" y="951115"/>
                  </a:lnTo>
                  <a:lnTo>
                    <a:pt x="6227496" y="1047523"/>
                  </a:lnTo>
                  <a:lnTo>
                    <a:pt x="6228157" y="1125278"/>
                  </a:lnTo>
                  <a:lnTo>
                    <a:pt x="6228817" y="1222222"/>
                  </a:lnTo>
                  <a:lnTo>
                    <a:pt x="6229478" y="1336177"/>
                  </a:lnTo>
                  <a:lnTo>
                    <a:pt x="6230138" y="1430742"/>
                  </a:lnTo>
                  <a:lnTo>
                    <a:pt x="6230799" y="1430742"/>
                  </a:lnTo>
                  <a:lnTo>
                    <a:pt x="6231459" y="1430742"/>
                  </a:lnTo>
                  <a:lnTo>
                    <a:pt x="6232120" y="1430742"/>
                  </a:lnTo>
                  <a:lnTo>
                    <a:pt x="6232780" y="1430742"/>
                  </a:lnTo>
                  <a:lnTo>
                    <a:pt x="6233441" y="1430742"/>
                  </a:lnTo>
                  <a:lnTo>
                    <a:pt x="6234102" y="1430742"/>
                  </a:lnTo>
                  <a:lnTo>
                    <a:pt x="6234762" y="1430742"/>
                  </a:lnTo>
                  <a:lnTo>
                    <a:pt x="6235423" y="1430742"/>
                  </a:lnTo>
                  <a:lnTo>
                    <a:pt x="6236083" y="1430742"/>
                  </a:lnTo>
                  <a:lnTo>
                    <a:pt x="6236744" y="1430742"/>
                  </a:lnTo>
                  <a:lnTo>
                    <a:pt x="6237404" y="1403955"/>
                  </a:lnTo>
                  <a:lnTo>
                    <a:pt x="6238065" y="1379501"/>
                  </a:lnTo>
                  <a:lnTo>
                    <a:pt x="6238725" y="1355926"/>
                  </a:lnTo>
                  <a:lnTo>
                    <a:pt x="6239386" y="1297772"/>
                  </a:lnTo>
                  <a:lnTo>
                    <a:pt x="6240046" y="1264766"/>
                  </a:lnTo>
                  <a:lnTo>
                    <a:pt x="6240707" y="1264766"/>
                  </a:lnTo>
                  <a:lnTo>
                    <a:pt x="6241367" y="1280785"/>
                  </a:lnTo>
                  <a:lnTo>
                    <a:pt x="6242028" y="1281610"/>
                  </a:lnTo>
                  <a:lnTo>
                    <a:pt x="6242688" y="1316787"/>
                  </a:lnTo>
                  <a:lnTo>
                    <a:pt x="6243349" y="1336177"/>
                  </a:lnTo>
                  <a:lnTo>
                    <a:pt x="6244010" y="1336177"/>
                  </a:lnTo>
                  <a:lnTo>
                    <a:pt x="6244670" y="1316787"/>
                  </a:lnTo>
                  <a:lnTo>
                    <a:pt x="6245331" y="1336177"/>
                  </a:lnTo>
                  <a:lnTo>
                    <a:pt x="6245991" y="1316787"/>
                  </a:lnTo>
                  <a:lnTo>
                    <a:pt x="6246652" y="1298649"/>
                  </a:lnTo>
                  <a:lnTo>
                    <a:pt x="6247312" y="1298649"/>
                  </a:lnTo>
                  <a:lnTo>
                    <a:pt x="6247973" y="1316787"/>
                  </a:lnTo>
                  <a:lnTo>
                    <a:pt x="6248633" y="1316787"/>
                  </a:lnTo>
                  <a:lnTo>
                    <a:pt x="6249294" y="1357005"/>
                  </a:lnTo>
                  <a:lnTo>
                    <a:pt x="6249954" y="1403955"/>
                  </a:lnTo>
                  <a:lnTo>
                    <a:pt x="6250615" y="1430742"/>
                  </a:lnTo>
                  <a:lnTo>
                    <a:pt x="6251275" y="1430742"/>
                  </a:lnTo>
                  <a:lnTo>
                    <a:pt x="6251936" y="1430742"/>
                  </a:lnTo>
                  <a:lnTo>
                    <a:pt x="6252596" y="1430742"/>
                  </a:lnTo>
                  <a:lnTo>
                    <a:pt x="6253257" y="1430742"/>
                  </a:lnTo>
                  <a:lnTo>
                    <a:pt x="6253917" y="1410417"/>
                  </a:lnTo>
                  <a:lnTo>
                    <a:pt x="6254578" y="1385418"/>
                  </a:lnTo>
                  <a:lnTo>
                    <a:pt x="6255239" y="1341241"/>
                  </a:lnTo>
                  <a:lnTo>
                    <a:pt x="6255899" y="1321511"/>
                  </a:lnTo>
                  <a:lnTo>
                    <a:pt x="6256560" y="1285774"/>
                  </a:lnTo>
                  <a:lnTo>
                    <a:pt x="6257220" y="1281610"/>
                  </a:lnTo>
                  <a:lnTo>
                    <a:pt x="6257881" y="1247407"/>
                  </a:lnTo>
                  <a:lnTo>
                    <a:pt x="6258541" y="1152112"/>
                  </a:lnTo>
                  <a:lnTo>
                    <a:pt x="6259202" y="1053700"/>
                  </a:lnTo>
                  <a:lnTo>
                    <a:pt x="6259862" y="1006778"/>
                  </a:lnTo>
                  <a:lnTo>
                    <a:pt x="6260523" y="988717"/>
                  </a:lnTo>
                  <a:lnTo>
                    <a:pt x="6261183" y="991059"/>
                  </a:lnTo>
                  <a:lnTo>
                    <a:pt x="6261844" y="1040776"/>
                  </a:lnTo>
                  <a:lnTo>
                    <a:pt x="6262504" y="1133941"/>
                  </a:lnTo>
                  <a:lnTo>
                    <a:pt x="6263165" y="1238759"/>
                  </a:lnTo>
                  <a:lnTo>
                    <a:pt x="6263825" y="1302184"/>
                  </a:lnTo>
                  <a:lnTo>
                    <a:pt x="6264486" y="1357005"/>
                  </a:lnTo>
                  <a:lnTo>
                    <a:pt x="6265147" y="1379501"/>
                  </a:lnTo>
                  <a:lnTo>
                    <a:pt x="6265807" y="1357005"/>
                  </a:lnTo>
                  <a:lnTo>
                    <a:pt x="6266468" y="1298649"/>
                  </a:lnTo>
                  <a:lnTo>
                    <a:pt x="6267128" y="1226266"/>
                  </a:lnTo>
                  <a:lnTo>
                    <a:pt x="6267789" y="1165459"/>
                  </a:lnTo>
                  <a:lnTo>
                    <a:pt x="6268449" y="1106488"/>
                  </a:lnTo>
                  <a:lnTo>
                    <a:pt x="6269110" y="1097759"/>
                  </a:lnTo>
                  <a:lnTo>
                    <a:pt x="6269770" y="1115497"/>
                  </a:lnTo>
                  <a:lnTo>
                    <a:pt x="6270431" y="1162198"/>
                  </a:lnTo>
                  <a:lnTo>
                    <a:pt x="6271091" y="1209148"/>
                  </a:lnTo>
                  <a:lnTo>
                    <a:pt x="6271752" y="1281610"/>
                  </a:lnTo>
                  <a:lnTo>
                    <a:pt x="6272412" y="1287457"/>
                  </a:lnTo>
                  <a:lnTo>
                    <a:pt x="6273073" y="1226946"/>
                  </a:lnTo>
                  <a:lnTo>
                    <a:pt x="6273733" y="1155258"/>
                  </a:lnTo>
                  <a:lnTo>
                    <a:pt x="6274394" y="1115955"/>
                  </a:lnTo>
                  <a:lnTo>
                    <a:pt x="6275055" y="1089711"/>
                  </a:lnTo>
                  <a:lnTo>
                    <a:pt x="6275715" y="1078656"/>
                  </a:lnTo>
                  <a:lnTo>
                    <a:pt x="6276376" y="1107376"/>
                  </a:lnTo>
                  <a:lnTo>
                    <a:pt x="6277036" y="1155786"/>
                  </a:lnTo>
                  <a:lnTo>
                    <a:pt x="6277697" y="1201585"/>
                  </a:lnTo>
                  <a:lnTo>
                    <a:pt x="6278357" y="1227627"/>
                  </a:lnTo>
                  <a:lnTo>
                    <a:pt x="6279018" y="1227627"/>
                  </a:lnTo>
                  <a:lnTo>
                    <a:pt x="6279678" y="1222222"/>
                  </a:lnTo>
                  <a:lnTo>
                    <a:pt x="6280339" y="1235935"/>
                  </a:lnTo>
                  <a:lnTo>
                    <a:pt x="6280999" y="1237343"/>
                  </a:lnTo>
                  <a:lnTo>
                    <a:pt x="6281660" y="1251834"/>
                  </a:lnTo>
                  <a:lnTo>
                    <a:pt x="6282320" y="1268686"/>
                  </a:lnTo>
                  <a:lnTo>
                    <a:pt x="6282981" y="1268686"/>
                  </a:lnTo>
                  <a:lnTo>
                    <a:pt x="6283641" y="1224912"/>
                  </a:lnTo>
                  <a:lnTo>
                    <a:pt x="6284302" y="1185867"/>
                  </a:lnTo>
                  <a:lnTo>
                    <a:pt x="6284962" y="1132478"/>
                  </a:lnTo>
                  <a:lnTo>
                    <a:pt x="6285623" y="1112764"/>
                  </a:lnTo>
                  <a:lnTo>
                    <a:pt x="6286284" y="1112764"/>
                  </a:lnTo>
                  <a:lnTo>
                    <a:pt x="6286944" y="1099916"/>
                  </a:lnTo>
                  <a:lnTo>
                    <a:pt x="6287605" y="1078656"/>
                  </a:lnTo>
                  <a:lnTo>
                    <a:pt x="6288265" y="1066093"/>
                  </a:lnTo>
                  <a:lnTo>
                    <a:pt x="6288926" y="1034873"/>
                  </a:lnTo>
                  <a:lnTo>
                    <a:pt x="6289586" y="1008337"/>
                  </a:lnTo>
                  <a:lnTo>
                    <a:pt x="6290247" y="1022769"/>
                  </a:lnTo>
                  <a:lnTo>
                    <a:pt x="6290907" y="1061901"/>
                  </a:lnTo>
                  <a:lnTo>
                    <a:pt x="6291568" y="1126703"/>
                  </a:lnTo>
                  <a:lnTo>
                    <a:pt x="6292228" y="1219558"/>
                  </a:lnTo>
                  <a:lnTo>
                    <a:pt x="6292889" y="1279141"/>
                  </a:lnTo>
                  <a:lnTo>
                    <a:pt x="6293549" y="1299528"/>
                  </a:lnTo>
                  <a:lnTo>
                    <a:pt x="6294210" y="1282438"/>
                  </a:lnTo>
                  <a:lnTo>
                    <a:pt x="6294870" y="1250350"/>
                  </a:lnTo>
                  <a:lnTo>
                    <a:pt x="6295531" y="1209148"/>
                  </a:lnTo>
                  <a:lnTo>
                    <a:pt x="6296192" y="1184693"/>
                  </a:lnTo>
                  <a:lnTo>
                    <a:pt x="6296852" y="1173220"/>
                  </a:lnTo>
                  <a:lnTo>
                    <a:pt x="6297513" y="1184693"/>
                  </a:lnTo>
                  <a:lnTo>
                    <a:pt x="6298173" y="1219558"/>
                  </a:lnTo>
                  <a:lnTo>
                    <a:pt x="6298834" y="1278323"/>
                  </a:lnTo>
                  <a:lnTo>
                    <a:pt x="6299494" y="1352714"/>
                  </a:lnTo>
                  <a:lnTo>
                    <a:pt x="6300155" y="1398891"/>
                  </a:lnTo>
                  <a:lnTo>
                    <a:pt x="6300815" y="1425177"/>
                  </a:lnTo>
                  <a:lnTo>
                    <a:pt x="6301476" y="1430742"/>
                  </a:lnTo>
                  <a:lnTo>
                    <a:pt x="6302136" y="1430742"/>
                  </a:lnTo>
                  <a:lnTo>
                    <a:pt x="6302797" y="1430742"/>
                  </a:lnTo>
                  <a:lnTo>
                    <a:pt x="6303457" y="1430742"/>
                  </a:lnTo>
                  <a:lnTo>
                    <a:pt x="6304118" y="1403955"/>
                  </a:lnTo>
                  <a:lnTo>
                    <a:pt x="6304778" y="1379501"/>
                  </a:lnTo>
                  <a:lnTo>
                    <a:pt x="6305439" y="1357005"/>
                  </a:lnTo>
                  <a:lnTo>
                    <a:pt x="6306100" y="1336177"/>
                  </a:lnTo>
                  <a:lnTo>
                    <a:pt x="6306760" y="1336177"/>
                  </a:lnTo>
                  <a:lnTo>
                    <a:pt x="6307421" y="1357005"/>
                  </a:lnTo>
                  <a:lnTo>
                    <a:pt x="6308081" y="1379501"/>
                  </a:lnTo>
                  <a:lnTo>
                    <a:pt x="6308742" y="1379501"/>
                  </a:lnTo>
                  <a:lnTo>
                    <a:pt x="6309402" y="1379501"/>
                  </a:lnTo>
                  <a:lnTo>
                    <a:pt x="6310063" y="1326315"/>
                  </a:lnTo>
                  <a:lnTo>
                    <a:pt x="6310723" y="1286614"/>
                  </a:lnTo>
                  <a:lnTo>
                    <a:pt x="6311384" y="1214305"/>
                  </a:lnTo>
                  <a:lnTo>
                    <a:pt x="6312044" y="1125752"/>
                  </a:lnTo>
                  <a:lnTo>
                    <a:pt x="6312705" y="1073878"/>
                  </a:lnTo>
                  <a:lnTo>
                    <a:pt x="6313365" y="1063798"/>
                  </a:lnTo>
                  <a:lnTo>
                    <a:pt x="6314026" y="1064943"/>
                  </a:lnTo>
                  <a:lnTo>
                    <a:pt x="6314686" y="1088045"/>
                  </a:lnTo>
                  <a:lnTo>
                    <a:pt x="6315347" y="1142879"/>
                  </a:lnTo>
                  <a:lnTo>
                    <a:pt x="6316008" y="1198494"/>
                  </a:lnTo>
                  <a:lnTo>
                    <a:pt x="6316668" y="1242330"/>
                  </a:lnTo>
                  <a:lnTo>
                    <a:pt x="6317329" y="1227627"/>
                  </a:lnTo>
                  <a:lnTo>
                    <a:pt x="6317989" y="1155786"/>
                  </a:lnTo>
                  <a:lnTo>
                    <a:pt x="6318650" y="1090129"/>
                  </a:lnTo>
                  <a:lnTo>
                    <a:pt x="6319310" y="1043951"/>
                  </a:lnTo>
                  <a:lnTo>
                    <a:pt x="6319971" y="1021128"/>
                  </a:lnTo>
                  <a:lnTo>
                    <a:pt x="6320631" y="1035561"/>
                  </a:lnTo>
                  <a:lnTo>
                    <a:pt x="6321292" y="1072304"/>
                  </a:lnTo>
                  <a:lnTo>
                    <a:pt x="6321952" y="1123859"/>
                  </a:lnTo>
                  <a:lnTo>
                    <a:pt x="6322613" y="1188822"/>
                  </a:lnTo>
                  <a:lnTo>
                    <a:pt x="6323273" y="1187045"/>
                  </a:lnTo>
                  <a:lnTo>
                    <a:pt x="6323934" y="1163824"/>
                  </a:lnTo>
                  <a:lnTo>
                    <a:pt x="6324594" y="1174912"/>
                  </a:lnTo>
                  <a:lnTo>
                    <a:pt x="6325255" y="1211071"/>
                  </a:lnTo>
                  <a:lnTo>
                    <a:pt x="6325915" y="1222222"/>
                  </a:lnTo>
                  <a:lnTo>
                    <a:pt x="6326576" y="1250350"/>
                  </a:lnTo>
                  <a:lnTo>
                    <a:pt x="6327237" y="1281610"/>
                  </a:lnTo>
                  <a:lnTo>
                    <a:pt x="6327897" y="1309391"/>
                  </a:lnTo>
                  <a:lnTo>
                    <a:pt x="6328558" y="1328260"/>
                  </a:lnTo>
                  <a:lnTo>
                    <a:pt x="6329218" y="1348488"/>
                  </a:lnTo>
                  <a:lnTo>
                    <a:pt x="6329879" y="1393917"/>
                  </a:lnTo>
                  <a:lnTo>
                    <a:pt x="6330539" y="1419719"/>
                  </a:lnTo>
                  <a:lnTo>
                    <a:pt x="6331200" y="1430742"/>
                  </a:lnTo>
                  <a:lnTo>
                    <a:pt x="6331860" y="1430742"/>
                  </a:lnTo>
                  <a:lnTo>
                    <a:pt x="6332521" y="1403955"/>
                  </a:lnTo>
                  <a:lnTo>
                    <a:pt x="6333181" y="1379501"/>
                  </a:lnTo>
                  <a:lnTo>
                    <a:pt x="6333842" y="1357005"/>
                  </a:lnTo>
                  <a:lnTo>
                    <a:pt x="6334502" y="1336177"/>
                  </a:lnTo>
                  <a:lnTo>
                    <a:pt x="6335163" y="1336177"/>
                  </a:lnTo>
                  <a:lnTo>
                    <a:pt x="6335823" y="1357005"/>
                  </a:lnTo>
                  <a:lnTo>
                    <a:pt x="6336484" y="1379501"/>
                  </a:lnTo>
                  <a:lnTo>
                    <a:pt x="6337145" y="1403955"/>
                  </a:lnTo>
                  <a:lnTo>
                    <a:pt x="6337805" y="1430742"/>
                  </a:lnTo>
                  <a:lnTo>
                    <a:pt x="6338466" y="1430742"/>
                  </a:lnTo>
                  <a:lnTo>
                    <a:pt x="6339126" y="1430742"/>
                  </a:lnTo>
                  <a:lnTo>
                    <a:pt x="6339787" y="1430742"/>
                  </a:lnTo>
                  <a:lnTo>
                    <a:pt x="6340447" y="1430742"/>
                  </a:lnTo>
                  <a:lnTo>
                    <a:pt x="6341108" y="1430742"/>
                  </a:lnTo>
                  <a:lnTo>
                    <a:pt x="6341768" y="1430742"/>
                  </a:lnTo>
                  <a:lnTo>
                    <a:pt x="6342429" y="1430742"/>
                  </a:lnTo>
                  <a:lnTo>
                    <a:pt x="6343089" y="1430742"/>
                  </a:lnTo>
                  <a:lnTo>
                    <a:pt x="6343750" y="1430742"/>
                  </a:lnTo>
                  <a:lnTo>
                    <a:pt x="6344410" y="1430742"/>
                  </a:lnTo>
                  <a:lnTo>
                    <a:pt x="6345071" y="1430742"/>
                  </a:lnTo>
                  <a:lnTo>
                    <a:pt x="6345731" y="1430742"/>
                  </a:lnTo>
                  <a:lnTo>
                    <a:pt x="6346392" y="1403955"/>
                  </a:lnTo>
                  <a:lnTo>
                    <a:pt x="6347053" y="1357005"/>
                  </a:lnTo>
                  <a:lnTo>
                    <a:pt x="6347713" y="1336177"/>
                  </a:lnTo>
                  <a:lnTo>
                    <a:pt x="6348374" y="1336177"/>
                  </a:lnTo>
                  <a:lnTo>
                    <a:pt x="6349034" y="1336177"/>
                  </a:lnTo>
                  <a:lnTo>
                    <a:pt x="6349695" y="1357005"/>
                  </a:lnTo>
                  <a:lnTo>
                    <a:pt x="6350355" y="1403955"/>
                  </a:lnTo>
                  <a:lnTo>
                    <a:pt x="6351016" y="1430742"/>
                  </a:lnTo>
                  <a:lnTo>
                    <a:pt x="6351676" y="1430742"/>
                  </a:lnTo>
                  <a:lnTo>
                    <a:pt x="6352337" y="1430742"/>
                  </a:lnTo>
                  <a:lnTo>
                    <a:pt x="6352997" y="1430742"/>
                  </a:lnTo>
                  <a:lnTo>
                    <a:pt x="6353658" y="1430742"/>
                  </a:lnTo>
                  <a:lnTo>
                    <a:pt x="6354318" y="1430742"/>
                  </a:lnTo>
                  <a:lnTo>
                    <a:pt x="6354979" y="1430742"/>
                  </a:lnTo>
                  <a:lnTo>
                    <a:pt x="6355639" y="1430742"/>
                  </a:lnTo>
                  <a:lnTo>
                    <a:pt x="6356300" y="1430742"/>
                  </a:lnTo>
                  <a:lnTo>
                    <a:pt x="6356960" y="1430742"/>
                  </a:lnTo>
                  <a:lnTo>
                    <a:pt x="6357621" y="1430742"/>
                  </a:lnTo>
                  <a:lnTo>
                    <a:pt x="6358282" y="1430742"/>
                  </a:lnTo>
                  <a:lnTo>
                    <a:pt x="6358942" y="1430742"/>
                  </a:lnTo>
                  <a:lnTo>
                    <a:pt x="6359603" y="1430742"/>
                  </a:lnTo>
                  <a:lnTo>
                    <a:pt x="6360263" y="1430742"/>
                  </a:lnTo>
                  <a:lnTo>
                    <a:pt x="6360924" y="1430742"/>
                  </a:lnTo>
                  <a:lnTo>
                    <a:pt x="6361584" y="1403955"/>
                  </a:lnTo>
                  <a:lnTo>
                    <a:pt x="6362245" y="1379501"/>
                  </a:lnTo>
                  <a:lnTo>
                    <a:pt x="6362905" y="1336177"/>
                  </a:lnTo>
                  <a:lnTo>
                    <a:pt x="6363566" y="1316787"/>
                  </a:lnTo>
                  <a:lnTo>
                    <a:pt x="6364226" y="1281610"/>
                  </a:lnTo>
                  <a:lnTo>
                    <a:pt x="6364887" y="1250350"/>
                  </a:lnTo>
                  <a:lnTo>
                    <a:pt x="6365547" y="1209148"/>
                  </a:lnTo>
                  <a:lnTo>
                    <a:pt x="6366208" y="1209148"/>
                  </a:lnTo>
                  <a:lnTo>
                    <a:pt x="6366868" y="1222222"/>
                  </a:lnTo>
                  <a:lnTo>
                    <a:pt x="6367529" y="1250350"/>
                  </a:lnTo>
                  <a:lnTo>
                    <a:pt x="6368190" y="1298649"/>
                  </a:lnTo>
                  <a:lnTo>
                    <a:pt x="6368850" y="1379501"/>
                  </a:lnTo>
                  <a:lnTo>
                    <a:pt x="6369511" y="1430742"/>
                  </a:lnTo>
                  <a:lnTo>
                    <a:pt x="6370171" y="1403955"/>
                  </a:lnTo>
                  <a:lnTo>
                    <a:pt x="6370832" y="1379501"/>
                  </a:lnTo>
                  <a:lnTo>
                    <a:pt x="6371492" y="1336177"/>
                  </a:lnTo>
                  <a:lnTo>
                    <a:pt x="6372153" y="1316787"/>
                  </a:lnTo>
                  <a:lnTo>
                    <a:pt x="6372813" y="1290853"/>
                  </a:lnTo>
                  <a:lnTo>
                    <a:pt x="6373474" y="1274267"/>
                  </a:lnTo>
                  <a:lnTo>
                    <a:pt x="6374134" y="1229681"/>
                  </a:lnTo>
                  <a:lnTo>
                    <a:pt x="6374795" y="1191209"/>
                  </a:lnTo>
                  <a:lnTo>
                    <a:pt x="6375455" y="1179473"/>
                  </a:lnTo>
                  <a:lnTo>
                    <a:pt x="6376116" y="1151591"/>
                  </a:lnTo>
                  <a:lnTo>
                    <a:pt x="6376776" y="1142375"/>
                  </a:lnTo>
                  <a:lnTo>
                    <a:pt x="6377437" y="1152634"/>
                  </a:lnTo>
                  <a:lnTo>
                    <a:pt x="6378098" y="1174347"/>
                  </a:lnTo>
                  <a:lnTo>
                    <a:pt x="6378758" y="1197879"/>
                  </a:lnTo>
                  <a:lnTo>
                    <a:pt x="6379419" y="1214956"/>
                  </a:lnTo>
                  <a:lnTo>
                    <a:pt x="6380079" y="1186455"/>
                  </a:lnTo>
                  <a:lnTo>
                    <a:pt x="6380740" y="1163824"/>
                  </a:lnTo>
                  <a:lnTo>
                    <a:pt x="6381400" y="1153156"/>
                  </a:lnTo>
                  <a:lnTo>
                    <a:pt x="6382061" y="1123388"/>
                  </a:lnTo>
                  <a:lnTo>
                    <a:pt x="6382721" y="1139369"/>
                  </a:lnTo>
                  <a:lnTo>
                    <a:pt x="6383382" y="1196655"/>
                  </a:lnTo>
                  <a:lnTo>
                    <a:pt x="6384042" y="1265546"/>
                  </a:lnTo>
                  <a:lnTo>
                    <a:pt x="6384703" y="1336177"/>
                  </a:lnTo>
                  <a:lnTo>
                    <a:pt x="6385363" y="1403955"/>
                  </a:lnTo>
                  <a:lnTo>
                    <a:pt x="6386024" y="1430742"/>
                  </a:lnTo>
                  <a:lnTo>
                    <a:pt x="6386684" y="1430742"/>
                  </a:lnTo>
                  <a:lnTo>
                    <a:pt x="6387345" y="1430742"/>
                  </a:lnTo>
                  <a:lnTo>
                    <a:pt x="6388006" y="1430742"/>
                  </a:lnTo>
                  <a:lnTo>
                    <a:pt x="6388666" y="1430742"/>
                  </a:lnTo>
                  <a:lnTo>
                    <a:pt x="6389327" y="1430742"/>
                  </a:lnTo>
                  <a:lnTo>
                    <a:pt x="6389987" y="1430742"/>
                  </a:lnTo>
                  <a:lnTo>
                    <a:pt x="6390648" y="1430742"/>
                  </a:lnTo>
                  <a:lnTo>
                    <a:pt x="6391308" y="1430742"/>
                  </a:lnTo>
                  <a:lnTo>
                    <a:pt x="6391969" y="1430742"/>
                  </a:lnTo>
                  <a:lnTo>
                    <a:pt x="6392629" y="1430742"/>
                  </a:lnTo>
                  <a:lnTo>
                    <a:pt x="6393290" y="1418371"/>
                  </a:lnTo>
                  <a:lnTo>
                    <a:pt x="6393950" y="1369155"/>
                  </a:lnTo>
                  <a:lnTo>
                    <a:pt x="6394611" y="1304865"/>
                  </a:lnTo>
                  <a:lnTo>
                    <a:pt x="6395271" y="1271065"/>
                  </a:lnTo>
                  <a:lnTo>
                    <a:pt x="6395932" y="1232443"/>
                  </a:lnTo>
                  <a:lnTo>
                    <a:pt x="6396592" y="1187045"/>
                  </a:lnTo>
                  <a:lnTo>
                    <a:pt x="6397253" y="1137383"/>
                  </a:lnTo>
                  <a:lnTo>
                    <a:pt x="6397913" y="1097330"/>
                  </a:lnTo>
                  <a:lnTo>
                    <a:pt x="6398574" y="1072697"/>
                  </a:lnTo>
                  <a:lnTo>
                    <a:pt x="6399235" y="1069570"/>
                  </a:lnTo>
                  <a:lnTo>
                    <a:pt x="6399895" y="1093918"/>
                  </a:lnTo>
                  <a:lnTo>
                    <a:pt x="6400556" y="1145923"/>
                  </a:lnTo>
                  <a:lnTo>
                    <a:pt x="6401216" y="1196655"/>
                  </a:lnTo>
                  <a:lnTo>
                    <a:pt x="6401877" y="1196655"/>
                  </a:lnTo>
                  <a:lnTo>
                    <a:pt x="6402537" y="1184693"/>
                  </a:lnTo>
                  <a:lnTo>
                    <a:pt x="6403198" y="1141370"/>
                  </a:lnTo>
                  <a:lnTo>
                    <a:pt x="6403858" y="1121979"/>
                  </a:lnTo>
                  <a:lnTo>
                    <a:pt x="6404519" y="1139369"/>
                  </a:lnTo>
                  <a:lnTo>
                    <a:pt x="6405179" y="1194221"/>
                  </a:lnTo>
                  <a:lnTo>
                    <a:pt x="6405840" y="1247407"/>
                  </a:lnTo>
                  <a:lnTo>
                    <a:pt x="6406500" y="1332191"/>
                  </a:lnTo>
                  <a:lnTo>
                    <a:pt x="6407161" y="1352714"/>
                  </a:lnTo>
                  <a:lnTo>
                    <a:pt x="6407821" y="1281610"/>
                  </a:lnTo>
                  <a:lnTo>
                    <a:pt x="6408482" y="1222222"/>
                  </a:lnTo>
                  <a:lnTo>
                    <a:pt x="6409143" y="1184693"/>
                  </a:lnTo>
                  <a:lnTo>
                    <a:pt x="6409803" y="1173220"/>
                  </a:lnTo>
                  <a:lnTo>
                    <a:pt x="6410464" y="1196655"/>
                  </a:lnTo>
                  <a:lnTo>
                    <a:pt x="6411124" y="1265546"/>
                  </a:lnTo>
                  <a:lnTo>
                    <a:pt x="6411785" y="1336177"/>
                  </a:lnTo>
                  <a:lnTo>
                    <a:pt x="6412445" y="1403955"/>
                  </a:lnTo>
                  <a:lnTo>
                    <a:pt x="6413106" y="1379501"/>
                  </a:lnTo>
                  <a:lnTo>
                    <a:pt x="6413766" y="1298649"/>
                  </a:lnTo>
                  <a:lnTo>
                    <a:pt x="6414427" y="1265546"/>
                  </a:lnTo>
                  <a:lnTo>
                    <a:pt x="6415087" y="1235935"/>
                  </a:lnTo>
                  <a:lnTo>
                    <a:pt x="6415748" y="1220222"/>
                  </a:lnTo>
                  <a:lnTo>
                    <a:pt x="6416408" y="1220222"/>
                  </a:lnTo>
                  <a:lnTo>
                    <a:pt x="6417069" y="1263214"/>
                  </a:lnTo>
                  <a:lnTo>
                    <a:pt x="6417729" y="1296026"/>
                  </a:lnTo>
                  <a:lnTo>
                    <a:pt x="6418390" y="1296026"/>
                  </a:lnTo>
                  <a:lnTo>
                    <a:pt x="6419051" y="1281610"/>
                  </a:lnTo>
                  <a:lnTo>
                    <a:pt x="6419711" y="1312142"/>
                  </a:lnTo>
                  <a:lnTo>
                    <a:pt x="6420372" y="1331203"/>
                  </a:lnTo>
                  <a:lnTo>
                    <a:pt x="6421032" y="1331203"/>
                  </a:lnTo>
                  <a:lnTo>
                    <a:pt x="6421693" y="1373706"/>
                  </a:lnTo>
                  <a:lnTo>
                    <a:pt x="6422353" y="1423802"/>
                  </a:lnTo>
                  <a:lnTo>
                    <a:pt x="6423014" y="1430742"/>
                  </a:lnTo>
                  <a:lnTo>
                    <a:pt x="6423674" y="1430742"/>
                  </a:lnTo>
                  <a:lnTo>
                    <a:pt x="6424335" y="1430742"/>
                  </a:lnTo>
                  <a:lnTo>
                    <a:pt x="6424995" y="1430742"/>
                  </a:lnTo>
                  <a:lnTo>
                    <a:pt x="6425656" y="1430742"/>
                  </a:lnTo>
                  <a:lnTo>
                    <a:pt x="6426316" y="1389029"/>
                  </a:lnTo>
                  <a:lnTo>
                    <a:pt x="6426977" y="1324383"/>
                  </a:lnTo>
                  <a:lnTo>
                    <a:pt x="6427637" y="1288302"/>
                  </a:lnTo>
                  <a:lnTo>
                    <a:pt x="6428298" y="1288302"/>
                  </a:lnTo>
                  <a:lnTo>
                    <a:pt x="6428958" y="1271862"/>
                  </a:lnTo>
                  <a:lnTo>
                    <a:pt x="6429619" y="1281610"/>
                  </a:lnTo>
                  <a:lnTo>
                    <a:pt x="6430280" y="1298649"/>
                  </a:lnTo>
                  <a:lnTo>
                    <a:pt x="6430940" y="1316787"/>
                  </a:lnTo>
                  <a:lnTo>
                    <a:pt x="6431601" y="1281610"/>
                  </a:lnTo>
                  <a:lnTo>
                    <a:pt x="6432261" y="1281610"/>
                  </a:lnTo>
                  <a:lnTo>
                    <a:pt x="6432922" y="1281610"/>
                  </a:lnTo>
                  <a:lnTo>
                    <a:pt x="6433582" y="1316787"/>
                  </a:lnTo>
                  <a:lnTo>
                    <a:pt x="6434243" y="1336177"/>
                  </a:lnTo>
                  <a:lnTo>
                    <a:pt x="6434903" y="1379501"/>
                  </a:lnTo>
                  <a:lnTo>
                    <a:pt x="6435564" y="1403955"/>
                  </a:lnTo>
                  <a:lnTo>
                    <a:pt x="6436224" y="1379501"/>
                  </a:lnTo>
                  <a:lnTo>
                    <a:pt x="6436885" y="1281610"/>
                  </a:lnTo>
                  <a:lnTo>
                    <a:pt x="6437545" y="1217577"/>
                  </a:lnTo>
                  <a:lnTo>
                    <a:pt x="6438206" y="1182361"/>
                  </a:lnTo>
                  <a:lnTo>
                    <a:pt x="6438866" y="1149517"/>
                  </a:lnTo>
                  <a:lnTo>
                    <a:pt x="6439527" y="1160044"/>
                  </a:lnTo>
                  <a:lnTo>
                    <a:pt x="6440188" y="1194221"/>
                  </a:lnTo>
                  <a:lnTo>
                    <a:pt x="6440848" y="1186455"/>
                  </a:lnTo>
                  <a:lnTo>
                    <a:pt x="6441509" y="1118257"/>
                  </a:lnTo>
                  <a:lnTo>
                    <a:pt x="6442169" y="1075462"/>
                  </a:lnTo>
                  <a:lnTo>
                    <a:pt x="6442830" y="1038330"/>
                  </a:lnTo>
                  <a:lnTo>
                    <a:pt x="6443490" y="1037983"/>
                  </a:lnTo>
                  <a:lnTo>
                    <a:pt x="6444151" y="1067247"/>
                  </a:lnTo>
                  <a:lnTo>
                    <a:pt x="6444811" y="1121511"/>
                  </a:lnTo>
                  <a:lnTo>
                    <a:pt x="6445472" y="1172659"/>
                  </a:lnTo>
                  <a:lnTo>
                    <a:pt x="6446132" y="1202208"/>
                  </a:lnTo>
                  <a:lnTo>
                    <a:pt x="6446793" y="1191809"/>
                  </a:lnTo>
                  <a:lnTo>
                    <a:pt x="6447453" y="1180048"/>
                  </a:lnTo>
                  <a:lnTo>
                    <a:pt x="6448114" y="1204084"/>
                  </a:lnTo>
                  <a:lnTo>
                    <a:pt x="6448774" y="1230369"/>
                  </a:lnTo>
                  <a:lnTo>
                    <a:pt x="6449435" y="1267112"/>
                  </a:lnTo>
                  <a:lnTo>
                    <a:pt x="6450096" y="1290853"/>
                  </a:lnTo>
                  <a:lnTo>
                    <a:pt x="6450756" y="1274267"/>
                  </a:lnTo>
                  <a:lnTo>
                    <a:pt x="6451417" y="1243772"/>
                  </a:lnTo>
                  <a:lnTo>
                    <a:pt x="6452077" y="1216263"/>
                  </a:lnTo>
                  <a:lnTo>
                    <a:pt x="6452738" y="1216263"/>
                  </a:lnTo>
                  <a:lnTo>
                    <a:pt x="6453398" y="1209148"/>
                  </a:lnTo>
                  <a:lnTo>
                    <a:pt x="6454059" y="1235935"/>
                  </a:lnTo>
                  <a:lnTo>
                    <a:pt x="6454719" y="1267112"/>
                  </a:lnTo>
                  <a:lnTo>
                    <a:pt x="6455380" y="1318667"/>
                  </a:lnTo>
                  <a:lnTo>
                    <a:pt x="6456040" y="1338192"/>
                  </a:lnTo>
                  <a:lnTo>
                    <a:pt x="6456701" y="1381853"/>
                  </a:lnTo>
                  <a:lnTo>
                    <a:pt x="6457361" y="1381853"/>
                  </a:lnTo>
                  <a:lnTo>
                    <a:pt x="6458022" y="1357005"/>
                  </a:lnTo>
                  <a:lnTo>
                    <a:pt x="6458682" y="1336177"/>
                  </a:lnTo>
                  <a:lnTo>
                    <a:pt x="6459343" y="1336177"/>
                  </a:lnTo>
                  <a:lnTo>
                    <a:pt x="6460004" y="1336177"/>
                  </a:lnTo>
                  <a:lnTo>
                    <a:pt x="6460664" y="1357005"/>
                  </a:lnTo>
                  <a:lnTo>
                    <a:pt x="6461325" y="1403955"/>
                  </a:lnTo>
                  <a:lnTo>
                    <a:pt x="6461985" y="1430742"/>
                  </a:lnTo>
                  <a:lnTo>
                    <a:pt x="6462646" y="1430742"/>
                  </a:lnTo>
                  <a:lnTo>
                    <a:pt x="6463306" y="1430742"/>
                  </a:lnTo>
                  <a:lnTo>
                    <a:pt x="6463967" y="1430742"/>
                  </a:lnTo>
                  <a:lnTo>
                    <a:pt x="6464627" y="1403955"/>
                  </a:lnTo>
                  <a:lnTo>
                    <a:pt x="6465288" y="1336177"/>
                  </a:lnTo>
                  <a:lnTo>
                    <a:pt x="6465948" y="1281610"/>
                  </a:lnTo>
                  <a:lnTo>
                    <a:pt x="6466609" y="1250350"/>
                  </a:lnTo>
                  <a:lnTo>
                    <a:pt x="6467269" y="1250350"/>
                  </a:lnTo>
                  <a:lnTo>
                    <a:pt x="6467930" y="1265546"/>
                  </a:lnTo>
                  <a:lnTo>
                    <a:pt x="6468590" y="1316787"/>
                  </a:lnTo>
                  <a:lnTo>
                    <a:pt x="6469251" y="1379501"/>
                  </a:lnTo>
                  <a:lnTo>
                    <a:pt x="6469911" y="1430742"/>
                  </a:lnTo>
                  <a:lnTo>
                    <a:pt x="6470572" y="1430742"/>
                  </a:lnTo>
                  <a:lnTo>
                    <a:pt x="6471233" y="1430742"/>
                  </a:lnTo>
                  <a:lnTo>
                    <a:pt x="6471893" y="1430742"/>
                  </a:lnTo>
                  <a:lnTo>
                    <a:pt x="6472554" y="1430742"/>
                  </a:lnTo>
                  <a:lnTo>
                    <a:pt x="6473214" y="1430742"/>
                  </a:lnTo>
                  <a:lnTo>
                    <a:pt x="6473875" y="1430742"/>
                  </a:lnTo>
                  <a:lnTo>
                    <a:pt x="6474535" y="1403955"/>
                  </a:lnTo>
                  <a:lnTo>
                    <a:pt x="6475196" y="1298649"/>
                  </a:lnTo>
                  <a:lnTo>
                    <a:pt x="6475856" y="1184693"/>
                  </a:lnTo>
                  <a:lnTo>
                    <a:pt x="6476517" y="1063038"/>
                  </a:lnTo>
                  <a:lnTo>
                    <a:pt x="6477177" y="978694"/>
                  </a:lnTo>
                  <a:lnTo>
                    <a:pt x="6477838" y="951626"/>
                  </a:lnTo>
                  <a:lnTo>
                    <a:pt x="6478498" y="932850"/>
                  </a:lnTo>
                  <a:lnTo>
                    <a:pt x="6479159" y="947567"/>
                  </a:lnTo>
                  <a:lnTo>
                    <a:pt x="6479819" y="1009276"/>
                  </a:lnTo>
                  <a:lnTo>
                    <a:pt x="6480480" y="1096473"/>
                  </a:lnTo>
                  <a:lnTo>
                    <a:pt x="6481141" y="1114583"/>
                  </a:lnTo>
                  <a:lnTo>
                    <a:pt x="6481801" y="1151591"/>
                  </a:lnTo>
                  <a:lnTo>
                    <a:pt x="6482462" y="1154731"/>
                  </a:lnTo>
                  <a:lnTo>
                    <a:pt x="6483122" y="1144397"/>
                  </a:lnTo>
                  <a:lnTo>
                    <a:pt x="6483783" y="1151591"/>
                  </a:lnTo>
                  <a:lnTo>
                    <a:pt x="6484443" y="1196655"/>
                  </a:lnTo>
                  <a:lnTo>
                    <a:pt x="6485104" y="1222222"/>
                  </a:lnTo>
                  <a:lnTo>
                    <a:pt x="6485764" y="1193013"/>
                  </a:lnTo>
                  <a:lnTo>
                    <a:pt x="6486425" y="1148485"/>
                  </a:lnTo>
                  <a:lnTo>
                    <a:pt x="6487085" y="1077054"/>
                  </a:lnTo>
                  <a:lnTo>
                    <a:pt x="6487746" y="1014021"/>
                  </a:lnTo>
                  <a:lnTo>
                    <a:pt x="6488406" y="969833"/>
                  </a:lnTo>
                  <a:lnTo>
                    <a:pt x="6489067" y="959135"/>
                  </a:lnTo>
                  <a:lnTo>
                    <a:pt x="6489727" y="953935"/>
                  </a:lnTo>
                  <a:lnTo>
                    <a:pt x="6490388" y="949843"/>
                  </a:lnTo>
                  <a:lnTo>
                    <a:pt x="6491049" y="970105"/>
                  </a:lnTo>
                  <a:lnTo>
                    <a:pt x="6491709" y="1027414"/>
                  </a:lnTo>
                  <a:lnTo>
                    <a:pt x="6492370" y="1095193"/>
                  </a:lnTo>
                  <a:lnTo>
                    <a:pt x="6493030" y="1173220"/>
                  </a:lnTo>
                  <a:lnTo>
                    <a:pt x="6493691" y="1281610"/>
                  </a:lnTo>
                  <a:lnTo>
                    <a:pt x="6494351" y="1336177"/>
                  </a:lnTo>
                  <a:lnTo>
                    <a:pt x="6495012" y="1303968"/>
                  </a:lnTo>
                  <a:lnTo>
                    <a:pt x="6495672" y="1270270"/>
                  </a:lnTo>
                  <a:lnTo>
                    <a:pt x="6496333" y="1226266"/>
                  </a:lnTo>
                  <a:lnTo>
                    <a:pt x="6496993" y="1198494"/>
                  </a:lnTo>
                  <a:lnTo>
                    <a:pt x="6497654" y="1178898"/>
                  </a:lnTo>
                  <a:lnTo>
                    <a:pt x="6498314" y="1187045"/>
                  </a:lnTo>
                  <a:lnTo>
                    <a:pt x="6498975" y="1175478"/>
                  </a:lnTo>
                  <a:lnTo>
                    <a:pt x="6499635" y="1199109"/>
                  </a:lnTo>
                  <a:lnTo>
                    <a:pt x="6500296" y="1240896"/>
                  </a:lnTo>
                  <a:lnTo>
                    <a:pt x="6500956" y="1298649"/>
                  </a:lnTo>
                  <a:lnTo>
                    <a:pt x="6501617" y="1336177"/>
                  </a:lnTo>
                  <a:lnTo>
                    <a:pt x="6502278" y="1403955"/>
                  </a:lnTo>
                  <a:lnTo>
                    <a:pt x="6502938" y="1430742"/>
                  </a:lnTo>
                  <a:lnTo>
                    <a:pt x="6503599" y="1430742"/>
                  </a:lnTo>
                  <a:lnTo>
                    <a:pt x="6504259" y="1430742"/>
                  </a:lnTo>
                  <a:lnTo>
                    <a:pt x="6504920" y="1430742"/>
                  </a:lnTo>
                  <a:lnTo>
                    <a:pt x="6505580" y="1430742"/>
                  </a:lnTo>
                  <a:lnTo>
                    <a:pt x="6506241" y="1430742"/>
                  </a:lnTo>
                  <a:lnTo>
                    <a:pt x="6506901" y="1430742"/>
                  </a:lnTo>
                  <a:lnTo>
                    <a:pt x="6507562" y="1430742"/>
                  </a:lnTo>
                  <a:lnTo>
                    <a:pt x="6508222" y="1430742"/>
                  </a:lnTo>
                  <a:lnTo>
                    <a:pt x="6508883" y="1430742"/>
                  </a:lnTo>
                  <a:lnTo>
                    <a:pt x="6509543" y="1379501"/>
                  </a:lnTo>
                  <a:lnTo>
                    <a:pt x="6510204" y="1336177"/>
                  </a:lnTo>
                  <a:lnTo>
                    <a:pt x="6510864" y="1316787"/>
                  </a:lnTo>
                  <a:lnTo>
                    <a:pt x="6511525" y="1316787"/>
                  </a:lnTo>
                  <a:lnTo>
                    <a:pt x="6512186" y="1316787"/>
                  </a:lnTo>
                  <a:lnTo>
                    <a:pt x="6512846" y="1336177"/>
                  </a:lnTo>
                  <a:lnTo>
                    <a:pt x="6513507" y="1357005"/>
                  </a:lnTo>
                  <a:lnTo>
                    <a:pt x="6514167" y="1357005"/>
                  </a:lnTo>
                  <a:lnTo>
                    <a:pt x="6514828" y="1336177"/>
                  </a:lnTo>
                  <a:lnTo>
                    <a:pt x="6515488" y="1331203"/>
                  </a:lnTo>
                  <a:lnTo>
                    <a:pt x="6516149" y="1331203"/>
                  </a:lnTo>
                  <a:lnTo>
                    <a:pt x="6516809" y="1331203"/>
                  </a:lnTo>
                  <a:lnTo>
                    <a:pt x="6517470" y="1312142"/>
                  </a:lnTo>
                  <a:lnTo>
                    <a:pt x="6518130" y="1312142"/>
                  </a:lnTo>
                  <a:lnTo>
                    <a:pt x="6518791" y="1298649"/>
                  </a:lnTo>
                  <a:lnTo>
                    <a:pt x="6519451" y="1298649"/>
                  </a:lnTo>
                  <a:lnTo>
                    <a:pt x="6520112" y="1281610"/>
                  </a:lnTo>
                  <a:lnTo>
                    <a:pt x="6520772" y="1298649"/>
                  </a:lnTo>
                  <a:lnTo>
                    <a:pt x="6521433" y="1316787"/>
                  </a:lnTo>
                  <a:lnTo>
                    <a:pt x="6522094" y="1316787"/>
                  </a:lnTo>
                  <a:lnTo>
                    <a:pt x="6522754" y="1316787"/>
                  </a:lnTo>
                  <a:lnTo>
                    <a:pt x="6523415" y="1299528"/>
                  </a:lnTo>
                  <a:lnTo>
                    <a:pt x="6524075" y="1251091"/>
                  </a:lnTo>
                  <a:lnTo>
                    <a:pt x="6524736" y="1197266"/>
                  </a:lnTo>
                  <a:lnTo>
                    <a:pt x="6525396" y="1185280"/>
                  </a:lnTo>
                  <a:lnTo>
                    <a:pt x="6526057" y="1185280"/>
                  </a:lnTo>
                  <a:lnTo>
                    <a:pt x="6526717" y="1222222"/>
                  </a:lnTo>
                  <a:lnTo>
                    <a:pt x="6527378" y="1281610"/>
                  </a:lnTo>
                  <a:lnTo>
                    <a:pt x="6528038" y="1316787"/>
                  </a:lnTo>
                  <a:lnTo>
                    <a:pt x="6528699" y="1297772"/>
                  </a:lnTo>
                  <a:lnTo>
                    <a:pt x="6529359" y="1247407"/>
                  </a:lnTo>
                  <a:lnTo>
                    <a:pt x="6530020" y="1182361"/>
                  </a:lnTo>
                  <a:lnTo>
                    <a:pt x="6530680" y="1119183"/>
                  </a:lnTo>
                  <a:lnTo>
                    <a:pt x="6531341" y="1092649"/>
                  </a:lnTo>
                  <a:lnTo>
                    <a:pt x="6532002" y="1089711"/>
                  </a:lnTo>
                  <a:lnTo>
                    <a:pt x="6532662" y="1103841"/>
                  </a:lnTo>
                  <a:lnTo>
                    <a:pt x="6533323" y="1112764"/>
                  </a:lnTo>
                  <a:lnTo>
                    <a:pt x="6533983" y="1097330"/>
                  </a:lnTo>
                  <a:lnTo>
                    <a:pt x="6534644" y="1064943"/>
                  </a:lnTo>
                  <a:lnTo>
                    <a:pt x="6535304" y="1038678"/>
                  </a:lnTo>
                  <a:lnTo>
                    <a:pt x="6535965" y="1032479"/>
                  </a:lnTo>
                  <a:lnTo>
                    <a:pt x="6536625" y="1032479"/>
                  </a:lnTo>
                  <a:lnTo>
                    <a:pt x="6537286" y="1067633"/>
                  </a:lnTo>
                  <a:lnTo>
                    <a:pt x="6537946" y="1127657"/>
                  </a:lnTo>
                  <a:lnTo>
                    <a:pt x="6538607" y="1180048"/>
                  </a:lnTo>
                  <a:lnTo>
                    <a:pt x="6539267" y="1196655"/>
                  </a:lnTo>
                  <a:lnTo>
                    <a:pt x="6539928" y="1184693"/>
                  </a:lnTo>
                  <a:lnTo>
                    <a:pt x="6540588" y="1131507"/>
                  </a:lnTo>
                  <a:lnTo>
                    <a:pt x="6541249" y="1086802"/>
                  </a:lnTo>
                  <a:lnTo>
                    <a:pt x="6541909" y="1041127"/>
                  </a:lnTo>
                  <a:lnTo>
                    <a:pt x="6542570" y="978413"/>
                  </a:lnTo>
                  <a:lnTo>
                    <a:pt x="6543231" y="936700"/>
                  </a:lnTo>
                  <a:lnTo>
                    <a:pt x="6543891" y="922066"/>
                  </a:lnTo>
                  <a:lnTo>
                    <a:pt x="6544552" y="931419"/>
                  </a:lnTo>
                  <a:lnTo>
                    <a:pt x="6545212" y="968744"/>
                  </a:lnTo>
                  <a:lnTo>
                    <a:pt x="6545873" y="1042889"/>
                  </a:lnTo>
                  <a:lnTo>
                    <a:pt x="6546533" y="1154205"/>
                  </a:lnTo>
                  <a:lnTo>
                    <a:pt x="6547194" y="1260900"/>
                  </a:lnTo>
                  <a:lnTo>
                    <a:pt x="6547854" y="1245947"/>
                  </a:lnTo>
                  <a:lnTo>
                    <a:pt x="6548515" y="1115955"/>
                  </a:lnTo>
                  <a:lnTo>
                    <a:pt x="6549175" y="1046805"/>
                  </a:lnTo>
                  <a:lnTo>
                    <a:pt x="6549836" y="1006467"/>
                  </a:lnTo>
                  <a:lnTo>
                    <a:pt x="6550496" y="964166"/>
                  </a:lnTo>
                  <a:lnTo>
                    <a:pt x="6551157" y="933807"/>
                  </a:lnTo>
                  <a:lnTo>
                    <a:pt x="6551817" y="950606"/>
                  </a:lnTo>
                  <a:lnTo>
                    <a:pt x="6552478" y="963099"/>
                  </a:lnTo>
                  <a:lnTo>
                    <a:pt x="6553139" y="958087"/>
                  </a:lnTo>
                  <a:lnTo>
                    <a:pt x="6553799" y="952906"/>
                  </a:lnTo>
                  <a:lnTo>
                    <a:pt x="6554460" y="968744"/>
                  </a:lnTo>
                  <a:lnTo>
                    <a:pt x="6555120" y="982375"/>
                  </a:lnTo>
                  <a:lnTo>
                    <a:pt x="6555781" y="954967"/>
                  </a:lnTo>
                  <a:lnTo>
                    <a:pt x="6556441" y="925537"/>
                  </a:lnTo>
                  <a:lnTo>
                    <a:pt x="6557102" y="913459"/>
                  </a:lnTo>
                  <a:lnTo>
                    <a:pt x="6557762" y="904676"/>
                  </a:lnTo>
                  <a:lnTo>
                    <a:pt x="6558423" y="901024"/>
                  </a:lnTo>
                  <a:lnTo>
                    <a:pt x="6559083" y="920918"/>
                  </a:lnTo>
                  <a:lnTo>
                    <a:pt x="6559744" y="935009"/>
                  </a:lnTo>
                  <a:lnTo>
                    <a:pt x="6560404" y="931657"/>
                  </a:lnTo>
                  <a:lnTo>
                    <a:pt x="6561065" y="911902"/>
                  </a:lnTo>
                  <a:lnTo>
                    <a:pt x="6561725" y="886470"/>
                  </a:lnTo>
                  <a:lnTo>
                    <a:pt x="6562386" y="873598"/>
                  </a:lnTo>
                  <a:lnTo>
                    <a:pt x="6563047" y="869753"/>
                  </a:lnTo>
                  <a:lnTo>
                    <a:pt x="6563707" y="899322"/>
                  </a:lnTo>
                  <a:lnTo>
                    <a:pt x="6564368" y="962302"/>
                  </a:lnTo>
                  <a:lnTo>
                    <a:pt x="6565028" y="1014660"/>
                  </a:lnTo>
                  <a:lnTo>
                    <a:pt x="6565689" y="1061901"/>
                  </a:lnTo>
                  <a:lnTo>
                    <a:pt x="6566349" y="1118257"/>
                  </a:lnTo>
                  <a:lnTo>
                    <a:pt x="6567010" y="1147458"/>
                  </a:lnTo>
                  <a:lnTo>
                    <a:pt x="6567670" y="1157907"/>
                  </a:lnTo>
                  <a:lnTo>
                    <a:pt x="6568331" y="1143384"/>
                  </a:lnTo>
                  <a:lnTo>
                    <a:pt x="6568991" y="1073484"/>
                  </a:lnTo>
                  <a:lnTo>
                    <a:pt x="6569652" y="990179"/>
                  </a:lnTo>
                  <a:lnTo>
                    <a:pt x="6570312" y="914577"/>
                  </a:lnTo>
                  <a:lnTo>
                    <a:pt x="6570973" y="857975"/>
                  </a:lnTo>
                  <a:lnTo>
                    <a:pt x="6571633" y="845092"/>
                  </a:lnTo>
                  <a:lnTo>
                    <a:pt x="6572294" y="878479"/>
                  </a:lnTo>
                  <a:lnTo>
                    <a:pt x="6572954" y="952650"/>
                  </a:lnTo>
                  <a:lnTo>
                    <a:pt x="6573615" y="1070738"/>
                  </a:lnTo>
                  <a:lnTo>
                    <a:pt x="6574276" y="1209148"/>
                  </a:lnTo>
                  <a:lnTo>
                    <a:pt x="6574936" y="1298649"/>
                  </a:lnTo>
                  <a:lnTo>
                    <a:pt x="6575597" y="1281610"/>
                  </a:lnTo>
                  <a:lnTo>
                    <a:pt x="6576257" y="1265546"/>
                  </a:lnTo>
                  <a:lnTo>
                    <a:pt x="6576918" y="1265546"/>
                  </a:lnTo>
                  <a:lnTo>
                    <a:pt x="6577578" y="1265546"/>
                  </a:lnTo>
                  <a:lnTo>
                    <a:pt x="6578239" y="1281610"/>
                  </a:lnTo>
                  <a:lnTo>
                    <a:pt x="6578899" y="1313991"/>
                  </a:lnTo>
                  <a:lnTo>
                    <a:pt x="6579560" y="1313991"/>
                  </a:lnTo>
                  <a:lnTo>
                    <a:pt x="6580220" y="1273463"/>
                  </a:lnTo>
                  <a:lnTo>
                    <a:pt x="6580881" y="1228995"/>
                  </a:lnTo>
                  <a:lnTo>
                    <a:pt x="6581541" y="1190610"/>
                  </a:lnTo>
                  <a:lnTo>
                    <a:pt x="6582202" y="1147971"/>
                  </a:lnTo>
                  <a:lnTo>
                    <a:pt x="6582862" y="1128136"/>
                  </a:lnTo>
                  <a:lnTo>
                    <a:pt x="6583523" y="1133452"/>
                  </a:lnTo>
                  <a:lnTo>
                    <a:pt x="6584184" y="1164368"/>
                  </a:lnTo>
                  <a:lnTo>
                    <a:pt x="6584844" y="1143384"/>
                  </a:lnTo>
                  <a:lnTo>
                    <a:pt x="6585505" y="1114583"/>
                  </a:lnTo>
                  <a:lnTo>
                    <a:pt x="6586165" y="1096901"/>
                  </a:lnTo>
                  <a:lnTo>
                    <a:pt x="6586826" y="1092227"/>
                  </a:lnTo>
                  <a:lnTo>
                    <a:pt x="6587486" y="1092227"/>
                  </a:lnTo>
                  <a:lnTo>
                    <a:pt x="6588147" y="1147971"/>
                  </a:lnTo>
                  <a:lnTo>
                    <a:pt x="6588807" y="1192410"/>
                  </a:lnTo>
                  <a:lnTo>
                    <a:pt x="6589468" y="1204712"/>
                  </a:lnTo>
                  <a:lnTo>
                    <a:pt x="6590128" y="1222222"/>
                  </a:lnTo>
                  <a:lnTo>
                    <a:pt x="6590789" y="1235935"/>
                  </a:lnTo>
                  <a:lnTo>
                    <a:pt x="6591449" y="1235935"/>
                  </a:lnTo>
                  <a:lnTo>
                    <a:pt x="6592110" y="1265546"/>
                  </a:lnTo>
                  <a:lnTo>
                    <a:pt x="6592770" y="1283268"/>
                  </a:lnTo>
                  <a:lnTo>
                    <a:pt x="6593431" y="1237343"/>
                  </a:lnTo>
                  <a:lnTo>
                    <a:pt x="6594092" y="1210428"/>
                  </a:lnTo>
                  <a:lnTo>
                    <a:pt x="6594752" y="1194221"/>
                  </a:lnTo>
                  <a:lnTo>
                    <a:pt x="6595413" y="1160044"/>
                  </a:lnTo>
                  <a:lnTo>
                    <a:pt x="6596073" y="1107821"/>
                  </a:lnTo>
                  <a:lnTo>
                    <a:pt x="6596734" y="1088461"/>
                  </a:lnTo>
                  <a:lnTo>
                    <a:pt x="6597394" y="1069959"/>
                  </a:lnTo>
                  <a:lnTo>
                    <a:pt x="6598055" y="1035561"/>
                  </a:lnTo>
                  <a:lnTo>
                    <a:pt x="6598715" y="1007089"/>
                  </a:lnTo>
                  <a:lnTo>
                    <a:pt x="6599376" y="995803"/>
                  </a:lnTo>
                  <a:lnTo>
                    <a:pt x="6600036" y="983232"/>
                  </a:lnTo>
                  <a:lnTo>
                    <a:pt x="6600697" y="984952"/>
                  </a:lnTo>
                  <a:lnTo>
                    <a:pt x="6601357" y="1002765"/>
                  </a:lnTo>
                  <a:lnTo>
                    <a:pt x="6602018" y="1031798"/>
                  </a:lnTo>
                  <a:lnTo>
                    <a:pt x="6602678" y="1046447"/>
                  </a:lnTo>
                  <a:lnTo>
                    <a:pt x="6603339" y="1021783"/>
                  </a:lnTo>
                  <a:lnTo>
                    <a:pt x="6603999" y="972572"/>
                  </a:lnTo>
                  <a:lnTo>
                    <a:pt x="6603999" y="1430742"/>
                  </a:lnTo>
                  <a:lnTo>
                    <a:pt x="6603339" y="1430742"/>
                  </a:lnTo>
                  <a:lnTo>
                    <a:pt x="6602678" y="1430742"/>
                  </a:lnTo>
                  <a:lnTo>
                    <a:pt x="6602018" y="1430742"/>
                  </a:lnTo>
                  <a:lnTo>
                    <a:pt x="6601357" y="1430742"/>
                  </a:lnTo>
                  <a:lnTo>
                    <a:pt x="6600697" y="1430742"/>
                  </a:lnTo>
                  <a:lnTo>
                    <a:pt x="6600036" y="1430742"/>
                  </a:lnTo>
                  <a:lnTo>
                    <a:pt x="6599376" y="1430742"/>
                  </a:lnTo>
                  <a:lnTo>
                    <a:pt x="6598715" y="1430742"/>
                  </a:lnTo>
                  <a:lnTo>
                    <a:pt x="6598055" y="1430742"/>
                  </a:lnTo>
                  <a:lnTo>
                    <a:pt x="6597394" y="1430742"/>
                  </a:lnTo>
                  <a:lnTo>
                    <a:pt x="6596734" y="1430742"/>
                  </a:lnTo>
                  <a:lnTo>
                    <a:pt x="6596073" y="1430742"/>
                  </a:lnTo>
                  <a:lnTo>
                    <a:pt x="6595413" y="1430742"/>
                  </a:lnTo>
                  <a:lnTo>
                    <a:pt x="6594752" y="1430742"/>
                  </a:lnTo>
                  <a:lnTo>
                    <a:pt x="6594092" y="1430742"/>
                  </a:lnTo>
                  <a:lnTo>
                    <a:pt x="6593431" y="1430742"/>
                  </a:lnTo>
                  <a:lnTo>
                    <a:pt x="6592770" y="1430742"/>
                  </a:lnTo>
                  <a:lnTo>
                    <a:pt x="6592110" y="1430742"/>
                  </a:lnTo>
                  <a:lnTo>
                    <a:pt x="6591449" y="1430742"/>
                  </a:lnTo>
                  <a:lnTo>
                    <a:pt x="6590789" y="1430742"/>
                  </a:lnTo>
                  <a:lnTo>
                    <a:pt x="6590128" y="1430742"/>
                  </a:lnTo>
                  <a:lnTo>
                    <a:pt x="6589468" y="1430742"/>
                  </a:lnTo>
                  <a:lnTo>
                    <a:pt x="6588807" y="1430742"/>
                  </a:lnTo>
                  <a:lnTo>
                    <a:pt x="6588147" y="1430742"/>
                  </a:lnTo>
                  <a:lnTo>
                    <a:pt x="6587486" y="1430742"/>
                  </a:lnTo>
                  <a:lnTo>
                    <a:pt x="6586826" y="1430742"/>
                  </a:lnTo>
                  <a:lnTo>
                    <a:pt x="6586165" y="1430742"/>
                  </a:lnTo>
                  <a:lnTo>
                    <a:pt x="6585505" y="1430742"/>
                  </a:lnTo>
                  <a:lnTo>
                    <a:pt x="6584844" y="1430742"/>
                  </a:lnTo>
                  <a:lnTo>
                    <a:pt x="6584184" y="1430742"/>
                  </a:lnTo>
                  <a:lnTo>
                    <a:pt x="6583523" y="1430742"/>
                  </a:lnTo>
                  <a:lnTo>
                    <a:pt x="6582862" y="1430742"/>
                  </a:lnTo>
                  <a:lnTo>
                    <a:pt x="6582202" y="1430742"/>
                  </a:lnTo>
                  <a:lnTo>
                    <a:pt x="6581541" y="1430742"/>
                  </a:lnTo>
                  <a:lnTo>
                    <a:pt x="6580881" y="1430742"/>
                  </a:lnTo>
                  <a:lnTo>
                    <a:pt x="6580220" y="1430742"/>
                  </a:lnTo>
                  <a:lnTo>
                    <a:pt x="6579560" y="1430742"/>
                  </a:lnTo>
                  <a:lnTo>
                    <a:pt x="6578899" y="1430742"/>
                  </a:lnTo>
                  <a:lnTo>
                    <a:pt x="6578239" y="1430742"/>
                  </a:lnTo>
                  <a:lnTo>
                    <a:pt x="6577578" y="1430742"/>
                  </a:lnTo>
                  <a:lnTo>
                    <a:pt x="6576918" y="1430742"/>
                  </a:lnTo>
                  <a:lnTo>
                    <a:pt x="6576257" y="1430742"/>
                  </a:lnTo>
                  <a:lnTo>
                    <a:pt x="6575597" y="1430742"/>
                  </a:lnTo>
                  <a:lnTo>
                    <a:pt x="6574936" y="1430742"/>
                  </a:lnTo>
                  <a:lnTo>
                    <a:pt x="6574276" y="1430742"/>
                  </a:lnTo>
                  <a:lnTo>
                    <a:pt x="6573615" y="1430742"/>
                  </a:lnTo>
                  <a:lnTo>
                    <a:pt x="6572954" y="1430742"/>
                  </a:lnTo>
                  <a:lnTo>
                    <a:pt x="6572294" y="1430742"/>
                  </a:lnTo>
                  <a:lnTo>
                    <a:pt x="6571633" y="1430742"/>
                  </a:lnTo>
                  <a:lnTo>
                    <a:pt x="6570973" y="1430742"/>
                  </a:lnTo>
                  <a:lnTo>
                    <a:pt x="6570312" y="1430742"/>
                  </a:lnTo>
                  <a:lnTo>
                    <a:pt x="6569652" y="1430742"/>
                  </a:lnTo>
                  <a:lnTo>
                    <a:pt x="6568991" y="1430742"/>
                  </a:lnTo>
                  <a:lnTo>
                    <a:pt x="6568331" y="1430742"/>
                  </a:lnTo>
                  <a:lnTo>
                    <a:pt x="6567670" y="1430742"/>
                  </a:lnTo>
                  <a:lnTo>
                    <a:pt x="6567010" y="1430742"/>
                  </a:lnTo>
                  <a:lnTo>
                    <a:pt x="6566349" y="1430742"/>
                  </a:lnTo>
                  <a:lnTo>
                    <a:pt x="6565689" y="1430742"/>
                  </a:lnTo>
                  <a:lnTo>
                    <a:pt x="6565028" y="1430742"/>
                  </a:lnTo>
                  <a:lnTo>
                    <a:pt x="6564368" y="1430742"/>
                  </a:lnTo>
                  <a:lnTo>
                    <a:pt x="6563707" y="1430742"/>
                  </a:lnTo>
                  <a:lnTo>
                    <a:pt x="6563047" y="1430742"/>
                  </a:lnTo>
                  <a:lnTo>
                    <a:pt x="6562386" y="1430742"/>
                  </a:lnTo>
                  <a:lnTo>
                    <a:pt x="6561725" y="1430742"/>
                  </a:lnTo>
                  <a:lnTo>
                    <a:pt x="6561065" y="1430742"/>
                  </a:lnTo>
                  <a:lnTo>
                    <a:pt x="6560404" y="1430742"/>
                  </a:lnTo>
                  <a:lnTo>
                    <a:pt x="6559744" y="1430742"/>
                  </a:lnTo>
                  <a:lnTo>
                    <a:pt x="6559083" y="1430742"/>
                  </a:lnTo>
                  <a:lnTo>
                    <a:pt x="6558423" y="1430742"/>
                  </a:lnTo>
                  <a:lnTo>
                    <a:pt x="6557762" y="1430742"/>
                  </a:lnTo>
                  <a:lnTo>
                    <a:pt x="6557102" y="1430742"/>
                  </a:lnTo>
                  <a:lnTo>
                    <a:pt x="6556441" y="1430742"/>
                  </a:lnTo>
                  <a:lnTo>
                    <a:pt x="6555781" y="1430742"/>
                  </a:lnTo>
                  <a:lnTo>
                    <a:pt x="6555120" y="1430742"/>
                  </a:lnTo>
                  <a:lnTo>
                    <a:pt x="6554460" y="1430742"/>
                  </a:lnTo>
                  <a:lnTo>
                    <a:pt x="6553799" y="1430742"/>
                  </a:lnTo>
                  <a:lnTo>
                    <a:pt x="6553139" y="1430742"/>
                  </a:lnTo>
                  <a:lnTo>
                    <a:pt x="6552478" y="1430742"/>
                  </a:lnTo>
                  <a:lnTo>
                    <a:pt x="6551817" y="1430742"/>
                  </a:lnTo>
                  <a:lnTo>
                    <a:pt x="6551157" y="1430742"/>
                  </a:lnTo>
                  <a:lnTo>
                    <a:pt x="6550496" y="1430742"/>
                  </a:lnTo>
                  <a:lnTo>
                    <a:pt x="6549836" y="1430742"/>
                  </a:lnTo>
                  <a:lnTo>
                    <a:pt x="6549175" y="1430742"/>
                  </a:lnTo>
                  <a:lnTo>
                    <a:pt x="6548515" y="1430742"/>
                  </a:lnTo>
                  <a:lnTo>
                    <a:pt x="6547854" y="1430742"/>
                  </a:lnTo>
                  <a:lnTo>
                    <a:pt x="6547194" y="1430742"/>
                  </a:lnTo>
                  <a:lnTo>
                    <a:pt x="6546533" y="1430742"/>
                  </a:lnTo>
                  <a:lnTo>
                    <a:pt x="6545873" y="1430742"/>
                  </a:lnTo>
                  <a:lnTo>
                    <a:pt x="6545212" y="1430742"/>
                  </a:lnTo>
                  <a:lnTo>
                    <a:pt x="6544552" y="1430742"/>
                  </a:lnTo>
                  <a:lnTo>
                    <a:pt x="6543891" y="1430742"/>
                  </a:lnTo>
                  <a:lnTo>
                    <a:pt x="6543231" y="1430742"/>
                  </a:lnTo>
                  <a:lnTo>
                    <a:pt x="6542570" y="1430742"/>
                  </a:lnTo>
                  <a:lnTo>
                    <a:pt x="6541909" y="1430742"/>
                  </a:lnTo>
                  <a:lnTo>
                    <a:pt x="6541249" y="1430742"/>
                  </a:lnTo>
                  <a:lnTo>
                    <a:pt x="6540588" y="1430742"/>
                  </a:lnTo>
                  <a:lnTo>
                    <a:pt x="6539928" y="1430742"/>
                  </a:lnTo>
                  <a:lnTo>
                    <a:pt x="6539267" y="1430742"/>
                  </a:lnTo>
                  <a:lnTo>
                    <a:pt x="6538607" y="1430742"/>
                  </a:lnTo>
                  <a:lnTo>
                    <a:pt x="6537946" y="1430742"/>
                  </a:lnTo>
                  <a:lnTo>
                    <a:pt x="6537286" y="1430742"/>
                  </a:lnTo>
                  <a:lnTo>
                    <a:pt x="6536625" y="1430742"/>
                  </a:lnTo>
                  <a:lnTo>
                    <a:pt x="6535965" y="1430742"/>
                  </a:lnTo>
                  <a:lnTo>
                    <a:pt x="6535304" y="1430742"/>
                  </a:lnTo>
                  <a:lnTo>
                    <a:pt x="6534644" y="1430742"/>
                  </a:lnTo>
                  <a:lnTo>
                    <a:pt x="6533983" y="1430742"/>
                  </a:lnTo>
                  <a:lnTo>
                    <a:pt x="6533323" y="1430742"/>
                  </a:lnTo>
                  <a:lnTo>
                    <a:pt x="6532662" y="1430742"/>
                  </a:lnTo>
                  <a:lnTo>
                    <a:pt x="6532002" y="1430742"/>
                  </a:lnTo>
                  <a:lnTo>
                    <a:pt x="6531341" y="1430742"/>
                  </a:lnTo>
                  <a:lnTo>
                    <a:pt x="6530680" y="1430742"/>
                  </a:lnTo>
                  <a:lnTo>
                    <a:pt x="6530020" y="1430742"/>
                  </a:lnTo>
                  <a:lnTo>
                    <a:pt x="6529359" y="1430742"/>
                  </a:lnTo>
                  <a:lnTo>
                    <a:pt x="6528699" y="1430742"/>
                  </a:lnTo>
                  <a:lnTo>
                    <a:pt x="6528038" y="1430742"/>
                  </a:lnTo>
                  <a:lnTo>
                    <a:pt x="6527378" y="1430742"/>
                  </a:lnTo>
                  <a:lnTo>
                    <a:pt x="6526717" y="1430742"/>
                  </a:lnTo>
                  <a:lnTo>
                    <a:pt x="6526057" y="1430742"/>
                  </a:lnTo>
                  <a:lnTo>
                    <a:pt x="6525396" y="1430742"/>
                  </a:lnTo>
                  <a:lnTo>
                    <a:pt x="6524736" y="1430742"/>
                  </a:lnTo>
                  <a:lnTo>
                    <a:pt x="6524075" y="1430742"/>
                  </a:lnTo>
                  <a:lnTo>
                    <a:pt x="6523415" y="1430742"/>
                  </a:lnTo>
                  <a:lnTo>
                    <a:pt x="6522754" y="1430742"/>
                  </a:lnTo>
                  <a:lnTo>
                    <a:pt x="6522094" y="1430742"/>
                  </a:lnTo>
                  <a:lnTo>
                    <a:pt x="6521433" y="1430742"/>
                  </a:lnTo>
                  <a:lnTo>
                    <a:pt x="6520772" y="1430742"/>
                  </a:lnTo>
                  <a:lnTo>
                    <a:pt x="6520112" y="1430742"/>
                  </a:lnTo>
                  <a:lnTo>
                    <a:pt x="6519451" y="1430742"/>
                  </a:lnTo>
                  <a:lnTo>
                    <a:pt x="6518791" y="1430742"/>
                  </a:lnTo>
                  <a:lnTo>
                    <a:pt x="6518130" y="1430742"/>
                  </a:lnTo>
                  <a:lnTo>
                    <a:pt x="6517470" y="1430742"/>
                  </a:lnTo>
                  <a:lnTo>
                    <a:pt x="6516809" y="1430742"/>
                  </a:lnTo>
                  <a:lnTo>
                    <a:pt x="6516149" y="1430742"/>
                  </a:lnTo>
                  <a:lnTo>
                    <a:pt x="6515488" y="1430742"/>
                  </a:lnTo>
                  <a:lnTo>
                    <a:pt x="6514828" y="1430742"/>
                  </a:lnTo>
                  <a:lnTo>
                    <a:pt x="6514167" y="1430742"/>
                  </a:lnTo>
                  <a:lnTo>
                    <a:pt x="6513507" y="1430742"/>
                  </a:lnTo>
                  <a:lnTo>
                    <a:pt x="6512846" y="1430742"/>
                  </a:lnTo>
                  <a:lnTo>
                    <a:pt x="6512186" y="1430742"/>
                  </a:lnTo>
                  <a:lnTo>
                    <a:pt x="6511525" y="1430742"/>
                  </a:lnTo>
                  <a:lnTo>
                    <a:pt x="6510864" y="1430742"/>
                  </a:lnTo>
                  <a:lnTo>
                    <a:pt x="6510204" y="1430742"/>
                  </a:lnTo>
                  <a:lnTo>
                    <a:pt x="6509543" y="1430742"/>
                  </a:lnTo>
                  <a:lnTo>
                    <a:pt x="6508883" y="1430742"/>
                  </a:lnTo>
                  <a:lnTo>
                    <a:pt x="6508222" y="1430742"/>
                  </a:lnTo>
                  <a:lnTo>
                    <a:pt x="6507562" y="1430742"/>
                  </a:lnTo>
                  <a:lnTo>
                    <a:pt x="6506901" y="1430742"/>
                  </a:lnTo>
                  <a:lnTo>
                    <a:pt x="6506241" y="1430742"/>
                  </a:lnTo>
                  <a:lnTo>
                    <a:pt x="6505580" y="1430742"/>
                  </a:lnTo>
                  <a:lnTo>
                    <a:pt x="6504920" y="1430742"/>
                  </a:lnTo>
                  <a:lnTo>
                    <a:pt x="6504259" y="1430742"/>
                  </a:lnTo>
                  <a:lnTo>
                    <a:pt x="6503599" y="1430742"/>
                  </a:lnTo>
                  <a:lnTo>
                    <a:pt x="6502938" y="1430742"/>
                  </a:lnTo>
                  <a:lnTo>
                    <a:pt x="6502278" y="1430742"/>
                  </a:lnTo>
                  <a:lnTo>
                    <a:pt x="6501617" y="1430742"/>
                  </a:lnTo>
                  <a:lnTo>
                    <a:pt x="6500956" y="1430742"/>
                  </a:lnTo>
                  <a:lnTo>
                    <a:pt x="6500296" y="1430742"/>
                  </a:lnTo>
                  <a:lnTo>
                    <a:pt x="6499635" y="1430742"/>
                  </a:lnTo>
                  <a:lnTo>
                    <a:pt x="6498975" y="1430742"/>
                  </a:lnTo>
                  <a:lnTo>
                    <a:pt x="6498314" y="1430742"/>
                  </a:lnTo>
                  <a:lnTo>
                    <a:pt x="6497654" y="1430742"/>
                  </a:lnTo>
                  <a:lnTo>
                    <a:pt x="6496993" y="1430742"/>
                  </a:lnTo>
                  <a:lnTo>
                    <a:pt x="6496333" y="1430742"/>
                  </a:lnTo>
                  <a:lnTo>
                    <a:pt x="6495672" y="1430742"/>
                  </a:lnTo>
                  <a:lnTo>
                    <a:pt x="6495012" y="1430742"/>
                  </a:lnTo>
                  <a:lnTo>
                    <a:pt x="6494351" y="1430742"/>
                  </a:lnTo>
                  <a:lnTo>
                    <a:pt x="6493691" y="1430742"/>
                  </a:lnTo>
                  <a:lnTo>
                    <a:pt x="6493030" y="1430742"/>
                  </a:lnTo>
                  <a:lnTo>
                    <a:pt x="6492370" y="1430742"/>
                  </a:lnTo>
                  <a:lnTo>
                    <a:pt x="6491709" y="1430742"/>
                  </a:lnTo>
                  <a:lnTo>
                    <a:pt x="6491049" y="1430742"/>
                  </a:lnTo>
                  <a:lnTo>
                    <a:pt x="6490388" y="1430742"/>
                  </a:lnTo>
                  <a:lnTo>
                    <a:pt x="6489727" y="1430742"/>
                  </a:lnTo>
                  <a:lnTo>
                    <a:pt x="6489067" y="1430742"/>
                  </a:lnTo>
                  <a:lnTo>
                    <a:pt x="6488406" y="1430742"/>
                  </a:lnTo>
                  <a:lnTo>
                    <a:pt x="6487746" y="1430742"/>
                  </a:lnTo>
                  <a:lnTo>
                    <a:pt x="6487085" y="1430742"/>
                  </a:lnTo>
                  <a:lnTo>
                    <a:pt x="6486425" y="1430742"/>
                  </a:lnTo>
                  <a:lnTo>
                    <a:pt x="6485764" y="1430742"/>
                  </a:lnTo>
                  <a:lnTo>
                    <a:pt x="6485104" y="1430742"/>
                  </a:lnTo>
                  <a:lnTo>
                    <a:pt x="6484443" y="1430742"/>
                  </a:lnTo>
                  <a:lnTo>
                    <a:pt x="6483783" y="1430742"/>
                  </a:lnTo>
                  <a:lnTo>
                    <a:pt x="6483122" y="1430742"/>
                  </a:lnTo>
                  <a:lnTo>
                    <a:pt x="6482462" y="1430742"/>
                  </a:lnTo>
                  <a:lnTo>
                    <a:pt x="6481801" y="1430742"/>
                  </a:lnTo>
                  <a:lnTo>
                    <a:pt x="6481141" y="1430742"/>
                  </a:lnTo>
                  <a:lnTo>
                    <a:pt x="6480480" y="1430742"/>
                  </a:lnTo>
                  <a:lnTo>
                    <a:pt x="6479819" y="1430742"/>
                  </a:lnTo>
                  <a:lnTo>
                    <a:pt x="6479159" y="1430742"/>
                  </a:lnTo>
                  <a:lnTo>
                    <a:pt x="6478498" y="1430742"/>
                  </a:lnTo>
                  <a:lnTo>
                    <a:pt x="6477838" y="1430742"/>
                  </a:lnTo>
                  <a:lnTo>
                    <a:pt x="6477177" y="1430742"/>
                  </a:lnTo>
                  <a:lnTo>
                    <a:pt x="6476517" y="1430742"/>
                  </a:lnTo>
                  <a:lnTo>
                    <a:pt x="6475856" y="1430742"/>
                  </a:lnTo>
                  <a:lnTo>
                    <a:pt x="6475196" y="1430742"/>
                  </a:lnTo>
                  <a:lnTo>
                    <a:pt x="6474535" y="1430742"/>
                  </a:lnTo>
                  <a:lnTo>
                    <a:pt x="6473875" y="1430742"/>
                  </a:lnTo>
                  <a:lnTo>
                    <a:pt x="6473214" y="1430742"/>
                  </a:lnTo>
                  <a:lnTo>
                    <a:pt x="6472554" y="1430742"/>
                  </a:lnTo>
                  <a:lnTo>
                    <a:pt x="6471893" y="1430742"/>
                  </a:lnTo>
                  <a:lnTo>
                    <a:pt x="6471233" y="1430742"/>
                  </a:lnTo>
                  <a:lnTo>
                    <a:pt x="6470572" y="1430742"/>
                  </a:lnTo>
                  <a:lnTo>
                    <a:pt x="6469911" y="1430742"/>
                  </a:lnTo>
                  <a:lnTo>
                    <a:pt x="6469251" y="1430742"/>
                  </a:lnTo>
                  <a:lnTo>
                    <a:pt x="6468590" y="1430742"/>
                  </a:lnTo>
                  <a:lnTo>
                    <a:pt x="6467930" y="1430742"/>
                  </a:lnTo>
                  <a:lnTo>
                    <a:pt x="6467269" y="1430742"/>
                  </a:lnTo>
                  <a:lnTo>
                    <a:pt x="6466609" y="1430742"/>
                  </a:lnTo>
                  <a:lnTo>
                    <a:pt x="6465948" y="1430742"/>
                  </a:lnTo>
                  <a:lnTo>
                    <a:pt x="6465288" y="1430742"/>
                  </a:lnTo>
                  <a:lnTo>
                    <a:pt x="6464627" y="1430742"/>
                  </a:lnTo>
                  <a:lnTo>
                    <a:pt x="6463967" y="1430742"/>
                  </a:lnTo>
                  <a:lnTo>
                    <a:pt x="6463306" y="1430742"/>
                  </a:lnTo>
                  <a:lnTo>
                    <a:pt x="6462646" y="1430742"/>
                  </a:lnTo>
                  <a:lnTo>
                    <a:pt x="6461985" y="1430742"/>
                  </a:lnTo>
                  <a:lnTo>
                    <a:pt x="6461325" y="1430742"/>
                  </a:lnTo>
                  <a:lnTo>
                    <a:pt x="6460664" y="1430742"/>
                  </a:lnTo>
                  <a:lnTo>
                    <a:pt x="6460004" y="1430742"/>
                  </a:lnTo>
                  <a:lnTo>
                    <a:pt x="6459343" y="1430742"/>
                  </a:lnTo>
                  <a:lnTo>
                    <a:pt x="6458682" y="1430742"/>
                  </a:lnTo>
                  <a:lnTo>
                    <a:pt x="6458022" y="1430742"/>
                  </a:lnTo>
                  <a:lnTo>
                    <a:pt x="6457361" y="1430742"/>
                  </a:lnTo>
                  <a:lnTo>
                    <a:pt x="6456701" y="1430742"/>
                  </a:lnTo>
                  <a:lnTo>
                    <a:pt x="6456040" y="1430742"/>
                  </a:lnTo>
                  <a:lnTo>
                    <a:pt x="6455380" y="1430742"/>
                  </a:lnTo>
                  <a:lnTo>
                    <a:pt x="6454719" y="1430742"/>
                  </a:lnTo>
                  <a:lnTo>
                    <a:pt x="6454059" y="1430742"/>
                  </a:lnTo>
                  <a:lnTo>
                    <a:pt x="6453398" y="1430742"/>
                  </a:lnTo>
                  <a:lnTo>
                    <a:pt x="6452738" y="1430742"/>
                  </a:lnTo>
                  <a:lnTo>
                    <a:pt x="6452077" y="1430742"/>
                  </a:lnTo>
                  <a:lnTo>
                    <a:pt x="6451417" y="1430742"/>
                  </a:lnTo>
                  <a:lnTo>
                    <a:pt x="6450756" y="1430742"/>
                  </a:lnTo>
                  <a:lnTo>
                    <a:pt x="6450096" y="1430742"/>
                  </a:lnTo>
                  <a:lnTo>
                    <a:pt x="6449435" y="1430742"/>
                  </a:lnTo>
                  <a:lnTo>
                    <a:pt x="6448774" y="1430742"/>
                  </a:lnTo>
                  <a:lnTo>
                    <a:pt x="6448114" y="1430742"/>
                  </a:lnTo>
                  <a:lnTo>
                    <a:pt x="6447453" y="1430742"/>
                  </a:lnTo>
                  <a:lnTo>
                    <a:pt x="6446793" y="1430742"/>
                  </a:lnTo>
                  <a:lnTo>
                    <a:pt x="6446132" y="1430742"/>
                  </a:lnTo>
                  <a:lnTo>
                    <a:pt x="6445472" y="1430742"/>
                  </a:lnTo>
                  <a:lnTo>
                    <a:pt x="6444811" y="1430742"/>
                  </a:lnTo>
                  <a:lnTo>
                    <a:pt x="6444151" y="1430742"/>
                  </a:lnTo>
                  <a:lnTo>
                    <a:pt x="6443490" y="1430742"/>
                  </a:lnTo>
                  <a:lnTo>
                    <a:pt x="6442830" y="1430742"/>
                  </a:lnTo>
                  <a:lnTo>
                    <a:pt x="6442169" y="1430742"/>
                  </a:lnTo>
                  <a:lnTo>
                    <a:pt x="6441509" y="1430742"/>
                  </a:lnTo>
                  <a:lnTo>
                    <a:pt x="6440848" y="1430742"/>
                  </a:lnTo>
                  <a:lnTo>
                    <a:pt x="6440188" y="1430742"/>
                  </a:lnTo>
                  <a:lnTo>
                    <a:pt x="6439527" y="1430742"/>
                  </a:lnTo>
                  <a:lnTo>
                    <a:pt x="6438866" y="1430742"/>
                  </a:lnTo>
                  <a:lnTo>
                    <a:pt x="6438206" y="1430742"/>
                  </a:lnTo>
                  <a:lnTo>
                    <a:pt x="6437545" y="1430742"/>
                  </a:lnTo>
                  <a:lnTo>
                    <a:pt x="6436885" y="1430742"/>
                  </a:lnTo>
                  <a:lnTo>
                    <a:pt x="6436224" y="1430742"/>
                  </a:lnTo>
                  <a:lnTo>
                    <a:pt x="6435564" y="1430742"/>
                  </a:lnTo>
                  <a:lnTo>
                    <a:pt x="6434903" y="1430742"/>
                  </a:lnTo>
                  <a:lnTo>
                    <a:pt x="6434243" y="1430742"/>
                  </a:lnTo>
                  <a:lnTo>
                    <a:pt x="6433582" y="1430742"/>
                  </a:lnTo>
                  <a:lnTo>
                    <a:pt x="6432922" y="1430742"/>
                  </a:lnTo>
                  <a:lnTo>
                    <a:pt x="6432261" y="1430742"/>
                  </a:lnTo>
                  <a:lnTo>
                    <a:pt x="6431601" y="1430742"/>
                  </a:lnTo>
                  <a:lnTo>
                    <a:pt x="6430940" y="1430742"/>
                  </a:lnTo>
                  <a:lnTo>
                    <a:pt x="6430280" y="1430742"/>
                  </a:lnTo>
                  <a:lnTo>
                    <a:pt x="6429619" y="1430742"/>
                  </a:lnTo>
                  <a:lnTo>
                    <a:pt x="6428958" y="1430742"/>
                  </a:lnTo>
                  <a:lnTo>
                    <a:pt x="6428298" y="1430742"/>
                  </a:lnTo>
                  <a:lnTo>
                    <a:pt x="6427637" y="1430742"/>
                  </a:lnTo>
                  <a:lnTo>
                    <a:pt x="6426977" y="1430742"/>
                  </a:lnTo>
                  <a:lnTo>
                    <a:pt x="6426316" y="1430742"/>
                  </a:lnTo>
                  <a:lnTo>
                    <a:pt x="6425656" y="1430742"/>
                  </a:lnTo>
                  <a:lnTo>
                    <a:pt x="6424995" y="1430742"/>
                  </a:lnTo>
                  <a:lnTo>
                    <a:pt x="6424335" y="1430742"/>
                  </a:lnTo>
                  <a:lnTo>
                    <a:pt x="6423674" y="1430742"/>
                  </a:lnTo>
                  <a:lnTo>
                    <a:pt x="6423014" y="1430742"/>
                  </a:lnTo>
                  <a:lnTo>
                    <a:pt x="6422353" y="1430742"/>
                  </a:lnTo>
                  <a:lnTo>
                    <a:pt x="6421693" y="1430742"/>
                  </a:lnTo>
                  <a:lnTo>
                    <a:pt x="6421032" y="1430742"/>
                  </a:lnTo>
                  <a:lnTo>
                    <a:pt x="6420372" y="1430742"/>
                  </a:lnTo>
                  <a:lnTo>
                    <a:pt x="6419711" y="1430742"/>
                  </a:lnTo>
                  <a:lnTo>
                    <a:pt x="6419051" y="1430742"/>
                  </a:lnTo>
                  <a:lnTo>
                    <a:pt x="6418390" y="1430742"/>
                  </a:lnTo>
                  <a:lnTo>
                    <a:pt x="6417729" y="1430742"/>
                  </a:lnTo>
                  <a:lnTo>
                    <a:pt x="6417069" y="1430742"/>
                  </a:lnTo>
                  <a:lnTo>
                    <a:pt x="6416408" y="1430742"/>
                  </a:lnTo>
                  <a:lnTo>
                    <a:pt x="6415748" y="1430742"/>
                  </a:lnTo>
                  <a:lnTo>
                    <a:pt x="6415087" y="1430742"/>
                  </a:lnTo>
                  <a:lnTo>
                    <a:pt x="6414427" y="1430742"/>
                  </a:lnTo>
                  <a:lnTo>
                    <a:pt x="6413766" y="1430742"/>
                  </a:lnTo>
                  <a:lnTo>
                    <a:pt x="6413106" y="1430742"/>
                  </a:lnTo>
                  <a:lnTo>
                    <a:pt x="6412445" y="1430742"/>
                  </a:lnTo>
                  <a:lnTo>
                    <a:pt x="6411785" y="1430742"/>
                  </a:lnTo>
                  <a:lnTo>
                    <a:pt x="6411124" y="1430742"/>
                  </a:lnTo>
                  <a:lnTo>
                    <a:pt x="6410464" y="1430742"/>
                  </a:lnTo>
                  <a:lnTo>
                    <a:pt x="6409803" y="1430742"/>
                  </a:lnTo>
                  <a:lnTo>
                    <a:pt x="6409143" y="1430742"/>
                  </a:lnTo>
                  <a:lnTo>
                    <a:pt x="6408482" y="1430742"/>
                  </a:lnTo>
                  <a:lnTo>
                    <a:pt x="6407821" y="1430742"/>
                  </a:lnTo>
                  <a:lnTo>
                    <a:pt x="6407161" y="1430742"/>
                  </a:lnTo>
                  <a:lnTo>
                    <a:pt x="6406500" y="1430742"/>
                  </a:lnTo>
                  <a:lnTo>
                    <a:pt x="6405840" y="1430742"/>
                  </a:lnTo>
                  <a:lnTo>
                    <a:pt x="6405179" y="1430742"/>
                  </a:lnTo>
                  <a:lnTo>
                    <a:pt x="6404519" y="1430742"/>
                  </a:lnTo>
                  <a:lnTo>
                    <a:pt x="6403858" y="1430742"/>
                  </a:lnTo>
                  <a:lnTo>
                    <a:pt x="6403198" y="1430742"/>
                  </a:lnTo>
                  <a:lnTo>
                    <a:pt x="6402537" y="1430742"/>
                  </a:lnTo>
                  <a:lnTo>
                    <a:pt x="6401877" y="1430742"/>
                  </a:lnTo>
                  <a:lnTo>
                    <a:pt x="6401216" y="1430742"/>
                  </a:lnTo>
                  <a:lnTo>
                    <a:pt x="6400556" y="1430742"/>
                  </a:lnTo>
                  <a:lnTo>
                    <a:pt x="6399895" y="1430742"/>
                  </a:lnTo>
                  <a:lnTo>
                    <a:pt x="6399235" y="1430742"/>
                  </a:lnTo>
                  <a:lnTo>
                    <a:pt x="6398574" y="1430742"/>
                  </a:lnTo>
                  <a:lnTo>
                    <a:pt x="6397913" y="1430742"/>
                  </a:lnTo>
                  <a:lnTo>
                    <a:pt x="6397253" y="1430742"/>
                  </a:lnTo>
                  <a:lnTo>
                    <a:pt x="6396592" y="1430742"/>
                  </a:lnTo>
                  <a:lnTo>
                    <a:pt x="6395932" y="1430742"/>
                  </a:lnTo>
                  <a:lnTo>
                    <a:pt x="6395271" y="1430742"/>
                  </a:lnTo>
                  <a:lnTo>
                    <a:pt x="6394611" y="1430742"/>
                  </a:lnTo>
                  <a:lnTo>
                    <a:pt x="6393950" y="1430742"/>
                  </a:lnTo>
                  <a:lnTo>
                    <a:pt x="6393290" y="1430742"/>
                  </a:lnTo>
                  <a:lnTo>
                    <a:pt x="6392629" y="1430742"/>
                  </a:lnTo>
                  <a:lnTo>
                    <a:pt x="6391969" y="1430742"/>
                  </a:lnTo>
                  <a:lnTo>
                    <a:pt x="6391308" y="1430742"/>
                  </a:lnTo>
                  <a:lnTo>
                    <a:pt x="6390648" y="1430742"/>
                  </a:lnTo>
                  <a:lnTo>
                    <a:pt x="6389987" y="1430742"/>
                  </a:lnTo>
                  <a:lnTo>
                    <a:pt x="6389327" y="1430742"/>
                  </a:lnTo>
                  <a:lnTo>
                    <a:pt x="6388666" y="1430742"/>
                  </a:lnTo>
                  <a:lnTo>
                    <a:pt x="6388006" y="1430742"/>
                  </a:lnTo>
                  <a:lnTo>
                    <a:pt x="6387345" y="1430742"/>
                  </a:lnTo>
                  <a:lnTo>
                    <a:pt x="6386684" y="1430742"/>
                  </a:lnTo>
                  <a:lnTo>
                    <a:pt x="6386024" y="1430742"/>
                  </a:lnTo>
                  <a:lnTo>
                    <a:pt x="6385363" y="1430742"/>
                  </a:lnTo>
                  <a:lnTo>
                    <a:pt x="6384703" y="1430742"/>
                  </a:lnTo>
                  <a:lnTo>
                    <a:pt x="6384042" y="1430742"/>
                  </a:lnTo>
                  <a:lnTo>
                    <a:pt x="6383382" y="1430742"/>
                  </a:lnTo>
                  <a:lnTo>
                    <a:pt x="6382721" y="1430742"/>
                  </a:lnTo>
                  <a:lnTo>
                    <a:pt x="6382061" y="1430742"/>
                  </a:lnTo>
                  <a:lnTo>
                    <a:pt x="6381400" y="1430742"/>
                  </a:lnTo>
                  <a:lnTo>
                    <a:pt x="6380740" y="1430742"/>
                  </a:lnTo>
                  <a:lnTo>
                    <a:pt x="6380079" y="1430742"/>
                  </a:lnTo>
                  <a:lnTo>
                    <a:pt x="6379419" y="1430742"/>
                  </a:lnTo>
                  <a:lnTo>
                    <a:pt x="6378758" y="1430742"/>
                  </a:lnTo>
                  <a:lnTo>
                    <a:pt x="6378098" y="1430742"/>
                  </a:lnTo>
                  <a:lnTo>
                    <a:pt x="6377437" y="1430742"/>
                  </a:lnTo>
                  <a:lnTo>
                    <a:pt x="6376776" y="1430742"/>
                  </a:lnTo>
                  <a:lnTo>
                    <a:pt x="6376116" y="1430742"/>
                  </a:lnTo>
                  <a:lnTo>
                    <a:pt x="6375455" y="1430742"/>
                  </a:lnTo>
                  <a:lnTo>
                    <a:pt x="6374795" y="1430742"/>
                  </a:lnTo>
                  <a:lnTo>
                    <a:pt x="6374134" y="1430742"/>
                  </a:lnTo>
                  <a:lnTo>
                    <a:pt x="6373474" y="1430742"/>
                  </a:lnTo>
                  <a:lnTo>
                    <a:pt x="6372813" y="1430742"/>
                  </a:lnTo>
                  <a:lnTo>
                    <a:pt x="6372153" y="1430742"/>
                  </a:lnTo>
                  <a:lnTo>
                    <a:pt x="6371492" y="1430742"/>
                  </a:lnTo>
                  <a:lnTo>
                    <a:pt x="6370832" y="1430742"/>
                  </a:lnTo>
                  <a:lnTo>
                    <a:pt x="6370171" y="1430742"/>
                  </a:lnTo>
                  <a:lnTo>
                    <a:pt x="6369511" y="1430742"/>
                  </a:lnTo>
                  <a:lnTo>
                    <a:pt x="6368850" y="1430742"/>
                  </a:lnTo>
                  <a:lnTo>
                    <a:pt x="6368190" y="1430742"/>
                  </a:lnTo>
                  <a:lnTo>
                    <a:pt x="6367529" y="1430742"/>
                  </a:lnTo>
                  <a:lnTo>
                    <a:pt x="6366868" y="1430742"/>
                  </a:lnTo>
                  <a:lnTo>
                    <a:pt x="6366208" y="1430742"/>
                  </a:lnTo>
                  <a:lnTo>
                    <a:pt x="6365547" y="1430742"/>
                  </a:lnTo>
                  <a:lnTo>
                    <a:pt x="6364887" y="1430742"/>
                  </a:lnTo>
                  <a:lnTo>
                    <a:pt x="6364226" y="1430742"/>
                  </a:lnTo>
                  <a:lnTo>
                    <a:pt x="6363566" y="1430742"/>
                  </a:lnTo>
                  <a:lnTo>
                    <a:pt x="6362905" y="1430742"/>
                  </a:lnTo>
                  <a:lnTo>
                    <a:pt x="6362245" y="1430742"/>
                  </a:lnTo>
                  <a:lnTo>
                    <a:pt x="6361584" y="1430742"/>
                  </a:lnTo>
                  <a:lnTo>
                    <a:pt x="6360924" y="1430742"/>
                  </a:lnTo>
                  <a:lnTo>
                    <a:pt x="6360263" y="1430742"/>
                  </a:lnTo>
                  <a:lnTo>
                    <a:pt x="6359603" y="1430742"/>
                  </a:lnTo>
                  <a:lnTo>
                    <a:pt x="6358942" y="1430742"/>
                  </a:lnTo>
                  <a:lnTo>
                    <a:pt x="6358282" y="1430742"/>
                  </a:lnTo>
                  <a:lnTo>
                    <a:pt x="6357621" y="1430742"/>
                  </a:lnTo>
                  <a:lnTo>
                    <a:pt x="6356960" y="1430742"/>
                  </a:lnTo>
                  <a:lnTo>
                    <a:pt x="6356300" y="1430742"/>
                  </a:lnTo>
                  <a:lnTo>
                    <a:pt x="6355639" y="1430742"/>
                  </a:lnTo>
                  <a:lnTo>
                    <a:pt x="6354979" y="1430742"/>
                  </a:lnTo>
                  <a:lnTo>
                    <a:pt x="6354318" y="1430742"/>
                  </a:lnTo>
                  <a:lnTo>
                    <a:pt x="6353658" y="1430742"/>
                  </a:lnTo>
                  <a:lnTo>
                    <a:pt x="6352997" y="1430742"/>
                  </a:lnTo>
                  <a:lnTo>
                    <a:pt x="6352337" y="1430742"/>
                  </a:lnTo>
                  <a:lnTo>
                    <a:pt x="6351676" y="1430742"/>
                  </a:lnTo>
                  <a:lnTo>
                    <a:pt x="6351016" y="1430742"/>
                  </a:lnTo>
                  <a:lnTo>
                    <a:pt x="6350355" y="1430742"/>
                  </a:lnTo>
                  <a:lnTo>
                    <a:pt x="6349695" y="1430742"/>
                  </a:lnTo>
                  <a:lnTo>
                    <a:pt x="6349034" y="1430742"/>
                  </a:lnTo>
                  <a:lnTo>
                    <a:pt x="6348374" y="1430742"/>
                  </a:lnTo>
                  <a:lnTo>
                    <a:pt x="6347713" y="1430742"/>
                  </a:lnTo>
                  <a:lnTo>
                    <a:pt x="6347053" y="1430742"/>
                  </a:lnTo>
                  <a:lnTo>
                    <a:pt x="6346392" y="1430742"/>
                  </a:lnTo>
                  <a:lnTo>
                    <a:pt x="6345731" y="1430742"/>
                  </a:lnTo>
                  <a:lnTo>
                    <a:pt x="6345071" y="1430742"/>
                  </a:lnTo>
                  <a:lnTo>
                    <a:pt x="6344410" y="1430742"/>
                  </a:lnTo>
                  <a:lnTo>
                    <a:pt x="6343750" y="1430742"/>
                  </a:lnTo>
                  <a:lnTo>
                    <a:pt x="6343089" y="1430742"/>
                  </a:lnTo>
                  <a:lnTo>
                    <a:pt x="6342429" y="1430742"/>
                  </a:lnTo>
                  <a:lnTo>
                    <a:pt x="6341768" y="1430742"/>
                  </a:lnTo>
                  <a:lnTo>
                    <a:pt x="6341108" y="1430742"/>
                  </a:lnTo>
                  <a:lnTo>
                    <a:pt x="6340447" y="1430742"/>
                  </a:lnTo>
                  <a:lnTo>
                    <a:pt x="6339787" y="1430742"/>
                  </a:lnTo>
                  <a:lnTo>
                    <a:pt x="6339126" y="1430742"/>
                  </a:lnTo>
                  <a:lnTo>
                    <a:pt x="6338466" y="1430742"/>
                  </a:lnTo>
                  <a:lnTo>
                    <a:pt x="6337805" y="1430742"/>
                  </a:lnTo>
                  <a:lnTo>
                    <a:pt x="6337145" y="1430742"/>
                  </a:lnTo>
                  <a:lnTo>
                    <a:pt x="6336484" y="1430742"/>
                  </a:lnTo>
                  <a:lnTo>
                    <a:pt x="6335823" y="1430742"/>
                  </a:lnTo>
                  <a:lnTo>
                    <a:pt x="6335163" y="1430742"/>
                  </a:lnTo>
                  <a:lnTo>
                    <a:pt x="6334502" y="1430742"/>
                  </a:lnTo>
                  <a:lnTo>
                    <a:pt x="6333842" y="1430742"/>
                  </a:lnTo>
                  <a:lnTo>
                    <a:pt x="6333181" y="1430742"/>
                  </a:lnTo>
                  <a:lnTo>
                    <a:pt x="6332521" y="1430742"/>
                  </a:lnTo>
                  <a:lnTo>
                    <a:pt x="6331860" y="1430742"/>
                  </a:lnTo>
                  <a:lnTo>
                    <a:pt x="6331200" y="1430742"/>
                  </a:lnTo>
                  <a:lnTo>
                    <a:pt x="6330539" y="1430742"/>
                  </a:lnTo>
                  <a:lnTo>
                    <a:pt x="6329879" y="1430742"/>
                  </a:lnTo>
                  <a:lnTo>
                    <a:pt x="6329218" y="1430742"/>
                  </a:lnTo>
                  <a:lnTo>
                    <a:pt x="6328558" y="1430742"/>
                  </a:lnTo>
                  <a:lnTo>
                    <a:pt x="6327897" y="1430742"/>
                  </a:lnTo>
                  <a:lnTo>
                    <a:pt x="6327237" y="1430742"/>
                  </a:lnTo>
                  <a:lnTo>
                    <a:pt x="6326576" y="1430742"/>
                  </a:lnTo>
                  <a:lnTo>
                    <a:pt x="6325915" y="1430742"/>
                  </a:lnTo>
                  <a:lnTo>
                    <a:pt x="6325255" y="1430742"/>
                  </a:lnTo>
                  <a:lnTo>
                    <a:pt x="6324594" y="1430742"/>
                  </a:lnTo>
                  <a:lnTo>
                    <a:pt x="6323934" y="1430742"/>
                  </a:lnTo>
                  <a:lnTo>
                    <a:pt x="6323273" y="1430742"/>
                  </a:lnTo>
                  <a:lnTo>
                    <a:pt x="6322613" y="1430742"/>
                  </a:lnTo>
                  <a:lnTo>
                    <a:pt x="6321952" y="1430742"/>
                  </a:lnTo>
                  <a:lnTo>
                    <a:pt x="6321292" y="1430742"/>
                  </a:lnTo>
                  <a:lnTo>
                    <a:pt x="6320631" y="1430742"/>
                  </a:lnTo>
                  <a:lnTo>
                    <a:pt x="6319971" y="1430742"/>
                  </a:lnTo>
                  <a:lnTo>
                    <a:pt x="6319310" y="1430742"/>
                  </a:lnTo>
                  <a:lnTo>
                    <a:pt x="6318650" y="1430742"/>
                  </a:lnTo>
                  <a:lnTo>
                    <a:pt x="6317989" y="1430742"/>
                  </a:lnTo>
                  <a:lnTo>
                    <a:pt x="6317329" y="1430742"/>
                  </a:lnTo>
                  <a:lnTo>
                    <a:pt x="6316668" y="1430742"/>
                  </a:lnTo>
                  <a:lnTo>
                    <a:pt x="6316008" y="1430742"/>
                  </a:lnTo>
                  <a:lnTo>
                    <a:pt x="6315347" y="1430742"/>
                  </a:lnTo>
                  <a:lnTo>
                    <a:pt x="6314686" y="1430742"/>
                  </a:lnTo>
                  <a:lnTo>
                    <a:pt x="6314026" y="1430742"/>
                  </a:lnTo>
                  <a:lnTo>
                    <a:pt x="6313365" y="1430742"/>
                  </a:lnTo>
                  <a:lnTo>
                    <a:pt x="6312705" y="1430742"/>
                  </a:lnTo>
                  <a:lnTo>
                    <a:pt x="6312044" y="1430742"/>
                  </a:lnTo>
                  <a:lnTo>
                    <a:pt x="6311384" y="1430742"/>
                  </a:lnTo>
                  <a:lnTo>
                    <a:pt x="6310723" y="1430742"/>
                  </a:lnTo>
                  <a:lnTo>
                    <a:pt x="6310063" y="1430742"/>
                  </a:lnTo>
                  <a:lnTo>
                    <a:pt x="6309402" y="1430742"/>
                  </a:lnTo>
                  <a:lnTo>
                    <a:pt x="6308742" y="1430742"/>
                  </a:lnTo>
                  <a:lnTo>
                    <a:pt x="6308081" y="1430742"/>
                  </a:lnTo>
                  <a:lnTo>
                    <a:pt x="6307421" y="1430742"/>
                  </a:lnTo>
                  <a:lnTo>
                    <a:pt x="6306760" y="1430742"/>
                  </a:lnTo>
                  <a:lnTo>
                    <a:pt x="6306100" y="1430742"/>
                  </a:lnTo>
                  <a:lnTo>
                    <a:pt x="6305439" y="1430742"/>
                  </a:lnTo>
                  <a:lnTo>
                    <a:pt x="6304778" y="1430742"/>
                  </a:lnTo>
                  <a:lnTo>
                    <a:pt x="6304118" y="1430742"/>
                  </a:lnTo>
                  <a:lnTo>
                    <a:pt x="6303457" y="1430742"/>
                  </a:lnTo>
                  <a:lnTo>
                    <a:pt x="6302797" y="1430742"/>
                  </a:lnTo>
                  <a:lnTo>
                    <a:pt x="6302136" y="1430742"/>
                  </a:lnTo>
                  <a:lnTo>
                    <a:pt x="6301476" y="1430742"/>
                  </a:lnTo>
                  <a:lnTo>
                    <a:pt x="6300815" y="1430742"/>
                  </a:lnTo>
                  <a:lnTo>
                    <a:pt x="6300155" y="1430742"/>
                  </a:lnTo>
                  <a:lnTo>
                    <a:pt x="6299494" y="1430742"/>
                  </a:lnTo>
                  <a:lnTo>
                    <a:pt x="6298834" y="1430742"/>
                  </a:lnTo>
                  <a:lnTo>
                    <a:pt x="6298173" y="1430742"/>
                  </a:lnTo>
                  <a:lnTo>
                    <a:pt x="6297513" y="1430742"/>
                  </a:lnTo>
                  <a:lnTo>
                    <a:pt x="6296852" y="1430742"/>
                  </a:lnTo>
                  <a:lnTo>
                    <a:pt x="6296192" y="1430742"/>
                  </a:lnTo>
                  <a:lnTo>
                    <a:pt x="6295531" y="1430742"/>
                  </a:lnTo>
                  <a:lnTo>
                    <a:pt x="6294870" y="1430742"/>
                  </a:lnTo>
                  <a:lnTo>
                    <a:pt x="6294210" y="1430742"/>
                  </a:lnTo>
                  <a:lnTo>
                    <a:pt x="6293549" y="1430742"/>
                  </a:lnTo>
                  <a:lnTo>
                    <a:pt x="6292889" y="1430742"/>
                  </a:lnTo>
                  <a:lnTo>
                    <a:pt x="6292228" y="1430742"/>
                  </a:lnTo>
                  <a:lnTo>
                    <a:pt x="6291568" y="1430742"/>
                  </a:lnTo>
                  <a:lnTo>
                    <a:pt x="6290907" y="1430742"/>
                  </a:lnTo>
                  <a:lnTo>
                    <a:pt x="6290247" y="1430742"/>
                  </a:lnTo>
                  <a:lnTo>
                    <a:pt x="6289586" y="1430742"/>
                  </a:lnTo>
                  <a:lnTo>
                    <a:pt x="6288926" y="1430742"/>
                  </a:lnTo>
                  <a:lnTo>
                    <a:pt x="6288265" y="1430742"/>
                  </a:lnTo>
                  <a:lnTo>
                    <a:pt x="6287605" y="1430742"/>
                  </a:lnTo>
                  <a:lnTo>
                    <a:pt x="6286944" y="1430742"/>
                  </a:lnTo>
                  <a:lnTo>
                    <a:pt x="6286284" y="1430742"/>
                  </a:lnTo>
                  <a:lnTo>
                    <a:pt x="6285623" y="1430742"/>
                  </a:lnTo>
                  <a:lnTo>
                    <a:pt x="6284962" y="1430742"/>
                  </a:lnTo>
                  <a:lnTo>
                    <a:pt x="6284302" y="1430742"/>
                  </a:lnTo>
                  <a:lnTo>
                    <a:pt x="6283641" y="1430742"/>
                  </a:lnTo>
                  <a:lnTo>
                    <a:pt x="6282981" y="1430742"/>
                  </a:lnTo>
                  <a:lnTo>
                    <a:pt x="6282320" y="1430742"/>
                  </a:lnTo>
                  <a:lnTo>
                    <a:pt x="6281660" y="1430742"/>
                  </a:lnTo>
                  <a:lnTo>
                    <a:pt x="6280999" y="1430742"/>
                  </a:lnTo>
                  <a:lnTo>
                    <a:pt x="6280339" y="1430742"/>
                  </a:lnTo>
                  <a:lnTo>
                    <a:pt x="6279678" y="1430742"/>
                  </a:lnTo>
                  <a:lnTo>
                    <a:pt x="6279018" y="1430742"/>
                  </a:lnTo>
                  <a:lnTo>
                    <a:pt x="6278357" y="1430742"/>
                  </a:lnTo>
                  <a:lnTo>
                    <a:pt x="6277697" y="1430742"/>
                  </a:lnTo>
                  <a:lnTo>
                    <a:pt x="6277036" y="1430742"/>
                  </a:lnTo>
                  <a:lnTo>
                    <a:pt x="6276376" y="1430742"/>
                  </a:lnTo>
                  <a:lnTo>
                    <a:pt x="6275715" y="1430742"/>
                  </a:lnTo>
                  <a:lnTo>
                    <a:pt x="6275055" y="1430742"/>
                  </a:lnTo>
                  <a:lnTo>
                    <a:pt x="6274394" y="1430742"/>
                  </a:lnTo>
                  <a:lnTo>
                    <a:pt x="6273733" y="1430742"/>
                  </a:lnTo>
                  <a:lnTo>
                    <a:pt x="6273073" y="1430742"/>
                  </a:lnTo>
                  <a:lnTo>
                    <a:pt x="6272412" y="1430742"/>
                  </a:lnTo>
                  <a:lnTo>
                    <a:pt x="6271752" y="1430742"/>
                  </a:lnTo>
                  <a:lnTo>
                    <a:pt x="6271091" y="1430742"/>
                  </a:lnTo>
                  <a:lnTo>
                    <a:pt x="6270431" y="1430742"/>
                  </a:lnTo>
                  <a:lnTo>
                    <a:pt x="6269770" y="1430742"/>
                  </a:lnTo>
                  <a:lnTo>
                    <a:pt x="6269110" y="1430742"/>
                  </a:lnTo>
                  <a:lnTo>
                    <a:pt x="6268449" y="1430742"/>
                  </a:lnTo>
                  <a:lnTo>
                    <a:pt x="6267789" y="1430742"/>
                  </a:lnTo>
                  <a:lnTo>
                    <a:pt x="6267128" y="1430742"/>
                  </a:lnTo>
                  <a:lnTo>
                    <a:pt x="6266468" y="1430742"/>
                  </a:lnTo>
                  <a:lnTo>
                    <a:pt x="6265807" y="1430742"/>
                  </a:lnTo>
                  <a:lnTo>
                    <a:pt x="6265147" y="1430742"/>
                  </a:lnTo>
                  <a:lnTo>
                    <a:pt x="6264486" y="1430742"/>
                  </a:lnTo>
                  <a:lnTo>
                    <a:pt x="6263825" y="1430742"/>
                  </a:lnTo>
                  <a:lnTo>
                    <a:pt x="6263165" y="1430742"/>
                  </a:lnTo>
                  <a:lnTo>
                    <a:pt x="6262504" y="1430742"/>
                  </a:lnTo>
                  <a:lnTo>
                    <a:pt x="6261844" y="1430742"/>
                  </a:lnTo>
                  <a:lnTo>
                    <a:pt x="6261183" y="1430742"/>
                  </a:lnTo>
                  <a:lnTo>
                    <a:pt x="6260523" y="1430742"/>
                  </a:lnTo>
                  <a:lnTo>
                    <a:pt x="6259862" y="1430742"/>
                  </a:lnTo>
                  <a:lnTo>
                    <a:pt x="6259202" y="1430742"/>
                  </a:lnTo>
                  <a:lnTo>
                    <a:pt x="6258541" y="1430742"/>
                  </a:lnTo>
                  <a:lnTo>
                    <a:pt x="6257881" y="1430742"/>
                  </a:lnTo>
                  <a:lnTo>
                    <a:pt x="6257220" y="1430742"/>
                  </a:lnTo>
                  <a:lnTo>
                    <a:pt x="6256560" y="1430742"/>
                  </a:lnTo>
                  <a:lnTo>
                    <a:pt x="6255899" y="1430742"/>
                  </a:lnTo>
                  <a:lnTo>
                    <a:pt x="6255239" y="1430742"/>
                  </a:lnTo>
                  <a:lnTo>
                    <a:pt x="6254578" y="1430742"/>
                  </a:lnTo>
                  <a:lnTo>
                    <a:pt x="6253917" y="1430742"/>
                  </a:lnTo>
                  <a:lnTo>
                    <a:pt x="6253257" y="1430742"/>
                  </a:lnTo>
                  <a:lnTo>
                    <a:pt x="6252596" y="1430742"/>
                  </a:lnTo>
                  <a:lnTo>
                    <a:pt x="6251936" y="1430742"/>
                  </a:lnTo>
                  <a:lnTo>
                    <a:pt x="6251275" y="1430742"/>
                  </a:lnTo>
                  <a:lnTo>
                    <a:pt x="6250615" y="1430742"/>
                  </a:lnTo>
                  <a:lnTo>
                    <a:pt x="6249954" y="1430742"/>
                  </a:lnTo>
                  <a:lnTo>
                    <a:pt x="6249294" y="1430742"/>
                  </a:lnTo>
                  <a:lnTo>
                    <a:pt x="6248633" y="1430742"/>
                  </a:lnTo>
                  <a:lnTo>
                    <a:pt x="6247973" y="1430742"/>
                  </a:lnTo>
                  <a:lnTo>
                    <a:pt x="6247312" y="1430742"/>
                  </a:lnTo>
                  <a:lnTo>
                    <a:pt x="6246652" y="1430742"/>
                  </a:lnTo>
                  <a:lnTo>
                    <a:pt x="6245991" y="1430742"/>
                  </a:lnTo>
                  <a:lnTo>
                    <a:pt x="6245331" y="1430742"/>
                  </a:lnTo>
                  <a:lnTo>
                    <a:pt x="6244670" y="1430742"/>
                  </a:lnTo>
                  <a:lnTo>
                    <a:pt x="6244010" y="1430742"/>
                  </a:lnTo>
                  <a:lnTo>
                    <a:pt x="6243349" y="1430742"/>
                  </a:lnTo>
                  <a:lnTo>
                    <a:pt x="6242688" y="1430742"/>
                  </a:lnTo>
                  <a:lnTo>
                    <a:pt x="6242028" y="1430742"/>
                  </a:lnTo>
                  <a:lnTo>
                    <a:pt x="6241367" y="1430742"/>
                  </a:lnTo>
                  <a:lnTo>
                    <a:pt x="6240707" y="1430742"/>
                  </a:lnTo>
                  <a:lnTo>
                    <a:pt x="6240046" y="1430742"/>
                  </a:lnTo>
                  <a:lnTo>
                    <a:pt x="6239386" y="1430742"/>
                  </a:lnTo>
                  <a:lnTo>
                    <a:pt x="6238725" y="1430742"/>
                  </a:lnTo>
                  <a:lnTo>
                    <a:pt x="6238065" y="1430742"/>
                  </a:lnTo>
                  <a:lnTo>
                    <a:pt x="6237404" y="1430742"/>
                  </a:lnTo>
                  <a:lnTo>
                    <a:pt x="6236744" y="1430742"/>
                  </a:lnTo>
                  <a:lnTo>
                    <a:pt x="6236083" y="1430742"/>
                  </a:lnTo>
                  <a:lnTo>
                    <a:pt x="6235423" y="1430742"/>
                  </a:lnTo>
                  <a:lnTo>
                    <a:pt x="6234762" y="1430742"/>
                  </a:lnTo>
                  <a:lnTo>
                    <a:pt x="6234102" y="1430742"/>
                  </a:lnTo>
                  <a:lnTo>
                    <a:pt x="6233441" y="1430742"/>
                  </a:lnTo>
                  <a:lnTo>
                    <a:pt x="6232780" y="1430742"/>
                  </a:lnTo>
                  <a:lnTo>
                    <a:pt x="6232120" y="1430742"/>
                  </a:lnTo>
                  <a:lnTo>
                    <a:pt x="6231459" y="1430742"/>
                  </a:lnTo>
                  <a:lnTo>
                    <a:pt x="6230799" y="1430742"/>
                  </a:lnTo>
                  <a:lnTo>
                    <a:pt x="6230138" y="1430742"/>
                  </a:lnTo>
                  <a:lnTo>
                    <a:pt x="6229478" y="1430742"/>
                  </a:lnTo>
                  <a:lnTo>
                    <a:pt x="6228817" y="1430742"/>
                  </a:lnTo>
                  <a:lnTo>
                    <a:pt x="6228157" y="1430742"/>
                  </a:lnTo>
                  <a:lnTo>
                    <a:pt x="6227496" y="1430742"/>
                  </a:lnTo>
                  <a:lnTo>
                    <a:pt x="6226836" y="1430742"/>
                  </a:lnTo>
                  <a:lnTo>
                    <a:pt x="6226175" y="1430742"/>
                  </a:lnTo>
                  <a:lnTo>
                    <a:pt x="6225515" y="1430742"/>
                  </a:lnTo>
                  <a:lnTo>
                    <a:pt x="6224854" y="1430742"/>
                  </a:lnTo>
                  <a:lnTo>
                    <a:pt x="6224194" y="1430742"/>
                  </a:lnTo>
                  <a:lnTo>
                    <a:pt x="6223533" y="1430742"/>
                  </a:lnTo>
                  <a:lnTo>
                    <a:pt x="6222872" y="1430742"/>
                  </a:lnTo>
                  <a:lnTo>
                    <a:pt x="6222212" y="1430742"/>
                  </a:lnTo>
                  <a:lnTo>
                    <a:pt x="6221551" y="1430742"/>
                  </a:lnTo>
                  <a:lnTo>
                    <a:pt x="6220891" y="1430742"/>
                  </a:lnTo>
                  <a:lnTo>
                    <a:pt x="6220230" y="1430742"/>
                  </a:lnTo>
                  <a:lnTo>
                    <a:pt x="6219570" y="1430742"/>
                  </a:lnTo>
                  <a:lnTo>
                    <a:pt x="6218909" y="1430742"/>
                  </a:lnTo>
                  <a:lnTo>
                    <a:pt x="6218249" y="1430742"/>
                  </a:lnTo>
                  <a:lnTo>
                    <a:pt x="6217588" y="1430742"/>
                  </a:lnTo>
                  <a:lnTo>
                    <a:pt x="6216928" y="1430742"/>
                  </a:lnTo>
                  <a:lnTo>
                    <a:pt x="6216267" y="1430742"/>
                  </a:lnTo>
                  <a:lnTo>
                    <a:pt x="6215607" y="1430742"/>
                  </a:lnTo>
                  <a:lnTo>
                    <a:pt x="6214946" y="1430742"/>
                  </a:lnTo>
                  <a:lnTo>
                    <a:pt x="6214286" y="1430742"/>
                  </a:lnTo>
                  <a:lnTo>
                    <a:pt x="6213625" y="1430742"/>
                  </a:lnTo>
                  <a:lnTo>
                    <a:pt x="6212964" y="1430742"/>
                  </a:lnTo>
                  <a:lnTo>
                    <a:pt x="6212304" y="1430742"/>
                  </a:lnTo>
                  <a:lnTo>
                    <a:pt x="6211643" y="1430742"/>
                  </a:lnTo>
                  <a:lnTo>
                    <a:pt x="6210983" y="1430742"/>
                  </a:lnTo>
                  <a:lnTo>
                    <a:pt x="6210322" y="1430742"/>
                  </a:lnTo>
                  <a:lnTo>
                    <a:pt x="6209662" y="1430742"/>
                  </a:lnTo>
                  <a:lnTo>
                    <a:pt x="6209001" y="1430742"/>
                  </a:lnTo>
                  <a:lnTo>
                    <a:pt x="6208341" y="1430742"/>
                  </a:lnTo>
                  <a:lnTo>
                    <a:pt x="6207680" y="1430742"/>
                  </a:lnTo>
                  <a:lnTo>
                    <a:pt x="6207020" y="1430742"/>
                  </a:lnTo>
                  <a:lnTo>
                    <a:pt x="6206359" y="1430742"/>
                  </a:lnTo>
                  <a:lnTo>
                    <a:pt x="6205699" y="1430742"/>
                  </a:lnTo>
                  <a:lnTo>
                    <a:pt x="6205038" y="1430742"/>
                  </a:lnTo>
                  <a:lnTo>
                    <a:pt x="6204378" y="1430742"/>
                  </a:lnTo>
                  <a:lnTo>
                    <a:pt x="6203717" y="1430742"/>
                  </a:lnTo>
                  <a:lnTo>
                    <a:pt x="6203057" y="1430742"/>
                  </a:lnTo>
                  <a:lnTo>
                    <a:pt x="6202396" y="1430742"/>
                  </a:lnTo>
                  <a:lnTo>
                    <a:pt x="6201735" y="1430742"/>
                  </a:lnTo>
                  <a:lnTo>
                    <a:pt x="6201075" y="1430742"/>
                  </a:lnTo>
                  <a:lnTo>
                    <a:pt x="6200414" y="1430742"/>
                  </a:lnTo>
                  <a:lnTo>
                    <a:pt x="6199754" y="1430742"/>
                  </a:lnTo>
                  <a:lnTo>
                    <a:pt x="6199093" y="1430742"/>
                  </a:lnTo>
                  <a:lnTo>
                    <a:pt x="6198433" y="1430742"/>
                  </a:lnTo>
                  <a:lnTo>
                    <a:pt x="6197772" y="1430742"/>
                  </a:lnTo>
                  <a:lnTo>
                    <a:pt x="6197112" y="1430742"/>
                  </a:lnTo>
                  <a:lnTo>
                    <a:pt x="6196451" y="1430742"/>
                  </a:lnTo>
                  <a:lnTo>
                    <a:pt x="6195791" y="1430742"/>
                  </a:lnTo>
                  <a:lnTo>
                    <a:pt x="6195130" y="1430742"/>
                  </a:lnTo>
                  <a:lnTo>
                    <a:pt x="6194470" y="1430742"/>
                  </a:lnTo>
                  <a:lnTo>
                    <a:pt x="6193809" y="1430742"/>
                  </a:lnTo>
                  <a:lnTo>
                    <a:pt x="6193149" y="1430742"/>
                  </a:lnTo>
                  <a:lnTo>
                    <a:pt x="6192488" y="1430742"/>
                  </a:lnTo>
                  <a:lnTo>
                    <a:pt x="6191827" y="1430742"/>
                  </a:lnTo>
                  <a:lnTo>
                    <a:pt x="6191167" y="1430742"/>
                  </a:lnTo>
                  <a:lnTo>
                    <a:pt x="6190506" y="1430742"/>
                  </a:lnTo>
                  <a:lnTo>
                    <a:pt x="6189846" y="1430742"/>
                  </a:lnTo>
                  <a:lnTo>
                    <a:pt x="6189185" y="1430742"/>
                  </a:lnTo>
                  <a:lnTo>
                    <a:pt x="6188525" y="1430742"/>
                  </a:lnTo>
                  <a:lnTo>
                    <a:pt x="6187864" y="1430742"/>
                  </a:lnTo>
                  <a:lnTo>
                    <a:pt x="6187204" y="1430742"/>
                  </a:lnTo>
                  <a:lnTo>
                    <a:pt x="6186543" y="1430742"/>
                  </a:lnTo>
                  <a:lnTo>
                    <a:pt x="6185883" y="1430742"/>
                  </a:lnTo>
                  <a:lnTo>
                    <a:pt x="6185222" y="1430742"/>
                  </a:lnTo>
                  <a:lnTo>
                    <a:pt x="6184562" y="1430742"/>
                  </a:lnTo>
                  <a:lnTo>
                    <a:pt x="6183901" y="1430742"/>
                  </a:lnTo>
                  <a:lnTo>
                    <a:pt x="6183241" y="1430742"/>
                  </a:lnTo>
                  <a:lnTo>
                    <a:pt x="6182580" y="1430742"/>
                  </a:lnTo>
                  <a:lnTo>
                    <a:pt x="6181919" y="1430742"/>
                  </a:lnTo>
                  <a:lnTo>
                    <a:pt x="6181259" y="1430742"/>
                  </a:lnTo>
                  <a:lnTo>
                    <a:pt x="6180598" y="1430742"/>
                  </a:lnTo>
                  <a:lnTo>
                    <a:pt x="6179938" y="1430742"/>
                  </a:lnTo>
                  <a:lnTo>
                    <a:pt x="6179277" y="1430742"/>
                  </a:lnTo>
                  <a:lnTo>
                    <a:pt x="6178617" y="1430742"/>
                  </a:lnTo>
                  <a:lnTo>
                    <a:pt x="6177956" y="1430742"/>
                  </a:lnTo>
                  <a:lnTo>
                    <a:pt x="6177296" y="1430742"/>
                  </a:lnTo>
                  <a:lnTo>
                    <a:pt x="6176635" y="1430742"/>
                  </a:lnTo>
                  <a:lnTo>
                    <a:pt x="6175975" y="1430742"/>
                  </a:lnTo>
                  <a:lnTo>
                    <a:pt x="6175314" y="1430742"/>
                  </a:lnTo>
                  <a:lnTo>
                    <a:pt x="6174654" y="1430742"/>
                  </a:lnTo>
                  <a:lnTo>
                    <a:pt x="6173993" y="1430742"/>
                  </a:lnTo>
                  <a:lnTo>
                    <a:pt x="6173333" y="1430742"/>
                  </a:lnTo>
                  <a:lnTo>
                    <a:pt x="6172672" y="1430742"/>
                  </a:lnTo>
                  <a:lnTo>
                    <a:pt x="6172012" y="1430742"/>
                  </a:lnTo>
                  <a:lnTo>
                    <a:pt x="6171351" y="1430742"/>
                  </a:lnTo>
                  <a:lnTo>
                    <a:pt x="6170690" y="1430742"/>
                  </a:lnTo>
                  <a:lnTo>
                    <a:pt x="6170030" y="1430742"/>
                  </a:lnTo>
                  <a:lnTo>
                    <a:pt x="6169369" y="1430742"/>
                  </a:lnTo>
                  <a:lnTo>
                    <a:pt x="6168709" y="1430742"/>
                  </a:lnTo>
                  <a:lnTo>
                    <a:pt x="6168048" y="1430742"/>
                  </a:lnTo>
                  <a:lnTo>
                    <a:pt x="6167388" y="1430742"/>
                  </a:lnTo>
                  <a:lnTo>
                    <a:pt x="6166727" y="1430742"/>
                  </a:lnTo>
                  <a:lnTo>
                    <a:pt x="6166067" y="1430742"/>
                  </a:lnTo>
                  <a:lnTo>
                    <a:pt x="6165406" y="1430742"/>
                  </a:lnTo>
                  <a:lnTo>
                    <a:pt x="6164746" y="1430742"/>
                  </a:lnTo>
                  <a:lnTo>
                    <a:pt x="6164085" y="1430742"/>
                  </a:lnTo>
                  <a:lnTo>
                    <a:pt x="6163425" y="1430742"/>
                  </a:lnTo>
                  <a:lnTo>
                    <a:pt x="6162764" y="1430742"/>
                  </a:lnTo>
                  <a:lnTo>
                    <a:pt x="6162104" y="1430742"/>
                  </a:lnTo>
                  <a:lnTo>
                    <a:pt x="6161443" y="1430742"/>
                  </a:lnTo>
                  <a:lnTo>
                    <a:pt x="6160782" y="1430742"/>
                  </a:lnTo>
                  <a:lnTo>
                    <a:pt x="6160122" y="1430742"/>
                  </a:lnTo>
                  <a:lnTo>
                    <a:pt x="6159461" y="1430742"/>
                  </a:lnTo>
                  <a:lnTo>
                    <a:pt x="6158801" y="1430742"/>
                  </a:lnTo>
                  <a:lnTo>
                    <a:pt x="6158140" y="1430742"/>
                  </a:lnTo>
                  <a:lnTo>
                    <a:pt x="6157480" y="1430742"/>
                  </a:lnTo>
                  <a:lnTo>
                    <a:pt x="6156819" y="1430742"/>
                  </a:lnTo>
                  <a:lnTo>
                    <a:pt x="6156159" y="1430742"/>
                  </a:lnTo>
                  <a:lnTo>
                    <a:pt x="6155498" y="1430742"/>
                  </a:lnTo>
                  <a:lnTo>
                    <a:pt x="6154838" y="1430742"/>
                  </a:lnTo>
                  <a:lnTo>
                    <a:pt x="6154177" y="1430742"/>
                  </a:lnTo>
                  <a:lnTo>
                    <a:pt x="6153517" y="1430742"/>
                  </a:lnTo>
                  <a:lnTo>
                    <a:pt x="6152856" y="1430742"/>
                  </a:lnTo>
                  <a:lnTo>
                    <a:pt x="6152196" y="1430742"/>
                  </a:lnTo>
                  <a:lnTo>
                    <a:pt x="6151535" y="1430742"/>
                  </a:lnTo>
                  <a:lnTo>
                    <a:pt x="6150874" y="1430742"/>
                  </a:lnTo>
                  <a:lnTo>
                    <a:pt x="6150214" y="1430742"/>
                  </a:lnTo>
                  <a:lnTo>
                    <a:pt x="6149553" y="1430742"/>
                  </a:lnTo>
                  <a:lnTo>
                    <a:pt x="6148893" y="1430742"/>
                  </a:lnTo>
                  <a:lnTo>
                    <a:pt x="6148232" y="1430742"/>
                  </a:lnTo>
                  <a:lnTo>
                    <a:pt x="6147572" y="1430742"/>
                  </a:lnTo>
                  <a:lnTo>
                    <a:pt x="6146911" y="1430742"/>
                  </a:lnTo>
                  <a:lnTo>
                    <a:pt x="6146251" y="1430742"/>
                  </a:lnTo>
                  <a:lnTo>
                    <a:pt x="6145590" y="1430742"/>
                  </a:lnTo>
                  <a:lnTo>
                    <a:pt x="6144930" y="1430742"/>
                  </a:lnTo>
                  <a:lnTo>
                    <a:pt x="6144269" y="1430742"/>
                  </a:lnTo>
                  <a:lnTo>
                    <a:pt x="6143609" y="1430742"/>
                  </a:lnTo>
                  <a:lnTo>
                    <a:pt x="6142948" y="1430742"/>
                  </a:lnTo>
                  <a:lnTo>
                    <a:pt x="6142288" y="1430742"/>
                  </a:lnTo>
                  <a:lnTo>
                    <a:pt x="6141627" y="1430742"/>
                  </a:lnTo>
                  <a:lnTo>
                    <a:pt x="6140966" y="1430742"/>
                  </a:lnTo>
                  <a:lnTo>
                    <a:pt x="6140306" y="1430742"/>
                  </a:lnTo>
                  <a:lnTo>
                    <a:pt x="6139645" y="1430742"/>
                  </a:lnTo>
                  <a:lnTo>
                    <a:pt x="6138985" y="1430742"/>
                  </a:lnTo>
                  <a:lnTo>
                    <a:pt x="6138324" y="1430742"/>
                  </a:lnTo>
                  <a:lnTo>
                    <a:pt x="6137664" y="1430742"/>
                  </a:lnTo>
                  <a:lnTo>
                    <a:pt x="6137003" y="1430742"/>
                  </a:lnTo>
                  <a:lnTo>
                    <a:pt x="6136343" y="1430742"/>
                  </a:lnTo>
                  <a:lnTo>
                    <a:pt x="6135682" y="1430742"/>
                  </a:lnTo>
                  <a:lnTo>
                    <a:pt x="6135022" y="1430742"/>
                  </a:lnTo>
                  <a:lnTo>
                    <a:pt x="6134361" y="1430742"/>
                  </a:lnTo>
                  <a:lnTo>
                    <a:pt x="6133701" y="1430742"/>
                  </a:lnTo>
                  <a:lnTo>
                    <a:pt x="6133040" y="1430742"/>
                  </a:lnTo>
                  <a:lnTo>
                    <a:pt x="6132380" y="1430742"/>
                  </a:lnTo>
                  <a:lnTo>
                    <a:pt x="6131719" y="1430742"/>
                  </a:lnTo>
                  <a:lnTo>
                    <a:pt x="6131059" y="1430742"/>
                  </a:lnTo>
                  <a:lnTo>
                    <a:pt x="6130398" y="1430742"/>
                  </a:lnTo>
                  <a:lnTo>
                    <a:pt x="6129737" y="1430742"/>
                  </a:lnTo>
                  <a:lnTo>
                    <a:pt x="6129077" y="1430742"/>
                  </a:lnTo>
                  <a:lnTo>
                    <a:pt x="6128416" y="1430742"/>
                  </a:lnTo>
                  <a:lnTo>
                    <a:pt x="6127756" y="1430742"/>
                  </a:lnTo>
                  <a:lnTo>
                    <a:pt x="6127095" y="1430742"/>
                  </a:lnTo>
                  <a:lnTo>
                    <a:pt x="6126435" y="1430742"/>
                  </a:lnTo>
                  <a:lnTo>
                    <a:pt x="6125774" y="1430742"/>
                  </a:lnTo>
                  <a:lnTo>
                    <a:pt x="6125114" y="1430742"/>
                  </a:lnTo>
                  <a:lnTo>
                    <a:pt x="6124453" y="1430742"/>
                  </a:lnTo>
                  <a:lnTo>
                    <a:pt x="6123793" y="1430742"/>
                  </a:lnTo>
                  <a:lnTo>
                    <a:pt x="6123132" y="1430742"/>
                  </a:lnTo>
                  <a:lnTo>
                    <a:pt x="6122472" y="1430742"/>
                  </a:lnTo>
                  <a:lnTo>
                    <a:pt x="6121811" y="1430742"/>
                  </a:lnTo>
                  <a:lnTo>
                    <a:pt x="6121151" y="1430742"/>
                  </a:lnTo>
                  <a:lnTo>
                    <a:pt x="6120490" y="1430742"/>
                  </a:lnTo>
                  <a:lnTo>
                    <a:pt x="6119829" y="1430742"/>
                  </a:lnTo>
                  <a:lnTo>
                    <a:pt x="6119169" y="1430742"/>
                  </a:lnTo>
                  <a:lnTo>
                    <a:pt x="6118508" y="1430742"/>
                  </a:lnTo>
                  <a:lnTo>
                    <a:pt x="6117848" y="1430742"/>
                  </a:lnTo>
                  <a:lnTo>
                    <a:pt x="6117187" y="1430742"/>
                  </a:lnTo>
                  <a:lnTo>
                    <a:pt x="6116527" y="1430742"/>
                  </a:lnTo>
                  <a:lnTo>
                    <a:pt x="6115866" y="1430742"/>
                  </a:lnTo>
                  <a:lnTo>
                    <a:pt x="6115206" y="1430742"/>
                  </a:lnTo>
                  <a:lnTo>
                    <a:pt x="6114545" y="1430742"/>
                  </a:lnTo>
                  <a:lnTo>
                    <a:pt x="6113885" y="1430742"/>
                  </a:lnTo>
                  <a:lnTo>
                    <a:pt x="6113224" y="1430742"/>
                  </a:lnTo>
                  <a:lnTo>
                    <a:pt x="6112564" y="1430742"/>
                  </a:lnTo>
                  <a:lnTo>
                    <a:pt x="6111903" y="1430742"/>
                  </a:lnTo>
                  <a:lnTo>
                    <a:pt x="6111243" y="1430742"/>
                  </a:lnTo>
                  <a:lnTo>
                    <a:pt x="6110582" y="1430742"/>
                  </a:lnTo>
                  <a:lnTo>
                    <a:pt x="6109921" y="1430742"/>
                  </a:lnTo>
                  <a:lnTo>
                    <a:pt x="6109261" y="1430742"/>
                  </a:lnTo>
                  <a:lnTo>
                    <a:pt x="6108600" y="1430742"/>
                  </a:lnTo>
                  <a:lnTo>
                    <a:pt x="6107940" y="1430742"/>
                  </a:lnTo>
                  <a:lnTo>
                    <a:pt x="6107279" y="1430742"/>
                  </a:lnTo>
                  <a:lnTo>
                    <a:pt x="6106619" y="1430742"/>
                  </a:lnTo>
                  <a:lnTo>
                    <a:pt x="6105958" y="1430742"/>
                  </a:lnTo>
                  <a:lnTo>
                    <a:pt x="6105298" y="1430742"/>
                  </a:lnTo>
                  <a:lnTo>
                    <a:pt x="6104637" y="1430742"/>
                  </a:lnTo>
                  <a:lnTo>
                    <a:pt x="6103977" y="1430742"/>
                  </a:lnTo>
                  <a:lnTo>
                    <a:pt x="6103316" y="1430742"/>
                  </a:lnTo>
                  <a:lnTo>
                    <a:pt x="6102656" y="1430742"/>
                  </a:lnTo>
                  <a:lnTo>
                    <a:pt x="6101995" y="1430742"/>
                  </a:lnTo>
                  <a:lnTo>
                    <a:pt x="6101335" y="1430742"/>
                  </a:lnTo>
                  <a:lnTo>
                    <a:pt x="6100674" y="1430742"/>
                  </a:lnTo>
                  <a:lnTo>
                    <a:pt x="6100014" y="1430742"/>
                  </a:lnTo>
                  <a:lnTo>
                    <a:pt x="6099353" y="1430742"/>
                  </a:lnTo>
                  <a:lnTo>
                    <a:pt x="6098692" y="1430742"/>
                  </a:lnTo>
                  <a:lnTo>
                    <a:pt x="6098032" y="1430742"/>
                  </a:lnTo>
                  <a:lnTo>
                    <a:pt x="6097371" y="1430742"/>
                  </a:lnTo>
                  <a:lnTo>
                    <a:pt x="6096711" y="1430742"/>
                  </a:lnTo>
                  <a:lnTo>
                    <a:pt x="6096050" y="1430742"/>
                  </a:lnTo>
                  <a:lnTo>
                    <a:pt x="6095390" y="1430742"/>
                  </a:lnTo>
                  <a:lnTo>
                    <a:pt x="6094729" y="1430742"/>
                  </a:lnTo>
                  <a:lnTo>
                    <a:pt x="6094069" y="1430742"/>
                  </a:lnTo>
                  <a:lnTo>
                    <a:pt x="6093408" y="1430742"/>
                  </a:lnTo>
                  <a:lnTo>
                    <a:pt x="6092748" y="1430742"/>
                  </a:lnTo>
                  <a:lnTo>
                    <a:pt x="6092087" y="1430742"/>
                  </a:lnTo>
                  <a:lnTo>
                    <a:pt x="6091427" y="1430742"/>
                  </a:lnTo>
                  <a:lnTo>
                    <a:pt x="6090766" y="1430742"/>
                  </a:lnTo>
                  <a:lnTo>
                    <a:pt x="6090106" y="1430742"/>
                  </a:lnTo>
                  <a:lnTo>
                    <a:pt x="6089445" y="1430742"/>
                  </a:lnTo>
                  <a:lnTo>
                    <a:pt x="6088784" y="1430742"/>
                  </a:lnTo>
                  <a:lnTo>
                    <a:pt x="6088124" y="1430742"/>
                  </a:lnTo>
                  <a:lnTo>
                    <a:pt x="6087463" y="1430742"/>
                  </a:lnTo>
                  <a:lnTo>
                    <a:pt x="6086803" y="1430742"/>
                  </a:lnTo>
                  <a:lnTo>
                    <a:pt x="6086142" y="1430742"/>
                  </a:lnTo>
                  <a:lnTo>
                    <a:pt x="6085482" y="1430742"/>
                  </a:lnTo>
                  <a:lnTo>
                    <a:pt x="6084821" y="1430742"/>
                  </a:lnTo>
                  <a:lnTo>
                    <a:pt x="6084161" y="1430742"/>
                  </a:lnTo>
                  <a:lnTo>
                    <a:pt x="6083500" y="1430742"/>
                  </a:lnTo>
                  <a:lnTo>
                    <a:pt x="6082840" y="1430742"/>
                  </a:lnTo>
                  <a:lnTo>
                    <a:pt x="6082179" y="1430742"/>
                  </a:lnTo>
                  <a:lnTo>
                    <a:pt x="6081519" y="1430742"/>
                  </a:lnTo>
                  <a:lnTo>
                    <a:pt x="6080858" y="1430742"/>
                  </a:lnTo>
                  <a:lnTo>
                    <a:pt x="6080198" y="1430742"/>
                  </a:lnTo>
                  <a:lnTo>
                    <a:pt x="6079537" y="1430742"/>
                  </a:lnTo>
                  <a:lnTo>
                    <a:pt x="6078876" y="1430742"/>
                  </a:lnTo>
                  <a:lnTo>
                    <a:pt x="6078216" y="1430742"/>
                  </a:lnTo>
                  <a:lnTo>
                    <a:pt x="6077555" y="1430742"/>
                  </a:lnTo>
                  <a:lnTo>
                    <a:pt x="6076895" y="1430742"/>
                  </a:lnTo>
                  <a:lnTo>
                    <a:pt x="6076234" y="1430742"/>
                  </a:lnTo>
                  <a:lnTo>
                    <a:pt x="6075574" y="1430742"/>
                  </a:lnTo>
                  <a:lnTo>
                    <a:pt x="6074913" y="1430742"/>
                  </a:lnTo>
                  <a:lnTo>
                    <a:pt x="6074253" y="1430742"/>
                  </a:lnTo>
                  <a:lnTo>
                    <a:pt x="6073592" y="1430742"/>
                  </a:lnTo>
                  <a:lnTo>
                    <a:pt x="6072932" y="1430742"/>
                  </a:lnTo>
                  <a:lnTo>
                    <a:pt x="6072271" y="1430742"/>
                  </a:lnTo>
                  <a:lnTo>
                    <a:pt x="6071611" y="1430742"/>
                  </a:lnTo>
                  <a:lnTo>
                    <a:pt x="6070950" y="1430742"/>
                  </a:lnTo>
                  <a:lnTo>
                    <a:pt x="6070290" y="1430742"/>
                  </a:lnTo>
                  <a:lnTo>
                    <a:pt x="6069629" y="1430742"/>
                  </a:lnTo>
                  <a:lnTo>
                    <a:pt x="6068968" y="1430742"/>
                  </a:lnTo>
                  <a:lnTo>
                    <a:pt x="6068308" y="1430742"/>
                  </a:lnTo>
                  <a:lnTo>
                    <a:pt x="6067647" y="1430742"/>
                  </a:lnTo>
                  <a:lnTo>
                    <a:pt x="6066987" y="1430742"/>
                  </a:lnTo>
                  <a:lnTo>
                    <a:pt x="6066326" y="1430742"/>
                  </a:lnTo>
                  <a:lnTo>
                    <a:pt x="6065666" y="1430742"/>
                  </a:lnTo>
                  <a:lnTo>
                    <a:pt x="6065005" y="1430742"/>
                  </a:lnTo>
                  <a:lnTo>
                    <a:pt x="6064345" y="1430742"/>
                  </a:lnTo>
                  <a:lnTo>
                    <a:pt x="6063684" y="1430742"/>
                  </a:lnTo>
                  <a:lnTo>
                    <a:pt x="6063024" y="1430742"/>
                  </a:lnTo>
                  <a:lnTo>
                    <a:pt x="6062363" y="1430742"/>
                  </a:lnTo>
                  <a:lnTo>
                    <a:pt x="6061703" y="1430742"/>
                  </a:lnTo>
                  <a:lnTo>
                    <a:pt x="6061042" y="1430742"/>
                  </a:lnTo>
                  <a:lnTo>
                    <a:pt x="6060382" y="1430742"/>
                  </a:lnTo>
                  <a:lnTo>
                    <a:pt x="6059721" y="1430742"/>
                  </a:lnTo>
                  <a:lnTo>
                    <a:pt x="6059061" y="1430742"/>
                  </a:lnTo>
                  <a:lnTo>
                    <a:pt x="6058400" y="1430742"/>
                  </a:lnTo>
                  <a:lnTo>
                    <a:pt x="6057739" y="1430742"/>
                  </a:lnTo>
                  <a:lnTo>
                    <a:pt x="6057079" y="1430742"/>
                  </a:lnTo>
                  <a:lnTo>
                    <a:pt x="6056418" y="1430742"/>
                  </a:lnTo>
                  <a:lnTo>
                    <a:pt x="6055758" y="1430742"/>
                  </a:lnTo>
                  <a:lnTo>
                    <a:pt x="6055097" y="1430742"/>
                  </a:lnTo>
                  <a:lnTo>
                    <a:pt x="6054437" y="1430742"/>
                  </a:lnTo>
                  <a:lnTo>
                    <a:pt x="6053776" y="1430742"/>
                  </a:lnTo>
                  <a:lnTo>
                    <a:pt x="6053116" y="1430742"/>
                  </a:lnTo>
                  <a:lnTo>
                    <a:pt x="6052455" y="1430742"/>
                  </a:lnTo>
                  <a:lnTo>
                    <a:pt x="6051795" y="1430742"/>
                  </a:lnTo>
                  <a:lnTo>
                    <a:pt x="6051134" y="1430742"/>
                  </a:lnTo>
                  <a:lnTo>
                    <a:pt x="6050474" y="1430742"/>
                  </a:lnTo>
                  <a:lnTo>
                    <a:pt x="6049813" y="1430742"/>
                  </a:lnTo>
                  <a:lnTo>
                    <a:pt x="6049153" y="1430742"/>
                  </a:lnTo>
                  <a:lnTo>
                    <a:pt x="6048492" y="1430742"/>
                  </a:lnTo>
                  <a:lnTo>
                    <a:pt x="6047831" y="1430742"/>
                  </a:lnTo>
                  <a:lnTo>
                    <a:pt x="6047171" y="1430742"/>
                  </a:lnTo>
                  <a:lnTo>
                    <a:pt x="6046510" y="1430742"/>
                  </a:lnTo>
                  <a:lnTo>
                    <a:pt x="6045850" y="1430742"/>
                  </a:lnTo>
                  <a:lnTo>
                    <a:pt x="6045189" y="1430742"/>
                  </a:lnTo>
                  <a:lnTo>
                    <a:pt x="6044529" y="1430742"/>
                  </a:lnTo>
                  <a:lnTo>
                    <a:pt x="6043868" y="1430742"/>
                  </a:lnTo>
                  <a:lnTo>
                    <a:pt x="6043208" y="1430742"/>
                  </a:lnTo>
                  <a:lnTo>
                    <a:pt x="6042547" y="1430742"/>
                  </a:lnTo>
                  <a:lnTo>
                    <a:pt x="6041887" y="1430742"/>
                  </a:lnTo>
                  <a:lnTo>
                    <a:pt x="6041226" y="1430742"/>
                  </a:lnTo>
                  <a:lnTo>
                    <a:pt x="6040566" y="1430742"/>
                  </a:lnTo>
                  <a:lnTo>
                    <a:pt x="6039905" y="1430742"/>
                  </a:lnTo>
                  <a:lnTo>
                    <a:pt x="6039245" y="1430742"/>
                  </a:lnTo>
                  <a:lnTo>
                    <a:pt x="6038584" y="1430742"/>
                  </a:lnTo>
                  <a:lnTo>
                    <a:pt x="6037923" y="1430742"/>
                  </a:lnTo>
                  <a:lnTo>
                    <a:pt x="6037263" y="1430742"/>
                  </a:lnTo>
                  <a:lnTo>
                    <a:pt x="6036602" y="1430742"/>
                  </a:lnTo>
                  <a:lnTo>
                    <a:pt x="6035942" y="1430742"/>
                  </a:lnTo>
                  <a:lnTo>
                    <a:pt x="6035281" y="1430742"/>
                  </a:lnTo>
                  <a:lnTo>
                    <a:pt x="6034621" y="1430742"/>
                  </a:lnTo>
                  <a:lnTo>
                    <a:pt x="6033960" y="1430742"/>
                  </a:lnTo>
                  <a:lnTo>
                    <a:pt x="6033300" y="1430742"/>
                  </a:lnTo>
                  <a:lnTo>
                    <a:pt x="6032639" y="1430742"/>
                  </a:lnTo>
                  <a:lnTo>
                    <a:pt x="6031979" y="1430742"/>
                  </a:lnTo>
                  <a:lnTo>
                    <a:pt x="6031318" y="1430742"/>
                  </a:lnTo>
                  <a:lnTo>
                    <a:pt x="6030658" y="1430742"/>
                  </a:lnTo>
                  <a:lnTo>
                    <a:pt x="6029997" y="1430742"/>
                  </a:lnTo>
                  <a:lnTo>
                    <a:pt x="6029337" y="1430742"/>
                  </a:lnTo>
                  <a:lnTo>
                    <a:pt x="6028676" y="1430742"/>
                  </a:lnTo>
                  <a:lnTo>
                    <a:pt x="6028016" y="1430742"/>
                  </a:lnTo>
                  <a:lnTo>
                    <a:pt x="6027355" y="1430742"/>
                  </a:lnTo>
                  <a:lnTo>
                    <a:pt x="6026694" y="1430742"/>
                  </a:lnTo>
                  <a:lnTo>
                    <a:pt x="6026034" y="1430742"/>
                  </a:lnTo>
                  <a:lnTo>
                    <a:pt x="6025373" y="1430742"/>
                  </a:lnTo>
                  <a:lnTo>
                    <a:pt x="6024713" y="1430742"/>
                  </a:lnTo>
                  <a:lnTo>
                    <a:pt x="6024052" y="1430742"/>
                  </a:lnTo>
                  <a:lnTo>
                    <a:pt x="6023392" y="1430742"/>
                  </a:lnTo>
                  <a:lnTo>
                    <a:pt x="6022731" y="1430742"/>
                  </a:lnTo>
                  <a:lnTo>
                    <a:pt x="6022071" y="1430742"/>
                  </a:lnTo>
                  <a:lnTo>
                    <a:pt x="6021410" y="1430742"/>
                  </a:lnTo>
                  <a:lnTo>
                    <a:pt x="6020750" y="1430742"/>
                  </a:lnTo>
                  <a:lnTo>
                    <a:pt x="6020089" y="1430742"/>
                  </a:lnTo>
                  <a:lnTo>
                    <a:pt x="6019429" y="1430742"/>
                  </a:lnTo>
                  <a:lnTo>
                    <a:pt x="6018768" y="1430742"/>
                  </a:lnTo>
                  <a:lnTo>
                    <a:pt x="6018108" y="1430742"/>
                  </a:lnTo>
                  <a:lnTo>
                    <a:pt x="6017447" y="1430742"/>
                  </a:lnTo>
                  <a:lnTo>
                    <a:pt x="6016786" y="1430742"/>
                  </a:lnTo>
                  <a:lnTo>
                    <a:pt x="6016126" y="1430742"/>
                  </a:lnTo>
                  <a:lnTo>
                    <a:pt x="6015465" y="1430742"/>
                  </a:lnTo>
                  <a:lnTo>
                    <a:pt x="6014805" y="1430742"/>
                  </a:lnTo>
                  <a:lnTo>
                    <a:pt x="6014144" y="1430742"/>
                  </a:lnTo>
                  <a:lnTo>
                    <a:pt x="6013484" y="1430742"/>
                  </a:lnTo>
                  <a:lnTo>
                    <a:pt x="6012823" y="1430742"/>
                  </a:lnTo>
                  <a:lnTo>
                    <a:pt x="6012163" y="1430742"/>
                  </a:lnTo>
                  <a:lnTo>
                    <a:pt x="6011502" y="1430742"/>
                  </a:lnTo>
                  <a:lnTo>
                    <a:pt x="6010842" y="1430742"/>
                  </a:lnTo>
                  <a:lnTo>
                    <a:pt x="6010181" y="1430742"/>
                  </a:lnTo>
                  <a:lnTo>
                    <a:pt x="6009521" y="1430742"/>
                  </a:lnTo>
                  <a:lnTo>
                    <a:pt x="6008860" y="1430742"/>
                  </a:lnTo>
                  <a:lnTo>
                    <a:pt x="6008200" y="1430742"/>
                  </a:lnTo>
                  <a:lnTo>
                    <a:pt x="6007539" y="1430742"/>
                  </a:lnTo>
                  <a:lnTo>
                    <a:pt x="6006878" y="1430742"/>
                  </a:lnTo>
                  <a:lnTo>
                    <a:pt x="6006218" y="1430742"/>
                  </a:lnTo>
                  <a:lnTo>
                    <a:pt x="6005557" y="1430742"/>
                  </a:lnTo>
                  <a:lnTo>
                    <a:pt x="6004897" y="1430742"/>
                  </a:lnTo>
                  <a:lnTo>
                    <a:pt x="6004236" y="1430742"/>
                  </a:lnTo>
                  <a:lnTo>
                    <a:pt x="6003576" y="1430742"/>
                  </a:lnTo>
                  <a:lnTo>
                    <a:pt x="6002915" y="1430742"/>
                  </a:lnTo>
                  <a:lnTo>
                    <a:pt x="6002255" y="1430742"/>
                  </a:lnTo>
                  <a:lnTo>
                    <a:pt x="6001594" y="1430742"/>
                  </a:lnTo>
                  <a:lnTo>
                    <a:pt x="6000934" y="1430742"/>
                  </a:lnTo>
                  <a:lnTo>
                    <a:pt x="6000273" y="1430742"/>
                  </a:lnTo>
                  <a:lnTo>
                    <a:pt x="5999613" y="1430742"/>
                  </a:lnTo>
                  <a:lnTo>
                    <a:pt x="5998952" y="1430742"/>
                  </a:lnTo>
                  <a:lnTo>
                    <a:pt x="5998292" y="1430742"/>
                  </a:lnTo>
                  <a:lnTo>
                    <a:pt x="5997631" y="1430742"/>
                  </a:lnTo>
                  <a:lnTo>
                    <a:pt x="5996970" y="1430742"/>
                  </a:lnTo>
                  <a:lnTo>
                    <a:pt x="5996310" y="1430742"/>
                  </a:lnTo>
                  <a:lnTo>
                    <a:pt x="5995649" y="1430742"/>
                  </a:lnTo>
                  <a:lnTo>
                    <a:pt x="5994989" y="1430742"/>
                  </a:lnTo>
                  <a:lnTo>
                    <a:pt x="5994328" y="1430742"/>
                  </a:lnTo>
                  <a:lnTo>
                    <a:pt x="5993668" y="1430742"/>
                  </a:lnTo>
                  <a:lnTo>
                    <a:pt x="5993007" y="1430742"/>
                  </a:lnTo>
                  <a:lnTo>
                    <a:pt x="5992347" y="1430742"/>
                  </a:lnTo>
                  <a:lnTo>
                    <a:pt x="5991686" y="1430742"/>
                  </a:lnTo>
                  <a:lnTo>
                    <a:pt x="5991026" y="1430742"/>
                  </a:lnTo>
                  <a:lnTo>
                    <a:pt x="5990365" y="1430742"/>
                  </a:lnTo>
                  <a:lnTo>
                    <a:pt x="5989705" y="1430742"/>
                  </a:lnTo>
                  <a:lnTo>
                    <a:pt x="5989044" y="1430742"/>
                  </a:lnTo>
                  <a:lnTo>
                    <a:pt x="5988384" y="1430742"/>
                  </a:lnTo>
                  <a:lnTo>
                    <a:pt x="5987723" y="1430742"/>
                  </a:lnTo>
                  <a:lnTo>
                    <a:pt x="5987063" y="1430742"/>
                  </a:lnTo>
                  <a:lnTo>
                    <a:pt x="5986402" y="1430742"/>
                  </a:lnTo>
                  <a:lnTo>
                    <a:pt x="5985741" y="1430742"/>
                  </a:lnTo>
                  <a:lnTo>
                    <a:pt x="5985081" y="1430742"/>
                  </a:lnTo>
                  <a:lnTo>
                    <a:pt x="5984420" y="1430742"/>
                  </a:lnTo>
                  <a:lnTo>
                    <a:pt x="5983760" y="1430742"/>
                  </a:lnTo>
                  <a:lnTo>
                    <a:pt x="5983099" y="1430742"/>
                  </a:lnTo>
                  <a:lnTo>
                    <a:pt x="5982439" y="1430742"/>
                  </a:lnTo>
                  <a:lnTo>
                    <a:pt x="5981778" y="1430742"/>
                  </a:lnTo>
                  <a:lnTo>
                    <a:pt x="5981118" y="1430742"/>
                  </a:lnTo>
                  <a:lnTo>
                    <a:pt x="5980457" y="1430742"/>
                  </a:lnTo>
                  <a:lnTo>
                    <a:pt x="5979797" y="1430742"/>
                  </a:lnTo>
                  <a:lnTo>
                    <a:pt x="5979136" y="1430742"/>
                  </a:lnTo>
                  <a:lnTo>
                    <a:pt x="5978476" y="1430742"/>
                  </a:lnTo>
                  <a:lnTo>
                    <a:pt x="5977815" y="1430742"/>
                  </a:lnTo>
                  <a:lnTo>
                    <a:pt x="5977155" y="1430742"/>
                  </a:lnTo>
                  <a:lnTo>
                    <a:pt x="5976494" y="1430742"/>
                  </a:lnTo>
                  <a:lnTo>
                    <a:pt x="5975833" y="1430742"/>
                  </a:lnTo>
                  <a:lnTo>
                    <a:pt x="5975173" y="1430742"/>
                  </a:lnTo>
                  <a:lnTo>
                    <a:pt x="5974512" y="1430742"/>
                  </a:lnTo>
                  <a:lnTo>
                    <a:pt x="5973852" y="1430742"/>
                  </a:lnTo>
                  <a:lnTo>
                    <a:pt x="5973191" y="1430742"/>
                  </a:lnTo>
                  <a:lnTo>
                    <a:pt x="5972531" y="1430742"/>
                  </a:lnTo>
                  <a:lnTo>
                    <a:pt x="5971870" y="1430742"/>
                  </a:lnTo>
                  <a:lnTo>
                    <a:pt x="5971210" y="1430742"/>
                  </a:lnTo>
                  <a:lnTo>
                    <a:pt x="5970549" y="1430742"/>
                  </a:lnTo>
                  <a:lnTo>
                    <a:pt x="5969889" y="1430742"/>
                  </a:lnTo>
                  <a:lnTo>
                    <a:pt x="5969228" y="1430742"/>
                  </a:lnTo>
                  <a:lnTo>
                    <a:pt x="5968568" y="1430742"/>
                  </a:lnTo>
                  <a:lnTo>
                    <a:pt x="5967907" y="1430742"/>
                  </a:lnTo>
                  <a:lnTo>
                    <a:pt x="5967247" y="1430742"/>
                  </a:lnTo>
                  <a:lnTo>
                    <a:pt x="5966586" y="1430742"/>
                  </a:lnTo>
                  <a:lnTo>
                    <a:pt x="5965925" y="1430742"/>
                  </a:lnTo>
                  <a:lnTo>
                    <a:pt x="5965265" y="1430742"/>
                  </a:lnTo>
                  <a:lnTo>
                    <a:pt x="5964604" y="1430742"/>
                  </a:lnTo>
                  <a:lnTo>
                    <a:pt x="5963944" y="1430742"/>
                  </a:lnTo>
                  <a:lnTo>
                    <a:pt x="5963283" y="1430742"/>
                  </a:lnTo>
                  <a:lnTo>
                    <a:pt x="5962623" y="1430742"/>
                  </a:lnTo>
                  <a:lnTo>
                    <a:pt x="5961962" y="1430742"/>
                  </a:lnTo>
                  <a:lnTo>
                    <a:pt x="5961302" y="1430742"/>
                  </a:lnTo>
                  <a:lnTo>
                    <a:pt x="5960641" y="1430742"/>
                  </a:lnTo>
                  <a:lnTo>
                    <a:pt x="5959981" y="1430742"/>
                  </a:lnTo>
                  <a:lnTo>
                    <a:pt x="5959320" y="1430742"/>
                  </a:lnTo>
                  <a:lnTo>
                    <a:pt x="5958660" y="1430742"/>
                  </a:lnTo>
                  <a:lnTo>
                    <a:pt x="5957999" y="1430742"/>
                  </a:lnTo>
                  <a:lnTo>
                    <a:pt x="5957339" y="1430742"/>
                  </a:lnTo>
                  <a:lnTo>
                    <a:pt x="5956678" y="1430742"/>
                  </a:lnTo>
                  <a:lnTo>
                    <a:pt x="5956018" y="1430742"/>
                  </a:lnTo>
                  <a:lnTo>
                    <a:pt x="5955357" y="1430742"/>
                  </a:lnTo>
                  <a:lnTo>
                    <a:pt x="5954696" y="1430742"/>
                  </a:lnTo>
                  <a:lnTo>
                    <a:pt x="5954036" y="1430742"/>
                  </a:lnTo>
                  <a:lnTo>
                    <a:pt x="5953375" y="1430742"/>
                  </a:lnTo>
                  <a:lnTo>
                    <a:pt x="5952715" y="1430742"/>
                  </a:lnTo>
                  <a:lnTo>
                    <a:pt x="5952054" y="1430742"/>
                  </a:lnTo>
                  <a:lnTo>
                    <a:pt x="5951394" y="1430742"/>
                  </a:lnTo>
                  <a:lnTo>
                    <a:pt x="5950733" y="1430742"/>
                  </a:lnTo>
                  <a:lnTo>
                    <a:pt x="5950073" y="1430742"/>
                  </a:lnTo>
                  <a:lnTo>
                    <a:pt x="5949412" y="1430742"/>
                  </a:lnTo>
                  <a:lnTo>
                    <a:pt x="5948752" y="1430742"/>
                  </a:lnTo>
                  <a:lnTo>
                    <a:pt x="5948091" y="1430742"/>
                  </a:lnTo>
                  <a:lnTo>
                    <a:pt x="5947431" y="1430742"/>
                  </a:lnTo>
                  <a:lnTo>
                    <a:pt x="5946770" y="1430742"/>
                  </a:lnTo>
                  <a:lnTo>
                    <a:pt x="5946110" y="1430742"/>
                  </a:lnTo>
                  <a:lnTo>
                    <a:pt x="5945449" y="1430742"/>
                  </a:lnTo>
                  <a:lnTo>
                    <a:pt x="5944788" y="1430742"/>
                  </a:lnTo>
                  <a:lnTo>
                    <a:pt x="5944128" y="1430742"/>
                  </a:lnTo>
                  <a:lnTo>
                    <a:pt x="5943467" y="1430742"/>
                  </a:lnTo>
                  <a:lnTo>
                    <a:pt x="5942807" y="1430742"/>
                  </a:lnTo>
                  <a:lnTo>
                    <a:pt x="5942146" y="1430742"/>
                  </a:lnTo>
                  <a:lnTo>
                    <a:pt x="5941486" y="1430742"/>
                  </a:lnTo>
                  <a:lnTo>
                    <a:pt x="5940825" y="1430742"/>
                  </a:lnTo>
                  <a:lnTo>
                    <a:pt x="5940165" y="1430742"/>
                  </a:lnTo>
                  <a:lnTo>
                    <a:pt x="5939504" y="1430742"/>
                  </a:lnTo>
                  <a:lnTo>
                    <a:pt x="5938844" y="1430742"/>
                  </a:lnTo>
                  <a:lnTo>
                    <a:pt x="5938183" y="1430742"/>
                  </a:lnTo>
                  <a:lnTo>
                    <a:pt x="5937523" y="1430742"/>
                  </a:lnTo>
                  <a:lnTo>
                    <a:pt x="5936862" y="1430742"/>
                  </a:lnTo>
                  <a:lnTo>
                    <a:pt x="5936202" y="1430742"/>
                  </a:lnTo>
                  <a:lnTo>
                    <a:pt x="5935541" y="1430742"/>
                  </a:lnTo>
                  <a:lnTo>
                    <a:pt x="5934880" y="1430742"/>
                  </a:lnTo>
                  <a:lnTo>
                    <a:pt x="5934220" y="1430742"/>
                  </a:lnTo>
                  <a:lnTo>
                    <a:pt x="5933559" y="1430742"/>
                  </a:lnTo>
                  <a:lnTo>
                    <a:pt x="5932899" y="1430742"/>
                  </a:lnTo>
                  <a:lnTo>
                    <a:pt x="5932238" y="1430742"/>
                  </a:lnTo>
                  <a:lnTo>
                    <a:pt x="5931578" y="1430742"/>
                  </a:lnTo>
                  <a:lnTo>
                    <a:pt x="5930917" y="1430742"/>
                  </a:lnTo>
                  <a:lnTo>
                    <a:pt x="5930257" y="1430742"/>
                  </a:lnTo>
                  <a:lnTo>
                    <a:pt x="5929596" y="1430742"/>
                  </a:lnTo>
                  <a:lnTo>
                    <a:pt x="5928936" y="1430742"/>
                  </a:lnTo>
                  <a:lnTo>
                    <a:pt x="5928275" y="1430742"/>
                  </a:lnTo>
                  <a:lnTo>
                    <a:pt x="5927615" y="1430742"/>
                  </a:lnTo>
                  <a:lnTo>
                    <a:pt x="5926954" y="1430742"/>
                  </a:lnTo>
                  <a:lnTo>
                    <a:pt x="5926294" y="1430742"/>
                  </a:lnTo>
                  <a:lnTo>
                    <a:pt x="5925633" y="1430742"/>
                  </a:lnTo>
                  <a:lnTo>
                    <a:pt x="5924972" y="1430742"/>
                  </a:lnTo>
                  <a:lnTo>
                    <a:pt x="5924312" y="1430742"/>
                  </a:lnTo>
                  <a:lnTo>
                    <a:pt x="5923651" y="1430742"/>
                  </a:lnTo>
                  <a:lnTo>
                    <a:pt x="5922991" y="1430742"/>
                  </a:lnTo>
                  <a:lnTo>
                    <a:pt x="5922330" y="1430742"/>
                  </a:lnTo>
                  <a:lnTo>
                    <a:pt x="5921670" y="1430742"/>
                  </a:lnTo>
                  <a:lnTo>
                    <a:pt x="5921009" y="1430742"/>
                  </a:lnTo>
                  <a:lnTo>
                    <a:pt x="5920349" y="1430742"/>
                  </a:lnTo>
                  <a:lnTo>
                    <a:pt x="5919688" y="1430742"/>
                  </a:lnTo>
                  <a:lnTo>
                    <a:pt x="5919028" y="1430742"/>
                  </a:lnTo>
                  <a:lnTo>
                    <a:pt x="5918367" y="1430742"/>
                  </a:lnTo>
                  <a:lnTo>
                    <a:pt x="5917707" y="1430742"/>
                  </a:lnTo>
                  <a:lnTo>
                    <a:pt x="5917046" y="1430742"/>
                  </a:lnTo>
                  <a:lnTo>
                    <a:pt x="5916386" y="1430742"/>
                  </a:lnTo>
                  <a:lnTo>
                    <a:pt x="5915725" y="1430742"/>
                  </a:lnTo>
                  <a:lnTo>
                    <a:pt x="5915065" y="1430742"/>
                  </a:lnTo>
                  <a:lnTo>
                    <a:pt x="5914404" y="1430742"/>
                  </a:lnTo>
                  <a:lnTo>
                    <a:pt x="5913743" y="1430742"/>
                  </a:lnTo>
                  <a:lnTo>
                    <a:pt x="5913083" y="1430742"/>
                  </a:lnTo>
                  <a:lnTo>
                    <a:pt x="5912422" y="1430742"/>
                  </a:lnTo>
                  <a:lnTo>
                    <a:pt x="5911762" y="1430742"/>
                  </a:lnTo>
                  <a:lnTo>
                    <a:pt x="5911101" y="1430742"/>
                  </a:lnTo>
                  <a:lnTo>
                    <a:pt x="5910441" y="1430742"/>
                  </a:lnTo>
                  <a:lnTo>
                    <a:pt x="5909780" y="1430742"/>
                  </a:lnTo>
                  <a:lnTo>
                    <a:pt x="5909120" y="1430742"/>
                  </a:lnTo>
                  <a:lnTo>
                    <a:pt x="5908459" y="1430742"/>
                  </a:lnTo>
                  <a:lnTo>
                    <a:pt x="5907799" y="1430742"/>
                  </a:lnTo>
                  <a:lnTo>
                    <a:pt x="5907138" y="1430742"/>
                  </a:lnTo>
                  <a:lnTo>
                    <a:pt x="5906478" y="1430742"/>
                  </a:lnTo>
                  <a:lnTo>
                    <a:pt x="5905817" y="1430742"/>
                  </a:lnTo>
                  <a:lnTo>
                    <a:pt x="5905157" y="1430742"/>
                  </a:lnTo>
                  <a:lnTo>
                    <a:pt x="5904496" y="1430742"/>
                  </a:lnTo>
                  <a:lnTo>
                    <a:pt x="5903835" y="1430742"/>
                  </a:lnTo>
                  <a:lnTo>
                    <a:pt x="5903175" y="1430742"/>
                  </a:lnTo>
                  <a:lnTo>
                    <a:pt x="5902514" y="1430742"/>
                  </a:lnTo>
                  <a:lnTo>
                    <a:pt x="5901854" y="1430742"/>
                  </a:lnTo>
                  <a:lnTo>
                    <a:pt x="5901193" y="1430742"/>
                  </a:lnTo>
                  <a:lnTo>
                    <a:pt x="5900533" y="1430742"/>
                  </a:lnTo>
                  <a:lnTo>
                    <a:pt x="5899872" y="1430742"/>
                  </a:lnTo>
                  <a:lnTo>
                    <a:pt x="5899212" y="1430742"/>
                  </a:lnTo>
                  <a:lnTo>
                    <a:pt x="5898551" y="1430742"/>
                  </a:lnTo>
                  <a:lnTo>
                    <a:pt x="5897891" y="1430742"/>
                  </a:lnTo>
                  <a:lnTo>
                    <a:pt x="5897230" y="1430742"/>
                  </a:lnTo>
                  <a:lnTo>
                    <a:pt x="5896570" y="1430742"/>
                  </a:lnTo>
                  <a:lnTo>
                    <a:pt x="5895909" y="1430742"/>
                  </a:lnTo>
                  <a:lnTo>
                    <a:pt x="5895249" y="1430742"/>
                  </a:lnTo>
                  <a:lnTo>
                    <a:pt x="5894588" y="1430742"/>
                  </a:lnTo>
                  <a:lnTo>
                    <a:pt x="5893927" y="1430742"/>
                  </a:lnTo>
                  <a:lnTo>
                    <a:pt x="5893267" y="1430742"/>
                  </a:lnTo>
                  <a:lnTo>
                    <a:pt x="5892606" y="1430742"/>
                  </a:lnTo>
                  <a:lnTo>
                    <a:pt x="5891946" y="1430742"/>
                  </a:lnTo>
                  <a:lnTo>
                    <a:pt x="5891285" y="1430742"/>
                  </a:lnTo>
                  <a:lnTo>
                    <a:pt x="5890625" y="1430742"/>
                  </a:lnTo>
                  <a:lnTo>
                    <a:pt x="5889964" y="1430742"/>
                  </a:lnTo>
                  <a:lnTo>
                    <a:pt x="5889304" y="1430742"/>
                  </a:lnTo>
                  <a:lnTo>
                    <a:pt x="5888643" y="1430742"/>
                  </a:lnTo>
                  <a:lnTo>
                    <a:pt x="5887983" y="1430742"/>
                  </a:lnTo>
                  <a:lnTo>
                    <a:pt x="5887322" y="1430742"/>
                  </a:lnTo>
                  <a:lnTo>
                    <a:pt x="5886662" y="1430742"/>
                  </a:lnTo>
                  <a:lnTo>
                    <a:pt x="5886001" y="1430742"/>
                  </a:lnTo>
                  <a:lnTo>
                    <a:pt x="5885341" y="1430742"/>
                  </a:lnTo>
                  <a:lnTo>
                    <a:pt x="5884680" y="1430742"/>
                  </a:lnTo>
                  <a:lnTo>
                    <a:pt x="5884020" y="1430742"/>
                  </a:lnTo>
                  <a:lnTo>
                    <a:pt x="5883359" y="1430742"/>
                  </a:lnTo>
                  <a:lnTo>
                    <a:pt x="5882698" y="1430742"/>
                  </a:lnTo>
                  <a:lnTo>
                    <a:pt x="5882038" y="1430742"/>
                  </a:lnTo>
                  <a:lnTo>
                    <a:pt x="5881377" y="1430742"/>
                  </a:lnTo>
                  <a:lnTo>
                    <a:pt x="5880717" y="1430742"/>
                  </a:lnTo>
                  <a:lnTo>
                    <a:pt x="5880056" y="1430742"/>
                  </a:lnTo>
                  <a:lnTo>
                    <a:pt x="5879396" y="1430742"/>
                  </a:lnTo>
                  <a:lnTo>
                    <a:pt x="5878735" y="1430742"/>
                  </a:lnTo>
                  <a:lnTo>
                    <a:pt x="5878075" y="1430742"/>
                  </a:lnTo>
                  <a:lnTo>
                    <a:pt x="5877414" y="1430742"/>
                  </a:lnTo>
                  <a:lnTo>
                    <a:pt x="5876754" y="1430742"/>
                  </a:lnTo>
                  <a:lnTo>
                    <a:pt x="5876093" y="1430742"/>
                  </a:lnTo>
                  <a:lnTo>
                    <a:pt x="5875433" y="1430742"/>
                  </a:lnTo>
                  <a:lnTo>
                    <a:pt x="5874772" y="1430742"/>
                  </a:lnTo>
                  <a:lnTo>
                    <a:pt x="5874112" y="1430742"/>
                  </a:lnTo>
                  <a:lnTo>
                    <a:pt x="5873451" y="1430742"/>
                  </a:lnTo>
                  <a:lnTo>
                    <a:pt x="5872790" y="1430742"/>
                  </a:lnTo>
                  <a:lnTo>
                    <a:pt x="5872130" y="1430742"/>
                  </a:lnTo>
                  <a:lnTo>
                    <a:pt x="5871469" y="1430742"/>
                  </a:lnTo>
                  <a:lnTo>
                    <a:pt x="5870809" y="1430742"/>
                  </a:lnTo>
                  <a:lnTo>
                    <a:pt x="5870148" y="1430742"/>
                  </a:lnTo>
                  <a:lnTo>
                    <a:pt x="5869488" y="1430742"/>
                  </a:lnTo>
                  <a:lnTo>
                    <a:pt x="5868827" y="1430742"/>
                  </a:lnTo>
                  <a:lnTo>
                    <a:pt x="5868167" y="1430742"/>
                  </a:lnTo>
                  <a:lnTo>
                    <a:pt x="5867506" y="1430742"/>
                  </a:lnTo>
                  <a:lnTo>
                    <a:pt x="5866846" y="1430742"/>
                  </a:lnTo>
                  <a:lnTo>
                    <a:pt x="5866185" y="1430742"/>
                  </a:lnTo>
                  <a:lnTo>
                    <a:pt x="5865525" y="1430742"/>
                  </a:lnTo>
                  <a:lnTo>
                    <a:pt x="5864864" y="1430742"/>
                  </a:lnTo>
                  <a:lnTo>
                    <a:pt x="5864204" y="1430742"/>
                  </a:lnTo>
                  <a:lnTo>
                    <a:pt x="5863543" y="1430742"/>
                  </a:lnTo>
                  <a:lnTo>
                    <a:pt x="5862882" y="1430742"/>
                  </a:lnTo>
                  <a:lnTo>
                    <a:pt x="5862222" y="1430742"/>
                  </a:lnTo>
                  <a:lnTo>
                    <a:pt x="5861561" y="1430742"/>
                  </a:lnTo>
                  <a:lnTo>
                    <a:pt x="5860901" y="1430742"/>
                  </a:lnTo>
                  <a:lnTo>
                    <a:pt x="5860240" y="1430742"/>
                  </a:lnTo>
                  <a:lnTo>
                    <a:pt x="5859580" y="1430742"/>
                  </a:lnTo>
                  <a:lnTo>
                    <a:pt x="5858919" y="1430742"/>
                  </a:lnTo>
                  <a:lnTo>
                    <a:pt x="5858259" y="1430742"/>
                  </a:lnTo>
                  <a:lnTo>
                    <a:pt x="5857598" y="1430742"/>
                  </a:lnTo>
                  <a:lnTo>
                    <a:pt x="5856938" y="1430742"/>
                  </a:lnTo>
                  <a:lnTo>
                    <a:pt x="5856277" y="1430742"/>
                  </a:lnTo>
                  <a:lnTo>
                    <a:pt x="5855617" y="1430742"/>
                  </a:lnTo>
                  <a:lnTo>
                    <a:pt x="5854956" y="1430742"/>
                  </a:lnTo>
                  <a:lnTo>
                    <a:pt x="5854296" y="1430742"/>
                  </a:lnTo>
                  <a:lnTo>
                    <a:pt x="5853635" y="1430742"/>
                  </a:lnTo>
                  <a:lnTo>
                    <a:pt x="5852974" y="1430742"/>
                  </a:lnTo>
                  <a:lnTo>
                    <a:pt x="5852314" y="1430742"/>
                  </a:lnTo>
                  <a:lnTo>
                    <a:pt x="5851653" y="1430742"/>
                  </a:lnTo>
                  <a:lnTo>
                    <a:pt x="5850993" y="1430742"/>
                  </a:lnTo>
                  <a:lnTo>
                    <a:pt x="5850332" y="1430742"/>
                  </a:lnTo>
                  <a:lnTo>
                    <a:pt x="5849672" y="1430742"/>
                  </a:lnTo>
                  <a:lnTo>
                    <a:pt x="5849011" y="1430742"/>
                  </a:lnTo>
                  <a:lnTo>
                    <a:pt x="5848351" y="1430742"/>
                  </a:lnTo>
                  <a:lnTo>
                    <a:pt x="5847690" y="1430742"/>
                  </a:lnTo>
                  <a:lnTo>
                    <a:pt x="5847030" y="1430742"/>
                  </a:lnTo>
                  <a:lnTo>
                    <a:pt x="5846369" y="1430742"/>
                  </a:lnTo>
                  <a:lnTo>
                    <a:pt x="5845709" y="1430742"/>
                  </a:lnTo>
                  <a:lnTo>
                    <a:pt x="5845048" y="1430742"/>
                  </a:lnTo>
                  <a:lnTo>
                    <a:pt x="5844388" y="1430742"/>
                  </a:lnTo>
                  <a:lnTo>
                    <a:pt x="5843727" y="1430742"/>
                  </a:lnTo>
                  <a:lnTo>
                    <a:pt x="5843067" y="1430742"/>
                  </a:lnTo>
                  <a:lnTo>
                    <a:pt x="5842406" y="1430742"/>
                  </a:lnTo>
                  <a:lnTo>
                    <a:pt x="5841745" y="1430742"/>
                  </a:lnTo>
                  <a:lnTo>
                    <a:pt x="5841085" y="1430742"/>
                  </a:lnTo>
                  <a:lnTo>
                    <a:pt x="5840424" y="1430742"/>
                  </a:lnTo>
                  <a:lnTo>
                    <a:pt x="5839764" y="1430742"/>
                  </a:lnTo>
                  <a:lnTo>
                    <a:pt x="5839103" y="1430742"/>
                  </a:lnTo>
                  <a:lnTo>
                    <a:pt x="5838443" y="1430742"/>
                  </a:lnTo>
                  <a:lnTo>
                    <a:pt x="5837782" y="1430742"/>
                  </a:lnTo>
                  <a:lnTo>
                    <a:pt x="5837122" y="1430742"/>
                  </a:lnTo>
                  <a:lnTo>
                    <a:pt x="5836461" y="1430742"/>
                  </a:lnTo>
                  <a:lnTo>
                    <a:pt x="5835801" y="1430742"/>
                  </a:lnTo>
                  <a:lnTo>
                    <a:pt x="5835140" y="1430742"/>
                  </a:lnTo>
                  <a:lnTo>
                    <a:pt x="5834480" y="1430742"/>
                  </a:lnTo>
                  <a:lnTo>
                    <a:pt x="5833819" y="1430742"/>
                  </a:lnTo>
                  <a:lnTo>
                    <a:pt x="5833159" y="1430742"/>
                  </a:lnTo>
                  <a:lnTo>
                    <a:pt x="5832498" y="1430742"/>
                  </a:lnTo>
                  <a:lnTo>
                    <a:pt x="5831837" y="1430742"/>
                  </a:lnTo>
                  <a:lnTo>
                    <a:pt x="5831177" y="1430742"/>
                  </a:lnTo>
                  <a:lnTo>
                    <a:pt x="5830516" y="1430742"/>
                  </a:lnTo>
                  <a:lnTo>
                    <a:pt x="5829856" y="1430742"/>
                  </a:lnTo>
                  <a:lnTo>
                    <a:pt x="5829195" y="1430742"/>
                  </a:lnTo>
                  <a:lnTo>
                    <a:pt x="5828535" y="1430742"/>
                  </a:lnTo>
                  <a:lnTo>
                    <a:pt x="5827874" y="1430742"/>
                  </a:lnTo>
                  <a:lnTo>
                    <a:pt x="5827214" y="1430742"/>
                  </a:lnTo>
                  <a:lnTo>
                    <a:pt x="5826553" y="1430742"/>
                  </a:lnTo>
                  <a:lnTo>
                    <a:pt x="5825893" y="1430742"/>
                  </a:lnTo>
                  <a:lnTo>
                    <a:pt x="5825232" y="1430742"/>
                  </a:lnTo>
                  <a:lnTo>
                    <a:pt x="5824572" y="1430742"/>
                  </a:lnTo>
                  <a:lnTo>
                    <a:pt x="5823911" y="1430742"/>
                  </a:lnTo>
                  <a:lnTo>
                    <a:pt x="5823251" y="1430742"/>
                  </a:lnTo>
                  <a:lnTo>
                    <a:pt x="5822590" y="1430742"/>
                  </a:lnTo>
                  <a:lnTo>
                    <a:pt x="5821929" y="1430742"/>
                  </a:lnTo>
                  <a:lnTo>
                    <a:pt x="5821269" y="1430742"/>
                  </a:lnTo>
                  <a:lnTo>
                    <a:pt x="5820608" y="1430742"/>
                  </a:lnTo>
                  <a:lnTo>
                    <a:pt x="5819948" y="1430742"/>
                  </a:lnTo>
                  <a:lnTo>
                    <a:pt x="5819287" y="1430742"/>
                  </a:lnTo>
                  <a:lnTo>
                    <a:pt x="5818627" y="1430742"/>
                  </a:lnTo>
                  <a:lnTo>
                    <a:pt x="5817966" y="1430742"/>
                  </a:lnTo>
                  <a:lnTo>
                    <a:pt x="5817306" y="1430742"/>
                  </a:lnTo>
                  <a:lnTo>
                    <a:pt x="5816645" y="1430742"/>
                  </a:lnTo>
                  <a:lnTo>
                    <a:pt x="5815985" y="1430742"/>
                  </a:lnTo>
                  <a:lnTo>
                    <a:pt x="5815324" y="1430742"/>
                  </a:lnTo>
                  <a:lnTo>
                    <a:pt x="5814664" y="1430742"/>
                  </a:lnTo>
                  <a:lnTo>
                    <a:pt x="5814003" y="1430742"/>
                  </a:lnTo>
                  <a:lnTo>
                    <a:pt x="5813343" y="1430742"/>
                  </a:lnTo>
                  <a:lnTo>
                    <a:pt x="5812682" y="1430742"/>
                  </a:lnTo>
                  <a:lnTo>
                    <a:pt x="5812022" y="1430742"/>
                  </a:lnTo>
                  <a:lnTo>
                    <a:pt x="5811361" y="1430742"/>
                  </a:lnTo>
                  <a:lnTo>
                    <a:pt x="5810700" y="1430742"/>
                  </a:lnTo>
                  <a:lnTo>
                    <a:pt x="5810040" y="1430742"/>
                  </a:lnTo>
                  <a:lnTo>
                    <a:pt x="5809379" y="1430742"/>
                  </a:lnTo>
                  <a:lnTo>
                    <a:pt x="5808719" y="1430742"/>
                  </a:lnTo>
                  <a:lnTo>
                    <a:pt x="5808058" y="1430742"/>
                  </a:lnTo>
                  <a:lnTo>
                    <a:pt x="5807398" y="1430742"/>
                  </a:lnTo>
                  <a:lnTo>
                    <a:pt x="5806737" y="1430742"/>
                  </a:lnTo>
                  <a:lnTo>
                    <a:pt x="5806077" y="1430742"/>
                  </a:lnTo>
                  <a:lnTo>
                    <a:pt x="5805416" y="1430742"/>
                  </a:lnTo>
                  <a:lnTo>
                    <a:pt x="5804756" y="1430742"/>
                  </a:lnTo>
                  <a:lnTo>
                    <a:pt x="5804095" y="1430742"/>
                  </a:lnTo>
                  <a:lnTo>
                    <a:pt x="5803435" y="1430742"/>
                  </a:lnTo>
                  <a:lnTo>
                    <a:pt x="5802774" y="1430742"/>
                  </a:lnTo>
                  <a:lnTo>
                    <a:pt x="5802114" y="1430742"/>
                  </a:lnTo>
                  <a:lnTo>
                    <a:pt x="5801453" y="1430742"/>
                  </a:lnTo>
                  <a:lnTo>
                    <a:pt x="5800792" y="1430742"/>
                  </a:lnTo>
                  <a:lnTo>
                    <a:pt x="5800132" y="1430742"/>
                  </a:lnTo>
                  <a:lnTo>
                    <a:pt x="5799471" y="1430742"/>
                  </a:lnTo>
                  <a:lnTo>
                    <a:pt x="5798811" y="1430742"/>
                  </a:lnTo>
                  <a:lnTo>
                    <a:pt x="5798150" y="1430742"/>
                  </a:lnTo>
                  <a:lnTo>
                    <a:pt x="5797490" y="1430742"/>
                  </a:lnTo>
                  <a:lnTo>
                    <a:pt x="5796829" y="1430742"/>
                  </a:lnTo>
                  <a:lnTo>
                    <a:pt x="5796169" y="1430742"/>
                  </a:lnTo>
                  <a:lnTo>
                    <a:pt x="5795508" y="1430742"/>
                  </a:lnTo>
                  <a:lnTo>
                    <a:pt x="5794848" y="1430742"/>
                  </a:lnTo>
                  <a:lnTo>
                    <a:pt x="5794187" y="1430742"/>
                  </a:lnTo>
                  <a:lnTo>
                    <a:pt x="5793527" y="1430742"/>
                  </a:lnTo>
                  <a:lnTo>
                    <a:pt x="5792866" y="1430742"/>
                  </a:lnTo>
                  <a:lnTo>
                    <a:pt x="5792206" y="1430742"/>
                  </a:lnTo>
                  <a:lnTo>
                    <a:pt x="5791545" y="1430742"/>
                  </a:lnTo>
                  <a:lnTo>
                    <a:pt x="5790884" y="1430742"/>
                  </a:lnTo>
                  <a:lnTo>
                    <a:pt x="5790224" y="1430742"/>
                  </a:lnTo>
                  <a:lnTo>
                    <a:pt x="5789563" y="1430742"/>
                  </a:lnTo>
                  <a:lnTo>
                    <a:pt x="5788903" y="1430742"/>
                  </a:lnTo>
                  <a:lnTo>
                    <a:pt x="5788242" y="1430742"/>
                  </a:lnTo>
                  <a:lnTo>
                    <a:pt x="5787582" y="1430742"/>
                  </a:lnTo>
                  <a:lnTo>
                    <a:pt x="5786921" y="1430742"/>
                  </a:lnTo>
                  <a:lnTo>
                    <a:pt x="5786261" y="1430742"/>
                  </a:lnTo>
                  <a:lnTo>
                    <a:pt x="5785600" y="1430742"/>
                  </a:lnTo>
                  <a:lnTo>
                    <a:pt x="5784940" y="1430742"/>
                  </a:lnTo>
                  <a:lnTo>
                    <a:pt x="5784279" y="1430742"/>
                  </a:lnTo>
                  <a:lnTo>
                    <a:pt x="5783619" y="1430742"/>
                  </a:lnTo>
                  <a:lnTo>
                    <a:pt x="5782958" y="1430742"/>
                  </a:lnTo>
                  <a:lnTo>
                    <a:pt x="5782298" y="1430742"/>
                  </a:lnTo>
                  <a:lnTo>
                    <a:pt x="5781637" y="1430742"/>
                  </a:lnTo>
                  <a:lnTo>
                    <a:pt x="5780976" y="1430742"/>
                  </a:lnTo>
                  <a:lnTo>
                    <a:pt x="5780316" y="1430742"/>
                  </a:lnTo>
                  <a:lnTo>
                    <a:pt x="5779655" y="1430742"/>
                  </a:lnTo>
                  <a:lnTo>
                    <a:pt x="5778995" y="1430742"/>
                  </a:lnTo>
                  <a:lnTo>
                    <a:pt x="5778334" y="1430742"/>
                  </a:lnTo>
                  <a:lnTo>
                    <a:pt x="5777674" y="1430742"/>
                  </a:lnTo>
                  <a:lnTo>
                    <a:pt x="5777013" y="1430742"/>
                  </a:lnTo>
                  <a:lnTo>
                    <a:pt x="5776353" y="1430742"/>
                  </a:lnTo>
                  <a:lnTo>
                    <a:pt x="5775692" y="1430742"/>
                  </a:lnTo>
                  <a:lnTo>
                    <a:pt x="5775032" y="1430742"/>
                  </a:lnTo>
                  <a:lnTo>
                    <a:pt x="5774371" y="1430742"/>
                  </a:lnTo>
                  <a:lnTo>
                    <a:pt x="5773711" y="1430742"/>
                  </a:lnTo>
                  <a:lnTo>
                    <a:pt x="5773050" y="1430742"/>
                  </a:lnTo>
                  <a:lnTo>
                    <a:pt x="5772390" y="1430742"/>
                  </a:lnTo>
                  <a:lnTo>
                    <a:pt x="5771729" y="1430742"/>
                  </a:lnTo>
                  <a:lnTo>
                    <a:pt x="5771069" y="1430742"/>
                  </a:lnTo>
                  <a:lnTo>
                    <a:pt x="5770408" y="1430742"/>
                  </a:lnTo>
                  <a:lnTo>
                    <a:pt x="5769747" y="1430742"/>
                  </a:lnTo>
                  <a:lnTo>
                    <a:pt x="5769087" y="1430742"/>
                  </a:lnTo>
                  <a:lnTo>
                    <a:pt x="5768426" y="1430742"/>
                  </a:lnTo>
                  <a:lnTo>
                    <a:pt x="5767766" y="1430742"/>
                  </a:lnTo>
                  <a:lnTo>
                    <a:pt x="5767105" y="1430742"/>
                  </a:lnTo>
                  <a:lnTo>
                    <a:pt x="5766445" y="1430742"/>
                  </a:lnTo>
                  <a:lnTo>
                    <a:pt x="5765784" y="1430742"/>
                  </a:lnTo>
                  <a:lnTo>
                    <a:pt x="5765124" y="1430742"/>
                  </a:lnTo>
                  <a:lnTo>
                    <a:pt x="5764463" y="1430742"/>
                  </a:lnTo>
                  <a:lnTo>
                    <a:pt x="5763803" y="1430742"/>
                  </a:lnTo>
                  <a:lnTo>
                    <a:pt x="5763142" y="1430742"/>
                  </a:lnTo>
                  <a:lnTo>
                    <a:pt x="5762482" y="1430742"/>
                  </a:lnTo>
                  <a:lnTo>
                    <a:pt x="5761821" y="1430742"/>
                  </a:lnTo>
                  <a:lnTo>
                    <a:pt x="5761161" y="1430742"/>
                  </a:lnTo>
                  <a:lnTo>
                    <a:pt x="5760500" y="1430742"/>
                  </a:lnTo>
                  <a:lnTo>
                    <a:pt x="5759839" y="1430742"/>
                  </a:lnTo>
                  <a:lnTo>
                    <a:pt x="5759179" y="1430742"/>
                  </a:lnTo>
                  <a:lnTo>
                    <a:pt x="5758518" y="1430742"/>
                  </a:lnTo>
                  <a:lnTo>
                    <a:pt x="5757858" y="1430742"/>
                  </a:lnTo>
                  <a:lnTo>
                    <a:pt x="5757197" y="1430742"/>
                  </a:lnTo>
                  <a:lnTo>
                    <a:pt x="5756537" y="1430742"/>
                  </a:lnTo>
                  <a:lnTo>
                    <a:pt x="5755876" y="1430742"/>
                  </a:lnTo>
                  <a:lnTo>
                    <a:pt x="5755216" y="1430742"/>
                  </a:lnTo>
                  <a:lnTo>
                    <a:pt x="5754555" y="1430742"/>
                  </a:lnTo>
                  <a:lnTo>
                    <a:pt x="5753895" y="1430742"/>
                  </a:lnTo>
                  <a:lnTo>
                    <a:pt x="5753234" y="1430742"/>
                  </a:lnTo>
                  <a:lnTo>
                    <a:pt x="5752574" y="1430742"/>
                  </a:lnTo>
                  <a:lnTo>
                    <a:pt x="5751913" y="1430742"/>
                  </a:lnTo>
                  <a:lnTo>
                    <a:pt x="5751253" y="1430742"/>
                  </a:lnTo>
                  <a:lnTo>
                    <a:pt x="5750592" y="1430742"/>
                  </a:lnTo>
                  <a:lnTo>
                    <a:pt x="5749931" y="1430742"/>
                  </a:lnTo>
                  <a:lnTo>
                    <a:pt x="5749271" y="1430742"/>
                  </a:lnTo>
                  <a:lnTo>
                    <a:pt x="5748610" y="1430742"/>
                  </a:lnTo>
                  <a:lnTo>
                    <a:pt x="5747950" y="1430742"/>
                  </a:lnTo>
                  <a:lnTo>
                    <a:pt x="5747289" y="1430742"/>
                  </a:lnTo>
                  <a:lnTo>
                    <a:pt x="5746629" y="1430742"/>
                  </a:lnTo>
                  <a:lnTo>
                    <a:pt x="5745968" y="1430742"/>
                  </a:lnTo>
                  <a:lnTo>
                    <a:pt x="5745308" y="1430742"/>
                  </a:lnTo>
                  <a:lnTo>
                    <a:pt x="5744647" y="1430742"/>
                  </a:lnTo>
                  <a:lnTo>
                    <a:pt x="5743987" y="1430742"/>
                  </a:lnTo>
                  <a:lnTo>
                    <a:pt x="5743326" y="1430742"/>
                  </a:lnTo>
                  <a:lnTo>
                    <a:pt x="5742666" y="1430742"/>
                  </a:lnTo>
                  <a:lnTo>
                    <a:pt x="5742005" y="1430742"/>
                  </a:lnTo>
                  <a:lnTo>
                    <a:pt x="5741345" y="1430742"/>
                  </a:lnTo>
                  <a:lnTo>
                    <a:pt x="5740684" y="1430742"/>
                  </a:lnTo>
                  <a:lnTo>
                    <a:pt x="5740024" y="1430742"/>
                  </a:lnTo>
                  <a:lnTo>
                    <a:pt x="5739363" y="1430742"/>
                  </a:lnTo>
                  <a:lnTo>
                    <a:pt x="5738702" y="1430742"/>
                  </a:lnTo>
                  <a:lnTo>
                    <a:pt x="5738042" y="1430742"/>
                  </a:lnTo>
                  <a:lnTo>
                    <a:pt x="5737381" y="1430742"/>
                  </a:lnTo>
                  <a:lnTo>
                    <a:pt x="5736721" y="1430742"/>
                  </a:lnTo>
                  <a:lnTo>
                    <a:pt x="5736060" y="1430742"/>
                  </a:lnTo>
                  <a:lnTo>
                    <a:pt x="5735400" y="1430742"/>
                  </a:lnTo>
                  <a:lnTo>
                    <a:pt x="5734739" y="1430742"/>
                  </a:lnTo>
                  <a:lnTo>
                    <a:pt x="5734079" y="1430742"/>
                  </a:lnTo>
                  <a:lnTo>
                    <a:pt x="5733418" y="1430742"/>
                  </a:lnTo>
                  <a:lnTo>
                    <a:pt x="5732758" y="1430742"/>
                  </a:lnTo>
                  <a:lnTo>
                    <a:pt x="5732097" y="1430742"/>
                  </a:lnTo>
                  <a:lnTo>
                    <a:pt x="5731437" y="1430742"/>
                  </a:lnTo>
                  <a:lnTo>
                    <a:pt x="5730776" y="1430742"/>
                  </a:lnTo>
                  <a:lnTo>
                    <a:pt x="5730116" y="1430742"/>
                  </a:lnTo>
                  <a:lnTo>
                    <a:pt x="5729455" y="1430742"/>
                  </a:lnTo>
                  <a:lnTo>
                    <a:pt x="5728794" y="1430742"/>
                  </a:lnTo>
                  <a:lnTo>
                    <a:pt x="5728134" y="1430742"/>
                  </a:lnTo>
                  <a:lnTo>
                    <a:pt x="5727473" y="1430742"/>
                  </a:lnTo>
                  <a:lnTo>
                    <a:pt x="5726813" y="1430742"/>
                  </a:lnTo>
                  <a:lnTo>
                    <a:pt x="5726152" y="1430742"/>
                  </a:lnTo>
                  <a:lnTo>
                    <a:pt x="5725492" y="1430742"/>
                  </a:lnTo>
                  <a:lnTo>
                    <a:pt x="5724831" y="1430742"/>
                  </a:lnTo>
                  <a:lnTo>
                    <a:pt x="5724171" y="1430742"/>
                  </a:lnTo>
                  <a:lnTo>
                    <a:pt x="5723510" y="1430742"/>
                  </a:lnTo>
                  <a:lnTo>
                    <a:pt x="5722850" y="1430742"/>
                  </a:lnTo>
                  <a:lnTo>
                    <a:pt x="5722189" y="1430742"/>
                  </a:lnTo>
                  <a:lnTo>
                    <a:pt x="5721529" y="1430742"/>
                  </a:lnTo>
                  <a:lnTo>
                    <a:pt x="5720868" y="1430742"/>
                  </a:lnTo>
                  <a:lnTo>
                    <a:pt x="5720208" y="1430742"/>
                  </a:lnTo>
                  <a:lnTo>
                    <a:pt x="5719547" y="1430742"/>
                  </a:lnTo>
                  <a:lnTo>
                    <a:pt x="5718886" y="1430742"/>
                  </a:lnTo>
                  <a:lnTo>
                    <a:pt x="5718226" y="1430742"/>
                  </a:lnTo>
                  <a:lnTo>
                    <a:pt x="5717565" y="1430742"/>
                  </a:lnTo>
                  <a:lnTo>
                    <a:pt x="5716905" y="1430742"/>
                  </a:lnTo>
                  <a:lnTo>
                    <a:pt x="5716244" y="1430742"/>
                  </a:lnTo>
                  <a:lnTo>
                    <a:pt x="5715584" y="1430742"/>
                  </a:lnTo>
                  <a:lnTo>
                    <a:pt x="5714923" y="1430742"/>
                  </a:lnTo>
                  <a:lnTo>
                    <a:pt x="5714263" y="1430742"/>
                  </a:lnTo>
                  <a:lnTo>
                    <a:pt x="5713602" y="1430742"/>
                  </a:lnTo>
                  <a:lnTo>
                    <a:pt x="5712942" y="1430742"/>
                  </a:lnTo>
                  <a:lnTo>
                    <a:pt x="5712281" y="1430742"/>
                  </a:lnTo>
                  <a:lnTo>
                    <a:pt x="5711621" y="1430742"/>
                  </a:lnTo>
                  <a:lnTo>
                    <a:pt x="5710960" y="1430742"/>
                  </a:lnTo>
                  <a:lnTo>
                    <a:pt x="5710300" y="1430742"/>
                  </a:lnTo>
                  <a:lnTo>
                    <a:pt x="5709639" y="1430742"/>
                  </a:lnTo>
                  <a:lnTo>
                    <a:pt x="5708978" y="1430742"/>
                  </a:lnTo>
                  <a:lnTo>
                    <a:pt x="5708318" y="1430742"/>
                  </a:lnTo>
                  <a:lnTo>
                    <a:pt x="5707657" y="1430742"/>
                  </a:lnTo>
                  <a:lnTo>
                    <a:pt x="5706997" y="1430742"/>
                  </a:lnTo>
                  <a:lnTo>
                    <a:pt x="5706336" y="1430742"/>
                  </a:lnTo>
                  <a:lnTo>
                    <a:pt x="5705676" y="1430742"/>
                  </a:lnTo>
                  <a:lnTo>
                    <a:pt x="5705015" y="1430742"/>
                  </a:lnTo>
                  <a:lnTo>
                    <a:pt x="5704355" y="1430742"/>
                  </a:lnTo>
                  <a:lnTo>
                    <a:pt x="5703694" y="1430742"/>
                  </a:lnTo>
                  <a:lnTo>
                    <a:pt x="5703034" y="1430742"/>
                  </a:lnTo>
                  <a:lnTo>
                    <a:pt x="5702373" y="1430742"/>
                  </a:lnTo>
                  <a:lnTo>
                    <a:pt x="5701713" y="1430742"/>
                  </a:lnTo>
                  <a:lnTo>
                    <a:pt x="5701052" y="1430742"/>
                  </a:lnTo>
                  <a:lnTo>
                    <a:pt x="5700392" y="1430742"/>
                  </a:lnTo>
                  <a:lnTo>
                    <a:pt x="5699731" y="1430742"/>
                  </a:lnTo>
                  <a:lnTo>
                    <a:pt x="5699071" y="1430742"/>
                  </a:lnTo>
                  <a:lnTo>
                    <a:pt x="5698410" y="1430742"/>
                  </a:lnTo>
                  <a:lnTo>
                    <a:pt x="5697749" y="1430742"/>
                  </a:lnTo>
                  <a:lnTo>
                    <a:pt x="5697089" y="1430742"/>
                  </a:lnTo>
                  <a:lnTo>
                    <a:pt x="5696428" y="1430742"/>
                  </a:lnTo>
                  <a:lnTo>
                    <a:pt x="5695768" y="1430742"/>
                  </a:lnTo>
                  <a:lnTo>
                    <a:pt x="5695107" y="1430742"/>
                  </a:lnTo>
                  <a:lnTo>
                    <a:pt x="5694447" y="1430742"/>
                  </a:lnTo>
                  <a:lnTo>
                    <a:pt x="5693786" y="1430742"/>
                  </a:lnTo>
                  <a:lnTo>
                    <a:pt x="5693126" y="1430742"/>
                  </a:lnTo>
                  <a:lnTo>
                    <a:pt x="5692465" y="1430742"/>
                  </a:lnTo>
                  <a:lnTo>
                    <a:pt x="5691805" y="1430742"/>
                  </a:lnTo>
                  <a:lnTo>
                    <a:pt x="5691144" y="1430742"/>
                  </a:lnTo>
                  <a:lnTo>
                    <a:pt x="5690484" y="1430742"/>
                  </a:lnTo>
                  <a:lnTo>
                    <a:pt x="5689823" y="1430742"/>
                  </a:lnTo>
                  <a:lnTo>
                    <a:pt x="5689163" y="1430742"/>
                  </a:lnTo>
                  <a:lnTo>
                    <a:pt x="5688502" y="1430742"/>
                  </a:lnTo>
                  <a:lnTo>
                    <a:pt x="5687841" y="1430742"/>
                  </a:lnTo>
                  <a:lnTo>
                    <a:pt x="5687181" y="1430742"/>
                  </a:lnTo>
                  <a:lnTo>
                    <a:pt x="5686520" y="1430742"/>
                  </a:lnTo>
                  <a:lnTo>
                    <a:pt x="5685860" y="1430742"/>
                  </a:lnTo>
                  <a:lnTo>
                    <a:pt x="5685199" y="1430742"/>
                  </a:lnTo>
                  <a:lnTo>
                    <a:pt x="5684539" y="1430742"/>
                  </a:lnTo>
                  <a:lnTo>
                    <a:pt x="5683878" y="1430742"/>
                  </a:lnTo>
                  <a:lnTo>
                    <a:pt x="5683218" y="1430742"/>
                  </a:lnTo>
                  <a:lnTo>
                    <a:pt x="5682557" y="1430742"/>
                  </a:lnTo>
                  <a:lnTo>
                    <a:pt x="5681897" y="1430742"/>
                  </a:lnTo>
                  <a:lnTo>
                    <a:pt x="5681236" y="1430742"/>
                  </a:lnTo>
                  <a:lnTo>
                    <a:pt x="5680576" y="1430742"/>
                  </a:lnTo>
                  <a:lnTo>
                    <a:pt x="5679915" y="1430742"/>
                  </a:lnTo>
                  <a:lnTo>
                    <a:pt x="5679255" y="1430742"/>
                  </a:lnTo>
                  <a:lnTo>
                    <a:pt x="5678594" y="1430742"/>
                  </a:lnTo>
                  <a:lnTo>
                    <a:pt x="5677933" y="1430742"/>
                  </a:lnTo>
                  <a:lnTo>
                    <a:pt x="5677273" y="1430742"/>
                  </a:lnTo>
                  <a:lnTo>
                    <a:pt x="5676612" y="1430742"/>
                  </a:lnTo>
                  <a:lnTo>
                    <a:pt x="5675952" y="1430742"/>
                  </a:lnTo>
                  <a:lnTo>
                    <a:pt x="5675291" y="1430742"/>
                  </a:lnTo>
                  <a:lnTo>
                    <a:pt x="5674631" y="1430742"/>
                  </a:lnTo>
                  <a:lnTo>
                    <a:pt x="5673970" y="1430742"/>
                  </a:lnTo>
                  <a:lnTo>
                    <a:pt x="5673310" y="1430742"/>
                  </a:lnTo>
                  <a:lnTo>
                    <a:pt x="5672649" y="1430742"/>
                  </a:lnTo>
                  <a:lnTo>
                    <a:pt x="5671989" y="1430742"/>
                  </a:lnTo>
                  <a:lnTo>
                    <a:pt x="5671328" y="1430742"/>
                  </a:lnTo>
                  <a:lnTo>
                    <a:pt x="5670668" y="1430742"/>
                  </a:lnTo>
                  <a:lnTo>
                    <a:pt x="5670007" y="1430742"/>
                  </a:lnTo>
                  <a:lnTo>
                    <a:pt x="5669347" y="1430742"/>
                  </a:lnTo>
                  <a:lnTo>
                    <a:pt x="5668686" y="1430742"/>
                  </a:lnTo>
                  <a:lnTo>
                    <a:pt x="5668026" y="1430742"/>
                  </a:lnTo>
                  <a:lnTo>
                    <a:pt x="5667365" y="1430742"/>
                  </a:lnTo>
                  <a:lnTo>
                    <a:pt x="5666704" y="1430742"/>
                  </a:lnTo>
                  <a:lnTo>
                    <a:pt x="5666044" y="1430742"/>
                  </a:lnTo>
                  <a:lnTo>
                    <a:pt x="5665383" y="1430742"/>
                  </a:lnTo>
                  <a:lnTo>
                    <a:pt x="5664723" y="1430742"/>
                  </a:lnTo>
                  <a:lnTo>
                    <a:pt x="5664062" y="1430742"/>
                  </a:lnTo>
                  <a:lnTo>
                    <a:pt x="5663402" y="1430742"/>
                  </a:lnTo>
                  <a:lnTo>
                    <a:pt x="5662741" y="1430742"/>
                  </a:lnTo>
                  <a:lnTo>
                    <a:pt x="5662081" y="1430742"/>
                  </a:lnTo>
                  <a:lnTo>
                    <a:pt x="5661420" y="1430742"/>
                  </a:lnTo>
                  <a:lnTo>
                    <a:pt x="5660760" y="1430742"/>
                  </a:lnTo>
                  <a:lnTo>
                    <a:pt x="5660099" y="1430742"/>
                  </a:lnTo>
                  <a:lnTo>
                    <a:pt x="5659439" y="1430742"/>
                  </a:lnTo>
                  <a:lnTo>
                    <a:pt x="5658778" y="1430742"/>
                  </a:lnTo>
                  <a:lnTo>
                    <a:pt x="5658118" y="1430742"/>
                  </a:lnTo>
                  <a:lnTo>
                    <a:pt x="5657457" y="1430742"/>
                  </a:lnTo>
                  <a:lnTo>
                    <a:pt x="5656796" y="1430742"/>
                  </a:lnTo>
                  <a:lnTo>
                    <a:pt x="5656136" y="1430742"/>
                  </a:lnTo>
                  <a:lnTo>
                    <a:pt x="5655475" y="1430742"/>
                  </a:lnTo>
                  <a:lnTo>
                    <a:pt x="5654815" y="1430742"/>
                  </a:lnTo>
                  <a:lnTo>
                    <a:pt x="5654154" y="1430742"/>
                  </a:lnTo>
                  <a:lnTo>
                    <a:pt x="5653494" y="1430742"/>
                  </a:lnTo>
                  <a:lnTo>
                    <a:pt x="5652833" y="1430742"/>
                  </a:lnTo>
                  <a:lnTo>
                    <a:pt x="5652173" y="1430742"/>
                  </a:lnTo>
                  <a:lnTo>
                    <a:pt x="5651512" y="1430742"/>
                  </a:lnTo>
                  <a:lnTo>
                    <a:pt x="5650852" y="1430742"/>
                  </a:lnTo>
                  <a:lnTo>
                    <a:pt x="5650191" y="1430742"/>
                  </a:lnTo>
                  <a:lnTo>
                    <a:pt x="5649531" y="1430742"/>
                  </a:lnTo>
                  <a:lnTo>
                    <a:pt x="5648870" y="1430742"/>
                  </a:lnTo>
                  <a:lnTo>
                    <a:pt x="5648210" y="1430742"/>
                  </a:lnTo>
                  <a:lnTo>
                    <a:pt x="5647549" y="1430742"/>
                  </a:lnTo>
                  <a:lnTo>
                    <a:pt x="5646888" y="1430742"/>
                  </a:lnTo>
                  <a:lnTo>
                    <a:pt x="5646228" y="1430742"/>
                  </a:lnTo>
                  <a:lnTo>
                    <a:pt x="5645567" y="1430742"/>
                  </a:lnTo>
                  <a:lnTo>
                    <a:pt x="5644907" y="1430742"/>
                  </a:lnTo>
                  <a:lnTo>
                    <a:pt x="5644246" y="1430742"/>
                  </a:lnTo>
                  <a:lnTo>
                    <a:pt x="5643586" y="1430742"/>
                  </a:lnTo>
                  <a:lnTo>
                    <a:pt x="5642925" y="1430742"/>
                  </a:lnTo>
                  <a:lnTo>
                    <a:pt x="5642265" y="1430742"/>
                  </a:lnTo>
                  <a:lnTo>
                    <a:pt x="5641604" y="1430742"/>
                  </a:lnTo>
                  <a:lnTo>
                    <a:pt x="5640944" y="1430742"/>
                  </a:lnTo>
                  <a:lnTo>
                    <a:pt x="5640283" y="1430742"/>
                  </a:lnTo>
                  <a:lnTo>
                    <a:pt x="5639623" y="1430742"/>
                  </a:lnTo>
                  <a:lnTo>
                    <a:pt x="5638962" y="1430742"/>
                  </a:lnTo>
                  <a:lnTo>
                    <a:pt x="5638302" y="1430742"/>
                  </a:lnTo>
                  <a:lnTo>
                    <a:pt x="5637641" y="1430742"/>
                  </a:lnTo>
                  <a:lnTo>
                    <a:pt x="5636980" y="1430742"/>
                  </a:lnTo>
                  <a:lnTo>
                    <a:pt x="5636320" y="1430742"/>
                  </a:lnTo>
                  <a:lnTo>
                    <a:pt x="5635659" y="1430742"/>
                  </a:lnTo>
                  <a:lnTo>
                    <a:pt x="5634999" y="1430742"/>
                  </a:lnTo>
                  <a:lnTo>
                    <a:pt x="5634338" y="1430742"/>
                  </a:lnTo>
                  <a:lnTo>
                    <a:pt x="5633678" y="1430742"/>
                  </a:lnTo>
                  <a:lnTo>
                    <a:pt x="5633017" y="1430742"/>
                  </a:lnTo>
                  <a:lnTo>
                    <a:pt x="5632357" y="1430742"/>
                  </a:lnTo>
                  <a:lnTo>
                    <a:pt x="5631696" y="1430742"/>
                  </a:lnTo>
                  <a:lnTo>
                    <a:pt x="5631036" y="1430742"/>
                  </a:lnTo>
                  <a:lnTo>
                    <a:pt x="5630375" y="1430742"/>
                  </a:lnTo>
                  <a:lnTo>
                    <a:pt x="5629715" y="1430742"/>
                  </a:lnTo>
                  <a:lnTo>
                    <a:pt x="5629054" y="1430742"/>
                  </a:lnTo>
                  <a:lnTo>
                    <a:pt x="5628394" y="1430742"/>
                  </a:lnTo>
                  <a:lnTo>
                    <a:pt x="5627733" y="1430742"/>
                  </a:lnTo>
                  <a:lnTo>
                    <a:pt x="5627073" y="1430742"/>
                  </a:lnTo>
                  <a:lnTo>
                    <a:pt x="5626412" y="1430742"/>
                  </a:lnTo>
                  <a:lnTo>
                    <a:pt x="5625751" y="1430742"/>
                  </a:lnTo>
                  <a:lnTo>
                    <a:pt x="5625091" y="1430742"/>
                  </a:lnTo>
                  <a:lnTo>
                    <a:pt x="5624430" y="1430742"/>
                  </a:lnTo>
                  <a:lnTo>
                    <a:pt x="5623770" y="1430742"/>
                  </a:lnTo>
                  <a:lnTo>
                    <a:pt x="5623109" y="1430742"/>
                  </a:lnTo>
                  <a:lnTo>
                    <a:pt x="5622449" y="1430742"/>
                  </a:lnTo>
                  <a:lnTo>
                    <a:pt x="5621788" y="1430742"/>
                  </a:lnTo>
                  <a:lnTo>
                    <a:pt x="5621128" y="1430742"/>
                  </a:lnTo>
                  <a:lnTo>
                    <a:pt x="5620467" y="1430742"/>
                  </a:lnTo>
                  <a:lnTo>
                    <a:pt x="5619807" y="1430742"/>
                  </a:lnTo>
                  <a:lnTo>
                    <a:pt x="5619146" y="1430742"/>
                  </a:lnTo>
                  <a:lnTo>
                    <a:pt x="5618486" y="1430742"/>
                  </a:lnTo>
                  <a:lnTo>
                    <a:pt x="5617825" y="1430742"/>
                  </a:lnTo>
                  <a:lnTo>
                    <a:pt x="5617165" y="1430742"/>
                  </a:lnTo>
                  <a:lnTo>
                    <a:pt x="5616504" y="1430742"/>
                  </a:lnTo>
                  <a:lnTo>
                    <a:pt x="5615843" y="1430742"/>
                  </a:lnTo>
                  <a:lnTo>
                    <a:pt x="5615183" y="1430742"/>
                  </a:lnTo>
                  <a:lnTo>
                    <a:pt x="5614522" y="1430742"/>
                  </a:lnTo>
                  <a:lnTo>
                    <a:pt x="5613862" y="1430742"/>
                  </a:lnTo>
                  <a:lnTo>
                    <a:pt x="5613201" y="1430742"/>
                  </a:lnTo>
                  <a:lnTo>
                    <a:pt x="5612541" y="1430742"/>
                  </a:lnTo>
                  <a:lnTo>
                    <a:pt x="5611880" y="1430742"/>
                  </a:lnTo>
                  <a:lnTo>
                    <a:pt x="5611220" y="1430742"/>
                  </a:lnTo>
                  <a:lnTo>
                    <a:pt x="5610559" y="1430742"/>
                  </a:lnTo>
                  <a:lnTo>
                    <a:pt x="5609899" y="1430742"/>
                  </a:lnTo>
                  <a:lnTo>
                    <a:pt x="5609238" y="1430742"/>
                  </a:lnTo>
                  <a:lnTo>
                    <a:pt x="5608578" y="1430742"/>
                  </a:lnTo>
                  <a:lnTo>
                    <a:pt x="5607917" y="1430742"/>
                  </a:lnTo>
                  <a:lnTo>
                    <a:pt x="5607257" y="1430742"/>
                  </a:lnTo>
                  <a:lnTo>
                    <a:pt x="5606596" y="1430742"/>
                  </a:lnTo>
                  <a:lnTo>
                    <a:pt x="5605935" y="1430742"/>
                  </a:lnTo>
                  <a:lnTo>
                    <a:pt x="5605275" y="1430742"/>
                  </a:lnTo>
                  <a:lnTo>
                    <a:pt x="5604614" y="1430742"/>
                  </a:lnTo>
                  <a:lnTo>
                    <a:pt x="5603954" y="1430742"/>
                  </a:lnTo>
                  <a:lnTo>
                    <a:pt x="5603293" y="1430742"/>
                  </a:lnTo>
                  <a:lnTo>
                    <a:pt x="5602633" y="1430742"/>
                  </a:lnTo>
                  <a:lnTo>
                    <a:pt x="5601972" y="1430742"/>
                  </a:lnTo>
                  <a:lnTo>
                    <a:pt x="5601312" y="1430742"/>
                  </a:lnTo>
                  <a:lnTo>
                    <a:pt x="5600651" y="1430742"/>
                  </a:lnTo>
                  <a:lnTo>
                    <a:pt x="5599991" y="1430742"/>
                  </a:lnTo>
                  <a:lnTo>
                    <a:pt x="5599330" y="1430742"/>
                  </a:lnTo>
                  <a:lnTo>
                    <a:pt x="5598670" y="1430742"/>
                  </a:lnTo>
                  <a:lnTo>
                    <a:pt x="5598009" y="1430742"/>
                  </a:lnTo>
                  <a:lnTo>
                    <a:pt x="5597349" y="1430742"/>
                  </a:lnTo>
                  <a:lnTo>
                    <a:pt x="5596688" y="1430742"/>
                  </a:lnTo>
                  <a:lnTo>
                    <a:pt x="5596028" y="1430742"/>
                  </a:lnTo>
                  <a:lnTo>
                    <a:pt x="5595367" y="1430742"/>
                  </a:lnTo>
                  <a:lnTo>
                    <a:pt x="5594706" y="1430742"/>
                  </a:lnTo>
                  <a:lnTo>
                    <a:pt x="5594046" y="1430742"/>
                  </a:lnTo>
                  <a:lnTo>
                    <a:pt x="5593385" y="1430742"/>
                  </a:lnTo>
                  <a:lnTo>
                    <a:pt x="5592725" y="1430742"/>
                  </a:lnTo>
                  <a:lnTo>
                    <a:pt x="5592064" y="1430742"/>
                  </a:lnTo>
                  <a:lnTo>
                    <a:pt x="5591404" y="1430742"/>
                  </a:lnTo>
                  <a:lnTo>
                    <a:pt x="5590743" y="1430742"/>
                  </a:lnTo>
                  <a:lnTo>
                    <a:pt x="5590083" y="1430742"/>
                  </a:lnTo>
                  <a:lnTo>
                    <a:pt x="5589422" y="1430742"/>
                  </a:lnTo>
                  <a:lnTo>
                    <a:pt x="5588762" y="1430742"/>
                  </a:lnTo>
                  <a:lnTo>
                    <a:pt x="5588101" y="1430742"/>
                  </a:lnTo>
                  <a:lnTo>
                    <a:pt x="5587441" y="1430742"/>
                  </a:lnTo>
                  <a:lnTo>
                    <a:pt x="5586780" y="1430742"/>
                  </a:lnTo>
                  <a:lnTo>
                    <a:pt x="5586120" y="1430742"/>
                  </a:lnTo>
                  <a:lnTo>
                    <a:pt x="5585459" y="1430742"/>
                  </a:lnTo>
                  <a:lnTo>
                    <a:pt x="5584798" y="1430742"/>
                  </a:lnTo>
                  <a:lnTo>
                    <a:pt x="5584138" y="1430742"/>
                  </a:lnTo>
                  <a:lnTo>
                    <a:pt x="5583477" y="1430742"/>
                  </a:lnTo>
                  <a:lnTo>
                    <a:pt x="5582817" y="1430742"/>
                  </a:lnTo>
                  <a:lnTo>
                    <a:pt x="5582156" y="1430742"/>
                  </a:lnTo>
                  <a:lnTo>
                    <a:pt x="5581496" y="1430742"/>
                  </a:lnTo>
                  <a:lnTo>
                    <a:pt x="5580835" y="1430742"/>
                  </a:lnTo>
                  <a:lnTo>
                    <a:pt x="5580175" y="1430742"/>
                  </a:lnTo>
                  <a:lnTo>
                    <a:pt x="5579514" y="1430742"/>
                  </a:lnTo>
                  <a:lnTo>
                    <a:pt x="5578854" y="1430742"/>
                  </a:lnTo>
                  <a:lnTo>
                    <a:pt x="5578193" y="1430742"/>
                  </a:lnTo>
                  <a:lnTo>
                    <a:pt x="5577533" y="1430742"/>
                  </a:lnTo>
                  <a:lnTo>
                    <a:pt x="5576872" y="1430742"/>
                  </a:lnTo>
                  <a:lnTo>
                    <a:pt x="5576212" y="1430742"/>
                  </a:lnTo>
                  <a:lnTo>
                    <a:pt x="5575551" y="1430742"/>
                  </a:lnTo>
                  <a:lnTo>
                    <a:pt x="5574890" y="1430742"/>
                  </a:lnTo>
                  <a:lnTo>
                    <a:pt x="5574230" y="1430742"/>
                  </a:lnTo>
                  <a:lnTo>
                    <a:pt x="5573569" y="1430742"/>
                  </a:lnTo>
                  <a:lnTo>
                    <a:pt x="5572909" y="1430742"/>
                  </a:lnTo>
                  <a:lnTo>
                    <a:pt x="5572248" y="1430742"/>
                  </a:lnTo>
                  <a:lnTo>
                    <a:pt x="5571588" y="1430742"/>
                  </a:lnTo>
                  <a:lnTo>
                    <a:pt x="5570927" y="1430742"/>
                  </a:lnTo>
                  <a:lnTo>
                    <a:pt x="5570267" y="1430742"/>
                  </a:lnTo>
                  <a:lnTo>
                    <a:pt x="5569606" y="1430742"/>
                  </a:lnTo>
                  <a:lnTo>
                    <a:pt x="5568946" y="1430742"/>
                  </a:lnTo>
                  <a:lnTo>
                    <a:pt x="5568285" y="1430742"/>
                  </a:lnTo>
                  <a:lnTo>
                    <a:pt x="5567625" y="1430742"/>
                  </a:lnTo>
                  <a:lnTo>
                    <a:pt x="5566964" y="1430742"/>
                  </a:lnTo>
                  <a:lnTo>
                    <a:pt x="5566304" y="1430742"/>
                  </a:lnTo>
                  <a:lnTo>
                    <a:pt x="5565643" y="1430742"/>
                  </a:lnTo>
                  <a:lnTo>
                    <a:pt x="5564982" y="1430742"/>
                  </a:lnTo>
                  <a:lnTo>
                    <a:pt x="5564322" y="1430742"/>
                  </a:lnTo>
                  <a:lnTo>
                    <a:pt x="5563661" y="1430742"/>
                  </a:lnTo>
                  <a:lnTo>
                    <a:pt x="5563001" y="1430742"/>
                  </a:lnTo>
                  <a:lnTo>
                    <a:pt x="5562340" y="1430742"/>
                  </a:lnTo>
                  <a:lnTo>
                    <a:pt x="5561680" y="1430742"/>
                  </a:lnTo>
                  <a:lnTo>
                    <a:pt x="5561019" y="1430742"/>
                  </a:lnTo>
                  <a:lnTo>
                    <a:pt x="5560359" y="1430742"/>
                  </a:lnTo>
                  <a:lnTo>
                    <a:pt x="5559698" y="1430742"/>
                  </a:lnTo>
                  <a:lnTo>
                    <a:pt x="5559038" y="1430742"/>
                  </a:lnTo>
                  <a:lnTo>
                    <a:pt x="5558377" y="1430742"/>
                  </a:lnTo>
                  <a:lnTo>
                    <a:pt x="5557717" y="1430742"/>
                  </a:lnTo>
                  <a:lnTo>
                    <a:pt x="5557056" y="1430742"/>
                  </a:lnTo>
                  <a:lnTo>
                    <a:pt x="5556396" y="1430742"/>
                  </a:lnTo>
                  <a:lnTo>
                    <a:pt x="5555735" y="1430742"/>
                  </a:lnTo>
                  <a:lnTo>
                    <a:pt x="5555075" y="1430742"/>
                  </a:lnTo>
                  <a:lnTo>
                    <a:pt x="5554414" y="1430742"/>
                  </a:lnTo>
                  <a:lnTo>
                    <a:pt x="5553753" y="1430742"/>
                  </a:lnTo>
                  <a:lnTo>
                    <a:pt x="5553093" y="1430742"/>
                  </a:lnTo>
                  <a:lnTo>
                    <a:pt x="5552432" y="1430742"/>
                  </a:lnTo>
                  <a:lnTo>
                    <a:pt x="5551772" y="1430742"/>
                  </a:lnTo>
                  <a:lnTo>
                    <a:pt x="5551111" y="1430742"/>
                  </a:lnTo>
                  <a:lnTo>
                    <a:pt x="5550451" y="1430742"/>
                  </a:lnTo>
                  <a:lnTo>
                    <a:pt x="5549790" y="1430742"/>
                  </a:lnTo>
                  <a:lnTo>
                    <a:pt x="5549130" y="1430742"/>
                  </a:lnTo>
                  <a:lnTo>
                    <a:pt x="5548469" y="1430742"/>
                  </a:lnTo>
                  <a:lnTo>
                    <a:pt x="5547809" y="1430742"/>
                  </a:lnTo>
                  <a:lnTo>
                    <a:pt x="5547148" y="1430742"/>
                  </a:lnTo>
                  <a:lnTo>
                    <a:pt x="5546488" y="1430742"/>
                  </a:lnTo>
                  <a:lnTo>
                    <a:pt x="5545827" y="1430742"/>
                  </a:lnTo>
                  <a:lnTo>
                    <a:pt x="5545167" y="1430742"/>
                  </a:lnTo>
                  <a:lnTo>
                    <a:pt x="5544506" y="1430742"/>
                  </a:lnTo>
                  <a:lnTo>
                    <a:pt x="5543845" y="1430742"/>
                  </a:lnTo>
                  <a:lnTo>
                    <a:pt x="5543185" y="1430742"/>
                  </a:lnTo>
                  <a:lnTo>
                    <a:pt x="5542524" y="1430742"/>
                  </a:lnTo>
                  <a:lnTo>
                    <a:pt x="5541864" y="1430742"/>
                  </a:lnTo>
                  <a:lnTo>
                    <a:pt x="5541203" y="1430742"/>
                  </a:lnTo>
                  <a:lnTo>
                    <a:pt x="5540543" y="1430742"/>
                  </a:lnTo>
                  <a:lnTo>
                    <a:pt x="5539882" y="1430742"/>
                  </a:lnTo>
                  <a:lnTo>
                    <a:pt x="5539222" y="1430742"/>
                  </a:lnTo>
                  <a:lnTo>
                    <a:pt x="5538561" y="1430742"/>
                  </a:lnTo>
                  <a:lnTo>
                    <a:pt x="5537901" y="1430742"/>
                  </a:lnTo>
                  <a:lnTo>
                    <a:pt x="5537240" y="1430742"/>
                  </a:lnTo>
                  <a:lnTo>
                    <a:pt x="5536580" y="1430742"/>
                  </a:lnTo>
                  <a:lnTo>
                    <a:pt x="5535919" y="1430742"/>
                  </a:lnTo>
                  <a:lnTo>
                    <a:pt x="5535259" y="1430742"/>
                  </a:lnTo>
                  <a:lnTo>
                    <a:pt x="5534598" y="1430742"/>
                  </a:lnTo>
                  <a:lnTo>
                    <a:pt x="5533937" y="1430742"/>
                  </a:lnTo>
                  <a:lnTo>
                    <a:pt x="5533277" y="1430742"/>
                  </a:lnTo>
                  <a:lnTo>
                    <a:pt x="5532616" y="1430742"/>
                  </a:lnTo>
                  <a:lnTo>
                    <a:pt x="5531956" y="1430742"/>
                  </a:lnTo>
                  <a:lnTo>
                    <a:pt x="5531295" y="1430742"/>
                  </a:lnTo>
                  <a:lnTo>
                    <a:pt x="5530635" y="1430742"/>
                  </a:lnTo>
                  <a:lnTo>
                    <a:pt x="5529974" y="1430742"/>
                  </a:lnTo>
                  <a:lnTo>
                    <a:pt x="5529314" y="1430742"/>
                  </a:lnTo>
                  <a:lnTo>
                    <a:pt x="5528653" y="1430742"/>
                  </a:lnTo>
                  <a:lnTo>
                    <a:pt x="5527993" y="1430742"/>
                  </a:lnTo>
                  <a:lnTo>
                    <a:pt x="5527332" y="1430742"/>
                  </a:lnTo>
                  <a:lnTo>
                    <a:pt x="5526672" y="1430742"/>
                  </a:lnTo>
                  <a:lnTo>
                    <a:pt x="5526011" y="1430742"/>
                  </a:lnTo>
                  <a:lnTo>
                    <a:pt x="5525351" y="1430742"/>
                  </a:lnTo>
                  <a:lnTo>
                    <a:pt x="5524690" y="1430742"/>
                  </a:lnTo>
                  <a:lnTo>
                    <a:pt x="5524030" y="1430742"/>
                  </a:lnTo>
                  <a:lnTo>
                    <a:pt x="5523369" y="1430742"/>
                  </a:lnTo>
                  <a:lnTo>
                    <a:pt x="5522708" y="1430742"/>
                  </a:lnTo>
                  <a:lnTo>
                    <a:pt x="5522048" y="1430742"/>
                  </a:lnTo>
                  <a:lnTo>
                    <a:pt x="5521387" y="1430742"/>
                  </a:lnTo>
                  <a:lnTo>
                    <a:pt x="5520727" y="1430742"/>
                  </a:lnTo>
                  <a:lnTo>
                    <a:pt x="5520066" y="1430742"/>
                  </a:lnTo>
                  <a:lnTo>
                    <a:pt x="5519406" y="1430742"/>
                  </a:lnTo>
                  <a:lnTo>
                    <a:pt x="5518745" y="1430742"/>
                  </a:lnTo>
                  <a:lnTo>
                    <a:pt x="5518085" y="1430742"/>
                  </a:lnTo>
                  <a:lnTo>
                    <a:pt x="5517424" y="1430742"/>
                  </a:lnTo>
                  <a:lnTo>
                    <a:pt x="5516764" y="1430742"/>
                  </a:lnTo>
                  <a:lnTo>
                    <a:pt x="5516103" y="1430742"/>
                  </a:lnTo>
                  <a:lnTo>
                    <a:pt x="5515443" y="1430742"/>
                  </a:lnTo>
                  <a:lnTo>
                    <a:pt x="5514782" y="1430742"/>
                  </a:lnTo>
                  <a:lnTo>
                    <a:pt x="5514122" y="1430742"/>
                  </a:lnTo>
                  <a:lnTo>
                    <a:pt x="5513461" y="1430742"/>
                  </a:lnTo>
                  <a:lnTo>
                    <a:pt x="5512800" y="1430742"/>
                  </a:lnTo>
                  <a:lnTo>
                    <a:pt x="5512140" y="1430742"/>
                  </a:lnTo>
                  <a:lnTo>
                    <a:pt x="5511479" y="1430742"/>
                  </a:lnTo>
                  <a:lnTo>
                    <a:pt x="5510819" y="1430742"/>
                  </a:lnTo>
                  <a:lnTo>
                    <a:pt x="5510158" y="1430742"/>
                  </a:lnTo>
                  <a:lnTo>
                    <a:pt x="5509498" y="1430742"/>
                  </a:lnTo>
                  <a:lnTo>
                    <a:pt x="5508837" y="1430742"/>
                  </a:lnTo>
                  <a:lnTo>
                    <a:pt x="5508177" y="1430742"/>
                  </a:lnTo>
                  <a:lnTo>
                    <a:pt x="5507516" y="1430742"/>
                  </a:lnTo>
                  <a:lnTo>
                    <a:pt x="5506856" y="1430742"/>
                  </a:lnTo>
                  <a:lnTo>
                    <a:pt x="5506195" y="1430742"/>
                  </a:lnTo>
                  <a:lnTo>
                    <a:pt x="5505535" y="1430742"/>
                  </a:lnTo>
                  <a:lnTo>
                    <a:pt x="5504874" y="1430742"/>
                  </a:lnTo>
                  <a:lnTo>
                    <a:pt x="5504214" y="1430742"/>
                  </a:lnTo>
                  <a:lnTo>
                    <a:pt x="5503553" y="1430742"/>
                  </a:lnTo>
                  <a:lnTo>
                    <a:pt x="5502892" y="1430742"/>
                  </a:lnTo>
                  <a:lnTo>
                    <a:pt x="5502232" y="1430742"/>
                  </a:lnTo>
                  <a:lnTo>
                    <a:pt x="5501571" y="1430742"/>
                  </a:lnTo>
                  <a:lnTo>
                    <a:pt x="5500911" y="1430742"/>
                  </a:lnTo>
                  <a:lnTo>
                    <a:pt x="5500250" y="1430742"/>
                  </a:lnTo>
                  <a:lnTo>
                    <a:pt x="5499590" y="1430742"/>
                  </a:lnTo>
                  <a:lnTo>
                    <a:pt x="5498929" y="1430742"/>
                  </a:lnTo>
                  <a:lnTo>
                    <a:pt x="5498269" y="1430742"/>
                  </a:lnTo>
                  <a:lnTo>
                    <a:pt x="5497608" y="1430742"/>
                  </a:lnTo>
                  <a:lnTo>
                    <a:pt x="5496948" y="1430742"/>
                  </a:lnTo>
                  <a:lnTo>
                    <a:pt x="5496287" y="1430742"/>
                  </a:lnTo>
                  <a:lnTo>
                    <a:pt x="5495627" y="1430742"/>
                  </a:lnTo>
                  <a:lnTo>
                    <a:pt x="5494966" y="1430742"/>
                  </a:lnTo>
                  <a:lnTo>
                    <a:pt x="5494306" y="1430742"/>
                  </a:lnTo>
                  <a:lnTo>
                    <a:pt x="5493645" y="1430742"/>
                  </a:lnTo>
                  <a:lnTo>
                    <a:pt x="5492984" y="1430742"/>
                  </a:lnTo>
                  <a:lnTo>
                    <a:pt x="5492324" y="1430742"/>
                  </a:lnTo>
                  <a:lnTo>
                    <a:pt x="5491663" y="1430742"/>
                  </a:lnTo>
                  <a:lnTo>
                    <a:pt x="5491003" y="1430742"/>
                  </a:lnTo>
                  <a:lnTo>
                    <a:pt x="5490342" y="1430742"/>
                  </a:lnTo>
                  <a:lnTo>
                    <a:pt x="5489682" y="1430742"/>
                  </a:lnTo>
                  <a:lnTo>
                    <a:pt x="5489021" y="1430742"/>
                  </a:lnTo>
                  <a:lnTo>
                    <a:pt x="5488361" y="1430742"/>
                  </a:lnTo>
                  <a:lnTo>
                    <a:pt x="5487700" y="1430742"/>
                  </a:lnTo>
                  <a:lnTo>
                    <a:pt x="5487040" y="1430742"/>
                  </a:lnTo>
                  <a:lnTo>
                    <a:pt x="5486379" y="1430742"/>
                  </a:lnTo>
                  <a:lnTo>
                    <a:pt x="5485719" y="1430742"/>
                  </a:lnTo>
                  <a:lnTo>
                    <a:pt x="5485058" y="1430742"/>
                  </a:lnTo>
                  <a:lnTo>
                    <a:pt x="5484398" y="1430742"/>
                  </a:lnTo>
                  <a:lnTo>
                    <a:pt x="5483737" y="1430742"/>
                  </a:lnTo>
                  <a:lnTo>
                    <a:pt x="5483077" y="1430742"/>
                  </a:lnTo>
                  <a:lnTo>
                    <a:pt x="5482416" y="1430742"/>
                  </a:lnTo>
                  <a:lnTo>
                    <a:pt x="5481755" y="1430742"/>
                  </a:lnTo>
                  <a:lnTo>
                    <a:pt x="5481095" y="1430742"/>
                  </a:lnTo>
                  <a:lnTo>
                    <a:pt x="5480434" y="1430742"/>
                  </a:lnTo>
                  <a:lnTo>
                    <a:pt x="5479774" y="1430742"/>
                  </a:lnTo>
                  <a:lnTo>
                    <a:pt x="5479113" y="1430742"/>
                  </a:lnTo>
                  <a:lnTo>
                    <a:pt x="5478453" y="1430742"/>
                  </a:lnTo>
                  <a:lnTo>
                    <a:pt x="5477792" y="1430742"/>
                  </a:lnTo>
                  <a:lnTo>
                    <a:pt x="5477132" y="1430742"/>
                  </a:lnTo>
                  <a:lnTo>
                    <a:pt x="5476471" y="1430742"/>
                  </a:lnTo>
                  <a:lnTo>
                    <a:pt x="5475811" y="1430742"/>
                  </a:lnTo>
                  <a:lnTo>
                    <a:pt x="5475150" y="1430742"/>
                  </a:lnTo>
                  <a:lnTo>
                    <a:pt x="5474490" y="1430742"/>
                  </a:lnTo>
                  <a:lnTo>
                    <a:pt x="5473829" y="1430742"/>
                  </a:lnTo>
                  <a:lnTo>
                    <a:pt x="5473169" y="1430742"/>
                  </a:lnTo>
                  <a:lnTo>
                    <a:pt x="5472508" y="1430742"/>
                  </a:lnTo>
                  <a:lnTo>
                    <a:pt x="5471847" y="1430742"/>
                  </a:lnTo>
                  <a:lnTo>
                    <a:pt x="5471187" y="1430742"/>
                  </a:lnTo>
                  <a:lnTo>
                    <a:pt x="5470526" y="1430742"/>
                  </a:lnTo>
                  <a:lnTo>
                    <a:pt x="5469866" y="1430742"/>
                  </a:lnTo>
                  <a:lnTo>
                    <a:pt x="5469205" y="1430742"/>
                  </a:lnTo>
                  <a:lnTo>
                    <a:pt x="5468545" y="1430742"/>
                  </a:lnTo>
                  <a:lnTo>
                    <a:pt x="5467884" y="1430742"/>
                  </a:lnTo>
                  <a:lnTo>
                    <a:pt x="5467224" y="1430742"/>
                  </a:lnTo>
                  <a:lnTo>
                    <a:pt x="5466563" y="1430742"/>
                  </a:lnTo>
                  <a:lnTo>
                    <a:pt x="5465903" y="1430742"/>
                  </a:lnTo>
                  <a:lnTo>
                    <a:pt x="5465242" y="1430742"/>
                  </a:lnTo>
                  <a:lnTo>
                    <a:pt x="5464582" y="1430742"/>
                  </a:lnTo>
                  <a:lnTo>
                    <a:pt x="5463921" y="1430742"/>
                  </a:lnTo>
                  <a:lnTo>
                    <a:pt x="5463261" y="1430742"/>
                  </a:lnTo>
                  <a:lnTo>
                    <a:pt x="5462600" y="1430742"/>
                  </a:lnTo>
                  <a:lnTo>
                    <a:pt x="5461939" y="1430742"/>
                  </a:lnTo>
                  <a:lnTo>
                    <a:pt x="5461279" y="1430742"/>
                  </a:lnTo>
                  <a:lnTo>
                    <a:pt x="5460618" y="1430742"/>
                  </a:lnTo>
                  <a:lnTo>
                    <a:pt x="5459958" y="1430742"/>
                  </a:lnTo>
                  <a:lnTo>
                    <a:pt x="5459297" y="1430742"/>
                  </a:lnTo>
                  <a:lnTo>
                    <a:pt x="5458637" y="1430742"/>
                  </a:lnTo>
                  <a:lnTo>
                    <a:pt x="5457976" y="1430742"/>
                  </a:lnTo>
                  <a:lnTo>
                    <a:pt x="5457316" y="1430742"/>
                  </a:lnTo>
                  <a:lnTo>
                    <a:pt x="5456655" y="1430742"/>
                  </a:lnTo>
                  <a:lnTo>
                    <a:pt x="5455995" y="1430742"/>
                  </a:lnTo>
                  <a:lnTo>
                    <a:pt x="5455334" y="1430742"/>
                  </a:lnTo>
                  <a:lnTo>
                    <a:pt x="5454674" y="1430742"/>
                  </a:lnTo>
                  <a:lnTo>
                    <a:pt x="5454013" y="1430742"/>
                  </a:lnTo>
                  <a:lnTo>
                    <a:pt x="5453353" y="1430742"/>
                  </a:lnTo>
                  <a:lnTo>
                    <a:pt x="5452692" y="1430742"/>
                  </a:lnTo>
                  <a:lnTo>
                    <a:pt x="5452032" y="1430742"/>
                  </a:lnTo>
                  <a:lnTo>
                    <a:pt x="5451371" y="1430742"/>
                  </a:lnTo>
                  <a:lnTo>
                    <a:pt x="5450710" y="1430742"/>
                  </a:lnTo>
                  <a:lnTo>
                    <a:pt x="5450050" y="1430742"/>
                  </a:lnTo>
                  <a:lnTo>
                    <a:pt x="5449389" y="1430742"/>
                  </a:lnTo>
                  <a:lnTo>
                    <a:pt x="5448729" y="1430742"/>
                  </a:lnTo>
                  <a:lnTo>
                    <a:pt x="5448068" y="1430742"/>
                  </a:lnTo>
                  <a:lnTo>
                    <a:pt x="5447408" y="1430742"/>
                  </a:lnTo>
                  <a:lnTo>
                    <a:pt x="5446747" y="1430742"/>
                  </a:lnTo>
                  <a:lnTo>
                    <a:pt x="5446087" y="1430742"/>
                  </a:lnTo>
                  <a:lnTo>
                    <a:pt x="5445426" y="1430742"/>
                  </a:lnTo>
                  <a:lnTo>
                    <a:pt x="5444766" y="1430742"/>
                  </a:lnTo>
                  <a:lnTo>
                    <a:pt x="5444105" y="1430742"/>
                  </a:lnTo>
                  <a:lnTo>
                    <a:pt x="5443445" y="1430742"/>
                  </a:lnTo>
                  <a:lnTo>
                    <a:pt x="5442784" y="1430742"/>
                  </a:lnTo>
                  <a:lnTo>
                    <a:pt x="5442124" y="1430742"/>
                  </a:lnTo>
                  <a:lnTo>
                    <a:pt x="5441463" y="1430742"/>
                  </a:lnTo>
                  <a:lnTo>
                    <a:pt x="5440802" y="1430742"/>
                  </a:lnTo>
                  <a:lnTo>
                    <a:pt x="5440142" y="1430742"/>
                  </a:lnTo>
                  <a:lnTo>
                    <a:pt x="5439481" y="1430742"/>
                  </a:lnTo>
                  <a:lnTo>
                    <a:pt x="5438821" y="1430742"/>
                  </a:lnTo>
                  <a:lnTo>
                    <a:pt x="5438160" y="1430742"/>
                  </a:lnTo>
                  <a:lnTo>
                    <a:pt x="5437500" y="1430742"/>
                  </a:lnTo>
                  <a:lnTo>
                    <a:pt x="5436839" y="1430742"/>
                  </a:lnTo>
                  <a:lnTo>
                    <a:pt x="5436179" y="1430742"/>
                  </a:lnTo>
                  <a:lnTo>
                    <a:pt x="5435518" y="1430742"/>
                  </a:lnTo>
                  <a:lnTo>
                    <a:pt x="5434858" y="1430742"/>
                  </a:lnTo>
                  <a:lnTo>
                    <a:pt x="5434197" y="1430742"/>
                  </a:lnTo>
                  <a:lnTo>
                    <a:pt x="5433537" y="1430742"/>
                  </a:lnTo>
                  <a:lnTo>
                    <a:pt x="5432876" y="1430742"/>
                  </a:lnTo>
                  <a:lnTo>
                    <a:pt x="5432216" y="1430742"/>
                  </a:lnTo>
                  <a:lnTo>
                    <a:pt x="5431555" y="1430742"/>
                  </a:lnTo>
                  <a:lnTo>
                    <a:pt x="5430894" y="1430742"/>
                  </a:lnTo>
                  <a:lnTo>
                    <a:pt x="5430234" y="1430742"/>
                  </a:lnTo>
                  <a:lnTo>
                    <a:pt x="5429573" y="1430742"/>
                  </a:lnTo>
                  <a:lnTo>
                    <a:pt x="5428913" y="1430742"/>
                  </a:lnTo>
                  <a:lnTo>
                    <a:pt x="5428252" y="1430742"/>
                  </a:lnTo>
                  <a:lnTo>
                    <a:pt x="5427592" y="1430742"/>
                  </a:lnTo>
                  <a:lnTo>
                    <a:pt x="5426931" y="1430742"/>
                  </a:lnTo>
                  <a:lnTo>
                    <a:pt x="5426271" y="1430742"/>
                  </a:lnTo>
                  <a:lnTo>
                    <a:pt x="5425610" y="1430742"/>
                  </a:lnTo>
                  <a:lnTo>
                    <a:pt x="5424950" y="1430742"/>
                  </a:lnTo>
                  <a:lnTo>
                    <a:pt x="5424289" y="1430742"/>
                  </a:lnTo>
                  <a:lnTo>
                    <a:pt x="5423629" y="1430742"/>
                  </a:lnTo>
                  <a:lnTo>
                    <a:pt x="5422968" y="1430742"/>
                  </a:lnTo>
                  <a:lnTo>
                    <a:pt x="5422308" y="1430742"/>
                  </a:lnTo>
                  <a:lnTo>
                    <a:pt x="5421647" y="1430742"/>
                  </a:lnTo>
                  <a:lnTo>
                    <a:pt x="5420986" y="1430742"/>
                  </a:lnTo>
                  <a:lnTo>
                    <a:pt x="5420326" y="1430742"/>
                  </a:lnTo>
                  <a:lnTo>
                    <a:pt x="5419665" y="1430742"/>
                  </a:lnTo>
                  <a:lnTo>
                    <a:pt x="5419005" y="1430742"/>
                  </a:lnTo>
                  <a:lnTo>
                    <a:pt x="5418344" y="1430742"/>
                  </a:lnTo>
                  <a:lnTo>
                    <a:pt x="5417684" y="1430742"/>
                  </a:lnTo>
                  <a:lnTo>
                    <a:pt x="5417023" y="1430742"/>
                  </a:lnTo>
                  <a:lnTo>
                    <a:pt x="5416363" y="1430742"/>
                  </a:lnTo>
                  <a:lnTo>
                    <a:pt x="5415702" y="1430742"/>
                  </a:lnTo>
                  <a:lnTo>
                    <a:pt x="5415042" y="1430742"/>
                  </a:lnTo>
                  <a:lnTo>
                    <a:pt x="5414381" y="1430742"/>
                  </a:lnTo>
                  <a:lnTo>
                    <a:pt x="5413721" y="1430742"/>
                  </a:lnTo>
                  <a:lnTo>
                    <a:pt x="5413060" y="1430742"/>
                  </a:lnTo>
                  <a:lnTo>
                    <a:pt x="5412400" y="1430742"/>
                  </a:lnTo>
                  <a:lnTo>
                    <a:pt x="5411739" y="1430742"/>
                  </a:lnTo>
                  <a:lnTo>
                    <a:pt x="5411079" y="1430742"/>
                  </a:lnTo>
                  <a:lnTo>
                    <a:pt x="5410418" y="1430742"/>
                  </a:lnTo>
                  <a:lnTo>
                    <a:pt x="5409757" y="1430742"/>
                  </a:lnTo>
                  <a:lnTo>
                    <a:pt x="5409097" y="1430742"/>
                  </a:lnTo>
                  <a:lnTo>
                    <a:pt x="5408436" y="1430742"/>
                  </a:lnTo>
                  <a:lnTo>
                    <a:pt x="5407776" y="1430742"/>
                  </a:lnTo>
                  <a:lnTo>
                    <a:pt x="5407115" y="1430742"/>
                  </a:lnTo>
                  <a:lnTo>
                    <a:pt x="5406455" y="1430742"/>
                  </a:lnTo>
                  <a:lnTo>
                    <a:pt x="5405794" y="1430742"/>
                  </a:lnTo>
                  <a:lnTo>
                    <a:pt x="5405134" y="1430742"/>
                  </a:lnTo>
                  <a:lnTo>
                    <a:pt x="5404473" y="1430742"/>
                  </a:lnTo>
                  <a:lnTo>
                    <a:pt x="5403813" y="1430742"/>
                  </a:lnTo>
                  <a:lnTo>
                    <a:pt x="5403152" y="1430742"/>
                  </a:lnTo>
                  <a:lnTo>
                    <a:pt x="5402492" y="1430742"/>
                  </a:lnTo>
                  <a:lnTo>
                    <a:pt x="5401831" y="1430742"/>
                  </a:lnTo>
                  <a:lnTo>
                    <a:pt x="5401171" y="1430742"/>
                  </a:lnTo>
                  <a:lnTo>
                    <a:pt x="5400510" y="1430742"/>
                  </a:lnTo>
                  <a:lnTo>
                    <a:pt x="5399849" y="1430742"/>
                  </a:lnTo>
                  <a:lnTo>
                    <a:pt x="5399189" y="1430742"/>
                  </a:lnTo>
                  <a:lnTo>
                    <a:pt x="5398528" y="1430742"/>
                  </a:lnTo>
                  <a:lnTo>
                    <a:pt x="5397868" y="1430742"/>
                  </a:lnTo>
                  <a:lnTo>
                    <a:pt x="5397207" y="1430742"/>
                  </a:lnTo>
                  <a:lnTo>
                    <a:pt x="5396547" y="1430742"/>
                  </a:lnTo>
                  <a:lnTo>
                    <a:pt x="5395886" y="1430742"/>
                  </a:lnTo>
                  <a:lnTo>
                    <a:pt x="5395226" y="1430742"/>
                  </a:lnTo>
                  <a:lnTo>
                    <a:pt x="5394565" y="1430742"/>
                  </a:lnTo>
                  <a:lnTo>
                    <a:pt x="5393905" y="1430742"/>
                  </a:lnTo>
                  <a:lnTo>
                    <a:pt x="5393244" y="1430742"/>
                  </a:lnTo>
                  <a:lnTo>
                    <a:pt x="5392584" y="1430742"/>
                  </a:lnTo>
                  <a:lnTo>
                    <a:pt x="5391923" y="1430742"/>
                  </a:lnTo>
                  <a:lnTo>
                    <a:pt x="5391263" y="1430742"/>
                  </a:lnTo>
                  <a:lnTo>
                    <a:pt x="5390602" y="1430742"/>
                  </a:lnTo>
                  <a:lnTo>
                    <a:pt x="5389941" y="1430742"/>
                  </a:lnTo>
                  <a:lnTo>
                    <a:pt x="5389281" y="1430742"/>
                  </a:lnTo>
                  <a:lnTo>
                    <a:pt x="5388620" y="1430742"/>
                  </a:lnTo>
                  <a:lnTo>
                    <a:pt x="5387960" y="1430742"/>
                  </a:lnTo>
                  <a:lnTo>
                    <a:pt x="5387299" y="1430742"/>
                  </a:lnTo>
                  <a:lnTo>
                    <a:pt x="5386639" y="1430742"/>
                  </a:lnTo>
                  <a:lnTo>
                    <a:pt x="5385978" y="1430742"/>
                  </a:lnTo>
                  <a:lnTo>
                    <a:pt x="5385318" y="1430742"/>
                  </a:lnTo>
                  <a:lnTo>
                    <a:pt x="5384657" y="1430742"/>
                  </a:lnTo>
                  <a:lnTo>
                    <a:pt x="5383997" y="1430742"/>
                  </a:lnTo>
                  <a:lnTo>
                    <a:pt x="5383336" y="1430742"/>
                  </a:lnTo>
                  <a:lnTo>
                    <a:pt x="5382676" y="1430742"/>
                  </a:lnTo>
                  <a:lnTo>
                    <a:pt x="5382015" y="1430742"/>
                  </a:lnTo>
                  <a:lnTo>
                    <a:pt x="5381355" y="1430742"/>
                  </a:lnTo>
                  <a:lnTo>
                    <a:pt x="5380694" y="1430742"/>
                  </a:lnTo>
                  <a:lnTo>
                    <a:pt x="5380034" y="1430742"/>
                  </a:lnTo>
                  <a:lnTo>
                    <a:pt x="5379373" y="1430742"/>
                  </a:lnTo>
                  <a:lnTo>
                    <a:pt x="5378712" y="1430742"/>
                  </a:lnTo>
                  <a:lnTo>
                    <a:pt x="5378052" y="1430742"/>
                  </a:lnTo>
                  <a:lnTo>
                    <a:pt x="5377391" y="1430742"/>
                  </a:lnTo>
                  <a:lnTo>
                    <a:pt x="5376731" y="1430742"/>
                  </a:lnTo>
                  <a:lnTo>
                    <a:pt x="5376070" y="1430742"/>
                  </a:lnTo>
                  <a:lnTo>
                    <a:pt x="5375410" y="1430742"/>
                  </a:lnTo>
                  <a:lnTo>
                    <a:pt x="5374749" y="1430742"/>
                  </a:lnTo>
                  <a:lnTo>
                    <a:pt x="5374089" y="1430742"/>
                  </a:lnTo>
                  <a:lnTo>
                    <a:pt x="5373428" y="1430742"/>
                  </a:lnTo>
                  <a:lnTo>
                    <a:pt x="5372768" y="1430742"/>
                  </a:lnTo>
                  <a:lnTo>
                    <a:pt x="5372107" y="1430742"/>
                  </a:lnTo>
                  <a:lnTo>
                    <a:pt x="5371447" y="1430742"/>
                  </a:lnTo>
                  <a:lnTo>
                    <a:pt x="5370786" y="1430742"/>
                  </a:lnTo>
                  <a:lnTo>
                    <a:pt x="5370126" y="1430742"/>
                  </a:lnTo>
                  <a:lnTo>
                    <a:pt x="5369465" y="1430742"/>
                  </a:lnTo>
                  <a:lnTo>
                    <a:pt x="5368804" y="1430742"/>
                  </a:lnTo>
                  <a:lnTo>
                    <a:pt x="5368144" y="1430742"/>
                  </a:lnTo>
                  <a:lnTo>
                    <a:pt x="5367483" y="1430742"/>
                  </a:lnTo>
                  <a:lnTo>
                    <a:pt x="5366823" y="1430742"/>
                  </a:lnTo>
                  <a:lnTo>
                    <a:pt x="5366162" y="1430742"/>
                  </a:lnTo>
                  <a:lnTo>
                    <a:pt x="5365502" y="1430742"/>
                  </a:lnTo>
                  <a:lnTo>
                    <a:pt x="5364841" y="1430742"/>
                  </a:lnTo>
                  <a:lnTo>
                    <a:pt x="5364181" y="1430742"/>
                  </a:lnTo>
                  <a:lnTo>
                    <a:pt x="5363520" y="1430742"/>
                  </a:lnTo>
                  <a:lnTo>
                    <a:pt x="5362860" y="1430742"/>
                  </a:lnTo>
                  <a:lnTo>
                    <a:pt x="5362199" y="1430742"/>
                  </a:lnTo>
                  <a:lnTo>
                    <a:pt x="5361539" y="1430742"/>
                  </a:lnTo>
                  <a:lnTo>
                    <a:pt x="5360878" y="1430742"/>
                  </a:lnTo>
                  <a:lnTo>
                    <a:pt x="5360218" y="1430742"/>
                  </a:lnTo>
                  <a:lnTo>
                    <a:pt x="5359557" y="1430742"/>
                  </a:lnTo>
                  <a:lnTo>
                    <a:pt x="5358896" y="1430742"/>
                  </a:lnTo>
                  <a:lnTo>
                    <a:pt x="5358236" y="1430742"/>
                  </a:lnTo>
                  <a:lnTo>
                    <a:pt x="5357575" y="1430742"/>
                  </a:lnTo>
                  <a:lnTo>
                    <a:pt x="5356915" y="1430742"/>
                  </a:lnTo>
                  <a:lnTo>
                    <a:pt x="5356254" y="1430742"/>
                  </a:lnTo>
                  <a:lnTo>
                    <a:pt x="5355594" y="1430742"/>
                  </a:lnTo>
                  <a:lnTo>
                    <a:pt x="5354933" y="1430742"/>
                  </a:lnTo>
                  <a:lnTo>
                    <a:pt x="5354273" y="1430742"/>
                  </a:lnTo>
                  <a:lnTo>
                    <a:pt x="5353612" y="1430742"/>
                  </a:lnTo>
                  <a:lnTo>
                    <a:pt x="5352952" y="1430742"/>
                  </a:lnTo>
                  <a:lnTo>
                    <a:pt x="5352291" y="1430742"/>
                  </a:lnTo>
                  <a:lnTo>
                    <a:pt x="5351631" y="1430742"/>
                  </a:lnTo>
                  <a:lnTo>
                    <a:pt x="5350970" y="1430742"/>
                  </a:lnTo>
                  <a:lnTo>
                    <a:pt x="5350310" y="1430742"/>
                  </a:lnTo>
                  <a:lnTo>
                    <a:pt x="5349649" y="1430742"/>
                  </a:lnTo>
                  <a:lnTo>
                    <a:pt x="5348988" y="1430742"/>
                  </a:lnTo>
                  <a:lnTo>
                    <a:pt x="5348328" y="1430742"/>
                  </a:lnTo>
                  <a:lnTo>
                    <a:pt x="5347667" y="1430742"/>
                  </a:lnTo>
                  <a:lnTo>
                    <a:pt x="5347007" y="1430742"/>
                  </a:lnTo>
                  <a:lnTo>
                    <a:pt x="5346346" y="1430742"/>
                  </a:lnTo>
                  <a:lnTo>
                    <a:pt x="5345686" y="1430742"/>
                  </a:lnTo>
                  <a:lnTo>
                    <a:pt x="5345025" y="1430742"/>
                  </a:lnTo>
                  <a:lnTo>
                    <a:pt x="5344365" y="1430742"/>
                  </a:lnTo>
                  <a:lnTo>
                    <a:pt x="5343704" y="1430742"/>
                  </a:lnTo>
                  <a:lnTo>
                    <a:pt x="5343044" y="1430742"/>
                  </a:lnTo>
                  <a:lnTo>
                    <a:pt x="5342383" y="1430742"/>
                  </a:lnTo>
                  <a:lnTo>
                    <a:pt x="5341723" y="1430742"/>
                  </a:lnTo>
                  <a:lnTo>
                    <a:pt x="5341062" y="1430742"/>
                  </a:lnTo>
                  <a:lnTo>
                    <a:pt x="5340402" y="1430742"/>
                  </a:lnTo>
                  <a:lnTo>
                    <a:pt x="5339741" y="1430742"/>
                  </a:lnTo>
                  <a:lnTo>
                    <a:pt x="5339081" y="1430742"/>
                  </a:lnTo>
                  <a:lnTo>
                    <a:pt x="5338420" y="1430742"/>
                  </a:lnTo>
                  <a:lnTo>
                    <a:pt x="5337759" y="1430742"/>
                  </a:lnTo>
                  <a:lnTo>
                    <a:pt x="5337099" y="1430742"/>
                  </a:lnTo>
                  <a:lnTo>
                    <a:pt x="5336438" y="1430742"/>
                  </a:lnTo>
                  <a:lnTo>
                    <a:pt x="5335778" y="1430742"/>
                  </a:lnTo>
                  <a:lnTo>
                    <a:pt x="5335117" y="1430742"/>
                  </a:lnTo>
                  <a:lnTo>
                    <a:pt x="5334457" y="1430742"/>
                  </a:lnTo>
                  <a:lnTo>
                    <a:pt x="5333796" y="1430742"/>
                  </a:lnTo>
                  <a:lnTo>
                    <a:pt x="5333136" y="1430742"/>
                  </a:lnTo>
                  <a:lnTo>
                    <a:pt x="5332475" y="1430742"/>
                  </a:lnTo>
                  <a:lnTo>
                    <a:pt x="5331815" y="1430742"/>
                  </a:lnTo>
                  <a:lnTo>
                    <a:pt x="5331154" y="1430742"/>
                  </a:lnTo>
                  <a:lnTo>
                    <a:pt x="5330494" y="1430742"/>
                  </a:lnTo>
                  <a:lnTo>
                    <a:pt x="5329833" y="1430742"/>
                  </a:lnTo>
                  <a:lnTo>
                    <a:pt x="5329173" y="1430742"/>
                  </a:lnTo>
                  <a:lnTo>
                    <a:pt x="5328512" y="1430742"/>
                  </a:lnTo>
                  <a:lnTo>
                    <a:pt x="5327851" y="1430742"/>
                  </a:lnTo>
                  <a:lnTo>
                    <a:pt x="5327191" y="1430742"/>
                  </a:lnTo>
                  <a:lnTo>
                    <a:pt x="5326530" y="1430742"/>
                  </a:lnTo>
                  <a:lnTo>
                    <a:pt x="5325870" y="1430742"/>
                  </a:lnTo>
                  <a:lnTo>
                    <a:pt x="5325209" y="1430742"/>
                  </a:lnTo>
                  <a:lnTo>
                    <a:pt x="5324549" y="1430742"/>
                  </a:lnTo>
                  <a:lnTo>
                    <a:pt x="5323888" y="1430742"/>
                  </a:lnTo>
                  <a:lnTo>
                    <a:pt x="5323228" y="1430742"/>
                  </a:lnTo>
                  <a:lnTo>
                    <a:pt x="5322567" y="1430742"/>
                  </a:lnTo>
                  <a:lnTo>
                    <a:pt x="5321907" y="1430742"/>
                  </a:lnTo>
                  <a:lnTo>
                    <a:pt x="5321246" y="1430742"/>
                  </a:lnTo>
                  <a:lnTo>
                    <a:pt x="5320586" y="1430742"/>
                  </a:lnTo>
                  <a:lnTo>
                    <a:pt x="5319925" y="1430742"/>
                  </a:lnTo>
                  <a:lnTo>
                    <a:pt x="5319265" y="1430742"/>
                  </a:lnTo>
                  <a:lnTo>
                    <a:pt x="5318604" y="1430742"/>
                  </a:lnTo>
                  <a:lnTo>
                    <a:pt x="5317943" y="1430742"/>
                  </a:lnTo>
                  <a:lnTo>
                    <a:pt x="5317283" y="1430742"/>
                  </a:lnTo>
                  <a:lnTo>
                    <a:pt x="5316622" y="1430742"/>
                  </a:lnTo>
                  <a:lnTo>
                    <a:pt x="5315962" y="1430742"/>
                  </a:lnTo>
                  <a:lnTo>
                    <a:pt x="5315301" y="1430742"/>
                  </a:lnTo>
                  <a:lnTo>
                    <a:pt x="5314641" y="1430742"/>
                  </a:lnTo>
                  <a:lnTo>
                    <a:pt x="5313980" y="1430742"/>
                  </a:lnTo>
                  <a:lnTo>
                    <a:pt x="5313320" y="1430742"/>
                  </a:lnTo>
                  <a:lnTo>
                    <a:pt x="5312659" y="1430742"/>
                  </a:lnTo>
                  <a:lnTo>
                    <a:pt x="5311999" y="1430742"/>
                  </a:lnTo>
                  <a:lnTo>
                    <a:pt x="5311338" y="1430742"/>
                  </a:lnTo>
                  <a:lnTo>
                    <a:pt x="5310678" y="1430742"/>
                  </a:lnTo>
                  <a:lnTo>
                    <a:pt x="5310017" y="1430742"/>
                  </a:lnTo>
                  <a:lnTo>
                    <a:pt x="5309357" y="1430742"/>
                  </a:lnTo>
                  <a:lnTo>
                    <a:pt x="5308696" y="1430742"/>
                  </a:lnTo>
                  <a:lnTo>
                    <a:pt x="5308036" y="1430742"/>
                  </a:lnTo>
                  <a:lnTo>
                    <a:pt x="5307375" y="1430742"/>
                  </a:lnTo>
                  <a:lnTo>
                    <a:pt x="5306714" y="1430742"/>
                  </a:lnTo>
                  <a:lnTo>
                    <a:pt x="5306054" y="1430742"/>
                  </a:lnTo>
                  <a:lnTo>
                    <a:pt x="5305393" y="1430742"/>
                  </a:lnTo>
                  <a:lnTo>
                    <a:pt x="5304733" y="1430742"/>
                  </a:lnTo>
                  <a:lnTo>
                    <a:pt x="5304072" y="1430742"/>
                  </a:lnTo>
                  <a:lnTo>
                    <a:pt x="5303412" y="1430742"/>
                  </a:lnTo>
                  <a:lnTo>
                    <a:pt x="5302751" y="1430742"/>
                  </a:lnTo>
                  <a:lnTo>
                    <a:pt x="5302091" y="1430742"/>
                  </a:lnTo>
                  <a:lnTo>
                    <a:pt x="5301430" y="1430742"/>
                  </a:lnTo>
                  <a:lnTo>
                    <a:pt x="5300770" y="1430742"/>
                  </a:lnTo>
                  <a:lnTo>
                    <a:pt x="5300109" y="1430742"/>
                  </a:lnTo>
                  <a:lnTo>
                    <a:pt x="5299449" y="1430742"/>
                  </a:lnTo>
                  <a:lnTo>
                    <a:pt x="5298788" y="1430742"/>
                  </a:lnTo>
                  <a:lnTo>
                    <a:pt x="5298128" y="1430742"/>
                  </a:lnTo>
                  <a:lnTo>
                    <a:pt x="5297467" y="1430742"/>
                  </a:lnTo>
                  <a:lnTo>
                    <a:pt x="5296806" y="1430742"/>
                  </a:lnTo>
                  <a:lnTo>
                    <a:pt x="5296146" y="1430742"/>
                  </a:lnTo>
                  <a:lnTo>
                    <a:pt x="5295485" y="1430742"/>
                  </a:lnTo>
                  <a:lnTo>
                    <a:pt x="5294825" y="1430742"/>
                  </a:lnTo>
                  <a:lnTo>
                    <a:pt x="5294164" y="1430742"/>
                  </a:lnTo>
                  <a:lnTo>
                    <a:pt x="5293504" y="1430742"/>
                  </a:lnTo>
                  <a:lnTo>
                    <a:pt x="5292843" y="1430742"/>
                  </a:lnTo>
                  <a:lnTo>
                    <a:pt x="5292183" y="1430742"/>
                  </a:lnTo>
                  <a:lnTo>
                    <a:pt x="5291522" y="1430742"/>
                  </a:lnTo>
                  <a:lnTo>
                    <a:pt x="5290862" y="1430742"/>
                  </a:lnTo>
                  <a:lnTo>
                    <a:pt x="5290201" y="1430742"/>
                  </a:lnTo>
                  <a:lnTo>
                    <a:pt x="5289541" y="1430742"/>
                  </a:lnTo>
                  <a:lnTo>
                    <a:pt x="5288880" y="1430742"/>
                  </a:lnTo>
                  <a:lnTo>
                    <a:pt x="5288220" y="1430742"/>
                  </a:lnTo>
                  <a:lnTo>
                    <a:pt x="5287559" y="1430742"/>
                  </a:lnTo>
                  <a:lnTo>
                    <a:pt x="5286898" y="1430742"/>
                  </a:lnTo>
                  <a:lnTo>
                    <a:pt x="5286238" y="1430742"/>
                  </a:lnTo>
                  <a:lnTo>
                    <a:pt x="5285577" y="1430742"/>
                  </a:lnTo>
                  <a:lnTo>
                    <a:pt x="5284917" y="1430742"/>
                  </a:lnTo>
                  <a:lnTo>
                    <a:pt x="5284256" y="1430742"/>
                  </a:lnTo>
                  <a:lnTo>
                    <a:pt x="5283596" y="1430742"/>
                  </a:lnTo>
                  <a:lnTo>
                    <a:pt x="5282935" y="1430742"/>
                  </a:lnTo>
                  <a:lnTo>
                    <a:pt x="5282275" y="1430742"/>
                  </a:lnTo>
                  <a:lnTo>
                    <a:pt x="5281614" y="1430742"/>
                  </a:lnTo>
                  <a:lnTo>
                    <a:pt x="5280954" y="1430742"/>
                  </a:lnTo>
                  <a:lnTo>
                    <a:pt x="5280293" y="1430742"/>
                  </a:lnTo>
                  <a:lnTo>
                    <a:pt x="5279633" y="1430742"/>
                  </a:lnTo>
                  <a:lnTo>
                    <a:pt x="5278972" y="1430742"/>
                  </a:lnTo>
                  <a:lnTo>
                    <a:pt x="5278312" y="1430742"/>
                  </a:lnTo>
                  <a:lnTo>
                    <a:pt x="5277651" y="1430742"/>
                  </a:lnTo>
                  <a:lnTo>
                    <a:pt x="5276990" y="1430742"/>
                  </a:lnTo>
                  <a:lnTo>
                    <a:pt x="5276330" y="1430742"/>
                  </a:lnTo>
                  <a:lnTo>
                    <a:pt x="5275669" y="1430742"/>
                  </a:lnTo>
                  <a:lnTo>
                    <a:pt x="5275009" y="1430742"/>
                  </a:lnTo>
                  <a:lnTo>
                    <a:pt x="5274348" y="1430742"/>
                  </a:lnTo>
                  <a:lnTo>
                    <a:pt x="5273688" y="1430742"/>
                  </a:lnTo>
                  <a:lnTo>
                    <a:pt x="5273027" y="1430742"/>
                  </a:lnTo>
                  <a:lnTo>
                    <a:pt x="5272367" y="1430742"/>
                  </a:lnTo>
                  <a:lnTo>
                    <a:pt x="5271706" y="1430742"/>
                  </a:lnTo>
                  <a:lnTo>
                    <a:pt x="5271046" y="1430742"/>
                  </a:lnTo>
                  <a:lnTo>
                    <a:pt x="5270385" y="1430742"/>
                  </a:lnTo>
                  <a:lnTo>
                    <a:pt x="5269725" y="1430742"/>
                  </a:lnTo>
                  <a:lnTo>
                    <a:pt x="5269064" y="1430742"/>
                  </a:lnTo>
                  <a:lnTo>
                    <a:pt x="5268404" y="1430742"/>
                  </a:lnTo>
                  <a:lnTo>
                    <a:pt x="5267743" y="1430742"/>
                  </a:lnTo>
                  <a:lnTo>
                    <a:pt x="5267083" y="1430742"/>
                  </a:lnTo>
                  <a:lnTo>
                    <a:pt x="5266422" y="1430742"/>
                  </a:lnTo>
                  <a:lnTo>
                    <a:pt x="5265761" y="1430742"/>
                  </a:lnTo>
                  <a:lnTo>
                    <a:pt x="5265101" y="1430742"/>
                  </a:lnTo>
                  <a:lnTo>
                    <a:pt x="5264440" y="1430742"/>
                  </a:lnTo>
                  <a:lnTo>
                    <a:pt x="5263780" y="1430742"/>
                  </a:lnTo>
                  <a:lnTo>
                    <a:pt x="5263119" y="1430742"/>
                  </a:lnTo>
                  <a:lnTo>
                    <a:pt x="5262459" y="1430742"/>
                  </a:lnTo>
                  <a:lnTo>
                    <a:pt x="5261798" y="1430742"/>
                  </a:lnTo>
                  <a:lnTo>
                    <a:pt x="5261138" y="1430742"/>
                  </a:lnTo>
                  <a:lnTo>
                    <a:pt x="5260477" y="1430742"/>
                  </a:lnTo>
                  <a:lnTo>
                    <a:pt x="5259817" y="1430742"/>
                  </a:lnTo>
                  <a:lnTo>
                    <a:pt x="5259156" y="1430742"/>
                  </a:lnTo>
                  <a:lnTo>
                    <a:pt x="5258496" y="1430742"/>
                  </a:lnTo>
                  <a:lnTo>
                    <a:pt x="5257835" y="1430742"/>
                  </a:lnTo>
                  <a:lnTo>
                    <a:pt x="5257175" y="1430742"/>
                  </a:lnTo>
                  <a:lnTo>
                    <a:pt x="5256514" y="1430742"/>
                  </a:lnTo>
                  <a:lnTo>
                    <a:pt x="5255853" y="1430742"/>
                  </a:lnTo>
                  <a:lnTo>
                    <a:pt x="5255193" y="1430742"/>
                  </a:lnTo>
                  <a:lnTo>
                    <a:pt x="5254532" y="1430742"/>
                  </a:lnTo>
                  <a:lnTo>
                    <a:pt x="5253872" y="1430742"/>
                  </a:lnTo>
                  <a:lnTo>
                    <a:pt x="5253211" y="1430742"/>
                  </a:lnTo>
                  <a:lnTo>
                    <a:pt x="5252551" y="1430742"/>
                  </a:lnTo>
                  <a:lnTo>
                    <a:pt x="5251890" y="1430742"/>
                  </a:lnTo>
                  <a:lnTo>
                    <a:pt x="5251230" y="1430742"/>
                  </a:lnTo>
                  <a:lnTo>
                    <a:pt x="5250569" y="1430742"/>
                  </a:lnTo>
                  <a:lnTo>
                    <a:pt x="5249909" y="1430742"/>
                  </a:lnTo>
                  <a:lnTo>
                    <a:pt x="5249248" y="1430742"/>
                  </a:lnTo>
                  <a:lnTo>
                    <a:pt x="5248588" y="1430742"/>
                  </a:lnTo>
                  <a:lnTo>
                    <a:pt x="5247927" y="1430742"/>
                  </a:lnTo>
                  <a:lnTo>
                    <a:pt x="5247267" y="1430742"/>
                  </a:lnTo>
                  <a:lnTo>
                    <a:pt x="5246606" y="1430742"/>
                  </a:lnTo>
                  <a:lnTo>
                    <a:pt x="5245945" y="1430742"/>
                  </a:lnTo>
                  <a:lnTo>
                    <a:pt x="5245285" y="1430742"/>
                  </a:lnTo>
                  <a:lnTo>
                    <a:pt x="5244624" y="1430742"/>
                  </a:lnTo>
                  <a:lnTo>
                    <a:pt x="5243964" y="1430742"/>
                  </a:lnTo>
                  <a:lnTo>
                    <a:pt x="5243303" y="1430742"/>
                  </a:lnTo>
                  <a:lnTo>
                    <a:pt x="5242643" y="1430742"/>
                  </a:lnTo>
                  <a:lnTo>
                    <a:pt x="5241982" y="1430742"/>
                  </a:lnTo>
                  <a:lnTo>
                    <a:pt x="5241322" y="1430742"/>
                  </a:lnTo>
                  <a:lnTo>
                    <a:pt x="5240661" y="1430742"/>
                  </a:lnTo>
                  <a:lnTo>
                    <a:pt x="5240001" y="1430742"/>
                  </a:lnTo>
                  <a:lnTo>
                    <a:pt x="5239340" y="1430742"/>
                  </a:lnTo>
                  <a:lnTo>
                    <a:pt x="5238680" y="1430742"/>
                  </a:lnTo>
                  <a:lnTo>
                    <a:pt x="5238019" y="1430742"/>
                  </a:lnTo>
                  <a:lnTo>
                    <a:pt x="5237359" y="1430742"/>
                  </a:lnTo>
                  <a:lnTo>
                    <a:pt x="5236698" y="1430742"/>
                  </a:lnTo>
                  <a:lnTo>
                    <a:pt x="5236038" y="1430742"/>
                  </a:lnTo>
                  <a:lnTo>
                    <a:pt x="5235377" y="1430742"/>
                  </a:lnTo>
                  <a:lnTo>
                    <a:pt x="5234716" y="1430742"/>
                  </a:lnTo>
                  <a:lnTo>
                    <a:pt x="5234056" y="1430742"/>
                  </a:lnTo>
                  <a:lnTo>
                    <a:pt x="5233395" y="1430742"/>
                  </a:lnTo>
                  <a:lnTo>
                    <a:pt x="5232735" y="1430742"/>
                  </a:lnTo>
                  <a:lnTo>
                    <a:pt x="5232074" y="1430742"/>
                  </a:lnTo>
                  <a:lnTo>
                    <a:pt x="5231414" y="1430742"/>
                  </a:lnTo>
                  <a:lnTo>
                    <a:pt x="5230753" y="1430742"/>
                  </a:lnTo>
                  <a:lnTo>
                    <a:pt x="5230093" y="1430742"/>
                  </a:lnTo>
                  <a:lnTo>
                    <a:pt x="5229432" y="1430742"/>
                  </a:lnTo>
                  <a:lnTo>
                    <a:pt x="5228772" y="1430742"/>
                  </a:lnTo>
                  <a:lnTo>
                    <a:pt x="5228111" y="1430742"/>
                  </a:lnTo>
                  <a:lnTo>
                    <a:pt x="5227451" y="1430742"/>
                  </a:lnTo>
                  <a:lnTo>
                    <a:pt x="5226790" y="1430742"/>
                  </a:lnTo>
                  <a:lnTo>
                    <a:pt x="5226130" y="1430742"/>
                  </a:lnTo>
                  <a:lnTo>
                    <a:pt x="5225469" y="1430742"/>
                  </a:lnTo>
                  <a:lnTo>
                    <a:pt x="5224808" y="1430742"/>
                  </a:lnTo>
                  <a:lnTo>
                    <a:pt x="5224148" y="1430742"/>
                  </a:lnTo>
                  <a:lnTo>
                    <a:pt x="5223487" y="1430742"/>
                  </a:lnTo>
                  <a:lnTo>
                    <a:pt x="5222827" y="1430742"/>
                  </a:lnTo>
                  <a:lnTo>
                    <a:pt x="5222166" y="1430742"/>
                  </a:lnTo>
                  <a:lnTo>
                    <a:pt x="5221506" y="1430742"/>
                  </a:lnTo>
                  <a:lnTo>
                    <a:pt x="5220845" y="1430742"/>
                  </a:lnTo>
                  <a:lnTo>
                    <a:pt x="5220185" y="1430742"/>
                  </a:lnTo>
                  <a:lnTo>
                    <a:pt x="5219524" y="1430742"/>
                  </a:lnTo>
                  <a:lnTo>
                    <a:pt x="5218864" y="1430742"/>
                  </a:lnTo>
                  <a:lnTo>
                    <a:pt x="5218203" y="1430742"/>
                  </a:lnTo>
                  <a:lnTo>
                    <a:pt x="5217543" y="1430742"/>
                  </a:lnTo>
                  <a:lnTo>
                    <a:pt x="5216882" y="1430742"/>
                  </a:lnTo>
                  <a:lnTo>
                    <a:pt x="5216222" y="1430742"/>
                  </a:lnTo>
                  <a:lnTo>
                    <a:pt x="5215561" y="1430742"/>
                  </a:lnTo>
                  <a:lnTo>
                    <a:pt x="5214900" y="1430742"/>
                  </a:lnTo>
                  <a:lnTo>
                    <a:pt x="5214240" y="1430742"/>
                  </a:lnTo>
                  <a:lnTo>
                    <a:pt x="5213579" y="1430742"/>
                  </a:lnTo>
                  <a:lnTo>
                    <a:pt x="5212919" y="1430742"/>
                  </a:lnTo>
                  <a:lnTo>
                    <a:pt x="5212258" y="1430742"/>
                  </a:lnTo>
                  <a:lnTo>
                    <a:pt x="5211598" y="1430742"/>
                  </a:lnTo>
                  <a:lnTo>
                    <a:pt x="5210937" y="1430742"/>
                  </a:lnTo>
                  <a:lnTo>
                    <a:pt x="5210277" y="1430742"/>
                  </a:lnTo>
                  <a:lnTo>
                    <a:pt x="5209616" y="1430742"/>
                  </a:lnTo>
                  <a:lnTo>
                    <a:pt x="5208956" y="1430742"/>
                  </a:lnTo>
                  <a:lnTo>
                    <a:pt x="5208295" y="1430742"/>
                  </a:lnTo>
                  <a:lnTo>
                    <a:pt x="5207635" y="1430742"/>
                  </a:lnTo>
                  <a:lnTo>
                    <a:pt x="5206974" y="1430742"/>
                  </a:lnTo>
                  <a:lnTo>
                    <a:pt x="5206314" y="1430742"/>
                  </a:lnTo>
                  <a:lnTo>
                    <a:pt x="5205653" y="1430742"/>
                  </a:lnTo>
                  <a:lnTo>
                    <a:pt x="5204992" y="1430742"/>
                  </a:lnTo>
                  <a:lnTo>
                    <a:pt x="5204332" y="1430742"/>
                  </a:lnTo>
                  <a:lnTo>
                    <a:pt x="5203671" y="1430742"/>
                  </a:lnTo>
                  <a:lnTo>
                    <a:pt x="5203011" y="1430742"/>
                  </a:lnTo>
                  <a:lnTo>
                    <a:pt x="5202350" y="1430742"/>
                  </a:lnTo>
                  <a:lnTo>
                    <a:pt x="5201690" y="1430742"/>
                  </a:lnTo>
                  <a:lnTo>
                    <a:pt x="5201029" y="1430742"/>
                  </a:lnTo>
                  <a:lnTo>
                    <a:pt x="5200369" y="1430742"/>
                  </a:lnTo>
                  <a:lnTo>
                    <a:pt x="5199708" y="1430742"/>
                  </a:lnTo>
                  <a:lnTo>
                    <a:pt x="5199048" y="1430742"/>
                  </a:lnTo>
                  <a:lnTo>
                    <a:pt x="5198387" y="1430742"/>
                  </a:lnTo>
                  <a:lnTo>
                    <a:pt x="5197727" y="1430742"/>
                  </a:lnTo>
                  <a:lnTo>
                    <a:pt x="5197066" y="1430742"/>
                  </a:lnTo>
                  <a:lnTo>
                    <a:pt x="5196406" y="1430742"/>
                  </a:lnTo>
                  <a:lnTo>
                    <a:pt x="5195745" y="1430742"/>
                  </a:lnTo>
                  <a:lnTo>
                    <a:pt x="5195085" y="1430742"/>
                  </a:lnTo>
                  <a:lnTo>
                    <a:pt x="5194424" y="1430742"/>
                  </a:lnTo>
                  <a:lnTo>
                    <a:pt x="5193763" y="1430742"/>
                  </a:lnTo>
                  <a:lnTo>
                    <a:pt x="5193103" y="1430742"/>
                  </a:lnTo>
                  <a:lnTo>
                    <a:pt x="5192442" y="1430742"/>
                  </a:lnTo>
                  <a:lnTo>
                    <a:pt x="5191782" y="1430742"/>
                  </a:lnTo>
                  <a:lnTo>
                    <a:pt x="5191121" y="1430742"/>
                  </a:lnTo>
                  <a:lnTo>
                    <a:pt x="5190461" y="1430742"/>
                  </a:lnTo>
                  <a:lnTo>
                    <a:pt x="5189800" y="1430742"/>
                  </a:lnTo>
                  <a:lnTo>
                    <a:pt x="5189140" y="1430742"/>
                  </a:lnTo>
                  <a:lnTo>
                    <a:pt x="5188479" y="1430742"/>
                  </a:lnTo>
                  <a:lnTo>
                    <a:pt x="5187819" y="1430742"/>
                  </a:lnTo>
                  <a:lnTo>
                    <a:pt x="5187158" y="1430742"/>
                  </a:lnTo>
                  <a:lnTo>
                    <a:pt x="5186498" y="1430742"/>
                  </a:lnTo>
                  <a:lnTo>
                    <a:pt x="5185837" y="1430742"/>
                  </a:lnTo>
                  <a:lnTo>
                    <a:pt x="5185177" y="1430742"/>
                  </a:lnTo>
                  <a:lnTo>
                    <a:pt x="5184516" y="1430742"/>
                  </a:lnTo>
                  <a:lnTo>
                    <a:pt x="5183855" y="1430742"/>
                  </a:lnTo>
                  <a:lnTo>
                    <a:pt x="5183195" y="1430742"/>
                  </a:lnTo>
                  <a:lnTo>
                    <a:pt x="5182534" y="1430742"/>
                  </a:lnTo>
                  <a:lnTo>
                    <a:pt x="5181874" y="1430742"/>
                  </a:lnTo>
                  <a:lnTo>
                    <a:pt x="5181213" y="1430742"/>
                  </a:lnTo>
                  <a:lnTo>
                    <a:pt x="5180553" y="1430742"/>
                  </a:lnTo>
                  <a:lnTo>
                    <a:pt x="5179892" y="1430742"/>
                  </a:lnTo>
                  <a:lnTo>
                    <a:pt x="5179232" y="1430742"/>
                  </a:lnTo>
                  <a:lnTo>
                    <a:pt x="5178571" y="1430742"/>
                  </a:lnTo>
                  <a:lnTo>
                    <a:pt x="5177911" y="1430742"/>
                  </a:lnTo>
                  <a:lnTo>
                    <a:pt x="5177250" y="1430742"/>
                  </a:lnTo>
                  <a:lnTo>
                    <a:pt x="5176590" y="1430742"/>
                  </a:lnTo>
                  <a:lnTo>
                    <a:pt x="5175929" y="1430742"/>
                  </a:lnTo>
                  <a:lnTo>
                    <a:pt x="5175269" y="1430742"/>
                  </a:lnTo>
                  <a:lnTo>
                    <a:pt x="5174608" y="1430742"/>
                  </a:lnTo>
                  <a:lnTo>
                    <a:pt x="5173947" y="1430742"/>
                  </a:lnTo>
                  <a:lnTo>
                    <a:pt x="5173287" y="1430742"/>
                  </a:lnTo>
                  <a:lnTo>
                    <a:pt x="5172626" y="1430742"/>
                  </a:lnTo>
                  <a:lnTo>
                    <a:pt x="5171966" y="1430742"/>
                  </a:lnTo>
                  <a:lnTo>
                    <a:pt x="5171305" y="1430742"/>
                  </a:lnTo>
                  <a:lnTo>
                    <a:pt x="5170645" y="1430742"/>
                  </a:lnTo>
                  <a:lnTo>
                    <a:pt x="5169984" y="1430742"/>
                  </a:lnTo>
                  <a:lnTo>
                    <a:pt x="5169324" y="1430742"/>
                  </a:lnTo>
                  <a:lnTo>
                    <a:pt x="5168663" y="1430742"/>
                  </a:lnTo>
                  <a:lnTo>
                    <a:pt x="5168003" y="1430742"/>
                  </a:lnTo>
                  <a:lnTo>
                    <a:pt x="5167342" y="1430742"/>
                  </a:lnTo>
                  <a:lnTo>
                    <a:pt x="5166682" y="1430742"/>
                  </a:lnTo>
                  <a:lnTo>
                    <a:pt x="5166021" y="1430742"/>
                  </a:lnTo>
                  <a:lnTo>
                    <a:pt x="5165361" y="1430742"/>
                  </a:lnTo>
                  <a:lnTo>
                    <a:pt x="5164700" y="1430742"/>
                  </a:lnTo>
                  <a:lnTo>
                    <a:pt x="5164040" y="1430742"/>
                  </a:lnTo>
                  <a:lnTo>
                    <a:pt x="5163379" y="1430742"/>
                  </a:lnTo>
                  <a:lnTo>
                    <a:pt x="5162718" y="1430742"/>
                  </a:lnTo>
                  <a:lnTo>
                    <a:pt x="5162058" y="1430742"/>
                  </a:lnTo>
                  <a:lnTo>
                    <a:pt x="5161397" y="1430742"/>
                  </a:lnTo>
                  <a:lnTo>
                    <a:pt x="5160737" y="1430742"/>
                  </a:lnTo>
                  <a:lnTo>
                    <a:pt x="5160076" y="1430742"/>
                  </a:lnTo>
                  <a:lnTo>
                    <a:pt x="5159416" y="1430742"/>
                  </a:lnTo>
                  <a:lnTo>
                    <a:pt x="5158755" y="1430742"/>
                  </a:lnTo>
                  <a:lnTo>
                    <a:pt x="5158095" y="1430742"/>
                  </a:lnTo>
                  <a:lnTo>
                    <a:pt x="5157434" y="1430742"/>
                  </a:lnTo>
                  <a:lnTo>
                    <a:pt x="5156774" y="1430742"/>
                  </a:lnTo>
                  <a:lnTo>
                    <a:pt x="5156113" y="1430742"/>
                  </a:lnTo>
                  <a:lnTo>
                    <a:pt x="5155453" y="1430742"/>
                  </a:lnTo>
                  <a:lnTo>
                    <a:pt x="5154792" y="1430742"/>
                  </a:lnTo>
                  <a:lnTo>
                    <a:pt x="5154132" y="1430742"/>
                  </a:lnTo>
                  <a:lnTo>
                    <a:pt x="5153471" y="1430742"/>
                  </a:lnTo>
                  <a:lnTo>
                    <a:pt x="5152810" y="1430742"/>
                  </a:lnTo>
                  <a:lnTo>
                    <a:pt x="5152150" y="1430742"/>
                  </a:lnTo>
                  <a:lnTo>
                    <a:pt x="5151489" y="1430742"/>
                  </a:lnTo>
                  <a:lnTo>
                    <a:pt x="5150829" y="1430742"/>
                  </a:lnTo>
                  <a:lnTo>
                    <a:pt x="5150168" y="1430742"/>
                  </a:lnTo>
                  <a:lnTo>
                    <a:pt x="5149508" y="1430742"/>
                  </a:lnTo>
                  <a:lnTo>
                    <a:pt x="5148847" y="1430742"/>
                  </a:lnTo>
                  <a:lnTo>
                    <a:pt x="5148187" y="1430742"/>
                  </a:lnTo>
                  <a:lnTo>
                    <a:pt x="5147526" y="1430742"/>
                  </a:lnTo>
                  <a:lnTo>
                    <a:pt x="5146866" y="1430742"/>
                  </a:lnTo>
                  <a:lnTo>
                    <a:pt x="5146205" y="1430742"/>
                  </a:lnTo>
                  <a:lnTo>
                    <a:pt x="5145545" y="1430742"/>
                  </a:lnTo>
                  <a:lnTo>
                    <a:pt x="5144884" y="1430742"/>
                  </a:lnTo>
                  <a:lnTo>
                    <a:pt x="5144224" y="1430742"/>
                  </a:lnTo>
                  <a:lnTo>
                    <a:pt x="5143563" y="1430742"/>
                  </a:lnTo>
                  <a:lnTo>
                    <a:pt x="5142902" y="1430742"/>
                  </a:lnTo>
                  <a:lnTo>
                    <a:pt x="5142242" y="1430742"/>
                  </a:lnTo>
                  <a:lnTo>
                    <a:pt x="5141581" y="1430742"/>
                  </a:lnTo>
                  <a:lnTo>
                    <a:pt x="5140921" y="1430742"/>
                  </a:lnTo>
                  <a:lnTo>
                    <a:pt x="5140260" y="1430742"/>
                  </a:lnTo>
                  <a:lnTo>
                    <a:pt x="5139600" y="1430742"/>
                  </a:lnTo>
                  <a:lnTo>
                    <a:pt x="5138939" y="1430742"/>
                  </a:lnTo>
                  <a:lnTo>
                    <a:pt x="5138279" y="1430742"/>
                  </a:lnTo>
                  <a:lnTo>
                    <a:pt x="5137618" y="1430742"/>
                  </a:lnTo>
                  <a:lnTo>
                    <a:pt x="5136958" y="1430742"/>
                  </a:lnTo>
                  <a:lnTo>
                    <a:pt x="5136297" y="1430742"/>
                  </a:lnTo>
                  <a:lnTo>
                    <a:pt x="5135637" y="1430742"/>
                  </a:lnTo>
                  <a:lnTo>
                    <a:pt x="5134976" y="1430742"/>
                  </a:lnTo>
                  <a:lnTo>
                    <a:pt x="5134316" y="1430742"/>
                  </a:lnTo>
                  <a:lnTo>
                    <a:pt x="5133655" y="1430742"/>
                  </a:lnTo>
                  <a:lnTo>
                    <a:pt x="5132994" y="1430742"/>
                  </a:lnTo>
                  <a:lnTo>
                    <a:pt x="5132334" y="1430742"/>
                  </a:lnTo>
                  <a:lnTo>
                    <a:pt x="5131673" y="1430742"/>
                  </a:lnTo>
                  <a:lnTo>
                    <a:pt x="5131013" y="1430742"/>
                  </a:lnTo>
                  <a:lnTo>
                    <a:pt x="5130352" y="1430742"/>
                  </a:lnTo>
                  <a:lnTo>
                    <a:pt x="5129692" y="1430742"/>
                  </a:lnTo>
                  <a:lnTo>
                    <a:pt x="5129031" y="1430742"/>
                  </a:lnTo>
                  <a:lnTo>
                    <a:pt x="5128371" y="1430742"/>
                  </a:lnTo>
                  <a:lnTo>
                    <a:pt x="5127710" y="1430742"/>
                  </a:lnTo>
                  <a:lnTo>
                    <a:pt x="5127050" y="1430742"/>
                  </a:lnTo>
                  <a:lnTo>
                    <a:pt x="5126389" y="1430742"/>
                  </a:lnTo>
                  <a:lnTo>
                    <a:pt x="5125729" y="1430742"/>
                  </a:lnTo>
                  <a:lnTo>
                    <a:pt x="5125068" y="1430742"/>
                  </a:lnTo>
                  <a:lnTo>
                    <a:pt x="5124408" y="1430742"/>
                  </a:lnTo>
                  <a:lnTo>
                    <a:pt x="5123747" y="1430742"/>
                  </a:lnTo>
                  <a:lnTo>
                    <a:pt x="5123087" y="1430742"/>
                  </a:lnTo>
                  <a:lnTo>
                    <a:pt x="5122426" y="1430742"/>
                  </a:lnTo>
                  <a:lnTo>
                    <a:pt x="5121765" y="1430742"/>
                  </a:lnTo>
                  <a:lnTo>
                    <a:pt x="5121105" y="1430742"/>
                  </a:lnTo>
                  <a:lnTo>
                    <a:pt x="5120444" y="1430742"/>
                  </a:lnTo>
                  <a:lnTo>
                    <a:pt x="5119784" y="1430742"/>
                  </a:lnTo>
                  <a:lnTo>
                    <a:pt x="5119123" y="1430742"/>
                  </a:lnTo>
                  <a:lnTo>
                    <a:pt x="5118463" y="1430742"/>
                  </a:lnTo>
                  <a:lnTo>
                    <a:pt x="5117802" y="1430742"/>
                  </a:lnTo>
                  <a:lnTo>
                    <a:pt x="5117142" y="1430742"/>
                  </a:lnTo>
                  <a:lnTo>
                    <a:pt x="5116481" y="1430742"/>
                  </a:lnTo>
                  <a:lnTo>
                    <a:pt x="5115821" y="1430742"/>
                  </a:lnTo>
                  <a:lnTo>
                    <a:pt x="5115160" y="1430742"/>
                  </a:lnTo>
                  <a:lnTo>
                    <a:pt x="5114500" y="1430742"/>
                  </a:lnTo>
                  <a:lnTo>
                    <a:pt x="5113839" y="1430742"/>
                  </a:lnTo>
                  <a:lnTo>
                    <a:pt x="5113179" y="1430742"/>
                  </a:lnTo>
                  <a:lnTo>
                    <a:pt x="5112518" y="1430742"/>
                  </a:lnTo>
                  <a:lnTo>
                    <a:pt x="5111857" y="1430742"/>
                  </a:lnTo>
                  <a:lnTo>
                    <a:pt x="5111197" y="1430742"/>
                  </a:lnTo>
                  <a:lnTo>
                    <a:pt x="5110536" y="1430742"/>
                  </a:lnTo>
                  <a:lnTo>
                    <a:pt x="5109876" y="1430742"/>
                  </a:lnTo>
                  <a:lnTo>
                    <a:pt x="5109215" y="1430742"/>
                  </a:lnTo>
                  <a:lnTo>
                    <a:pt x="5108555" y="1430742"/>
                  </a:lnTo>
                  <a:lnTo>
                    <a:pt x="5107894" y="1430742"/>
                  </a:lnTo>
                  <a:lnTo>
                    <a:pt x="5107234" y="1430742"/>
                  </a:lnTo>
                  <a:lnTo>
                    <a:pt x="5106573" y="1430742"/>
                  </a:lnTo>
                  <a:lnTo>
                    <a:pt x="5105913" y="1430742"/>
                  </a:lnTo>
                  <a:lnTo>
                    <a:pt x="5105252" y="1430742"/>
                  </a:lnTo>
                  <a:lnTo>
                    <a:pt x="5104592" y="1430742"/>
                  </a:lnTo>
                  <a:lnTo>
                    <a:pt x="5103931" y="1430742"/>
                  </a:lnTo>
                  <a:lnTo>
                    <a:pt x="5103271" y="1430742"/>
                  </a:lnTo>
                  <a:lnTo>
                    <a:pt x="5102610" y="1430742"/>
                  </a:lnTo>
                  <a:lnTo>
                    <a:pt x="5101949" y="1430742"/>
                  </a:lnTo>
                  <a:lnTo>
                    <a:pt x="5101289" y="1430742"/>
                  </a:lnTo>
                  <a:lnTo>
                    <a:pt x="5100628" y="1430742"/>
                  </a:lnTo>
                  <a:lnTo>
                    <a:pt x="5099968" y="1430742"/>
                  </a:lnTo>
                  <a:lnTo>
                    <a:pt x="5099307" y="1430742"/>
                  </a:lnTo>
                  <a:lnTo>
                    <a:pt x="5098647" y="1430742"/>
                  </a:lnTo>
                  <a:lnTo>
                    <a:pt x="5097986" y="1430742"/>
                  </a:lnTo>
                  <a:lnTo>
                    <a:pt x="5097326" y="1430742"/>
                  </a:lnTo>
                  <a:lnTo>
                    <a:pt x="5096665" y="1430742"/>
                  </a:lnTo>
                  <a:lnTo>
                    <a:pt x="5096005" y="1430742"/>
                  </a:lnTo>
                  <a:lnTo>
                    <a:pt x="5095344" y="1430742"/>
                  </a:lnTo>
                  <a:lnTo>
                    <a:pt x="5094684" y="1430742"/>
                  </a:lnTo>
                  <a:lnTo>
                    <a:pt x="5094023" y="1430742"/>
                  </a:lnTo>
                  <a:lnTo>
                    <a:pt x="5093363" y="1430742"/>
                  </a:lnTo>
                  <a:lnTo>
                    <a:pt x="5092702" y="1430742"/>
                  </a:lnTo>
                  <a:lnTo>
                    <a:pt x="5092042" y="1430742"/>
                  </a:lnTo>
                  <a:lnTo>
                    <a:pt x="5091381" y="1430742"/>
                  </a:lnTo>
                  <a:lnTo>
                    <a:pt x="5090720" y="1430742"/>
                  </a:lnTo>
                  <a:lnTo>
                    <a:pt x="5090060" y="1430742"/>
                  </a:lnTo>
                  <a:lnTo>
                    <a:pt x="5089399" y="1430742"/>
                  </a:lnTo>
                  <a:lnTo>
                    <a:pt x="5088739" y="1430742"/>
                  </a:lnTo>
                  <a:lnTo>
                    <a:pt x="5088078" y="1430742"/>
                  </a:lnTo>
                  <a:lnTo>
                    <a:pt x="5087418" y="1430742"/>
                  </a:lnTo>
                  <a:lnTo>
                    <a:pt x="5086757" y="1430742"/>
                  </a:lnTo>
                  <a:lnTo>
                    <a:pt x="5086097" y="1430742"/>
                  </a:lnTo>
                  <a:lnTo>
                    <a:pt x="5085436" y="1430742"/>
                  </a:lnTo>
                  <a:lnTo>
                    <a:pt x="5084776" y="1430742"/>
                  </a:lnTo>
                  <a:lnTo>
                    <a:pt x="5084115" y="1430742"/>
                  </a:lnTo>
                  <a:lnTo>
                    <a:pt x="5083455" y="1430742"/>
                  </a:lnTo>
                  <a:lnTo>
                    <a:pt x="5082794" y="1430742"/>
                  </a:lnTo>
                  <a:lnTo>
                    <a:pt x="5082134" y="1430742"/>
                  </a:lnTo>
                  <a:lnTo>
                    <a:pt x="5081473" y="1430742"/>
                  </a:lnTo>
                  <a:lnTo>
                    <a:pt x="5080812" y="1430742"/>
                  </a:lnTo>
                  <a:lnTo>
                    <a:pt x="5080152" y="1430742"/>
                  </a:lnTo>
                  <a:lnTo>
                    <a:pt x="5079491" y="1430742"/>
                  </a:lnTo>
                  <a:lnTo>
                    <a:pt x="5078831" y="1430742"/>
                  </a:lnTo>
                  <a:lnTo>
                    <a:pt x="5078170" y="1430742"/>
                  </a:lnTo>
                  <a:lnTo>
                    <a:pt x="5077510" y="1430742"/>
                  </a:lnTo>
                  <a:lnTo>
                    <a:pt x="5076849" y="1430742"/>
                  </a:lnTo>
                  <a:lnTo>
                    <a:pt x="5076189" y="1430742"/>
                  </a:lnTo>
                  <a:lnTo>
                    <a:pt x="5075528" y="1430742"/>
                  </a:lnTo>
                  <a:lnTo>
                    <a:pt x="5074868" y="1430742"/>
                  </a:lnTo>
                  <a:lnTo>
                    <a:pt x="5074207" y="1430742"/>
                  </a:lnTo>
                  <a:lnTo>
                    <a:pt x="5073547" y="1430742"/>
                  </a:lnTo>
                  <a:lnTo>
                    <a:pt x="5072886" y="1430742"/>
                  </a:lnTo>
                  <a:lnTo>
                    <a:pt x="5072226" y="1430742"/>
                  </a:lnTo>
                  <a:lnTo>
                    <a:pt x="5071565" y="1430742"/>
                  </a:lnTo>
                  <a:lnTo>
                    <a:pt x="5070904" y="1430742"/>
                  </a:lnTo>
                  <a:lnTo>
                    <a:pt x="5070244" y="1430742"/>
                  </a:lnTo>
                  <a:lnTo>
                    <a:pt x="5069583" y="1430742"/>
                  </a:lnTo>
                  <a:lnTo>
                    <a:pt x="5068923" y="1430742"/>
                  </a:lnTo>
                  <a:lnTo>
                    <a:pt x="5068262" y="1430742"/>
                  </a:lnTo>
                  <a:lnTo>
                    <a:pt x="5067602" y="1430742"/>
                  </a:lnTo>
                  <a:lnTo>
                    <a:pt x="5066941" y="1430742"/>
                  </a:lnTo>
                  <a:lnTo>
                    <a:pt x="5066281" y="1430742"/>
                  </a:lnTo>
                  <a:lnTo>
                    <a:pt x="5065620" y="1430742"/>
                  </a:lnTo>
                  <a:lnTo>
                    <a:pt x="5064960" y="1430742"/>
                  </a:lnTo>
                  <a:lnTo>
                    <a:pt x="5064299" y="1430742"/>
                  </a:lnTo>
                  <a:lnTo>
                    <a:pt x="5063639" y="1430742"/>
                  </a:lnTo>
                  <a:lnTo>
                    <a:pt x="5062978" y="1430742"/>
                  </a:lnTo>
                  <a:lnTo>
                    <a:pt x="5062318" y="1430742"/>
                  </a:lnTo>
                  <a:lnTo>
                    <a:pt x="5061657" y="1430742"/>
                  </a:lnTo>
                  <a:lnTo>
                    <a:pt x="5060996" y="1430742"/>
                  </a:lnTo>
                  <a:lnTo>
                    <a:pt x="5060336" y="1430742"/>
                  </a:lnTo>
                  <a:lnTo>
                    <a:pt x="5059675" y="1430742"/>
                  </a:lnTo>
                  <a:lnTo>
                    <a:pt x="5059015" y="1430742"/>
                  </a:lnTo>
                  <a:lnTo>
                    <a:pt x="5058354" y="1430742"/>
                  </a:lnTo>
                  <a:lnTo>
                    <a:pt x="5057694" y="1430742"/>
                  </a:lnTo>
                  <a:lnTo>
                    <a:pt x="5057033" y="1430742"/>
                  </a:lnTo>
                  <a:lnTo>
                    <a:pt x="5056373" y="1430742"/>
                  </a:lnTo>
                  <a:lnTo>
                    <a:pt x="5055712" y="1430742"/>
                  </a:lnTo>
                  <a:lnTo>
                    <a:pt x="5055052" y="1430742"/>
                  </a:lnTo>
                  <a:lnTo>
                    <a:pt x="5054391" y="1430742"/>
                  </a:lnTo>
                  <a:lnTo>
                    <a:pt x="5053731" y="1430742"/>
                  </a:lnTo>
                  <a:lnTo>
                    <a:pt x="5053070" y="1430742"/>
                  </a:lnTo>
                  <a:lnTo>
                    <a:pt x="5052410" y="1430742"/>
                  </a:lnTo>
                  <a:lnTo>
                    <a:pt x="5051749" y="1430742"/>
                  </a:lnTo>
                  <a:lnTo>
                    <a:pt x="5051089" y="1430742"/>
                  </a:lnTo>
                  <a:lnTo>
                    <a:pt x="5050428" y="1430742"/>
                  </a:lnTo>
                  <a:lnTo>
                    <a:pt x="5049767" y="1430742"/>
                  </a:lnTo>
                  <a:lnTo>
                    <a:pt x="5049107" y="1430742"/>
                  </a:lnTo>
                  <a:lnTo>
                    <a:pt x="5048446" y="1430742"/>
                  </a:lnTo>
                  <a:lnTo>
                    <a:pt x="5047786" y="1430742"/>
                  </a:lnTo>
                  <a:lnTo>
                    <a:pt x="5047125" y="1430742"/>
                  </a:lnTo>
                  <a:lnTo>
                    <a:pt x="5046465" y="1430742"/>
                  </a:lnTo>
                  <a:lnTo>
                    <a:pt x="5045804" y="1430742"/>
                  </a:lnTo>
                  <a:lnTo>
                    <a:pt x="5045144" y="1430742"/>
                  </a:lnTo>
                  <a:lnTo>
                    <a:pt x="5044483" y="1430742"/>
                  </a:lnTo>
                  <a:lnTo>
                    <a:pt x="5043823" y="1430742"/>
                  </a:lnTo>
                  <a:lnTo>
                    <a:pt x="5043162" y="1430742"/>
                  </a:lnTo>
                  <a:lnTo>
                    <a:pt x="5042502" y="1430742"/>
                  </a:lnTo>
                  <a:lnTo>
                    <a:pt x="5041841" y="1430742"/>
                  </a:lnTo>
                  <a:lnTo>
                    <a:pt x="5041181" y="1430742"/>
                  </a:lnTo>
                  <a:lnTo>
                    <a:pt x="5040520" y="1430742"/>
                  </a:lnTo>
                  <a:lnTo>
                    <a:pt x="5039859" y="1430742"/>
                  </a:lnTo>
                  <a:lnTo>
                    <a:pt x="5039199" y="1430742"/>
                  </a:lnTo>
                  <a:lnTo>
                    <a:pt x="5038538" y="1430742"/>
                  </a:lnTo>
                  <a:lnTo>
                    <a:pt x="5037878" y="1430742"/>
                  </a:lnTo>
                  <a:lnTo>
                    <a:pt x="5037217" y="1430742"/>
                  </a:lnTo>
                  <a:lnTo>
                    <a:pt x="5036557" y="1430742"/>
                  </a:lnTo>
                  <a:lnTo>
                    <a:pt x="5035896" y="1430742"/>
                  </a:lnTo>
                  <a:lnTo>
                    <a:pt x="5035236" y="1430742"/>
                  </a:lnTo>
                  <a:lnTo>
                    <a:pt x="5034575" y="1430742"/>
                  </a:lnTo>
                  <a:lnTo>
                    <a:pt x="5033915" y="1430742"/>
                  </a:lnTo>
                  <a:lnTo>
                    <a:pt x="5033254" y="1430742"/>
                  </a:lnTo>
                  <a:lnTo>
                    <a:pt x="5032594" y="1430742"/>
                  </a:lnTo>
                  <a:lnTo>
                    <a:pt x="5031933" y="1430742"/>
                  </a:lnTo>
                  <a:lnTo>
                    <a:pt x="5031273" y="1430742"/>
                  </a:lnTo>
                  <a:lnTo>
                    <a:pt x="5030612" y="1430742"/>
                  </a:lnTo>
                  <a:lnTo>
                    <a:pt x="5029951" y="1430742"/>
                  </a:lnTo>
                  <a:lnTo>
                    <a:pt x="5029291" y="1430742"/>
                  </a:lnTo>
                  <a:lnTo>
                    <a:pt x="5028630" y="1430742"/>
                  </a:lnTo>
                  <a:lnTo>
                    <a:pt x="5027970" y="1430742"/>
                  </a:lnTo>
                  <a:lnTo>
                    <a:pt x="5027309" y="1430742"/>
                  </a:lnTo>
                  <a:lnTo>
                    <a:pt x="5026649" y="1430742"/>
                  </a:lnTo>
                  <a:lnTo>
                    <a:pt x="5025988" y="1430742"/>
                  </a:lnTo>
                  <a:lnTo>
                    <a:pt x="5025328" y="1430742"/>
                  </a:lnTo>
                  <a:lnTo>
                    <a:pt x="5024667" y="1430742"/>
                  </a:lnTo>
                  <a:lnTo>
                    <a:pt x="5024007" y="1430742"/>
                  </a:lnTo>
                  <a:lnTo>
                    <a:pt x="5023346" y="1430742"/>
                  </a:lnTo>
                  <a:lnTo>
                    <a:pt x="5022686" y="1430742"/>
                  </a:lnTo>
                  <a:lnTo>
                    <a:pt x="5022025" y="1430742"/>
                  </a:lnTo>
                  <a:lnTo>
                    <a:pt x="5021365" y="1430742"/>
                  </a:lnTo>
                  <a:lnTo>
                    <a:pt x="5020704" y="1430742"/>
                  </a:lnTo>
                  <a:lnTo>
                    <a:pt x="5020044" y="1430742"/>
                  </a:lnTo>
                  <a:lnTo>
                    <a:pt x="5019383" y="1430742"/>
                  </a:lnTo>
                  <a:lnTo>
                    <a:pt x="5018722" y="1430742"/>
                  </a:lnTo>
                  <a:lnTo>
                    <a:pt x="5018062" y="1430742"/>
                  </a:lnTo>
                  <a:lnTo>
                    <a:pt x="5017401" y="1430742"/>
                  </a:lnTo>
                  <a:lnTo>
                    <a:pt x="5016741" y="1430742"/>
                  </a:lnTo>
                  <a:lnTo>
                    <a:pt x="5016080" y="1430742"/>
                  </a:lnTo>
                  <a:lnTo>
                    <a:pt x="5015420" y="1430742"/>
                  </a:lnTo>
                  <a:lnTo>
                    <a:pt x="5014759" y="1430742"/>
                  </a:lnTo>
                  <a:lnTo>
                    <a:pt x="5014099" y="1430742"/>
                  </a:lnTo>
                  <a:lnTo>
                    <a:pt x="5013438" y="1430742"/>
                  </a:lnTo>
                  <a:lnTo>
                    <a:pt x="5012778" y="1430742"/>
                  </a:lnTo>
                  <a:lnTo>
                    <a:pt x="5012117" y="1430742"/>
                  </a:lnTo>
                  <a:lnTo>
                    <a:pt x="5011457" y="1430742"/>
                  </a:lnTo>
                  <a:lnTo>
                    <a:pt x="5010796" y="1430742"/>
                  </a:lnTo>
                  <a:lnTo>
                    <a:pt x="5010136" y="1430742"/>
                  </a:lnTo>
                  <a:lnTo>
                    <a:pt x="5009475" y="1430742"/>
                  </a:lnTo>
                  <a:lnTo>
                    <a:pt x="5008814" y="1430742"/>
                  </a:lnTo>
                  <a:lnTo>
                    <a:pt x="5008154" y="1430742"/>
                  </a:lnTo>
                  <a:lnTo>
                    <a:pt x="5007493" y="1430742"/>
                  </a:lnTo>
                  <a:lnTo>
                    <a:pt x="5006833" y="1430742"/>
                  </a:lnTo>
                  <a:lnTo>
                    <a:pt x="5006172" y="1430742"/>
                  </a:lnTo>
                  <a:lnTo>
                    <a:pt x="5005512" y="1430742"/>
                  </a:lnTo>
                  <a:lnTo>
                    <a:pt x="5004851" y="1430742"/>
                  </a:lnTo>
                  <a:lnTo>
                    <a:pt x="5004191" y="1430742"/>
                  </a:lnTo>
                  <a:lnTo>
                    <a:pt x="5003530" y="1430742"/>
                  </a:lnTo>
                  <a:lnTo>
                    <a:pt x="5002870" y="1430742"/>
                  </a:lnTo>
                  <a:lnTo>
                    <a:pt x="5002209" y="1430742"/>
                  </a:lnTo>
                  <a:lnTo>
                    <a:pt x="5001549" y="1430742"/>
                  </a:lnTo>
                  <a:lnTo>
                    <a:pt x="5000888" y="1430742"/>
                  </a:lnTo>
                  <a:lnTo>
                    <a:pt x="5000228" y="1430742"/>
                  </a:lnTo>
                  <a:lnTo>
                    <a:pt x="4999567" y="1430742"/>
                  </a:lnTo>
                  <a:lnTo>
                    <a:pt x="4998906" y="1430742"/>
                  </a:lnTo>
                  <a:lnTo>
                    <a:pt x="4998246" y="1430742"/>
                  </a:lnTo>
                  <a:lnTo>
                    <a:pt x="4997585" y="1430742"/>
                  </a:lnTo>
                  <a:lnTo>
                    <a:pt x="4996925" y="1430742"/>
                  </a:lnTo>
                  <a:lnTo>
                    <a:pt x="4996264" y="1430742"/>
                  </a:lnTo>
                  <a:lnTo>
                    <a:pt x="4995604" y="1430742"/>
                  </a:lnTo>
                  <a:lnTo>
                    <a:pt x="4994943" y="1430742"/>
                  </a:lnTo>
                  <a:lnTo>
                    <a:pt x="4994283" y="1430742"/>
                  </a:lnTo>
                  <a:lnTo>
                    <a:pt x="4993622" y="1430742"/>
                  </a:lnTo>
                  <a:lnTo>
                    <a:pt x="4992962" y="1430742"/>
                  </a:lnTo>
                  <a:lnTo>
                    <a:pt x="4992301" y="1430742"/>
                  </a:lnTo>
                  <a:lnTo>
                    <a:pt x="4991641" y="1430742"/>
                  </a:lnTo>
                  <a:lnTo>
                    <a:pt x="4990980" y="1430742"/>
                  </a:lnTo>
                  <a:lnTo>
                    <a:pt x="4990320" y="1430742"/>
                  </a:lnTo>
                  <a:lnTo>
                    <a:pt x="4989659" y="1430742"/>
                  </a:lnTo>
                  <a:lnTo>
                    <a:pt x="4988998" y="1430742"/>
                  </a:lnTo>
                  <a:lnTo>
                    <a:pt x="4988338" y="1430742"/>
                  </a:lnTo>
                  <a:lnTo>
                    <a:pt x="4987677" y="1430742"/>
                  </a:lnTo>
                  <a:lnTo>
                    <a:pt x="4987017" y="1430742"/>
                  </a:lnTo>
                  <a:lnTo>
                    <a:pt x="4986356" y="1430742"/>
                  </a:lnTo>
                  <a:lnTo>
                    <a:pt x="4985696" y="1430742"/>
                  </a:lnTo>
                  <a:lnTo>
                    <a:pt x="4985035" y="1430742"/>
                  </a:lnTo>
                  <a:lnTo>
                    <a:pt x="4984375" y="1430742"/>
                  </a:lnTo>
                  <a:lnTo>
                    <a:pt x="4983714" y="1430742"/>
                  </a:lnTo>
                  <a:lnTo>
                    <a:pt x="4983054" y="1430742"/>
                  </a:lnTo>
                  <a:lnTo>
                    <a:pt x="4982393" y="1430742"/>
                  </a:lnTo>
                  <a:lnTo>
                    <a:pt x="4981733" y="1430742"/>
                  </a:lnTo>
                  <a:lnTo>
                    <a:pt x="4981072" y="1430742"/>
                  </a:lnTo>
                  <a:lnTo>
                    <a:pt x="4980412" y="1430742"/>
                  </a:lnTo>
                  <a:lnTo>
                    <a:pt x="4979751" y="1430742"/>
                  </a:lnTo>
                  <a:lnTo>
                    <a:pt x="4979091" y="1430742"/>
                  </a:lnTo>
                  <a:lnTo>
                    <a:pt x="4978430" y="1430742"/>
                  </a:lnTo>
                  <a:lnTo>
                    <a:pt x="4977769" y="1430742"/>
                  </a:lnTo>
                  <a:lnTo>
                    <a:pt x="4977109" y="1430742"/>
                  </a:lnTo>
                  <a:lnTo>
                    <a:pt x="4976448" y="1430742"/>
                  </a:lnTo>
                  <a:lnTo>
                    <a:pt x="4975788" y="1430742"/>
                  </a:lnTo>
                  <a:lnTo>
                    <a:pt x="4975127" y="1430742"/>
                  </a:lnTo>
                  <a:lnTo>
                    <a:pt x="4974467" y="1430742"/>
                  </a:lnTo>
                  <a:lnTo>
                    <a:pt x="4973806" y="1430742"/>
                  </a:lnTo>
                  <a:lnTo>
                    <a:pt x="4973146" y="1430742"/>
                  </a:lnTo>
                  <a:lnTo>
                    <a:pt x="4972485" y="1430742"/>
                  </a:lnTo>
                  <a:lnTo>
                    <a:pt x="4971825" y="1430742"/>
                  </a:lnTo>
                  <a:lnTo>
                    <a:pt x="4971164" y="1430742"/>
                  </a:lnTo>
                  <a:lnTo>
                    <a:pt x="4970504" y="1430742"/>
                  </a:lnTo>
                  <a:lnTo>
                    <a:pt x="4969843" y="1430742"/>
                  </a:lnTo>
                  <a:lnTo>
                    <a:pt x="4969183" y="1430742"/>
                  </a:lnTo>
                  <a:lnTo>
                    <a:pt x="4968522" y="1430742"/>
                  </a:lnTo>
                  <a:lnTo>
                    <a:pt x="4967861" y="1430742"/>
                  </a:lnTo>
                  <a:lnTo>
                    <a:pt x="4967201" y="1430742"/>
                  </a:lnTo>
                  <a:lnTo>
                    <a:pt x="4966540" y="1430742"/>
                  </a:lnTo>
                  <a:lnTo>
                    <a:pt x="4965880" y="1430742"/>
                  </a:lnTo>
                  <a:lnTo>
                    <a:pt x="4965219" y="1430742"/>
                  </a:lnTo>
                  <a:lnTo>
                    <a:pt x="4964559" y="1430742"/>
                  </a:lnTo>
                  <a:lnTo>
                    <a:pt x="4963898" y="1430742"/>
                  </a:lnTo>
                  <a:lnTo>
                    <a:pt x="4963238" y="1430742"/>
                  </a:lnTo>
                  <a:lnTo>
                    <a:pt x="4962577" y="1430742"/>
                  </a:lnTo>
                  <a:lnTo>
                    <a:pt x="4961917" y="1430742"/>
                  </a:lnTo>
                  <a:lnTo>
                    <a:pt x="4961256" y="1430742"/>
                  </a:lnTo>
                  <a:lnTo>
                    <a:pt x="4960596" y="1430742"/>
                  </a:lnTo>
                  <a:lnTo>
                    <a:pt x="4959935" y="1430742"/>
                  </a:lnTo>
                  <a:lnTo>
                    <a:pt x="4959275" y="1430742"/>
                  </a:lnTo>
                  <a:lnTo>
                    <a:pt x="4958614" y="1430742"/>
                  </a:lnTo>
                  <a:lnTo>
                    <a:pt x="4957953" y="1430742"/>
                  </a:lnTo>
                  <a:lnTo>
                    <a:pt x="4957293" y="1430742"/>
                  </a:lnTo>
                  <a:lnTo>
                    <a:pt x="4956632" y="1430742"/>
                  </a:lnTo>
                  <a:lnTo>
                    <a:pt x="4955972" y="1430742"/>
                  </a:lnTo>
                  <a:lnTo>
                    <a:pt x="4955311" y="1430742"/>
                  </a:lnTo>
                  <a:lnTo>
                    <a:pt x="4954651" y="1430742"/>
                  </a:lnTo>
                  <a:lnTo>
                    <a:pt x="4953990" y="1430742"/>
                  </a:lnTo>
                  <a:lnTo>
                    <a:pt x="4953330" y="1430742"/>
                  </a:lnTo>
                  <a:lnTo>
                    <a:pt x="4952669" y="1430742"/>
                  </a:lnTo>
                  <a:lnTo>
                    <a:pt x="4952009" y="1430742"/>
                  </a:lnTo>
                  <a:lnTo>
                    <a:pt x="4951348" y="1430742"/>
                  </a:lnTo>
                  <a:lnTo>
                    <a:pt x="4950688" y="1430742"/>
                  </a:lnTo>
                  <a:lnTo>
                    <a:pt x="4950027" y="1430742"/>
                  </a:lnTo>
                  <a:lnTo>
                    <a:pt x="4949367" y="1430742"/>
                  </a:lnTo>
                  <a:lnTo>
                    <a:pt x="4948706" y="1430742"/>
                  </a:lnTo>
                  <a:lnTo>
                    <a:pt x="4948046" y="1430742"/>
                  </a:lnTo>
                  <a:lnTo>
                    <a:pt x="4947385" y="1430742"/>
                  </a:lnTo>
                  <a:lnTo>
                    <a:pt x="4946724" y="1430742"/>
                  </a:lnTo>
                  <a:lnTo>
                    <a:pt x="4946064" y="1430742"/>
                  </a:lnTo>
                  <a:lnTo>
                    <a:pt x="4945403" y="1430742"/>
                  </a:lnTo>
                  <a:lnTo>
                    <a:pt x="4944743" y="1430742"/>
                  </a:lnTo>
                  <a:lnTo>
                    <a:pt x="4944082" y="1430742"/>
                  </a:lnTo>
                  <a:lnTo>
                    <a:pt x="4943422" y="1430742"/>
                  </a:lnTo>
                  <a:lnTo>
                    <a:pt x="4942761" y="1430742"/>
                  </a:lnTo>
                  <a:lnTo>
                    <a:pt x="4942101" y="1430742"/>
                  </a:lnTo>
                  <a:lnTo>
                    <a:pt x="4941440" y="1430742"/>
                  </a:lnTo>
                  <a:lnTo>
                    <a:pt x="4940780" y="1430742"/>
                  </a:lnTo>
                  <a:lnTo>
                    <a:pt x="4940119" y="1430742"/>
                  </a:lnTo>
                  <a:lnTo>
                    <a:pt x="4939459" y="1430742"/>
                  </a:lnTo>
                  <a:lnTo>
                    <a:pt x="4938798" y="1430742"/>
                  </a:lnTo>
                  <a:lnTo>
                    <a:pt x="4938138" y="1430742"/>
                  </a:lnTo>
                  <a:lnTo>
                    <a:pt x="4937477" y="1430742"/>
                  </a:lnTo>
                  <a:lnTo>
                    <a:pt x="4936816" y="1430742"/>
                  </a:lnTo>
                  <a:lnTo>
                    <a:pt x="4936156" y="1430742"/>
                  </a:lnTo>
                  <a:lnTo>
                    <a:pt x="4935495" y="1430742"/>
                  </a:lnTo>
                  <a:lnTo>
                    <a:pt x="4934835" y="1430742"/>
                  </a:lnTo>
                  <a:lnTo>
                    <a:pt x="4934174" y="1430742"/>
                  </a:lnTo>
                  <a:lnTo>
                    <a:pt x="4933514" y="1430742"/>
                  </a:lnTo>
                  <a:lnTo>
                    <a:pt x="4932853" y="1430742"/>
                  </a:lnTo>
                  <a:lnTo>
                    <a:pt x="4932193" y="1430742"/>
                  </a:lnTo>
                  <a:lnTo>
                    <a:pt x="4931532" y="1430742"/>
                  </a:lnTo>
                  <a:lnTo>
                    <a:pt x="4930872" y="1430742"/>
                  </a:lnTo>
                  <a:lnTo>
                    <a:pt x="4930211" y="1430742"/>
                  </a:lnTo>
                  <a:lnTo>
                    <a:pt x="4929551" y="1430742"/>
                  </a:lnTo>
                  <a:lnTo>
                    <a:pt x="4928890" y="1430742"/>
                  </a:lnTo>
                  <a:lnTo>
                    <a:pt x="4928230" y="1430742"/>
                  </a:lnTo>
                  <a:lnTo>
                    <a:pt x="4927569" y="1430742"/>
                  </a:lnTo>
                  <a:lnTo>
                    <a:pt x="4926908" y="1430742"/>
                  </a:lnTo>
                  <a:lnTo>
                    <a:pt x="4926248" y="1430742"/>
                  </a:lnTo>
                  <a:lnTo>
                    <a:pt x="4925587" y="1430742"/>
                  </a:lnTo>
                  <a:lnTo>
                    <a:pt x="4924927" y="1430742"/>
                  </a:lnTo>
                  <a:lnTo>
                    <a:pt x="4924266" y="1430742"/>
                  </a:lnTo>
                  <a:lnTo>
                    <a:pt x="4923606" y="1430742"/>
                  </a:lnTo>
                  <a:lnTo>
                    <a:pt x="4922945" y="1430742"/>
                  </a:lnTo>
                  <a:lnTo>
                    <a:pt x="4922285" y="1430742"/>
                  </a:lnTo>
                  <a:lnTo>
                    <a:pt x="4921624" y="1430742"/>
                  </a:lnTo>
                  <a:lnTo>
                    <a:pt x="4920964" y="1430742"/>
                  </a:lnTo>
                  <a:lnTo>
                    <a:pt x="4920303" y="1430742"/>
                  </a:lnTo>
                  <a:lnTo>
                    <a:pt x="4919643" y="1430742"/>
                  </a:lnTo>
                  <a:lnTo>
                    <a:pt x="4918982" y="1430742"/>
                  </a:lnTo>
                  <a:lnTo>
                    <a:pt x="4918322" y="1430742"/>
                  </a:lnTo>
                  <a:lnTo>
                    <a:pt x="4917661" y="1430742"/>
                  </a:lnTo>
                  <a:lnTo>
                    <a:pt x="4917001" y="1430742"/>
                  </a:lnTo>
                  <a:lnTo>
                    <a:pt x="4916340" y="1430742"/>
                  </a:lnTo>
                  <a:lnTo>
                    <a:pt x="4915679" y="1430742"/>
                  </a:lnTo>
                  <a:lnTo>
                    <a:pt x="4915019" y="1430742"/>
                  </a:lnTo>
                  <a:lnTo>
                    <a:pt x="4914358" y="1430742"/>
                  </a:lnTo>
                  <a:lnTo>
                    <a:pt x="4913698" y="1430742"/>
                  </a:lnTo>
                  <a:lnTo>
                    <a:pt x="4913037" y="1430742"/>
                  </a:lnTo>
                  <a:lnTo>
                    <a:pt x="4912377" y="1430742"/>
                  </a:lnTo>
                  <a:lnTo>
                    <a:pt x="4911716" y="1430742"/>
                  </a:lnTo>
                  <a:lnTo>
                    <a:pt x="4911056" y="1430742"/>
                  </a:lnTo>
                  <a:lnTo>
                    <a:pt x="4910395" y="1430742"/>
                  </a:lnTo>
                  <a:lnTo>
                    <a:pt x="4909735" y="1430742"/>
                  </a:lnTo>
                  <a:lnTo>
                    <a:pt x="4909074" y="1430742"/>
                  </a:lnTo>
                  <a:lnTo>
                    <a:pt x="4908414" y="1430742"/>
                  </a:lnTo>
                  <a:lnTo>
                    <a:pt x="4907753" y="1430742"/>
                  </a:lnTo>
                  <a:lnTo>
                    <a:pt x="4907093" y="1430742"/>
                  </a:lnTo>
                  <a:lnTo>
                    <a:pt x="4906432" y="1430742"/>
                  </a:lnTo>
                  <a:lnTo>
                    <a:pt x="4905771" y="1430742"/>
                  </a:lnTo>
                  <a:lnTo>
                    <a:pt x="4905111" y="1430742"/>
                  </a:lnTo>
                  <a:lnTo>
                    <a:pt x="4904450" y="1430742"/>
                  </a:lnTo>
                  <a:lnTo>
                    <a:pt x="4903790" y="1430742"/>
                  </a:lnTo>
                  <a:lnTo>
                    <a:pt x="4903129" y="1430742"/>
                  </a:lnTo>
                  <a:lnTo>
                    <a:pt x="4902469" y="1430742"/>
                  </a:lnTo>
                  <a:lnTo>
                    <a:pt x="4901808" y="1430742"/>
                  </a:lnTo>
                  <a:lnTo>
                    <a:pt x="4901148" y="1430742"/>
                  </a:lnTo>
                  <a:lnTo>
                    <a:pt x="4900487" y="1430742"/>
                  </a:lnTo>
                  <a:lnTo>
                    <a:pt x="4899827" y="1430742"/>
                  </a:lnTo>
                  <a:lnTo>
                    <a:pt x="4899166" y="1430742"/>
                  </a:lnTo>
                  <a:lnTo>
                    <a:pt x="4898506" y="1430742"/>
                  </a:lnTo>
                  <a:lnTo>
                    <a:pt x="4897845" y="1430742"/>
                  </a:lnTo>
                  <a:lnTo>
                    <a:pt x="4897185" y="1430742"/>
                  </a:lnTo>
                  <a:lnTo>
                    <a:pt x="4896524" y="1430742"/>
                  </a:lnTo>
                  <a:lnTo>
                    <a:pt x="4895863" y="1430742"/>
                  </a:lnTo>
                  <a:lnTo>
                    <a:pt x="4895203" y="1430742"/>
                  </a:lnTo>
                  <a:lnTo>
                    <a:pt x="4894542" y="1430742"/>
                  </a:lnTo>
                  <a:lnTo>
                    <a:pt x="4893882" y="1430742"/>
                  </a:lnTo>
                  <a:lnTo>
                    <a:pt x="4893221" y="1430742"/>
                  </a:lnTo>
                  <a:lnTo>
                    <a:pt x="4892561" y="1430742"/>
                  </a:lnTo>
                  <a:lnTo>
                    <a:pt x="4891900" y="1430742"/>
                  </a:lnTo>
                  <a:lnTo>
                    <a:pt x="4891240" y="1430742"/>
                  </a:lnTo>
                  <a:lnTo>
                    <a:pt x="4890579" y="1430742"/>
                  </a:lnTo>
                  <a:lnTo>
                    <a:pt x="4889919" y="1430742"/>
                  </a:lnTo>
                  <a:lnTo>
                    <a:pt x="4889258" y="1430742"/>
                  </a:lnTo>
                  <a:lnTo>
                    <a:pt x="4888598" y="1430742"/>
                  </a:lnTo>
                  <a:lnTo>
                    <a:pt x="4887937" y="1430742"/>
                  </a:lnTo>
                  <a:lnTo>
                    <a:pt x="4887277" y="1430742"/>
                  </a:lnTo>
                  <a:lnTo>
                    <a:pt x="4886616" y="1430742"/>
                  </a:lnTo>
                  <a:lnTo>
                    <a:pt x="4885955" y="1430742"/>
                  </a:lnTo>
                  <a:lnTo>
                    <a:pt x="4885295" y="1430742"/>
                  </a:lnTo>
                  <a:lnTo>
                    <a:pt x="4884634" y="1430742"/>
                  </a:lnTo>
                  <a:lnTo>
                    <a:pt x="4883974" y="1430742"/>
                  </a:lnTo>
                  <a:lnTo>
                    <a:pt x="4883313" y="1430742"/>
                  </a:lnTo>
                  <a:lnTo>
                    <a:pt x="4882653" y="1430742"/>
                  </a:lnTo>
                  <a:lnTo>
                    <a:pt x="4881992" y="1430742"/>
                  </a:lnTo>
                  <a:lnTo>
                    <a:pt x="4881332" y="1430742"/>
                  </a:lnTo>
                  <a:lnTo>
                    <a:pt x="4880671" y="1430742"/>
                  </a:lnTo>
                  <a:lnTo>
                    <a:pt x="4880011" y="1430742"/>
                  </a:lnTo>
                  <a:lnTo>
                    <a:pt x="4879350" y="1430742"/>
                  </a:lnTo>
                  <a:lnTo>
                    <a:pt x="4878690" y="1430742"/>
                  </a:lnTo>
                  <a:lnTo>
                    <a:pt x="4878029" y="1430742"/>
                  </a:lnTo>
                  <a:lnTo>
                    <a:pt x="4877369" y="1430742"/>
                  </a:lnTo>
                  <a:lnTo>
                    <a:pt x="4876708" y="1430742"/>
                  </a:lnTo>
                  <a:lnTo>
                    <a:pt x="4876048" y="1430742"/>
                  </a:lnTo>
                  <a:lnTo>
                    <a:pt x="4875387" y="1430742"/>
                  </a:lnTo>
                  <a:lnTo>
                    <a:pt x="4874726" y="1430742"/>
                  </a:lnTo>
                  <a:lnTo>
                    <a:pt x="4874066" y="1430742"/>
                  </a:lnTo>
                  <a:lnTo>
                    <a:pt x="4873405" y="1430742"/>
                  </a:lnTo>
                  <a:lnTo>
                    <a:pt x="4872745" y="1430742"/>
                  </a:lnTo>
                  <a:lnTo>
                    <a:pt x="4872084" y="1430742"/>
                  </a:lnTo>
                  <a:lnTo>
                    <a:pt x="4871424" y="1430742"/>
                  </a:lnTo>
                  <a:lnTo>
                    <a:pt x="4870763" y="1430742"/>
                  </a:lnTo>
                  <a:lnTo>
                    <a:pt x="4870103" y="1430742"/>
                  </a:lnTo>
                  <a:lnTo>
                    <a:pt x="4869442" y="1430742"/>
                  </a:lnTo>
                  <a:lnTo>
                    <a:pt x="4868782" y="1430742"/>
                  </a:lnTo>
                  <a:lnTo>
                    <a:pt x="4868121" y="1430742"/>
                  </a:lnTo>
                  <a:lnTo>
                    <a:pt x="4867461" y="1430742"/>
                  </a:lnTo>
                  <a:lnTo>
                    <a:pt x="4866800" y="1430742"/>
                  </a:lnTo>
                  <a:lnTo>
                    <a:pt x="4866140" y="1430742"/>
                  </a:lnTo>
                  <a:lnTo>
                    <a:pt x="4865479" y="1430742"/>
                  </a:lnTo>
                  <a:lnTo>
                    <a:pt x="4864818" y="1430742"/>
                  </a:lnTo>
                  <a:lnTo>
                    <a:pt x="4864158" y="1430742"/>
                  </a:lnTo>
                  <a:lnTo>
                    <a:pt x="4863497" y="1430742"/>
                  </a:lnTo>
                  <a:lnTo>
                    <a:pt x="4862837" y="1430742"/>
                  </a:lnTo>
                  <a:lnTo>
                    <a:pt x="4862176" y="1430742"/>
                  </a:lnTo>
                  <a:lnTo>
                    <a:pt x="4861516" y="1430742"/>
                  </a:lnTo>
                  <a:lnTo>
                    <a:pt x="4860855" y="1430742"/>
                  </a:lnTo>
                  <a:lnTo>
                    <a:pt x="4860195" y="1430742"/>
                  </a:lnTo>
                  <a:lnTo>
                    <a:pt x="4859534" y="1430742"/>
                  </a:lnTo>
                  <a:lnTo>
                    <a:pt x="4858874" y="1430742"/>
                  </a:lnTo>
                  <a:lnTo>
                    <a:pt x="4858213" y="1430742"/>
                  </a:lnTo>
                  <a:lnTo>
                    <a:pt x="4857553" y="1430742"/>
                  </a:lnTo>
                  <a:lnTo>
                    <a:pt x="4856892" y="1430742"/>
                  </a:lnTo>
                  <a:lnTo>
                    <a:pt x="4856232" y="1430742"/>
                  </a:lnTo>
                  <a:lnTo>
                    <a:pt x="4855571" y="1430742"/>
                  </a:lnTo>
                  <a:lnTo>
                    <a:pt x="4854910" y="1430742"/>
                  </a:lnTo>
                  <a:lnTo>
                    <a:pt x="4854250" y="1430742"/>
                  </a:lnTo>
                  <a:lnTo>
                    <a:pt x="4853589" y="1430742"/>
                  </a:lnTo>
                  <a:lnTo>
                    <a:pt x="4852929" y="1430742"/>
                  </a:lnTo>
                  <a:lnTo>
                    <a:pt x="4852268" y="1430742"/>
                  </a:lnTo>
                  <a:lnTo>
                    <a:pt x="4851608" y="1430742"/>
                  </a:lnTo>
                  <a:lnTo>
                    <a:pt x="4850947" y="1430742"/>
                  </a:lnTo>
                  <a:lnTo>
                    <a:pt x="4850287" y="1430742"/>
                  </a:lnTo>
                  <a:lnTo>
                    <a:pt x="4849626" y="1430742"/>
                  </a:lnTo>
                  <a:lnTo>
                    <a:pt x="4848966" y="1430742"/>
                  </a:lnTo>
                  <a:lnTo>
                    <a:pt x="4848305" y="1430742"/>
                  </a:lnTo>
                  <a:lnTo>
                    <a:pt x="4847645" y="1430742"/>
                  </a:lnTo>
                  <a:lnTo>
                    <a:pt x="4846984" y="1430742"/>
                  </a:lnTo>
                  <a:lnTo>
                    <a:pt x="4846324" y="1430742"/>
                  </a:lnTo>
                  <a:lnTo>
                    <a:pt x="4845663" y="1430742"/>
                  </a:lnTo>
                  <a:lnTo>
                    <a:pt x="4845003" y="1430742"/>
                  </a:lnTo>
                  <a:lnTo>
                    <a:pt x="4844342" y="1430742"/>
                  </a:lnTo>
                  <a:lnTo>
                    <a:pt x="4843681" y="1430742"/>
                  </a:lnTo>
                  <a:lnTo>
                    <a:pt x="4843021" y="1430742"/>
                  </a:lnTo>
                  <a:lnTo>
                    <a:pt x="4842360" y="1430742"/>
                  </a:lnTo>
                  <a:lnTo>
                    <a:pt x="4841700" y="1430742"/>
                  </a:lnTo>
                  <a:lnTo>
                    <a:pt x="4841039" y="1430742"/>
                  </a:lnTo>
                  <a:lnTo>
                    <a:pt x="4840379" y="1430742"/>
                  </a:lnTo>
                  <a:lnTo>
                    <a:pt x="4839718" y="1430742"/>
                  </a:lnTo>
                  <a:lnTo>
                    <a:pt x="4839058" y="1430742"/>
                  </a:lnTo>
                  <a:lnTo>
                    <a:pt x="4838397" y="1430742"/>
                  </a:lnTo>
                  <a:lnTo>
                    <a:pt x="4837737" y="1430742"/>
                  </a:lnTo>
                  <a:lnTo>
                    <a:pt x="4837076" y="1430742"/>
                  </a:lnTo>
                  <a:lnTo>
                    <a:pt x="4836416" y="1430742"/>
                  </a:lnTo>
                  <a:lnTo>
                    <a:pt x="4835755" y="1430742"/>
                  </a:lnTo>
                  <a:lnTo>
                    <a:pt x="4835095" y="1430742"/>
                  </a:lnTo>
                  <a:lnTo>
                    <a:pt x="4834434" y="1430742"/>
                  </a:lnTo>
                  <a:lnTo>
                    <a:pt x="4833773" y="1430742"/>
                  </a:lnTo>
                  <a:lnTo>
                    <a:pt x="4833113" y="1430742"/>
                  </a:lnTo>
                  <a:lnTo>
                    <a:pt x="4832452" y="1430742"/>
                  </a:lnTo>
                  <a:lnTo>
                    <a:pt x="4831792" y="1430742"/>
                  </a:lnTo>
                  <a:lnTo>
                    <a:pt x="4831131" y="1430742"/>
                  </a:lnTo>
                  <a:lnTo>
                    <a:pt x="4830471" y="1430742"/>
                  </a:lnTo>
                  <a:lnTo>
                    <a:pt x="4829810" y="1430742"/>
                  </a:lnTo>
                  <a:lnTo>
                    <a:pt x="4829150" y="1430742"/>
                  </a:lnTo>
                  <a:lnTo>
                    <a:pt x="4828489" y="1430742"/>
                  </a:lnTo>
                  <a:lnTo>
                    <a:pt x="4827829" y="1430742"/>
                  </a:lnTo>
                  <a:lnTo>
                    <a:pt x="4827168" y="1430742"/>
                  </a:lnTo>
                  <a:lnTo>
                    <a:pt x="4826508" y="1430742"/>
                  </a:lnTo>
                  <a:lnTo>
                    <a:pt x="4825847" y="1430742"/>
                  </a:lnTo>
                  <a:lnTo>
                    <a:pt x="4825187" y="1430742"/>
                  </a:lnTo>
                  <a:lnTo>
                    <a:pt x="4824526" y="1430742"/>
                  </a:lnTo>
                  <a:lnTo>
                    <a:pt x="4823865" y="1430742"/>
                  </a:lnTo>
                  <a:lnTo>
                    <a:pt x="4823205" y="1430742"/>
                  </a:lnTo>
                  <a:lnTo>
                    <a:pt x="4822544" y="1430742"/>
                  </a:lnTo>
                  <a:lnTo>
                    <a:pt x="4821884" y="1430742"/>
                  </a:lnTo>
                  <a:lnTo>
                    <a:pt x="4821223" y="1430742"/>
                  </a:lnTo>
                  <a:lnTo>
                    <a:pt x="4820563" y="1430742"/>
                  </a:lnTo>
                  <a:lnTo>
                    <a:pt x="4819902" y="1430742"/>
                  </a:lnTo>
                  <a:lnTo>
                    <a:pt x="4819242" y="1430742"/>
                  </a:lnTo>
                  <a:lnTo>
                    <a:pt x="4818581" y="1430742"/>
                  </a:lnTo>
                  <a:lnTo>
                    <a:pt x="4817921" y="1430742"/>
                  </a:lnTo>
                  <a:lnTo>
                    <a:pt x="4817260" y="1430742"/>
                  </a:lnTo>
                  <a:lnTo>
                    <a:pt x="4816600" y="1430742"/>
                  </a:lnTo>
                  <a:lnTo>
                    <a:pt x="4815939" y="1430742"/>
                  </a:lnTo>
                  <a:lnTo>
                    <a:pt x="4815279" y="1430742"/>
                  </a:lnTo>
                  <a:lnTo>
                    <a:pt x="4814618" y="1430742"/>
                  </a:lnTo>
                  <a:lnTo>
                    <a:pt x="4813957" y="1430742"/>
                  </a:lnTo>
                  <a:lnTo>
                    <a:pt x="4813297" y="1430742"/>
                  </a:lnTo>
                  <a:lnTo>
                    <a:pt x="4812636" y="1430742"/>
                  </a:lnTo>
                  <a:lnTo>
                    <a:pt x="4811976" y="1430742"/>
                  </a:lnTo>
                  <a:lnTo>
                    <a:pt x="4811315" y="1430742"/>
                  </a:lnTo>
                  <a:lnTo>
                    <a:pt x="4810655" y="1430742"/>
                  </a:lnTo>
                  <a:lnTo>
                    <a:pt x="4809994" y="1430742"/>
                  </a:lnTo>
                  <a:lnTo>
                    <a:pt x="4809334" y="1430742"/>
                  </a:lnTo>
                  <a:lnTo>
                    <a:pt x="4808673" y="1430742"/>
                  </a:lnTo>
                  <a:lnTo>
                    <a:pt x="4808013" y="1430742"/>
                  </a:lnTo>
                  <a:lnTo>
                    <a:pt x="4807352" y="1430742"/>
                  </a:lnTo>
                  <a:lnTo>
                    <a:pt x="4806692" y="1430742"/>
                  </a:lnTo>
                  <a:lnTo>
                    <a:pt x="4806031" y="1430742"/>
                  </a:lnTo>
                  <a:lnTo>
                    <a:pt x="4805371" y="1430742"/>
                  </a:lnTo>
                  <a:lnTo>
                    <a:pt x="4804710" y="1430742"/>
                  </a:lnTo>
                  <a:lnTo>
                    <a:pt x="4804050" y="1430742"/>
                  </a:lnTo>
                  <a:lnTo>
                    <a:pt x="4803389" y="1430742"/>
                  </a:lnTo>
                  <a:lnTo>
                    <a:pt x="4802728" y="1430742"/>
                  </a:lnTo>
                  <a:lnTo>
                    <a:pt x="4802068" y="1430742"/>
                  </a:lnTo>
                  <a:lnTo>
                    <a:pt x="4801407" y="1430742"/>
                  </a:lnTo>
                  <a:lnTo>
                    <a:pt x="4800747" y="1430742"/>
                  </a:lnTo>
                  <a:lnTo>
                    <a:pt x="4800086" y="1430742"/>
                  </a:lnTo>
                  <a:lnTo>
                    <a:pt x="4799426" y="1430742"/>
                  </a:lnTo>
                  <a:lnTo>
                    <a:pt x="4798765" y="1430742"/>
                  </a:lnTo>
                  <a:lnTo>
                    <a:pt x="4798105" y="1430742"/>
                  </a:lnTo>
                  <a:lnTo>
                    <a:pt x="4797444" y="1430742"/>
                  </a:lnTo>
                  <a:lnTo>
                    <a:pt x="4796784" y="1430742"/>
                  </a:lnTo>
                  <a:lnTo>
                    <a:pt x="4796123" y="1430742"/>
                  </a:lnTo>
                  <a:lnTo>
                    <a:pt x="4795463" y="1430742"/>
                  </a:lnTo>
                  <a:lnTo>
                    <a:pt x="4794802" y="1430742"/>
                  </a:lnTo>
                  <a:lnTo>
                    <a:pt x="4794142" y="1430742"/>
                  </a:lnTo>
                  <a:lnTo>
                    <a:pt x="4793481" y="1430742"/>
                  </a:lnTo>
                  <a:lnTo>
                    <a:pt x="4792820" y="1430742"/>
                  </a:lnTo>
                  <a:lnTo>
                    <a:pt x="4792160" y="1430742"/>
                  </a:lnTo>
                  <a:lnTo>
                    <a:pt x="4791499" y="1430742"/>
                  </a:lnTo>
                  <a:lnTo>
                    <a:pt x="4790839" y="1430742"/>
                  </a:lnTo>
                  <a:lnTo>
                    <a:pt x="4790178" y="1430742"/>
                  </a:lnTo>
                  <a:lnTo>
                    <a:pt x="4789518" y="1430742"/>
                  </a:lnTo>
                  <a:lnTo>
                    <a:pt x="4788857" y="1430742"/>
                  </a:lnTo>
                  <a:lnTo>
                    <a:pt x="4788197" y="1430742"/>
                  </a:lnTo>
                  <a:lnTo>
                    <a:pt x="4787536" y="1430742"/>
                  </a:lnTo>
                  <a:lnTo>
                    <a:pt x="4786876" y="1430742"/>
                  </a:lnTo>
                  <a:lnTo>
                    <a:pt x="4786215" y="1430742"/>
                  </a:lnTo>
                  <a:lnTo>
                    <a:pt x="4785555" y="1430742"/>
                  </a:lnTo>
                  <a:lnTo>
                    <a:pt x="4784894" y="1430742"/>
                  </a:lnTo>
                  <a:lnTo>
                    <a:pt x="4784234" y="1430742"/>
                  </a:lnTo>
                  <a:lnTo>
                    <a:pt x="4783573" y="1430742"/>
                  </a:lnTo>
                  <a:lnTo>
                    <a:pt x="4782912" y="1430742"/>
                  </a:lnTo>
                  <a:lnTo>
                    <a:pt x="4782252" y="1430742"/>
                  </a:lnTo>
                  <a:lnTo>
                    <a:pt x="4781591" y="1430742"/>
                  </a:lnTo>
                  <a:lnTo>
                    <a:pt x="4780931" y="1430742"/>
                  </a:lnTo>
                  <a:lnTo>
                    <a:pt x="4780270" y="1430742"/>
                  </a:lnTo>
                  <a:lnTo>
                    <a:pt x="4779610" y="1430742"/>
                  </a:lnTo>
                  <a:lnTo>
                    <a:pt x="4778949" y="1430742"/>
                  </a:lnTo>
                  <a:lnTo>
                    <a:pt x="4778289" y="1430742"/>
                  </a:lnTo>
                  <a:lnTo>
                    <a:pt x="4777628" y="1430742"/>
                  </a:lnTo>
                  <a:lnTo>
                    <a:pt x="4776968" y="1430742"/>
                  </a:lnTo>
                  <a:lnTo>
                    <a:pt x="4776307" y="1430742"/>
                  </a:lnTo>
                  <a:lnTo>
                    <a:pt x="4775647" y="1430742"/>
                  </a:lnTo>
                  <a:lnTo>
                    <a:pt x="4774986" y="1430742"/>
                  </a:lnTo>
                  <a:lnTo>
                    <a:pt x="4774326" y="1430742"/>
                  </a:lnTo>
                  <a:lnTo>
                    <a:pt x="4773665" y="1430742"/>
                  </a:lnTo>
                  <a:lnTo>
                    <a:pt x="4773005" y="1430742"/>
                  </a:lnTo>
                  <a:lnTo>
                    <a:pt x="4772344" y="1430742"/>
                  </a:lnTo>
                  <a:lnTo>
                    <a:pt x="4771683" y="1430742"/>
                  </a:lnTo>
                  <a:lnTo>
                    <a:pt x="4771023" y="1430742"/>
                  </a:lnTo>
                  <a:lnTo>
                    <a:pt x="4770362" y="1430742"/>
                  </a:lnTo>
                  <a:lnTo>
                    <a:pt x="4769702" y="1430742"/>
                  </a:lnTo>
                  <a:lnTo>
                    <a:pt x="4769041" y="1430742"/>
                  </a:lnTo>
                  <a:lnTo>
                    <a:pt x="4768381" y="1430742"/>
                  </a:lnTo>
                  <a:lnTo>
                    <a:pt x="4767720" y="1430742"/>
                  </a:lnTo>
                  <a:lnTo>
                    <a:pt x="4767060" y="1430742"/>
                  </a:lnTo>
                  <a:lnTo>
                    <a:pt x="4766399" y="1430742"/>
                  </a:lnTo>
                  <a:lnTo>
                    <a:pt x="4765739" y="1430742"/>
                  </a:lnTo>
                  <a:lnTo>
                    <a:pt x="4765078" y="1430742"/>
                  </a:lnTo>
                  <a:lnTo>
                    <a:pt x="4764418" y="1430742"/>
                  </a:lnTo>
                  <a:lnTo>
                    <a:pt x="4763757" y="1430742"/>
                  </a:lnTo>
                  <a:lnTo>
                    <a:pt x="4763097" y="1430742"/>
                  </a:lnTo>
                  <a:lnTo>
                    <a:pt x="4762436" y="1430742"/>
                  </a:lnTo>
                  <a:lnTo>
                    <a:pt x="4761775" y="1430742"/>
                  </a:lnTo>
                  <a:lnTo>
                    <a:pt x="4761115" y="1430742"/>
                  </a:lnTo>
                  <a:lnTo>
                    <a:pt x="4760454" y="1430742"/>
                  </a:lnTo>
                  <a:lnTo>
                    <a:pt x="4759794" y="1430742"/>
                  </a:lnTo>
                  <a:lnTo>
                    <a:pt x="4759133" y="1430742"/>
                  </a:lnTo>
                  <a:lnTo>
                    <a:pt x="4758473" y="1430742"/>
                  </a:lnTo>
                  <a:lnTo>
                    <a:pt x="4757812" y="1430742"/>
                  </a:lnTo>
                  <a:lnTo>
                    <a:pt x="4757152" y="1430742"/>
                  </a:lnTo>
                  <a:lnTo>
                    <a:pt x="4756491" y="1430742"/>
                  </a:lnTo>
                  <a:lnTo>
                    <a:pt x="4755831" y="1430742"/>
                  </a:lnTo>
                  <a:lnTo>
                    <a:pt x="4755170" y="1430742"/>
                  </a:lnTo>
                  <a:lnTo>
                    <a:pt x="4754510" y="1430742"/>
                  </a:lnTo>
                  <a:lnTo>
                    <a:pt x="4753849" y="1430742"/>
                  </a:lnTo>
                  <a:lnTo>
                    <a:pt x="4753189" y="1430742"/>
                  </a:lnTo>
                  <a:lnTo>
                    <a:pt x="4752528" y="1430742"/>
                  </a:lnTo>
                  <a:lnTo>
                    <a:pt x="4751867" y="1430742"/>
                  </a:lnTo>
                  <a:lnTo>
                    <a:pt x="4751207" y="1430742"/>
                  </a:lnTo>
                  <a:lnTo>
                    <a:pt x="4750546" y="1430742"/>
                  </a:lnTo>
                  <a:lnTo>
                    <a:pt x="4749886" y="1430742"/>
                  </a:lnTo>
                  <a:lnTo>
                    <a:pt x="4749225" y="1430742"/>
                  </a:lnTo>
                  <a:lnTo>
                    <a:pt x="4748565" y="1430742"/>
                  </a:lnTo>
                  <a:lnTo>
                    <a:pt x="4747904" y="1430742"/>
                  </a:lnTo>
                  <a:lnTo>
                    <a:pt x="4747244" y="1430742"/>
                  </a:lnTo>
                  <a:lnTo>
                    <a:pt x="4746583" y="1430742"/>
                  </a:lnTo>
                  <a:lnTo>
                    <a:pt x="4745923" y="1430742"/>
                  </a:lnTo>
                  <a:lnTo>
                    <a:pt x="4745262" y="1430742"/>
                  </a:lnTo>
                  <a:lnTo>
                    <a:pt x="4744602" y="1430742"/>
                  </a:lnTo>
                  <a:lnTo>
                    <a:pt x="4743941" y="1430742"/>
                  </a:lnTo>
                  <a:lnTo>
                    <a:pt x="4743281" y="1430742"/>
                  </a:lnTo>
                  <a:lnTo>
                    <a:pt x="4742620" y="1430742"/>
                  </a:lnTo>
                  <a:lnTo>
                    <a:pt x="4741959" y="1430742"/>
                  </a:lnTo>
                  <a:lnTo>
                    <a:pt x="4741299" y="1430742"/>
                  </a:lnTo>
                  <a:lnTo>
                    <a:pt x="4740638" y="1430742"/>
                  </a:lnTo>
                  <a:lnTo>
                    <a:pt x="4739978" y="1430742"/>
                  </a:lnTo>
                  <a:lnTo>
                    <a:pt x="4739317" y="1430742"/>
                  </a:lnTo>
                  <a:lnTo>
                    <a:pt x="4738657" y="1430742"/>
                  </a:lnTo>
                  <a:lnTo>
                    <a:pt x="4737996" y="1430742"/>
                  </a:lnTo>
                  <a:lnTo>
                    <a:pt x="4737336" y="1430742"/>
                  </a:lnTo>
                  <a:lnTo>
                    <a:pt x="4736675" y="1430742"/>
                  </a:lnTo>
                  <a:lnTo>
                    <a:pt x="4736015" y="1430742"/>
                  </a:lnTo>
                  <a:lnTo>
                    <a:pt x="4735354" y="1430742"/>
                  </a:lnTo>
                  <a:lnTo>
                    <a:pt x="4734694" y="1430742"/>
                  </a:lnTo>
                  <a:lnTo>
                    <a:pt x="4734033" y="1430742"/>
                  </a:lnTo>
                  <a:lnTo>
                    <a:pt x="4733373" y="1430742"/>
                  </a:lnTo>
                  <a:lnTo>
                    <a:pt x="4732712" y="1430742"/>
                  </a:lnTo>
                  <a:lnTo>
                    <a:pt x="4732052" y="1430742"/>
                  </a:lnTo>
                  <a:lnTo>
                    <a:pt x="4731391" y="1430742"/>
                  </a:lnTo>
                  <a:lnTo>
                    <a:pt x="4730730" y="1430742"/>
                  </a:lnTo>
                  <a:lnTo>
                    <a:pt x="4730070" y="1430742"/>
                  </a:lnTo>
                  <a:lnTo>
                    <a:pt x="4729409" y="1430742"/>
                  </a:lnTo>
                  <a:lnTo>
                    <a:pt x="4728749" y="1430742"/>
                  </a:lnTo>
                  <a:lnTo>
                    <a:pt x="4728088" y="1430742"/>
                  </a:lnTo>
                  <a:lnTo>
                    <a:pt x="4727428" y="1430742"/>
                  </a:lnTo>
                  <a:lnTo>
                    <a:pt x="4726767" y="1430742"/>
                  </a:lnTo>
                  <a:lnTo>
                    <a:pt x="4726107" y="1430742"/>
                  </a:lnTo>
                  <a:lnTo>
                    <a:pt x="4725446" y="1430742"/>
                  </a:lnTo>
                  <a:lnTo>
                    <a:pt x="4724786" y="1430742"/>
                  </a:lnTo>
                  <a:lnTo>
                    <a:pt x="4724125" y="1430742"/>
                  </a:lnTo>
                  <a:lnTo>
                    <a:pt x="4723465" y="1430742"/>
                  </a:lnTo>
                  <a:lnTo>
                    <a:pt x="4722804" y="1430742"/>
                  </a:lnTo>
                  <a:lnTo>
                    <a:pt x="4722144" y="1430742"/>
                  </a:lnTo>
                  <a:lnTo>
                    <a:pt x="4721483" y="1430742"/>
                  </a:lnTo>
                  <a:lnTo>
                    <a:pt x="4720822" y="1430742"/>
                  </a:lnTo>
                  <a:lnTo>
                    <a:pt x="4720162" y="1430742"/>
                  </a:lnTo>
                  <a:lnTo>
                    <a:pt x="4719501" y="1430742"/>
                  </a:lnTo>
                  <a:lnTo>
                    <a:pt x="4718841" y="1430742"/>
                  </a:lnTo>
                  <a:lnTo>
                    <a:pt x="4718180" y="1430742"/>
                  </a:lnTo>
                  <a:lnTo>
                    <a:pt x="4717520" y="1430742"/>
                  </a:lnTo>
                  <a:lnTo>
                    <a:pt x="4716859" y="1430742"/>
                  </a:lnTo>
                  <a:lnTo>
                    <a:pt x="4716199" y="1430742"/>
                  </a:lnTo>
                  <a:lnTo>
                    <a:pt x="4715538" y="1430742"/>
                  </a:lnTo>
                  <a:lnTo>
                    <a:pt x="4714878" y="1430742"/>
                  </a:lnTo>
                  <a:lnTo>
                    <a:pt x="4714217" y="1430742"/>
                  </a:lnTo>
                  <a:lnTo>
                    <a:pt x="4713557" y="1430742"/>
                  </a:lnTo>
                  <a:lnTo>
                    <a:pt x="4712896" y="1430742"/>
                  </a:lnTo>
                  <a:lnTo>
                    <a:pt x="4712236" y="1430742"/>
                  </a:lnTo>
                  <a:lnTo>
                    <a:pt x="4711575" y="1430742"/>
                  </a:lnTo>
                  <a:lnTo>
                    <a:pt x="4710914" y="1430742"/>
                  </a:lnTo>
                  <a:lnTo>
                    <a:pt x="4710254" y="1430742"/>
                  </a:lnTo>
                  <a:lnTo>
                    <a:pt x="4709593" y="1430742"/>
                  </a:lnTo>
                  <a:lnTo>
                    <a:pt x="4708933" y="1430742"/>
                  </a:lnTo>
                  <a:lnTo>
                    <a:pt x="4708272" y="1430742"/>
                  </a:lnTo>
                  <a:lnTo>
                    <a:pt x="4707612" y="1430742"/>
                  </a:lnTo>
                  <a:lnTo>
                    <a:pt x="4706951" y="1430742"/>
                  </a:lnTo>
                  <a:lnTo>
                    <a:pt x="4706291" y="1430742"/>
                  </a:lnTo>
                  <a:lnTo>
                    <a:pt x="4705630" y="1430742"/>
                  </a:lnTo>
                  <a:lnTo>
                    <a:pt x="4704970" y="1430742"/>
                  </a:lnTo>
                  <a:lnTo>
                    <a:pt x="4704309" y="1430742"/>
                  </a:lnTo>
                  <a:lnTo>
                    <a:pt x="4703649" y="1430742"/>
                  </a:lnTo>
                  <a:lnTo>
                    <a:pt x="4702988" y="1430742"/>
                  </a:lnTo>
                  <a:lnTo>
                    <a:pt x="4702328" y="1430742"/>
                  </a:lnTo>
                  <a:lnTo>
                    <a:pt x="4701667" y="1430742"/>
                  </a:lnTo>
                  <a:lnTo>
                    <a:pt x="4701007" y="1430742"/>
                  </a:lnTo>
                  <a:lnTo>
                    <a:pt x="4700346" y="1430742"/>
                  </a:lnTo>
                  <a:lnTo>
                    <a:pt x="4699685" y="1430742"/>
                  </a:lnTo>
                  <a:lnTo>
                    <a:pt x="4699025" y="1430742"/>
                  </a:lnTo>
                  <a:lnTo>
                    <a:pt x="4698364" y="1430742"/>
                  </a:lnTo>
                  <a:lnTo>
                    <a:pt x="4697704" y="1430742"/>
                  </a:lnTo>
                  <a:lnTo>
                    <a:pt x="4697043" y="1430742"/>
                  </a:lnTo>
                  <a:lnTo>
                    <a:pt x="4696383" y="1430742"/>
                  </a:lnTo>
                  <a:lnTo>
                    <a:pt x="4695722" y="1430742"/>
                  </a:lnTo>
                  <a:lnTo>
                    <a:pt x="4695062" y="1430742"/>
                  </a:lnTo>
                  <a:lnTo>
                    <a:pt x="4694401" y="1430742"/>
                  </a:lnTo>
                  <a:lnTo>
                    <a:pt x="4693741" y="1430742"/>
                  </a:lnTo>
                  <a:lnTo>
                    <a:pt x="4693080" y="1430742"/>
                  </a:lnTo>
                  <a:lnTo>
                    <a:pt x="4692420" y="1430742"/>
                  </a:lnTo>
                  <a:lnTo>
                    <a:pt x="4691759" y="1430742"/>
                  </a:lnTo>
                  <a:lnTo>
                    <a:pt x="4691099" y="1430742"/>
                  </a:lnTo>
                  <a:lnTo>
                    <a:pt x="4690438" y="1430742"/>
                  </a:lnTo>
                  <a:lnTo>
                    <a:pt x="4689777" y="1430742"/>
                  </a:lnTo>
                  <a:lnTo>
                    <a:pt x="4689117" y="1430742"/>
                  </a:lnTo>
                  <a:lnTo>
                    <a:pt x="4688456" y="1430742"/>
                  </a:lnTo>
                  <a:lnTo>
                    <a:pt x="4687796" y="1430742"/>
                  </a:lnTo>
                  <a:lnTo>
                    <a:pt x="4687135" y="1430742"/>
                  </a:lnTo>
                  <a:lnTo>
                    <a:pt x="4686475" y="1430742"/>
                  </a:lnTo>
                  <a:lnTo>
                    <a:pt x="4685814" y="1430742"/>
                  </a:lnTo>
                  <a:lnTo>
                    <a:pt x="4685154" y="1430742"/>
                  </a:lnTo>
                  <a:lnTo>
                    <a:pt x="4684493" y="1430742"/>
                  </a:lnTo>
                  <a:lnTo>
                    <a:pt x="4683833" y="1430742"/>
                  </a:lnTo>
                  <a:lnTo>
                    <a:pt x="4683172" y="1430742"/>
                  </a:lnTo>
                  <a:lnTo>
                    <a:pt x="4682512" y="1430742"/>
                  </a:lnTo>
                  <a:lnTo>
                    <a:pt x="4681851" y="1430742"/>
                  </a:lnTo>
                  <a:lnTo>
                    <a:pt x="4681191" y="1430742"/>
                  </a:lnTo>
                  <a:lnTo>
                    <a:pt x="4680530" y="1430742"/>
                  </a:lnTo>
                  <a:lnTo>
                    <a:pt x="4679869" y="1430742"/>
                  </a:lnTo>
                  <a:lnTo>
                    <a:pt x="4679209" y="1430742"/>
                  </a:lnTo>
                  <a:lnTo>
                    <a:pt x="4678548" y="1430742"/>
                  </a:lnTo>
                  <a:lnTo>
                    <a:pt x="4677888" y="1430742"/>
                  </a:lnTo>
                  <a:lnTo>
                    <a:pt x="4677227" y="1430742"/>
                  </a:lnTo>
                  <a:lnTo>
                    <a:pt x="4676567" y="1430742"/>
                  </a:lnTo>
                  <a:lnTo>
                    <a:pt x="4675906" y="1430742"/>
                  </a:lnTo>
                  <a:lnTo>
                    <a:pt x="4675246" y="1430742"/>
                  </a:lnTo>
                  <a:lnTo>
                    <a:pt x="4674585" y="1430742"/>
                  </a:lnTo>
                  <a:lnTo>
                    <a:pt x="4673925" y="1430742"/>
                  </a:lnTo>
                  <a:lnTo>
                    <a:pt x="4673264" y="1430742"/>
                  </a:lnTo>
                  <a:lnTo>
                    <a:pt x="4672604" y="1430742"/>
                  </a:lnTo>
                  <a:lnTo>
                    <a:pt x="4671943" y="1430742"/>
                  </a:lnTo>
                  <a:lnTo>
                    <a:pt x="4671283" y="1430742"/>
                  </a:lnTo>
                  <a:lnTo>
                    <a:pt x="4670622" y="1430742"/>
                  </a:lnTo>
                  <a:lnTo>
                    <a:pt x="4669961" y="1430742"/>
                  </a:lnTo>
                  <a:lnTo>
                    <a:pt x="4669301" y="1430742"/>
                  </a:lnTo>
                  <a:lnTo>
                    <a:pt x="4668640" y="1430742"/>
                  </a:lnTo>
                  <a:lnTo>
                    <a:pt x="4667980" y="1430742"/>
                  </a:lnTo>
                  <a:lnTo>
                    <a:pt x="4667319" y="1430742"/>
                  </a:lnTo>
                  <a:lnTo>
                    <a:pt x="4666659" y="1430742"/>
                  </a:lnTo>
                  <a:lnTo>
                    <a:pt x="4665998" y="1430742"/>
                  </a:lnTo>
                  <a:lnTo>
                    <a:pt x="4665338" y="1430742"/>
                  </a:lnTo>
                  <a:lnTo>
                    <a:pt x="4664677" y="1430742"/>
                  </a:lnTo>
                  <a:lnTo>
                    <a:pt x="4664017" y="1430742"/>
                  </a:lnTo>
                  <a:lnTo>
                    <a:pt x="4663356" y="1430742"/>
                  </a:lnTo>
                  <a:lnTo>
                    <a:pt x="4662696" y="1430742"/>
                  </a:lnTo>
                  <a:lnTo>
                    <a:pt x="4662035" y="1430742"/>
                  </a:lnTo>
                  <a:lnTo>
                    <a:pt x="4661375" y="1430742"/>
                  </a:lnTo>
                  <a:lnTo>
                    <a:pt x="4660714" y="1430742"/>
                  </a:lnTo>
                  <a:lnTo>
                    <a:pt x="4660054" y="1430742"/>
                  </a:lnTo>
                  <a:lnTo>
                    <a:pt x="4659393" y="1430742"/>
                  </a:lnTo>
                  <a:lnTo>
                    <a:pt x="4658732" y="1430742"/>
                  </a:lnTo>
                  <a:lnTo>
                    <a:pt x="4658072" y="1430742"/>
                  </a:lnTo>
                  <a:lnTo>
                    <a:pt x="4657411" y="1430742"/>
                  </a:lnTo>
                  <a:lnTo>
                    <a:pt x="4656751" y="1430742"/>
                  </a:lnTo>
                  <a:lnTo>
                    <a:pt x="4656090" y="1430742"/>
                  </a:lnTo>
                  <a:lnTo>
                    <a:pt x="4655430" y="1430742"/>
                  </a:lnTo>
                  <a:lnTo>
                    <a:pt x="4654769" y="1430742"/>
                  </a:lnTo>
                  <a:lnTo>
                    <a:pt x="4654109" y="1430742"/>
                  </a:lnTo>
                  <a:lnTo>
                    <a:pt x="4653448" y="1430742"/>
                  </a:lnTo>
                  <a:lnTo>
                    <a:pt x="4652788" y="1430742"/>
                  </a:lnTo>
                  <a:lnTo>
                    <a:pt x="4652127" y="1430742"/>
                  </a:lnTo>
                  <a:lnTo>
                    <a:pt x="4651467" y="1430742"/>
                  </a:lnTo>
                  <a:lnTo>
                    <a:pt x="4650806" y="1430742"/>
                  </a:lnTo>
                  <a:lnTo>
                    <a:pt x="4650146" y="1430742"/>
                  </a:lnTo>
                  <a:lnTo>
                    <a:pt x="4649485" y="1430742"/>
                  </a:lnTo>
                  <a:lnTo>
                    <a:pt x="4648824" y="1430742"/>
                  </a:lnTo>
                  <a:lnTo>
                    <a:pt x="4648164" y="1430742"/>
                  </a:lnTo>
                  <a:lnTo>
                    <a:pt x="4647503" y="1430742"/>
                  </a:lnTo>
                  <a:lnTo>
                    <a:pt x="4646843" y="1430742"/>
                  </a:lnTo>
                  <a:lnTo>
                    <a:pt x="4646182" y="1430742"/>
                  </a:lnTo>
                  <a:lnTo>
                    <a:pt x="4645522" y="1430742"/>
                  </a:lnTo>
                  <a:lnTo>
                    <a:pt x="4644861" y="1430742"/>
                  </a:lnTo>
                  <a:lnTo>
                    <a:pt x="4644201" y="1430742"/>
                  </a:lnTo>
                  <a:lnTo>
                    <a:pt x="4643540" y="1430742"/>
                  </a:lnTo>
                  <a:lnTo>
                    <a:pt x="4642880" y="1430742"/>
                  </a:lnTo>
                  <a:lnTo>
                    <a:pt x="4642219" y="1430742"/>
                  </a:lnTo>
                  <a:lnTo>
                    <a:pt x="4641559" y="1430742"/>
                  </a:lnTo>
                  <a:lnTo>
                    <a:pt x="4640898" y="1430742"/>
                  </a:lnTo>
                  <a:lnTo>
                    <a:pt x="4640238" y="1430742"/>
                  </a:lnTo>
                  <a:lnTo>
                    <a:pt x="4639577" y="1430742"/>
                  </a:lnTo>
                  <a:lnTo>
                    <a:pt x="4638916" y="1430742"/>
                  </a:lnTo>
                  <a:lnTo>
                    <a:pt x="4638256" y="1430742"/>
                  </a:lnTo>
                  <a:lnTo>
                    <a:pt x="4637595" y="1430742"/>
                  </a:lnTo>
                  <a:lnTo>
                    <a:pt x="4636935" y="1430742"/>
                  </a:lnTo>
                  <a:lnTo>
                    <a:pt x="4636274" y="1430742"/>
                  </a:lnTo>
                  <a:lnTo>
                    <a:pt x="4635614" y="1430742"/>
                  </a:lnTo>
                  <a:lnTo>
                    <a:pt x="4634953" y="1430742"/>
                  </a:lnTo>
                  <a:lnTo>
                    <a:pt x="4634293" y="1430742"/>
                  </a:lnTo>
                  <a:lnTo>
                    <a:pt x="4633632" y="1430742"/>
                  </a:lnTo>
                  <a:lnTo>
                    <a:pt x="4632972" y="1430742"/>
                  </a:lnTo>
                  <a:lnTo>
                    <a:pt x="4632311" y="1430742"/>
                  </a:lnTo>
                  <a:lnTo>
                    <a:pt x="4631651" y="1430742"/>
                  </a:lnTo>
                  <a:lnTo>
                    <a:pt x="4630990" y="1430742"/>
                  </a:lnTo>
                  <a:lnTo>
                    <a:pt x="4630330" y="1430742"/>
                  </a:lnTo>
                  <a:lnTo>
                    <a:pt x="4629669" y="1430742"/>
                  </a:lnTo>
                  <a:lnTo>
                    <a:pt x="4629009" y="1430742"/>
                  </a:lnTo>
                  <a:lnTo>
                    <a:pt x="4628348" y="1430742"/>
                  </a:lnTo>
                  <a:lnTo>
                    <a:pt x="4627687" y="1430742"/>
                  </a:lnTo>
                  <a:lnTo>
                    <a:pt x="4627027" y="1430742"/>
                  </a:lnTo>
                  <a:lnTo>
                    <a:pt x="4626366" y="1430742"/>
                  </a:lnTo>
                  <a:lnTo>
                    <a:pt x="4625706" y="1430742"/>
                  </a:lnTo>
                  <a:lnTo>
                    <a:pt x="4625045" y="1430742"/>
                  </a:lnTo>
                  <a:lnTo>
                    <a:pt x="4624385" y="1430742"/>
                  </a:lnTo>
                  <a:lnTo>
                    <a:pt x="4623724" y="1430742"/>
                  </a:lnTo>
                  <a:lnTo>
                    <a:pt x="4623064" y="1430742"/>
                  </a:lnTo>
                  <a:lnTo>
                    <a:pt x="4622403" y="1430742"/>
                  </a:lnTo>
                  <a:lnTo>
                    <a:pt x="4621743" y="1430742"/>
                  </a:lnTo>
                  <a:lnTo>
                    <a:pt x="4621082" y="1430742"/>
                  </a:lnTo>
                  <a:lnTo>
                    <a:pt x="4620422" y="1430742"/>
                  </a:lnTo>
                  <a:lnTo>
                    <a:pt x="4619761" y="1430742"/>
                  </a:lnTo>
                  <a:lnTo>
                    <a:pt x="4619101" y="1430742"/>
                  </a:lnTo>
                  <a:lnTo>
                    <a:pt x="4618440" y="1430742"/>
                  </a:lnTo>
                  <a:lnTo>
                    <a:pt x="4617779" y="1430742"/>
                  </a:lnTo>
                  <a:lnTo>
                    <a:pt x="4617119" y="1430742"/>
                  </a:lnTo>
                  <a:lnTo>
                    <a:pt x="4616458" y="1430742"/>
                  </a:lnTo>
                  <a:lnTo>
                    <a:pt x="4615798" y="1430742"/>
                  </a:lnTo>
                  <a:lnTo>
                    <a:pt x="4615137" y="1430742"/>
                  </a:lnTo>
                  <a:lnTo>
                    <a:pt x="4614477" y="1430742"/>
                  </a:lnTo>
                  <a:lnTo>
                    <a:pt x="4613816" y="1430742"/>
                  </a:lnTo>
                  <a:lnTo>
                    <a:pt x="4613156" y="1430742"/>
                  </a:lnTo>
                  <a:lnTo>
                    <a:pt x="4612495" y="1430742"/>
                  </a:lnTo>
                  <a:lnTo>
                    <a:pt x="4611835" y="1430742"/>
                  </a:lnTo>
                  <a:lnTo>
                    <a:pt x="4611174" y="1430742"/>
                  </a:lnTo>
                  <a:lnTo>
                    <a:pt x="4610514" y="1430742"/>
                  </a:lnTo>
                  <a:lnTo>
                    <a:pt x="4609853" y="1430742"/>
                  </a:lnTo>
                  <a:lnTo>
                    <a:pt x="4609193" y="1430742"/>
                  </a:lnTo>
                  <a:lnTo>
                    <a:pt x="4608532" y="1430742"/>
                  </a:lnTo>
                  <a:lnTo>
                    <a:pt x="4607871" y="1430742"/>
                  </a:lnTo>
                  <a:lnTo>
                    <a:pt x="4607211" y="1430742"/>
                  </a:lnTo>
                  <a:lnTo>
                    <a:pt x="4606550" y="1430742"/>
                  </a:lnTo>
                  <a:lnTo>
                    <a:pt x="4605890" y="1430742"/>
                  </a:lnTo>
                  <a:lnTo>
                    <a:pt x="4605229" y="1430742"/>
                  </a:lnTo>
                  <a:lnTo>
                    <a:pt x="4604569" y="1430742"/>
                  </a:lnTo>
                  <a:lnTo>
                    <a:pt x="4603908" y="1430742"/>
                  </a:lnTo>
                  <a:lnTo>
                    <a:pt x="4603248" y="1430742"/>
                  </a:lnTo>
                  <a:lnTo>
                    <a:pt x="4602587" y="1430742"/>
                  </a:lnTo>
                  <a:lnTo>
                    <a:pt x="4601927" y="1430742"/>
                  </a:lnTo>
                  <a:lnTo>
                    <a:pt x="4601266" y="1430742"/>
                  </a:lnTo>
                  <a:lnTo>
                    <a:pt x="4600606" y="1430742"/>
                  </a:lnTo>
                  <a:lnTo>
                    <a:pt x="4599945" y="1430742"/>
                  </a:lnTo>
                  <a:lnTo>
                    <a:pt x="4599285" y="1430742"/>
                  </a:lnTo>
                  <a:lnTo>
                    <a:pt x="4598624" y="1430742"/>
                  </a:lnTo>
                  <a:lnTo>
                    <a:pt x="4597963" y="1430742"/>
                  </a:lnTo>
                  <a:lnTo>
                    <a:pt x="4597303" y="1430742"/>
                  </a:lnTo>
                  <a:lnTo>
                    <a:pt x="4596642" y="1430742"/>
                  </a:lnTo>
                  <a:lnTo>
                    <a:pt x="4595982" y="1430742"/>
                  </a:lnTo>
                  <a:lnTo>
                    <a:pt x="4595321" y="1430742"/>
                  </a:lnTo>
                  <a:lnTo>
                    <a:pt x="4594661" y="1430742"/>
                  </a:lnTo>
                  <a:lnTo>
                    <a:pt x="4594000" y="1430742"/>
                  </a:lnTo>
                  <a:lnTo>
                    <a:pt x="4593340" y="1430742"/>
                  </a:lnTo>
                  <a:lnTo>
                    <a:pt x="4592679" y="1430742"/>
                  </a:lnTo>
                  <a:lnTo>
                    <a:pt x="4592019" y="1430742"/>
                  </a:lnTo>
                  <a:lnTo>
                    <a:pt x="4591358" y="1430742"/>
                  </a:lnTo>
                  <a:lnTo>
                    <a:pt x="4590698" y="1430742"/>
                  </a:lnTo>
                  <a:lnTo>
                    <a:pt x="4590037" y="1430742"/>
                  </a:lnTo>
                  <a:lnTo>
                    <a:pt x="4589377" y="1430742"/>
                  </a:lnTo>
                  <a:lnTo>
                    <a:pt x="4588716" y="1430742"/>
                  </a:lnTo>
                  <a:lnTo>
                    <a:pt x="4588056" y="1430742"/>
                  </a:lnTo>
                  <a:lnTo>
                    <a:pt x="4587395" y="1430742"/>
                  </a:lnTo>
                  <a:lnTo>
                    <a:pt x="4586734" y="1430742"/>
                  </a:lnTo>
                  <a:lnTo>
                    <a:pt x="4586074" y="1430742"/>
                  </a:lnTo>
                  <a:lnTo>
                    <a:pt x="4585413" y="1430742"/>
                  </a:lnTo>
                  <a:lnTo>
                    <a:pt x="4584753" y="1430742"/>
                  </a:lnTo>
                  <a:lnTo>
                    <a:pt x="4584092" y="1430742"/>
                  </a:lnTo>
                  <a:lnTo>
                    <a:pt x="4583432" y="1430742"/>
                  </a:lnTo>
                  <a:lnTo>
                    <a:pt x="4582771" y="1430742"/>
                  </a:lnTo>
                  <a:lnTo>
                    <a:pt x="4582111" y="1430742"/>
                  </a:lnTo>
                  <a:lnTo>
                    <a:pt x="4581450" y="1430742"/>
                  </a:lnTo>
                  <a:lnTo>
                    <a:pt x="4580790" y="1430742"/>
                  </a:lnTo>
                  <a:lnTo>
                    <a:pt x="4580129" y="1430742"/>
                  </a:lnTo>
                  <a:lnTo>
                    <a:pt x="4579469" y="1430742"/>
                  </a:lnTo>
                  <a:lnTo>
                    <a:pt x="4578808" y="1430742"/>
                  </a:lnTo>
                  <a:lnTo>
                    <a:pt x="4578148" y="1430742"/>
                  </a:lnTo>
                  <a:lnTo>
                    <a:pt x="4577487" y="1430742"/>
                  </a:lnTo>
                  <a:lnTo>
                    <a:pt x="4576826" y="1430742"/>
                  </a:lnTo>
                  <a:lnTo>
                    <a:pt x="4576166" y="1430742"/>
                  </a:lnTo>
                  <a:lnTo>
                    <a:pt x="4575505" y="1430742"/>
                  </a:lnTo>
                  <a:lnTo>
                    <a:pt x="4574845" y="1430742"/>
                  </a:lnTo>
                  <a:lnTo>
                    <a:pt x="4574184" y="1430742"/>
                  </a:lnTo>
                  <a:lnTo>
                    <a:pt x="4573524" y="1430742"/>
                  </a:lnTo>
                  <a:lnTo>
                    <a:pt x="4572863" y="1430742"/>
                  </a:lnTo>
                  <a:lnTo>
                    <a:pt x="4572203" y="1430742"/>
                  </a:lnTo>
                  <a:lnTo>
                    <a:pt x="4571542" y="1430742"/>
                  </a:lnTo>
                  <a:lnTo>
                    <a:pt x="4570882" y="1430742"/>
                  </a:lnTo>
                  <a:lnTo>
                    <a:pt x="4570221" y="1430742"/>
                  </a:lnTo>
                  <a:lnTo>
                    <a:pt x="4569561" y="1430742"/>
                  </a:lnTo>
                  <a:lnTo>
                    <a:pt x="4568900" y="1430742"/>
                  </a:lnTo>
                  <a:lnTo>
                    <a:pt x="4568240" y="1430742"/>
                  </a:lnTo>
                  <a:lnTo>
                    <a:pt x="4567579" y="1430742"/>
                  </a:lnTo>
                  <a:lnTo>
                    <a:pt x="4566918" y="1430742"/>
                  </a:lnTo>
                  <a:lnTo>
                    <a:pt x="4566258" y="1430742"/>
                  </a:lnTo>
                  <a:lnTo>
                    <a:pt x="4565597" y="1430742"/>
                  </a:lnTo>
                  <a:lnTo>
                    <a:pt x="4564937" y="1430742"/>
                  </a:lnTo>
                  <a:lnTo>
                    <a:pt x="4564276" y="1430742"/>
                  </a:lnTo>
                  <a:lnTo>
                    <a:pt x="4563616" y="1430742"/>
                  </a:lnTo>
                  <a:lnTo>
                    <a:pt x="4562955" y="1430742"/>
                  </a:lnTo>
                  <a:lnTo>
                    <a:pt x="4562295" y="1430742"/>
                  </a:lnTo>
                  <a:lnTo>
                    <a:pt x="4561634" y="1430742"/>
                  </a:lnTo>
                  <a:lnTo>
                    <a:pt x="4560974" y="1430742"/>
                  </a:lnTo>
                  <a:lnTo>
                    <a:pt x="4560313" y="1430742"/>
                  </a:lnTo>
                  <a:lnTo>
                    <a:pt x="4559653" y="1430742"/>
                  </a:lnTo>
                  <a:lnTo>
                    <a:pt x="4558992" y="1430742"/>
                  </a:lnTo>
                  <a:lnTo>
                    <a:pt x="4558332" y="1430742"/>
                  </a:lnTo>
                  <a:lnTo>
                    <a:pt x="4557671" y="1430742"/>
                  </a:lnTo>
                  <a:lnTo>
                    <a:pt x="4557011" y="1430742"/>
                  </a:lnTo>
                  <a:lnTo>
                    <a:pt x="4556350" y="1430742"/>
                  </a:lnTo>
                  <a:lnTo>
                    <a:pt x="4555689" y="1430742"/>
                  </a:lnTo>
                  <a:lnTo>
                    <a:pt x="4555029" y="1430742"/>
                  </a:lnTo>
                  <a:lnTo>
                    <a:pt x="4554368" y="1430742"/>
                  </a:lnTo>
                  <a:lnTo>
                    <a:pt x="4553708" y="1430742"/>
                  </a:lnTo>
                  <a:lnTo>
                    <a:pt x="4553047" y="1430742"/>
                  </a:lnTo>
                  <a:lnTo>
                    <a:pt x="4552387" y="1430742"/>
                  </a:lnTo>
                  <a:lnTo>
                    <a:pt x="4551726" y="1430742"/>
                  </a:lnTo>
                  <a:lnTo>
                    <a:pt x="4551066" y="1430742"/>
                  </a:lnTo>
                  <a:lnTo>
                    <a:pt x="4550405" y="1430742"/>
                  </a:lnTo>
                  <a:lnTo>
                    <a:pt x="4549745" y="1430742"/>
                  </a:lnTo>
                  <a:lnTo>
                    <a:pt x="4549084" y="1430742"/>
                  </a:lnTo>
                  <a:lnTo>
                    <a:pt x="4548424" y="1430742"/>
                  </a:lnTo>
                  <a:lnTo>
                    <a:pt x="4547763" y="1430742"/>
                  </a:lnTo>
                  <a:lnTo>
                    <a:pt x="4547103" y="1430742"/>
                  </a:lnTo>
                  <a:lnTo>
                    <a:pt x="4546442" y="1430742"/>
                  </a:lnTo>
                  <a:lnTo>
                    <a:pt x="4545781" y="1430742"/>
                  </a:lnTo>
                  <a:lnTo>
                    <a:pt x="4545121" y="1430742"/>
                  </a:lnTo>
                  <a:lnTo>
                    <a:pt x="4544460" y="1430742"/>
                  </a:lnTo>
                  <a:lnTo>
                    <a:pt x="4543800" y="1430742"/>
                  </a:lnTo>
                  <a:lnTo>
                    <a:pt x="4543139" y="1430742"/>
                  </a:lnTo>
                  <a:lnTo>
                    <a:pt x="4542479" y="1430742"/>
                  </a:lnTo>
                  <a:lnTo>
                    <a:pt x="4541818" y="1430742"/>
                  </a:lnTo>
                  <a:lnTo>
                    <a:pt x="4541158" y="1430742"/>
                  </a:lnTo>
                  <a:lnTo>
                    <a:pt x="4540497" y="1430742"/>
                  </a:lnTo>
                  <a:lnTo>
                    <a:pt x="4539837" y="1430742"/>
                  </a:lnTo>
                  <a:lnTo>
                    <a:pt x="4539176" y="1430742"/>
                  </a:lnTo>
                  <a:lnTo>
                    <a:pt x="4538516" y="1430742"/>
                  </a:lnTo>
                  <a:lnTo>
                    <a:pt x="4537855" y="1430742"/>
                  </a:lnTo>
                  <a:lnTo>
                    <a:pt x="4537195" y="1430742"/>
                  </a:lnTo>
                  <a:lnTo>
                    <a:pt x="4536534" y="1430742"/>
                  </a:lnTo>
                  <a:lnTo>
                    <a:pt x="4535873" y="1430742"/>
                  </a:lnTo>
                  <a:lnTo>
                    <a:pt x="4535213" y="1430742"/>
                  </a:lnTo>
                  <a:lnTo>
                    <a:pt x="4534552" y="1430742"/>
                  </a:lnTo>
                  <a:lnTo>
                    <a:pt x="4533892" y="1430742"/>
                  </a:lnTo>
                  <a:lnTo>
                    <a:pt x="4533231" y="1430742"/>
                  </a:lnTo>
                  <a:lnTo>
                    <a:pt x="4532571" y="1430742"/>
                  </a:lnTo>
                  <a:lnTo>
                    <a:pt x="4531910" y="1430742"/>
                  </a:lnTo>
                  <a:lnTo>
                    <a:pt x="4531250" y="1430742"/>
                  </a:lnTo>
                  <a:lnTo>
                    <a:pt x="4530589" y="1430742"/>
                  </a:lnTo>
                  <a:lnTo>
                    <a:pt x="4529929" y="1430742"/>
                  </a:lnTo>
                  <a:lnTo>
                    <a:pt x="4529268" y="1430742"/>
                  </a:lnTo>
                  <a:lnTo>
                    <a:pt x="4528608" y="1430742"/>
                  </a:lnTo>
                  <a:lnTo>
                    <a:pt x="4527947" y="1430742"/>
                  </a:lnTo>
                  <a:lnTo>
                    <a:pt x="4527287" y="1430742"/>
                  </a:lnTo>
                  <a:lnTo>
                    <a:pt x="4526626" y="1430742"/>
                  </a:lnTo>
                  <a:lnTo>
                    <a:pt x="4525965" y="1430742"/>
                  </a:lnTo>
                  <a:lnTo>
                    <a:pt x="4525305" y="1430742"/>
                  </a:lnTo>
                  <a:lnTo>
                    <a:pt x="4524644" y="1430742"/>
                  </a:lnTo>
                  <a:lnTo>
                    <a:pt x="4523984" y="1430742"/>
                  </a:lnTo>
                  <a:lnTo>
                    <a:pt x="4523323" y="1430742"/>
                  </a:lnTo>
                  <a:lnTo>
                    <a:pt x="4522663" y="1430742"/>
                  </a:lnTo>
                  <a:lnTo>
                    <a:pt x="4522002" y="1430742"/>
                  </a:lnTo>
                  <a:lnTo>
                    <a:pt x="4521342" y="1430742"/>
                  </a:lnTo>
                  <a:lnTo>
                    <a:pt x="4520681" y="1430742"/>
                  </a:lnTo>
                  <a:lnTo>
                    <a:pt x="4520021" y="1430742"/>
                  </a:lnTo>
                  <a:lnTo>
                    <a:pt x="4519360" y="1430742"/>
                  </a:lnTo>
                  <a:lnTo>
                    <a:pt x="4518700" y="1430742"/>
                  </a:lnTo>
                  <a:lnTo>
                    <a:pt x="4518039" y="1430742"/>
                  </a:lnTo>
                  <a:lnTo>
                    <a:pt x="4517379" y="1430742"/>
                  </a:lnTo>
                  <a:lnTo>
                    <a:pt x="4516718" y="1430742"/>
                  </a:lnTo>
                  <a:lnTo>
                    <a:pt x="4516058" y="1430742"/>
                  </a:lnTo>
                  <a:lnTo>
                    <a:pt x="4515397" y="1430742"/>
                  </a:lnTo>
                  <a:lnTo>
                    <a:pt x="4514736" y="1430742"/>
                  </a:lnTo>
                  <a:lnTo>
                    <a:pt x="4514076" y="1430742"/>
                  </a:lnTo>
                  <a:lnTo>
                    <a:pt x="4513415" y="1430742"/>
                  </a:lnTo>
                  <a:lnTo>
                    <a:pt x="4512755" y="1430742"/>
                  </a:lnTo>
                  <a:lnTo>
                    <a:pt x="4512094" y="1430742"/>
                  </a:lnTo>
                  <a:lnTo>
                    <a:pt x="4511434" y="1430742"/>
                  </a:lnTo>
                  <a:lnTo>
                    <a:pt x="4510773" y="1430742"/>
                  </a:lnTo>
                  <a:lnTo>
                    <a:pt x="4510113" y="1430742"/>
                  </a:lnTo>
                  <a:lnTo>
                    <a:pt x="4509452" y="1430742"/>
                  </a:lnTo>
                  <a:lnTo>
                    <a:pt x="4508792" y="1430742"/>
                  </a:lnTo>
                  <a:lnTo>
                    <a:pt x="4508131" y="1430742"/>
                  </a:lnTo>
                  <a:lnTo>
                    <a:pt x="4507471" y="1430742"/>
                  </a:lnTo>
                  <a:lnTo>
                    <a:pt x="4506810" y="1430742"/>
                  </a:lnTo>
                  <a:lnTo>
                    <a:pt x="4506150" y="1430742"/>
                  </a:lnTo>
                  <a:lnTo>
                    <a:pt x="4505489" y="1430742"/>
                  </a:lnTo>
                  <a:lnTo>
                    <a:pt x="4504828" y="1430742"/>
                  </a:lnTo>
                  <a:lnTo>
                    <a:pt x="4504168" y="1430742"/>
                  </a:lnTo>
                  <a:lnTo>
                    <a:pt x="4503507" y="1430742"/>
                  </a:lnTo>
                  <a:lnTo>
                    <a:pt x="4502847" y="1430742"/>
                  </a:lnTo>
                  <a:lnTo>
                    <a:pt x="4502186" y="1430742"/>
                  </a:lnTo>
                  <a:lnTo>
                    <a:pt x="4501526" y="1430742"/>
                  </a:lnTo>
                  <a:lnTo>
                    <a:pt x="4500865" y="1430742"/>
                  </a:lnTo>
                  <a:lnTo>
                    <a:pt x="4500205" y="1430742"/>
                  </a:lnTo>
                  <a:lnTo>
                    <a:pt x="4499544" y="1430742"/>
                  </a:lnTo>
                  <a:lnTo>
                    <a:pt x="4498884" y="1430742"/>
                  </a:lnTo>
                  <a:lnTo>
                    <a:pt x="4498223" y="1430742"/>
                  </a:lnTo>
                  <a:lnTo>
                    <a:pt x="4497563" y="1430742"/>
                  </a:lnTo>
                  <a:lnTo>
                    <a:pt x="4496902" y="1430742"/>
                  </a:lnTo>
                  <a:lnTo>
                    <a:pt x="4496242" y="1430742"/>
                  </a:lnTo>
                  <a:lnTo>
                    <a:pt x="4495581" y="1430742"/>
                  </a:lnTo>
                  <a:lnTo>
                    <a:pt x="4494920" y="1430742"/>
                  </a:lnTo>
                  <a:lnTo>
                    <a:pt x="4494260" y="1430742"/>
                  </a:lnTo>
                  <a:lnTo>
                    <a:pt x="4493599" y="1430742"/>
                  </a:lnTo>
                  <a:lnTo>
                    <a:pt x="4492939" y="1430742"/>
                  </a:lnTo>
                  <a:lnTo>
                    <a:pt x="4492278" y="1430742"/>
                  </a:lnTo>
                  <a:lnTo>
                    <a:pt x="4491618" y="1430742"/>
                  </a:lnTo>
                  <a:lnTo>
                    <a:pt x="4490957" y="1430742"/>
                  </a:lnTo>
                  <a:lnTo>
                    <a:pt x="4490297" y="1430742"/>
                  </a:lnTo>
                  <a:lnTo>
                    <a:pt x="4489636" y="1430742"/>
                  </a:lnTo>
                  <a:lnTo>
                    <a:pt x="4488976" y="1430742"/>
                  </a:lnTo>
                  <a:lnTo>
                    <a:pt x="4488315" y="1430742"/>
                  </a:lnTo>
                  <a:lnTo>
                    <a:pt x="4487655" y="1430742"/>
                  </a:lnTo>
                  <a:lnTo>
                    <a:pt x="4486994" y="1430742"/>
                  </a:lnTo>
                  <a:lnTo>
                    <a:pt x="4486334" y="1430742"/>
                  </a:lnTo>
                  <a:lnTo>
                    <a:pt x="4485673" y="1430742"/>
                  </a:lnTo>
                  <a:lnTo>
                    <a:pt x="4485013" y="1430742"/>
                  </a:lnTo>
                  <a:lnTo>
                    <a:pt x="4484352" y="1430742"/>
                  </a:lnTo>
                  <a:lnTo>
                    <a:pt x="4483691" y="1430742"/>
                  </a:lnTo>
                  <a:lnTo>
                    <a:pt x="4483031" y="1430742"/>
                  </a:lnTo>
                  <a:lnTo>
                    <a:pt x="4482370" y="1430742"/>
                  </a:lnTo>
                  <a:lnTo>
                    <a:pt x="4481710" y="1430742"/>
                  </a:lnTo>
                  <a:lnTo>
                    <a:pt x="4481049" y="1430742"/>
                  </a:lnTo>
                  <a:lnTo>
                    <a:pt x="4480389" y="1430742"/>
                  </a:lnTo>
                  <a:lnTo>
                    <a:pt x="4479728" y="1430742"/>
                  </a:lnTo>
                  <a:lnTo>
                    <a:pt x="4479068" y="1430742"/>
                  </a:lnTo>
                  <a:lnTo>
                    <a:pt x="4478407" y="1430742"/>
                  </a:lnTo>
                  <a:lnTo>
                    <a:pt x="4477747" y="1430742"/>
                  </a:lnTo>
                  <a:lnTo>
                    <a:pt x="4477086" y="1430742"/>
                  </a:lnTo>
                  <a:lnTo>
                    <a:pt x="4476426" y="1430742"/>
                  </a:lnTo>
                  <a:lnTo>
                    <a:pt x="4475765" y="1430742"/>
                  </a:lnTo>
                  <a:lnTo>
                    <a:pt x="4475105" y="1430742"/>
                  </a:lnTo>
                  <a:lnTo>
                    <a:pt x="4474444" y="1430742"/>
                  </a:lnTo>
                  <a:lnTo>
                    <a:pt x="4473783" y="1430742"/>
                  </a:lnTo>
                  <a:lnTo>
                    <a:pt x="4473123" y="1430742"/>
                  </a:lnTo>
                  <a:lnTo>
                    <a:pt x="4472462" y="1430742"/>
                  </a:lnTo>
                  <a:lnTo>
                    <a:pt x="4471802" y="1430742"/>
                  </a:lnTo>
                  <a:lnTo>
                    <a:pt x="4471141" y="1430742"/>
                  </a:lnTo>
                  <a:lnTo>
                    <a:pt x="4470481" y="1430742"/>
                  </a:lnTo>
                  <a:lnTo>
                    <a:pt x="4469820" y="1430742"/>
                  </a:lnTo>
                  <a:lnTo>
                    <a:pt x="4469160" y="1430742"/>
                  </a:lnTo>
                  <a:lnTo>
                    <a:pt x="4468499" y="1430742"/>
                  </a:lnTo>
                  <a:lnTo>
                    <a:pt x="4467839" y="1430742"/>
                  </a:lnTo>
                  <a:lnTo>
                    <a:pt x="4467178" y="1430742"/>
                  </a:lnTo>
                  <a:lnTo>
                    <a:pt x="4466518" y="1430742"/>
                  </a:lnTo>
                  <a:lnTo>
                    <a:pt x="4465857" y="1430742"/>
                  </a:lnTo>
                  <a:lnTo>
                    <a:pt x="4465197" y="1430742"/>
                  </a:lnTo>
                  <a:lnTo>
                    <a:pt x="4464536" y="1430742"/>
                  </a:lnTo>
                  <a:lnTo>
                    <a:pt x="4463875" y="1430742"/>
                  </a:lnTo>
                  <a:lnTo>
                    <a:pt x="4463215" y="1430742"/>
                  </a:lnTo>
                  <a:lnTo>
                    <a:pt x="4462554" y="1430742"/>
                  </a:lnTo>
                  <a:lnTo>
                    <a:pt x="4461894" y="1430742"/>
                  </a:lnTo>
                  <a:lnTo>
                    <a:pt x="4461233" y="1430742"/>
                  </a:lnTo>
                  <a:lnTo>
                    <a:pt x="4460573" y="1430742"/>
                  </a:lnTo>
                  <a:lnTo>
                    <a:pt x="4459912" y="1430742"/>
                  </a:lnTo>
                  <a:lnTo>
                    <a:pt x="4459252" y="1430742"/>
                  </a:lnTo>
                  <a:lnTo>
                    <a:pt x="4458591" y="1430742"/>
                  </a:lnTo>
                  <a:lnTo>
                    <a:pt x="4457931" y="1430742"/>
                  </a:lnTo>
                  <a:lnTo>
                    <a:pt x="4457270" y="1430742"/>
                  </a:lnTo>
                  <a:lnTo>
                    <a:pt x="4456610" y="1430742"/>
                  </a:lnTo>
                  <a:lnTo>
                    <a:pt x="4455949" y="1430742"/>
                  </a:lnTo>
                  <a:lnTo>
                    <a:pt x="4455289" y="1430742"/>
                  </a:lnTo>
                  <a:lnTo>
                    <a:pt x="4454628" y="1430742"/>
                  </a:lnTo>
                  <a:lnTo>
                    <a:pt x="4453967" y="1430742"/>
                  </a:lnTo>
                  <a:lnTo>
                    <a:pt x="4453307" y="1430742"/>
                  </a:lnTo>
                  <a:lnTo>
                    <a:pt x="4452646" y="1430742"/>
                  </a:lnTo>
                  <a:lnTo>
                    <a:pt x="4451986" y="1430742"/>
                  </a:lnTo>
                  <a:lnTo>
                    <a:pt x="4451325" y="1430742"/>
                  </a:lnTo>
                  <a:lnTo>
                    <a:pt x="4450665" y="1430742"/>
                  </a:lnTo>
                  <a:lnTo>
                    <a:pt x="4450004" y="1430742"/>
                  </a:lnTo>
                  <a:lnTo>
                    <a:pt x="4449344" y="1430742"/>
                  </a:lnTo>
                  <a:lnTo>
                    <a:pt x="4448683" y="1430742"/>
                  </a:lnTo>
                  <a:lnTo>
                    <a:pt x="4448023" y="1430742"/>
                  </a:lnTo>
                  <a:lnTo>
                    <a:pt x="4447362" y="1430742"/>
                  </a:lnTo>
                  <a:lnTo>
                    <a:pt x="4446702" y="1430742"/>
                  </a:lnTo>
                  <a:lnTo>
                    <a:pt x="4446041" y="1430742"/>
                  </a:lnTo>
                  <a:lnTo>
                    <a:pt x="4445381" y="1430742"/>
                  </a:lnTo>
                  <a:lnTo>
                    <a:pt x="4444720" y="1430742"/>
                  </a:lnTo>
                  <a:lnTo>
                    <a:pt x="4444060" y="1430742"/>
                  </a:lnTo>
                  <a:lnTo>
                    <a:pt x="4443399" y="1430742"/>
                  </a:lnTo>
                  <a:lnTo>
                    <a:pt x="4442738" y="1430742"/>
                  </a:lnTo>
                  <a:lnTo>
                    <a:pt x="4442078" y="1430742"/>
                  </a:lnTo>
                  <a:lnTo>
                    <a:pt x="4441417" y="1430742"/>
                  </a:lnTo>
                  <a:lnTo>
                    <a:pt x="4440757" y="1430742"/>
                  </a:lnTo>
                  <a:lnTo>
                    <a:pt x="4440096" y="1430742"/>
                  </a:lnTo>
                  <a:lnTo>
                    <a:pt x="4439436" y="1430742"/>
                  </a:lnTo>
                  <a:lnTo>
                    <a:pt x="4438775" y="1430742"/>
                  </a:lnTo>
                  <a:lnTo>
                    <a:pt x="4438115" y="1430742"/>
                  </a:lnTo>
                  <a:lnTo>
                    <a:pt x="4437454" y="1430742"/>
                  </a:lnTo>
                  <a:lnTo>
                    <a:pt x="4436794" y="1430742"/>
                  </a:lnTo>
                  <a:lnTo>
                    <a:pt x="4436133" y="1430742"/>
                  </a:lnTo>
                  <a:lnTo>
                    <a:pt x="4435473" y="1430742"/>
                  </a:lnTo>
                  <a:lnTo>
                    <a:pt x="4434812" y="1430742"/>
                  </a:lnTo>
                  <a:lnTo>
                    <a:pt x="4434152" y="1430742"/>
                  </a:lnTo>
                  <a:lnTo>
                    <a:pt x="4433491" y="1430742"/>
                  </a:lnTo>
                  <a:lnTo>
                    <a:pt x="4432830" y="1430742"/>
                  </a:lnTo>
                  <a:lnTo>
                    <a:pt x="4432170" y="1430742"/>
                  </a:lnTo>
                  <a:lnTo>
                    <a:pt x="4431509" y="1430742"/>
                  </a:lnTo>
                  <a:lnTo>
                    <a:pt x="4430849" y="1430742"/>
                  </a:lnTo>
                  <a:lnTo>
                    <a:pt x="4430188" y="1430742"/>
                  </a:lnTo>
                  <a:lnTo>
                    <a:pt x="4429528" y="1430742"/>
                  </a:lnTo>
                  <a:lnTo>
                    <a:pt x="4428867" y="1430742"/>
                  </a:lnTo>
                  <a:lnTo>
                    <a:pt x="4428207" y="1430742"/>
                  </a:lnTo>
                  <a:lnTo>
                    <a:pt x="4427546" y="1430742"/>
                  </a:lnTo>
                  <a:lnTo>
                    <a:pt x="4426886" y="1430742"/>
                  </a:lnTo>
                  <a:lnTo>
                    <a:pt x="4426225" y="1430742"/>
                  </a:lnTo>
                  <a:lnTo>
                    <a:pt x="4425565" y="1430742"/>
                  </a:lnTo>
                  <a:lnTo>
                    <a:pt x="4424904" y="1430742"/>
                  </a:lnTo>
                  <a:lnTo>
                    <a:pt x="4424244" y="1430742"/>
                  </a:lnTo>
                  <a:lnTo>
                    <a:pt x="4423583" y="1430742"/>
                  </a:lnTo>
                  <a:lnTo>
                    <a:pt x="4422922" y="1430742"/>
                  </a:lnTo>
                  <a:lnTo>
                    <a:pt x="4422262" y="1430742"/>
                  </a:lnTo>
                  <a:lnTo>
                    <a:pt x="4421601" y="1430742"/>
                  </a:lnTo>
                  <a:lnTo>
                    <a:pt x="4420941" y="1430742"/>
                  </a:lnTo>
                  <a:lnTo>
                    <a:pt x="4420280" y="1430742"/>
                  </a:lnTo>
                  <a:lnTo>
                    <a:pt x="4419620" y="1430742"/>
                  </a:lnTo>
                  <a:lnTo>
                    <a:pt x="4418959" y="1430742"/>
                  </a:lnTo>
                  <a:lnTo>
                    <a:pt x="4418299" y="1430742"/>
                  </a:lnTo>
                  <a:lnTo>
                    <a:pt x="4417638" y="1430742"/>
                  </a:lnTo>
                  <a:lnTo>
                    <a:pt x="4416978" y="1430742"/>
                  </a:lnTo>
                  <a:lnTo>
                    <a:pt x="4416317" y="1430742"/>
                  </a:lnTo>
                  <a:lnTo>
                    <a:pt x="4415657" y="1430742"/>
                  </a:lnTo>
                  <a:lnTo>
                    <a:pt x="4414996" y="1430742"/>
                  </a:lnTo>
                  <a:lnTo>
                    <a:pt x="4414336" y="1430742"/>
                  </a:lnTo>
                  <a:lnTo>
                    <a:pt x="4413675" y="1430742"/>
                  </a:lnTo>
                  <a:lnTo>
                    <a:pt x="4413015" y="1430742"/>
                  </a:lnTo>
                  <a:lnTo>
                    <a:pt x="4412354" y="1430742"/>
                  </a:lnTo>
                  <a:lnTo>
                    <a:pt x="4411693" y="1430742"/>
                  </a:lnTo>
                  <a:lnTo>
                    <a:pt x="4411033" y="1430742"/>
                  </a:lnTo>
                  <a:lnTo>
                    <a:pt x="4410372" y="1430742"/>
                  </a:lnTo>
                  <a:lnTo>
                    <a:pt x="4409712" y="1430742"/>
                  </a:lnTo>
                  <a:lnTo>
                    <a:pt x="4409051" y="1430742"/>
                  </a:lnTo>
                  <a:lnTo>
                    <a:pt x="4408391" y="1430742"/>
                  </a:lnTo>
                  <a:lnTo>
                    <a:pt x="4407730" y="1430742"/>
                  </a:lnTo>
                  <a:lnTo>
                    <a:pt x="4407070" y="1430742"/>
                  </a:lnTo>
                  <a:lnTo>
                    <a:pt x="4406409" y="1430742"/>
                  </a:lnTo>
                  <a:lnTo>
                    <a:pt x="4405749" y="1430742"/>
                  </a:lnTo>
                  <a:lnTo>
                    <a:pt x="4405088" y="1430742"/>
                  </a:lnTo>
                  <a:lnTo>
                    <a:pt x="4404428" y="1430742"/>
                  </a:lnTo>
                  <a:lnTo>
                    <a:pt x="4403767" y="1430742"/>
                  </a:lnTo>
                  <a:lnTo>
                    <a:pt x="4403107" y="1430742"/>
                  </a:lnTo>
                  <a:lnTo>
                    <a:pt x="4402446" y="1430742"/>
                  </a:lnTo>
                  <a:lnTo>
                    <a:pt x="4401785" y="1430742"/>
                  </a:lnTo>
                  <a:lnTo>
                    <a:pt x="4401125" y="1430742"/>
                  </a:lnTo>
                  <a:lnTo>
                    <a:pt x="4400464" y="1430742"/>
                  </a:lnTo>
                  <a:lnTo>
                    <a:pt x="4399804" y="1430742"/>
                  </a:lnTo>
                  <a:lnTo>
                    <a:pt x="4399143" y="1430742"/>
                  </a:lnTo>
                  <a:lnTo>
                    <a:pt x="4398483" y="1430742"/>
                  </a:lnTo>
                  <a:lnTo>
                    <a:pt x="4397822" y="1430742"/>
                  </a:lnTo>
                  <a:lnTo>
                    <a:pt x="4397162" y="1430742"/>
                  </a:lnTo>
                  <a:lnTo>
                    <a:pt x="4396501" y="1430742"/>
                  </a:lnTo>
                  <a:lnTo>
                    <a:pt x="4395841" y="1430742"/>
                  </a:lnTo>
                  <a:lnTo>
                    <a:pt x="4395180" y="1430742"/>
                  </a:lnTo>
                  <a:lnTo>
                    <a:pt x="4394520" y="1430742"/>
                  </a:lnTo>
                  <a:lnTo>
                    <a:pt x="4393859" y="1430742"/>
                  </a:lnTo>
                  <a:lnTo>
                    <a:pt x="4393199" y="1430742"/>
                  </a:lnTo>
                  <a:lnTo>
                    <a:pt x="4392538" y="1430742"/>
                  </a:lnTo>
                  <a:lnTo>
                    <a:pt x="4391877" y="1430742"/>
                  </a:lnTo>
                  <a:lnTo>
                    <a:pt x="4391217" y="1430742"/>
                  </a:lnTo>
                  <a:lnTo>
                    <a:pt x="4390556" y="1430742"/>
                  </a:lnTo>
                  <a:lnTo>
                    <a:pt x="4389896" y="1430742"/>
                  </a:lnTo>
                  <a:lnTo>
                    <a:pt x="4389235" y="1430742"/>
                  </a:lnTo>
                  <a:lnTo>
                    <a:pt x="4388575" y="1430742"/>
                  </a:lnTo>
                  <a:lnTo>
                    <a:pt x="4387914" y="1430742"/>
                  </a:lnTo>
                  <a:lnTo>
                    <a:pt x="4387254" y="1430742"/>
                  </a:lnTo>
                  <a:lnTo>
                    <a:pt x="4386593" y="1430742"/>
                  </a:lnTo>
                  <a:lnTo>
                    <a:pt x="4385933" y="1430742"/>
                  </a:lnTo>
                  <a:lnTo>
                    <a:pt x="4385272" y="1430742"/>
                  </a:lnTo>
                  <a:lnTo>
                    <a:pt x="4384612" y="1430742"/>
                  </a:lnTo>
                  <a:lnTo>
                    <a:pt x="4383951" y="1430742"/>
                  </a:lnTo>
                  <a:lnTo>
                    <a:pt x="4383291" y="1430742"/>
                  </a:lnTo>
                  <a:lnTo>
                    <a:pt x="4382630" y="1430742"/>
                  </a:lnTo>
                  <a:lnTo>
                    <a:pt x="4381969" y="1430742"/>
                  </a:lnTo>
                  <a:lnTo>
                    <a:pt x="4381309" y="1430742"/>
                  </a:lnTo>
                  <a:lnTo>
                    <a:pt x="4380648" y="1430742"/>
                  </a:lnTo>
                  <a:lnTo>
                    <a:pt x="4379988" y="1430742"/>
                  </a:lnTo>
                  <a:lnTo>
                    <a:pt x="4379327" y="1430742"/>
                  </a:lnTo>
                  <a:lnTo>
                    <a:pt x="4378667" y="1430742"/>
                  </a:lnTo>
                  <a:lnTo>
                    <a:pt x="4378006" y="1430742"/>
                  </a:lnTo>
                  <a:lnTo>
                    <a:pt x="4377346" y="1430742"/>
                  </a:lnTo>
                  <a:lnTo>
                    <a:pt x="4376685" y="1430742"/>
                  </a:lnTo>
                  <a:lnTo>
                    <a:pt x="4376025" y="1430742"/>
                  </a:lnTo>
                  <a:lnTo>
                    <a:pt x="4375364" y="1430742"/>
                  </a:lnTo>
                  <a:lnTo>
                    <a:pt x="4374704" y="1430742"/>
                  </a:lnTo>
                  <a:lnTo>
                    <a:pt x="4374043" y="1430742"/>
                  </a:lnTo>
                  <a:lnTo>
                    <a:pt x="4373383" y="1430742"/>
                  </a:lnTo>
                  <a:lnTo>
                    <a:pt x="4372722" y="1430742"/>
                  </a:lnTo>
                  <a:lnTo>
                    <a:pt x="4372062" y="1430742"/>
                  </a:lnTo>
                  <a:lnTo>
                    <a:pt x="4371401" y="1430742"/>
                  </a:lnTo>
                  <a:lnTo>
                    <a:pt x="4370740" y="1430742"/>
                  </a:lnTo>
                  <a:lnTo>
                    <a:pt x="4370080" y="1430742"/>
                  </a:lnTo>
                  <a:lnTo>
                    <a:pt x="4369419" y="1430742"/>
                  </a:lnTo>
                  <a:lnTo>
                    <a:pt x="4368759" y="1430742"/>
                  </a:lnTo>
                  <a:lnTo>
                    <a:pt x="4368098" y="1430742"/>
                  </a:lnTo>
                  <a:lnTo>
                    <a:pt x="4367438" y="1430742"/>
                  </a:lnTo>
                  <a:lnTo>
                    <a:pt x="4366777" y="1430742"/>
                  </a:lnTo>
                  <a:lnTo>
                    <a:pt x="4366117" y="1430742"/>
                  </a:lnTo>
                  <a:lnTo>
                    <a:pt x="4365456" y="1430742"/>
                  </a:lnTo>
                  <a:lnTo>
                    <a:pt x="4364796" y="1430742"/>
                  </a:lnTo>
                  <a:lnTo>
                    <a:pt x="4364135" y="1430742"/>
                  </a:lnTo>
                  <a:lnTo>
                    <a:pt x="4363475" y="1430742"/>
                  </a:lnTo>
                  <a:lnTo>
                    <a:pt x="4362814" y="1430742"/>
                  </a:lnTo>
                  <a:lnTo>
                    <a:pt x="4362154" y="1430742"/>
                  </a:lnTo>
                  <a:lnTo>
                    <a:pt x="4361493" y="1430742"/>
                  </a:lnTo>
                  <a:lnTo>
                    <a:pt x="4360832" y="1430742"/>
                  </a:lnTo>
                  <a:lnTo>
                    <a:pt x="4360172" y="1430742"/>
                  </a:lnTo>
                  <a:lnTo>
                    <a:pt x="4359511" y="1430742"/>
                  </a:lnTo>
                  <a:lnTo>
                    <a:pt x="4358851" y="1430742"/>
                  </a:lnTo>
                  <a:lnTo>
                    <a:pt x="4358190" y="1430742"/>
                  </a:lnTo>
                  <a:lnTo>
                    <a:pt x="4357530" y="1430742"/>
                  </a:lnTo>
                  <a:lnTo>
                    <a:pt x="4356869" y="1430742"/>
                  </a:lnTo>
                  <a:lnTo>
                    <a:pt x="4356209" y="1430742"/>
                  </a:lnTo>
                  <a:lnTo>
                    <a:pt x="4355548" y="1430742"/>
                  </a:lnTo>
                  <a:lnTo>
                    <a:pt x="4354888" y="1430742"/>
                  </a:lnTo>
                  <a:lnTo>
                    <a:pt x="4354227" y="1430742"/>
                  </a:lnTo>
                  <a:lnTo>
                    <a:pt x="4353567" y="1430742"/>
                  </a:lnTo>
                  <a:lnTo>
                    <a:pt x="4352906" y="1430742"/>
                  </a:lnTo>
                  <a:lnTo>
                    <a:pt x="4352246" y="1430742"/>
                  </a:lnTo>
                  <a:lnTo>
                    <a:pt x="4351585" y="1430742"/>
                  </a:lnTo>
                  <a:lnTo>
                    <a:pt x="4350924" y="1430742"/>
                  </a:lnTo>
                  <a:lnTo>
                    <a:pt x="4350264" y="1430742"/>
                  </a:lnTo>
                  <a:lnTo>
                    <a:pt x="4349603" y="1430742"/>
                  </a:lnTo>
                  <a:lnTo>
                    <a:pt x="4348943" y="1430742"/>
                  </a:lnTo>
                  <a:lnTo>
                    <a:pt x="4348282" y="1430742"/>
                  </a:lnTo>
                  <a:lnTo>
                    <a:pt x="4347622" y="1430742"/>
                  </a:lnTo>
                  <a:lnTo>
                    <a:pt x="4346961" y="1430742"/>
                  </a:lnTo>
                  <a:lnTo>
                    <a:pt x="4346301" y="1430742"/>
                  </a:lnTo>
                  <a:lnTo>
                    <a:pt x="4345640" y="1430742"/>
                  </a:lnTo>
                  <a:lnTo>
                    <a:pt x="4344980" y="1430742"/>
                  </a:lnTo>
                  <a:lnTo>
                    <a:pt x="4344319" y="1430742"/>
                  </a:lnTo>
                  <a:lnTo>
                    <a:pt x="4343659" y="1430742"/>
                  </a:lnTo>
                  <a:lnTo>
                    <a:pt x="4342998" y="1430742"/>
                  </a:lnTo>
                  <a:lnTo>
                    <a:pt x="4342338" y="1430742"/>
                  </a:lnTo>
                  <a:lnTo>
                    <a:pt x="4341677" y="1430742"/>
                  </a:lnTo>
                  <a:lnTo>
                    <a:pt x="4341017" y="1430742"/>
                  </a:lnTo>
                  <a:lnTo>
                    <a:pt x="4340356" y="1430742"/>
                  </a:lnTo>
                  <a:lnTo>
                    <a:pt x="4339695" y="1430742"/>
                  </a:lnTo>
                  <a:lnTo>
                    <a:pt x="4339035" y="1430742"/>
                  </a:lnTo>
                  <a:lnTo>
                    <a:pt x="4338374" y="1430742"/>
                  </a:lnTo>
                  <a:lnTo>
                    <a:pt x="4337714" y="1430742"/>
                  </a:lnTo>
                  <a:lnTo>
                    <a:pt x="4337053" y="1430742"/>
                  </a:lnTo>
                  <a:lnTo>
                    <a:pt x="4336393" y="1430742"/>
                  </a:lnTo>
                  <a:lnTo>
                    <a:pt x="4335732" y="1430742"/>
                  </a:lnTo>
                  <a:lnTo>
                    <a:pt x="4335072" y="1430742"/>
                  </a:lnTo>
                  <a:lnTo>
                    <a:pt x="4334411" y="1430742"/>
                  </a:lnTo>
                  <a:lnTo>
                    <a:pt x="4333751" y="1430742"/>
                  </a:lnTo>
                  <a:lnTo>
                    <a:pt x="4333090" y="1430742"/>
                  </a:lnTo>
                  <a:lnTo>
                    <a:pt x="4332430" y="1430742"/>
                  </a:lnTo>
                  <a:lnTo>
                    <a:pt x="4331769" y="1430742"/>
                  </a:lnTo>
                  <a:lnTo>
                    <a:pt x="4331109" y="1430742"/>
                  </a:lnTo>
                  <a:lnTo>
                    <a:pt x="4330448" y="1430742"/>
                  </a:lnTo>
                  <a:lnTo>
                    <a:pt x="4329787" y="1430742"/>
                  </a:lnTo>
                  <a:lnTo>
                    <a:pt x="4329127" y="1430742"/>
                  </a:lnTo>
                  <a:lnTo>
                    <a:pt x="4328466" y="1430742"/>
                  </a:lnTo>
                  <a:lnTo>
                    <a:pt x="4327806" y="1430742"/>
                  </a:lnTo>
                  <a:lnTo>
                    <a:pt x="4327145" y="1430742"/>
                  </a:lnTo>
                  <a:lnTo>
                    <a:pt x="4326485" y="1430742"/>
                  </a:lnTo>
                  <a:lnTo>
                    <a:pt x="4325824" y="1430742"/>
                  </a:lnTo>
                  <a:lnTo>
                    <a:pt x="4325164" y="1430742"/>
                  </a:lnTo>
                  <a:lnTo>
                    <a:pt x="4324503" y="1430742"/>
                  </a:lnTo>
                  <a:lnTo>
                    <a:pt x="4323843" y="1430742"/>
                  </a:lnTo>
                  <a:lnTo>
                    <a:pt x="4323182" y="1430742"/>
                  </a:lnTo>
                  <a:lnTo>
                    <a:pt x="4322522" y="1430742"/>
                  </a:lnTo>
                  <a:lnTo>
                    <a:pt x="4321861" y="1430742"/>
                  </a:lnTo>
                  <a:lnTo>
                    <a:pt x="4321201" y="1430742"/>
                  </a:lnTo>
                  <a:lnTo>
                    <a:pt x="4320540" y="1430742"/>
                  </a:lnTo>
                  <a:lnTo>
                    <a:pt x="4319879" y="1430742"/>
                  </a:lnTo>
                  <a:lnTo>
                    <a:pt x="4319219" y="1430742"/>
                  </a:lnTo>
                  <a:lnTo>
                    <a:pt x="4318558" y="1430742"/>
                  </a:lnTo>
                  <a:lnTo>
                    <a:pt x="4317898" y="1430742"/>
                  </a:lnTo>
                  <a:lnTo>
                    <a:pt x="4317237" y="1430742"/>
                  </a:lnTo>
                  <a:lnTo>
                    <a:pt x="4316577" y="1430742"/>
                  </a:lnTo>
                  <a:lnTo>
                    <a:pt x="4315916" y="1430742"/>
                  </a:lnTo>
                  <a:lnTo>
                    <a:pt x="4315256" y="1430742"/>
                  </a:lnTo>
                  <a:lnTo>
                    <a:pt x="4314595" y="1430742"/>
                  </a:lnTo>
                  <a:lnTo>
                    <a:pt x="4313935" y="1430742"/>
                  </a:lnTo>
                  <a:lnTo>
                    <a:pt x="4313274" y="1430742"/>
                  </a:lnTo>
                  <a:lnTo>
                    <a:pt x="4312614" y="1430742"/>
                  </a:lnTo>
                  <a:lnTo>
                    <a:pt x="4311953" y="1430742"/>
                  </a:lnTo>
                  <a:lnTo>
                    <a:pt x="4311293" y="1430742"/>
                  </a:lnTo>
                  <a:lnTo>
                    <a:pt x="4310632" y="1430742"/>
                  </a:lnTo>
                  <a:lnTo>
                    <a:pt x="4309971" y="1430742"/>
                  </a:lnTo>
                  <a:lnTo>
                    <a:pt x="4309311" y="1430742"/>
                  </a:lnTo>
                  <a:lnTo>
                    <a:pt x="4308650" y="1430742"/>
                  </a:lnTo>
                  <a:lnTo>
                    <a:pt x="4307990" y="1430742"/>
                  </a:lnTo>
                  <a:lnTo>
                    <a:pt x="4307329" y="1430742"/>
                  </a:lnTo>
                  <a:lnTo>
                    <a:pt x="4306669" y="1430742"/>
                  </a:lnTo>
                  <a:lnTo>
                    <a:pt x="4306008" y="1430742"/>
                  </a:lnTo>
                  <a:lnTo>
                    <a:pt x="4305348" y="1430742"/>
                  </a:lnTo>
                  <a:lnTo>
                    <a:pt x="4304687" y="1430742"/>
                  </a:lnTo>
                  <a:lnTo>
                    <a:pt x="4304027" y="1430742"/>
                  </a:lnTo>
                  <a:lnTo>
                    <a:pt x="4303366" y="1430742"/>
                  </a:lnTo>
                  <a:lnTo>
                    <a:pt x="4302706" y="1430742"/>
                  </a:lnTo>
                  <a:lnTo>
                    <a:pt x="4302045" y="1430742"/>
                  </a:lnTo>
                  <a:lnTo>
                    <a:pt x="4301385" y="1430742"/>
                  </a:lnTo>
                  <a:lnTo>
                    <a:pt x="4300724" y="1430742"/>
                  </a:lnTo>
                  <a:lnTo>
                    <a:pt x="4300064" y="1430742"/>
                  </a:lnTo>
                  <a:lnTo>
                    <a:pt x="4299403" y="1430742"/>
                  </a:lnTo>
                  <a:lnTo>
                    <a:pt x="4298742" y="1430742"/>
                  </a:lnTo>
                  <a:lnTo>
                    <a:pt x="4298082" y="1430742"/>
                  </a:lnTo>
                  <a:lnTo>
                    <a:pt x="4297421" y="1430742"/>
                  </a:lnTo>
                  <a:lnTo>
                    <a:pt x="4296761" y="1430742"/>
                  </a:lnTo>
                  <a:lnTo>
                    <a:pt x="4296100" y="1430742"/>
                  </a:lnTo>
                  <a:lnTo>
                    <a:pt x="4295440" y="1430742"/>
                  </a:lnTo>
                  <a:lnTo>
                    <a:pt x="4294779" y="1430742"/>
                  </a:lnTo>
                  <a:lnTo>
                    <a:pt x="4294119" y="1430742"/>
                  </a:lnTo>
                  <a:lnTo>
                    <a:pt x="4293458" y="1430742"/>
                  </a:lnTo>
                  <a:lnTo>
                    <a:pt x="4292798" y="1430742"/>
                  </a:lnTo>
                  <a:lnTo>
                    <a:pt x="4292137" y="1430742"/>
                  </a:lnTo>
                  <a:lnTo>
                    <a:pt x="4291477" y="1430742"/>
                  </a:lnTo>
                  <a:lnTo>
                    <a:pt x="4290816" y="1430742"/>
                  </a:lnTo>
                  <a:lnTo>
                    <a:pt x="4290156" y="1430742"/>
                  </a:lnTo>
                  <a:lnTo>
                    <a:pt x="4289495" y="1430742"/>
                  </a:lnTo>
                  <a:lnTo>
                    <a:pt x="4288834" y="1430742"/>
                  </a:lnTo>
                  <a:lnTo>
                    <a:pt x="4288174" y="1430742"/>
                  </a:lnTo>
                  <a:lnTo>
                    <a:pt x="4287513" y="1430742"/>
                  </a:lnTo>
                  <a:lnTo>
                    <a:pt x="4286853" y="1430742"/>
                  </a:lnTo>
                  <a:lnTo>
                    <a:pt x="4286192" y="1430742"/>
                  </a:lnTo>
                  <a:lnTo>
                    <a:pt x="4285532" y="1430742"/>
                  </a:lnTo>
                  <a:lnTo>
                    <a:pt x="4284871" y="1430742"/>
                  </a:lnTo>
                  <a:lnTo>
                    <a:pt x="4284211" y="1430742"/>
                  </a:lnTo>
                  <a:lnTo>
                    <a:pt x="4283550" y="1430742"/>
                  </a:lnTo>
                  <a:lnTo>
                    <a:pt x="4282890" y="1430742"/>
                  </a:lnTo>
                  <a:lnTo>
                    <a:pt x="4282229" y="1430742"/>
                  </a:lnTo>
                  <a:lnTo>
                    <a:pt x="4281569" y="1430742"/>
                  </a:lnTo>
                  <a:lnTo>
                    <a:pt x="4280908" y="1430742"/>
                  </a:lnTo>
                  <a:lnTo>
                    <a:pt x="4280248" y="1430742"/>
                  </a:lnTo>
                  <a:lnTo>
                    <a:pt x="4279587" y="1430742"/>
                  </a:lnTo>
                  <a:lnTo>
                    <a:pt x="4278926" y="1430742"/>
                  </a:lnTo>
                  <a:lnTo>
                    <a:pt x="4278266" y="1430742"/>
                  </a:lnTo>
                  <a:lnTo>
                    <a:pt x="4277605" y="1430742"/>
                  </a:lnTo>
                  <a:lnTo>
                    <a:pt x="4276945" y="1430742"/>
                  </a:lnTo>
                  <a:lnTo>
                    <a:pt x="4276284" y="1430742"/>
                  </a:lnTo>
                  <a:lnTo>
                    <a:pt x="4275624" y="1430742"/>
                  </a:lnTo>
                  <a:lnTo>
                    <a:pt x="4274963" y="1430742"/>
                  </a:lnTo>
                  <a:lnTo>
                    <a:pt x="4274303" y="1430742"/>
                  </a:lnTo>
                  <a:lnTo>
                    <a:pt x="4273642" y="1430742"/>
                  </a:lnTo>
                  <a:lnTo>
                    <a:pt x="4272982" y="1430742"/>
                  </a:lnTo>
                  <a:lnTo>
                    <a:pt x="4272321" y="1430742"/>
                  </a:lnTo>
                  <a:lnTo>
                    <a:pt x="4271661" y="1430742"/>
                  </a:lnTo>
                  <a:lnTo>
                    <a:pt x="4271000" y="1430742"/>
                  </a:lnTo>
                  <a:lnTo>
                    <a:pt x="4270340" y="1430742"/>
                  </a:lnTo>
                  <a:lnTo>
                    <a:pt x="4269679" y="1430742"/>
                  </a:lnTo>
                  <a:lnTo>
                    <a:pt x="4269019" y="1430742"/>
                  </a:lnTo>
                  <a:lnTo>
                    <a:pt x="4268358" y="1430742"/>
                  </a:lnTo>
                  <a:lnTo>
                    <a:pt x="4267697" y="1430742"/>
                  </a:lnTo>
                  <a:lnTo>
                    <a:pt x="4267037" y="1430742"/>
                  </a:lnTo>
                  <a:lnTo>
                    <a:pt x="4266376" y="1430742"/>
                  </a:lnTo>
                  <a:lnTo>
                    <a:pt x="4265716" y="1430742"/>
                  </a:lnTo>
                  <a:lnTo>
                    <a:pt x="4265055" y="1430742"/>
                  </a:lnTo>
                  <a:lnTo>
                    <a:pt x="4264395" y="1430742"/>
                  </a:lnTo>
                  <a:lnTo>
                    <a:pt x="4263734" y="1430742"/>
                  </a:lnTo>
                  <a:lnTo>
                    <a:pt x="4263074" y="1430742"/>
                  </a:lnTo>
                  <a:lnTo>
                    <a:pt x="4262413" y="1430742"/>
                  </a:lnTo>
                  <a:lnTo>
                    <a:pt x="4261753" y="1430742"/>
                  </a:lnTo>
                  <a:lnTo>
                    <a:pt x="4261092" y="1430742"/>
                  </a:lnTo>
                  <a:lnTo>
                    <a:pt x="4260432" y="1430742"/>
                  </a:lnTo>
                  <a:lnTo>
                    <a:pt x="4259771" y="1430742"/>
                  </a:lnTo>
                  <a:lnTo>
                    <a:pt x="4259111" y="1430742"/>
                  </a:lnTo>
                  <a:lnTo>
                    <a:pt x="4258450" y="1430742"/>
                  </a:lnTo>
                  <a:lnTo>
                    <a:pt x="4257789" y="1430742"/>
                  </a:lnTo>
                  <a:lnTo>
                    <a:pt x="4257129" y="1430742"/>
                  </a:lnTo>
                  <a:lnTo>
                    <a:pt x="4256468" y="1430742"/>
                  </a:lnTo>
                  <a:lnTo>
                    <a:pt x="4255808" y="1430742"/>
                  </a:lnTo>
                  <a:lnTo>
                    <a:pt x="4255147" y="1430742"/>
                  </a:lnTo>
                  <a:lnTo>
                    <a:pt x="4254487" y="1430742"/>
                  </a:lnTo>
                  <a:lnTo>
                    <a:pt x="4253826" y="1430742"/>
                  </a:lnTo>
                  <a:lnTo>
                    <a:pt x="4253166" y="1430742"/>
                  </a:lnTo>
                  <a:lnTo>
                    <a:pt x="4252505" y="1430742"/>
                  </a:lnTo>
                  <a:lnTo>
                    <a:pt x="4251845" y="1430742"/>
                  </a:lnTo>
                  <a:lnTo>
                    <a:pt x="4251184" y="1430742"/>
                  </a:lnTo>
                  <a:lnTo>
                    <a:pt x="4250524" y="1430742"/>
                  </a:lnTo>
                  <a:lnTo>
                    <a:pt x="4249863" y="1430742"/>
                  </a:lnTo>
                  <a:lnTo>
                    <a:pt x="4249203" y="1430742"/>
                  </a:lnTo>
                  <a:lnTo>
                    <a:pt x="4248542" y="1430742"/>
                  </a:lnTo>
                  <a:lnTo>
                    <a:pt x="4247881" y="1430742"/>
                  </a:lnTo>
                  <a:lnTo>
                    <a:pt x="4247221" y="1430742"/>
                  </a:lnTo>
                  <a:lnTo>
                    <a:pt x="4246560" y="1430742"/>
                  </a:lnTo>
                  <a:lnTo>
                    <a:pt x="4245900" y="1430742"/>
                  </a:lnTo>
                  <a:lnTo>
                    <a:pt x="4245239" y="1430742"/>
                  </a:lnTo>
                  <a:lnTo>
                    <a:pt x="4244579" y="1430742"/>
                  </a:lnTo>
                  <a:lnTo>
                    <a:pt x="4243918" y="1430742"/>
                  </a:lnTo>
                  <a:lnTo>
                    <a:pt x="4243258" y="1430742"/>
                  </a:lnTo>
                  <a:lnTo>
                    <a:pt x="4242597" y="1430742"/>
                  </a:lnTo>
                  <a:lnTo>
                    <a:pt x="4241937" y="1430742"/>
                  </a:lnTo>
                  <a:lnTo>
                    <a:pt x="4241276" y="1430742"/>
                  </a:lnTo>
                  <a:lnTo>
                    <a:pt x="4240616" y="1430742"/>
                  </a:lnTo>
                  <a:lnTo>
                    <a:pt x="4239955" y="1430742"/>
                  </a:lnTo>
                  <a:lnTo>
                    <a:pt x="4239295" y="1430742"/>
                  </a:lnTo>
                  <a:lnTo>
                    <a:pt x="4238634" y="1430742"/>
                  </a:lnTo>
                  <a:lnTo>
                    <a:pt x="4237973" y="1430742"/>
                  </a:lnTo>
                  <a:lnTo>
                    <a:pt x="4237313" y="1430742"/>
                  </a:lnTo>
                  <a:lnTo>
                    <a:pt x="4236652" y="1430742"/>
                  </a:lnTo>
                  <a:lnTo>
                    <a:pt x="4235992" y="1430742"/>
                  </a:lnTo>
                  <a:lnTo>
                    <a:pt x="4235331" y="1430742"/>
                  </a:lnTo>
                  <a:lnTo>
                    <a:pt x="4234671" y="1430742"/>
                  </a:lnTo>
                  <a:lnTo>
                    <a:pt x="4234010" y="1430742"/>
                  </a:lnTo>
                  <a:lnTo>
                    <a:pt x="4233350" y="1430742"/>
                  </a:lnTo>
                  <a:lnTo>
                    <a:pt x="4232689" y="1430742"/>
                  </a:lnTo>
                  <a:lnTo>
                    <a:pt x="4232029" y="1430742"/>
                  </a:lnTo>
                  <a:lnTo>
                    <a:pt x="4231368" y="1430742"/>
                  </a:lnTo>
                  <a:lnTo>
                    <a:pt x="4230708" y="1430742"/>
                  </a:lnTo>
                  <a:lnTo>
                    <a:pt x="4230047" y="1430742"/>
                  </a:lnTo>
                  <a:lnTo>
                    <a:pt x="4229387" y="1430742"/>
                  </a:lnTo>
                  <a:lnTo>
                    <a:pt x="4228726" y="1430742"/>
                  </a:lnTo>
                  <a:lnTo>
                    <a:pt x="4228066" y="1430742"/>
                  </a:lnTo>
                  <a:lnTo>
                    <a:pt x="4227405" y="1430742"/>
                  </a:lnTo>
                  <a:lnTo>
                    <a:pt x="4226744" y="1430742"/>
                  </a:lnTo>
                  <a:lnTo>
                    <a:pt x="4226084" y="1430742"/>
                  </a:lnTo>
                  <a:lnTo>
                    <a:pt x="4225423" y="1430742"/>
                  </a:lnTo>
                  <a:lnTo>
                    <a:pt x="4224763" y="1430742"/>
                  </a:lnTo>
                  <a:lnTo>
                    <a:pt x="4224102" y="1430742"/>
                  </a:lnTo>
                  <a:lnTo>
                    <a:pt x="4223442" y="1430742"/>
                  </a:lnTo>
                  <a:lnTo>
                    <a:pt x="4222781" y="1430742"/>
                  </a:lnTo>
                  <a:lnTo>
                    <a:pt x="4222121" y="1430742"/>
                  </a:lnTo>
                  <a:lnTo>
                    <a:pt x="4221460" y="1430742"/>
                  </a:lnTo>
                  <a:lnTo>
                    <a:pt x="4220800" y="1430742"/>
                  </a:lnTo>
                  <a:lnTo>
                    <a:pt x="4220139" y="1430742"/>
                  </a:lnTo>
                  <a:lnTo>
                    <a:pt x="4219479" y="1430742"/>
                  </a:lnTo>
                  <a:lnTo>
                    <a:pt x="4218818" y="1430742"/>
                  </a:lnTo>
                  <a:lnTo>
                    <a:pt x="4218158" y="1430742"/>
                  </a:lnTo>
                  <a:lnTo>
                    <a:pt x="4217497" y="1430742"/>
                  </a:lnTo>
                  <a:lnTo>
                    <a:pt x="4216836" y="1430742"/>
                  </a:lnTo>
                  <a:lnTo>
                    <a:pt x="4216176" y="1430742"/>
                  </a:lnTo>
                  <a:lnTo>
                    <a:pt x="4215515" y="1430742"/>
                  </a:lnTo>
                  <a:lnTo>
                    <a:pt x="4214855" y="1430742"/>
                  </a:lnTo>
                  <a:lnTo>
                    <a:pt x="4214194" y="1430742"/>
                  </a:lnTo>
                  <a:lnTo>
                    <a:pt x="4213534" y="1430742"/>
                  </a:lnTo>
                  <a:lnTo>
                    <a:pt x="4212873" y="1430742"/>
                  </a:lnTo>
                  <a:lnTo>
                    <a:pt x="4212213" y="1430742"/>
                  </a:lnTo>
                  <a:lnTo>
                    <a:pt x="4211552" y="1430742"/>
                  </a:lnTo>
                  <a:lnTo>
                    <a:pt x="4210892" y="1430742"/>
                  </a:lnTo>
                  <a:lnTo>
                    <a:pt x="4210231" y="1430742"/>
                  </a:lnTo>
                  <a:lnTo>
                    <a:pt x="4209571" y="1430742"/>
                  </a:lnTo>
                  <a:lnTo>
                    <a:pt x="4208910" y="1430742"/>
                  </a:lnTo>
                  <a:lnTo>
                    <a:pt x="4208250" y="1430742"/>
                  </a:lnTo>
                  <a:lnTo>
                    <a:pt x="4207589" y="1430742"/>
                  </a:lnTo>
                  <a:lnTo>
                    <a:pt x="4206928" y="1430742"/>
                  </a:lnTo>
                  <a:lnTo>
                    <a:pt x="4206268" y="1430742"/>
                  </a:lnTo>
                  <a:lnTo>
                    <a:pt x="4205607" y="1430742"/>
                  </a:lnTo>
                  <a:lnTo>
                    <a:pt x="4204947" y="1430742"/>
                  </a:lnTo>
                  <a:lnTo>
                    <a:pt x="4204286" y="1430742"/>
                  </a:lnTo>
                  <a:lnTo>
                    <a:pt x="4203626" y="1430742"/>
                  </a:lnTo>
                  <a:lnTo>
                    <a:pt x="4202965" y="1430742"/>
                  </a:lnTo>
                  <a:lnTo>
                    <a:pt x="4202305" y="1430742"/>
                  </a:lnTo>
                  <a:lnTo>
                    <a:pt x="4201644" y="1430742"/>
                  </a:lnTo>
                  <a:lnTo>
                    <a:pt x="4200984" y="1430742"/>
                  </a:lnTo>
                  <a:lnTo>
                    <a:pt x="4200323" y="1430742"/>
                  </a:lnTo>
                  <a:lnTo>
                    <a:pt x="4199663" y="1430742"/>
                  </a:lnTo>
                  <a:lnTo>
                    <a:pt x="4199002" y="1430742"/>
                  </a:lnTo>
                  <a:lnTo>
                    <a:pt x="4198342" y="1430742"/>
                  </a:lnTo>
                  <a:lnTo>
                    <a:pt x="4197681" y="1430742"/>
                  </a:lnTo>
                  <a:lnTo>
                    <a:pt x="4197021" y="1430742"/>
                  </a:lnTo>
                  <a:lnTo>
                    <a:pt x="4196360" y="1430742"/>
                  </a:lnTo>
                  <a:lnTo>
                    <a:pt x="4195699" y="1430742"/>
                  </a:lnTo>
                  <a:lnTo>
                    <a:pt x="4195039" y="1430742"/>
                  </a:lnTo>
                  <a:lnTo>
                    <a:pt x="4194378" y="1430742"/>
                  </a:lnTo>
                  <a:lnTo>
                    <a:pt x="4193718" y="1430742"/>
                  </a:lnTo>
                  <a:lnTo>
                    <a:pt x="4193057" y="1430742"/>
                  </a:lnTo>
                  <a:lnTo>
                    <a:pt x="4192397" y="1430742"/>
                  </a:lnTo>
                  <a:lnTo>
                    <a:pt x="4191736" y="1430742"/>
                  </a:lnTo>
                  <a:lnTo>
                    <a:pt x="4191076" y="1430742"/>
                  </a:lnTo>
                  <a:lnTo>
                    <a:pt x="4190415" y="1430742"/>
                  </a:lnTo>
                  <a:lnTo>
                    <a:pt x="4189755" y="1430742"/>
                  </a:lnTo>
                  <a:lnTo>
                    <a:pt x="4189094" y="1430742"/>
                  </a:lnTo>
                  <a:lnTo>
                    <a:pt x="4188434" y="1430742"/>
                  </a:lnTo>
                  <a:lnTo>
                    <a:pt x="4187773" y="1430742"/>
                  </a:lnTo>
                  <a:lnTo>
                    <a:pt x="4187113" y="1430742"/>
                  </a:lnTo>
                  <a:lnTo>
                    <a:pt x="4186452" y="1430742"/>
                  </a:lnTo>
                  <a:lnTo>
                    <a:pt x="4185791" y="1430742"/>
                  </a:lnTo>
                  <a:lnTo>
                    <a:pt x="4185131" y="1430742"/>
                  </a:lnTo>
                  <a:lnTo>
                    <a:pt x="4184470" y="1430742"/>
                  </a:lnTo>
                  <a:lnTo>
                    <a:pt x="4183810" y="1430742"/>
                  </a:lnTo>
                  <a:lnTo>
                    <a:pt x="4183149" y="1430742"/>
                  </a:lnTo>
                  <a:lnTo>
                    <a:pt x="4182489" y="1430742"/>
                  </a:lnTo>
                  <a:lnTo>
                    <a:pt x="4181828" y="1430742"/>
                  </a:lnTo>
                  <a:lnTo>
                    <a:pt x="4181168" y="1430742"/>
                  </a:lnTo>
                  <a:lnTo>
                    <a:pt x="4180507" y="1430742"/>
                  </a:lnTo>
                  <a:lnTo>
                    <a:pt x="4179847" y="1430742"/>
                  </a:lnTo>
                  <a:lnTo>
                    <a:pt x="4179186" y="1430742"/>
                  </a:lnTo>
                  <a:lnTo>
                    <a:pt x="4178526" y="1430742"/>
                  </a:lnTo>
                  <a:lnTo>
                    <a:pt x="4177865" y="1430742"/>
                  </a:lnTo>
                  <a:lnTo>
                    <a:pt x="4177205" y="1430742"/>
                  </a:lnTo>
                  <a:lnTo>
                    <a:pt x="4176544" y="1430742"/>
                  </a:lnTo>
                  <a:lnTo>
                    <a:pt x="4175883" y="1430742"/>
                  </a:lnTo>
                  <a:lnTo>
                    <a:pt x="4175223" y="1430742"/>
                  </a:lnTo>
                  <a:lnTo>
                    <a:pt x="4174562" y="1430742"/>
                  </a:lnTo>
                  <a:lnTo>
                    <a:pt x="4173902" y="1430742"/>
                  </a:lnTo>
                  <a:lnTo>
                    <a:pt x="4173241" y="1430742"/>
                  </a:lnTo>
                  <a:lnTo>
                    <a:pt x="4172581" y="1430742"/>
                  </a:lnTo>
                  <a:lnTo>
                    <a:pt x="4171920" y="1430742"/>
                  </a:lnTo>
                  <a:lnTo>
                    <a:pt x="4171260" y="1430742"/>
                  </a:lnTo>
                  <a:lnTo>
                    <a:pt x="4170599" y="1430742"/>
                  </a:lnTo>
                  <a:lnTo>
                    <a:pt x="4169939" y="1430742"/>
                  </a:lnTo>
                  <a:lnTo>
                    <a:pt x="4169278" y="1430742"/>
                  </a:lnTo>
                  <a:lnTo>
                    <a:pt x="4168618" y="1430742"/>
                  </a:lnTo>
                  <a:lnTo>
                    <a:pt x="4167957" y="1430742"/>
                  </a:lnTo>
                  <a:lnTo>
                    <a:pt x="4167297" y="1430742"/>
                  </a:lnTo>
                  <a:lnTo>
                    <a:pt x="4166636" y="1430742"/>
                  </a:lnTo>
                  <a:lnTo>
                    <a:pt x="4165975" y="1430742"/>
                  </a:lnTo>
                  <a:lnTo>
                    <a:pt x="4165315" y="1430742"/>
                  </a:lnTo>
                  <a:lnTo>
                    <a:pt x="4164654" y="1430742"/>
                  </a:lnTo>
                  <a:lnTo>
                    <a:pt x="4163994" y="1430742"/>
                  </a:lnTo>
                  <a:lnTo>
                    <a:pt x="4163333" y="1430742"/>
                  </a:lnTo>
                  <a:lnTo>
                    <a:pt x="4162673" y="1430742"/>
                  </a:lnTo>
                  <a:lnTo>
                    <a:pt x="4162012" y="1430742"/>
                  </a:lnTo>
                  <a:lnTo>
                    <a:pt x="4161352" y="1430742"/>
                  </a:lnTo>
                  <a:lnTo>
                    <a:pt x="4160691" y="1430742"/>
                  </a:lnTo>
                  <a:lnTo>
                    <a:pt x="4160031" y="1430742"/>
                  </a:lnTo>
                  <a:lnTo>
                    <a:pt x="4159370" y="1430742"/>
                  </a:lnTo>
                  <a:lnTo>
                    <a:pt x="4158710" y="1430742"/>
                  </a:lnTo>
                  <a:lnTo>
                    <a:pt x="4158049" y="1430742"/>
                  </a:lnTo>
                  <a:lnTo>
                    <a:pt x="4157389" y="1430742"/>
                  </a:lnTo>
                  <a:lnTo>
                    <a:pt x="4156728" y="1430742"/>
                  </a:lnTo>
                  <a:lnTo>
                    <a:pt x="4156068" y="1430742"/>
                  </a:lnTo>
                  <a:lnTo>
                    <a:pt x="4155407" y="1430742"/>
                  </a:lnTo>
                  <a:lnTo>
                    <a:pt x="4154746" y="1430742"/>
                  </a:lnTo>
                  <a:lnTo>
                    <a:pt x="4154086" y="1430742"/>
                  </a:lnTo>
                  <a:lnTo>
                    <a:pt x="4153425" y="1430742"/>
                  </a:lnTo>
                  <a:lnTo>
                    <a:pt x="4152765" y="1430742"/>
                  </a:lnTo>
                  <a:lnTo>
                    <a:pt x="4152104" y="1430742"/>
                  </a:lnTo>
                  <a:lnTo>
                    <a:pt x="4151444" y="1430742"/>
                  </a:lnTo>
                  <a:lnTo>
                    <a:pt x="4150783" y="1430742"/>
                  </a:lnTo>
                  <a:lnTo>
                    <a:pt x="4150123" y="1430742"/>
                  </a:lnTo>
                  <a:lnTo>
                    <a:pt x="4149462" y="1430742"/>
                  </a:lnTo>
                  <a:lnTo>
                    <a:pt x="4148802" y="1430742"/>
                  </a:lnTo>
                  <a:lnTo>
                    <a:pt x="4148141" y="1430742"/>
                  </a:lnTo>
                  <a:lnTo>
                    <a:pt x="4147481" y="1430742"/>
                  </a:lnTo>
                  <a:lnTo>
                    <a:pt x="4146820" y="1430742"/>
                  </a:lnTo>
                  <a:lnTo>
                    <a:pt x="4146160" y="1430742"/>
                  </a:lnTo>
                  <a:lnTo>
                    <a:pt x="4145499" y="1430742"/>
                  </a:lnTo>
                  <a:lnTo>
                    <a:pt x="4144838" y="1430742"/>
                  </a:lnTo>
                  <a:lnTo>
                    <a:pt x="4144178" y="1430742"/>
                  </a:lnTo>
                  <a:lnTo>
                    <a:pt x="4143517" y="1430742"/>
                  </a:lnTo>
                  <a:lnTo>
                    <a:pt x="4142857" y="1430742"/>
                  </a:lnTo>
                  <a:lnTo>
                    <a:pt x="4142196" y="1430742"/>
                  </a:lnTo>
                  <a:lnTo>
                    <a:pt x="4141536" y="1430742"/>
                  </a:lnTo>
                  <a:lnTo>
                    <a:pt x="4140875" y="1430742"/>
                  </a:lnTo>
                  <a:lnTo>
                    <a:pt x="4140215" y="1430742"/>
                  </a:lnTo>
                  <a:lnTo>
                    <a:pt x="4139554" y="1430742"/>
                  </a:lnTo>
                  <a:lnTo>
                    <a:pt x="4138894" y="1430742"/>
                  </a:lnTo>
                  <a:lnTo>
                    <a:pt x="4138233" y="1430742"/>
                  </a:lnTo>
                  <a:lnTo>
                    <a:pt x="4137573" y="1430742"/>
                  </a:lnTo>
                  <a:lnTo>
                    <a:pt x="4136912" y="1430742"/>
                  </a:lnTo>
                  <a:lnTo>
                    <a:pt x="4136252" y="1430742"/>
                  </a:lnTo>
                  <a:lnTo>
                    <a:pt x="4135591" y="1430742"/>
                  </a:lnTo>
                  <a:lnTo>
                    <a:pt x="4134930" y="1430742"/>
                  </a:lnTo>
                  <a:lnTo>
                    <a:pt x="4134270" y="1430742"/>
                  </a:lnTo>
                  <a:lnTo>
                    <a:pt x="4133609" y="1430742"/>
                  </a:lnTo>
                  <a:lnTo>
                    <a:pt x="4132949" y="1430742"/>
                  </a:lnTo>
                  <a:lnTo>
                    <a:pt x="4132288" y="1430742"/>
                  </a:lnTo>
                  <a:lnTo>
                    <a:pt x="4131628" y="1430742"/>
                  </a:lnTo>
                  <a:lnTo>
                    <a:pt x="4130967" y="1430742"/>
                  </a:lnTo>
                  <a:lnTo>
                    <a:pt x="4130307" y="1430742"/>
                  </a:lnTo>
                  <a:lnTo>
                    <a:pt x="4129646" y="1430742"/>
                  </a:lnTo>
                  <a:lnTo>
                    <a:pt x="4128986" y="1430742"/>
                  </a:lnTo>
                  <a:lnTo>
                    <a:pt x="4128325" y="1430742"/>
                  </a:lnTo>
                  <a:lnTo>
                    <a:pt x="4127665" y="1430742"/>
                  </a:lnTo>
                  <a:lnTo>
                    <a:pt x="4127004" y="1430742"/>
                  </a:lnTo>
                  <a:lnTo>
                    <a:pt x="4126344" y="1430742"/>
                  </a:lnTo>
                  <a:lnTo>
                    <a:pt x="4125683" y="1430742"/>
                  </a:lnTo>
                  <a:lnTo>
                    <a:pt x="4125023" y="1430742"/>
                  </a:lnTo>
                  <a:lnTo>
                    <a:pt x="4124362" y="1430742"/>
                  </a:lnTo>
                  <a:lnTo>
                    <a:pt x="4123701" y="1430742"/>
                  </a:lnTo>
                  <a:lnTo>
                    <a:pt x="4123041" y="1430742"/>
                  </a:lnTo>
                  <a:lnTo>
                    <a:pt x="4122380" y="1430742"/>
                  </a:lnTo>
                  <a:lnTo>
                    <a:pt x="4121720" y="1430742"/>
                  </a:lnTo>
                  <a:lnTo>
                    <a:pt x="4121059" y="1430742"/>
                  </a:lnTo>
                  <a:lnTo>
                    <a:pt x="4120399" y="1430742"/>
                  </a:lnTo>
                  <a:lnTo>
                    <a:pt x="4119738" y="1430742"/>
                  </a:lnTo>
                  <a:lnTo>
                    <a:pt x="4119078" y="1430742"/>
                  </a:lnTo>
                  <a:lnTo>
                    <a:pt x="4118417" y="1430742"/>
                  </a:lnTo>
                  <a:lnTo>
                    <a:pt x="4117757" y="1430742"/>
                  </a:lnTo>
                  <a:lnTo>
                    <a:pt x="4117096" y="1430742"/>
                  </a:lnTo>
                  <a:lnTo>
                    <a:pt x="4116436" y="1430742"/>
                  </a:lnTo>
                  <a:lnTo>
                    <a:pt x="4115775" y="1430742"/>
                  </a:lnTo>
                  <a:lnTo>
                    <a:pt x="4115115" y="1430742"/>
                  </a:lnTo>
                  <a:lnTo>
                    <a:pt x="4114454" y="1430742"/>
                  </a:lnTo>
                  <a:lnTo>
                    <a:pt x="4113793" y="1430742"/>
                  </a:lnTo>
                  <a:lnTo>
                    <a:pt x="4113133" y="1430742"/>
                  </a:lnTo>
                  <a:lnTo>
                    <a:pt x="4112472" y="1430742"/>
                  </a:lnTo>
                  <a:lnTo>
                    <a:pt x="4111812" y="1430742"/>
                  </a:lnTo>
                  <a:lnTo>
                    <a:pt x="4111151" y="1430742"/>
                  </a:lnTo>
                  <a:lnTo>
                    <a:pt x="4110491" y="1430742"/>
                  </a:lnTo>
                  <a:lnTo>
                    <a:pt x="4109830" y="1430742"/>
                  </a:lnTo>
                  <a:lnTo>
                    <a:pt x="4109170" y="1430742"/>
                  </a:lnTo>
                  <a:lnTo>
                    <a:pt x="4108509" y="1430742"/>
                  </a:lnTo>
                  <a:lnTo>
                    <a:pt x="4107849" y="1430742"/>
                  </a:lnTo>
                  <a:lnTo>
                    <a:pt x="4107188" y="1430742"/>
                  </a:lnTo>
                  <a:lnTo>
                    <a:pt x="4106528" y="1430742"/>
                  </a:lnTo>
                  <a:lnTo>
                    <a:pt x="4105867" y="1430742"/>
                  </a:lnTo>
                  <a:lnTo>
                    <a:pt x="4105207" y="1430742"/>
                  </a:lnTo>
                  <a:lnTo>
                    <a:pt x="4104546" y="1430742"/>
                  </a:lnTo>
                  <a:lnTo>
                    <a:pt x="4103885" y="1430742"/>
                  </a:lnTo>
                  <a:lnTo>
                    <a:pt x="4103225" y="1430742"/>
                  </a:lnTo>
                  <a:lnTo>
                    <a:pt x="4102564" y="1430742"/>
                  </a:lnTo>
                  <a:lnTo>
                    <a:pt x="4101904" y="1430742"/>
                  </a:lnTo>
                  <a:lnTo>
                    <a:pt x="4101243" y="1430742"/>
                  </a:lnTo>
                  <a:lnTo>
                    <a:pt x="4100583" y="1430742"/>
                  </a:lnTo>
                  <a:lnTo>
                    <a:pt x="4099922" y="1430742"/>
                  </a:lnTo>
                  <a:lnTo>
                    <a:pt x="4099262" y="1430742"/>
                  </a:lnTo>
                  <a:lnTo>
                    <a:pt x="4098601" y="1430742"/>
                  </a:lnTo>
                  <a:lnTo>
                    <a:pt x="4097941" y="1430742"/>
                  </a:lnTo>
                  <a:lnTo>
                    <a:pt x="4097280" y="1430742"/>
                  </a:lnTo>
                  <a:lnTo>
                    <a:pt x="4096620" y="1430742"/>
                  </a:lnTo>
                  <a:lnTo>
                    <a:pt x="4095959" y="1430742"/>
                  </a:lnTo>
                  <a:lnTo>
                    <a:pt x="4095299" y="1430742"/>
                  </a:lnTo>
                  <a:lnTo>
                    <a:pt x="4094638" y="1430742"/>
                  </a:lnTo>
                  <a:lnTo>
                    <a:pt x="4093977" y="1430742"/>
                  </a:lnTo>
                  <a:lnTo>
                    <a:pt x="4093317" y="1430742"/>
                  </a:lnTo>
                  <a:lnTo>
                    <a:pt x="4092656" y="1430742"/>
                  </a:lnTo>
                  <a:lnTo>
                    <a:pt x="4091996" y="1430742"/>
                  </a:lnTo>
                  <a:lnTo>
                    <a:pt x="4091335" y="1430742"/>
                  </a:lnTo>
                  <a:lnTo>
                    <a:pt x="4090675" y="1430742"/>
                  </a:lnTo>
                  <a:lnTo>
                    <a:pt x="4090014" y="1430742"/>
                  </a:lnTo>
                  <a:lnTo>
                    <a:pt x="4089354" y="1430742"/>
                  </a:lnTo>
                  <a:lnTo>
                    <a:pt x="4088693" y="1430742"/>
                  </a:lnTo>
                  <a:lnTo>
                    <a:pt x="4088033" y="1430742"/>
                  </a:lnTo>
                  <a:lnTo>
                    <a:pt x="4087372" y="1430742"/>
                  </a:lnTo>
                  <a:lnTo>
                    <a:pt x="4086712" y="1430742"/>
                  </a:lnTo>
                  <a:lnTo>
                    <a:pt x="4086051" y="1430742"/>
                  </a:lnTo>
                  <a:lnTo>
                    <a:pt x="4085391" y="1430742"/>
                  </a:lnTo>
                  <a:lnTo>
                    <a:pt x="4084730" y="1430742"/>
                  </a:lnTo>
                  <a:lnTo>
                    <a:pt x="4084070" y="1430742"/>
                  </a:lnTo>
                  <a:lnTo>
                    <a:pt x="4083409" y="1430742"/>
                  </a:lnTo>
                  <a:lnTo>
                    <a:pt x="4082748" y="1430742"/>
                  </a:lnTo>
                  <a:lnTo>
                    <a:pt x="4082088" y="1430742"/>
                  </a:lnTo>
                  <a:lnTo>
                    <a:pt x="4081427" y="1430742"/>
                  </a:lnTo>
                  <a:lnTo>
                    <a:pt x="4080767" y="1430742"/>
                  </a:lnTo>
                  <a:lnTo>
                    <a:pt x="4080106" y="1430742"/>
                  </a:lnTo>
                  <a:lnTo>
                    <a:pt x="4079446" y="1430742"/>
                  </a:lnTo>
                  <a:lnTo>
                    <a:pt x="4078785" y="1430742"/>
                  </a:lnTo>
                  <a:lnTo>
                    <a:pt x="4078125" y="1430742"/>
                  </a:lnTo>
                  <a:lnTo>
                    <a:pt x="4077464" y="1430742"/>
                  </a:lnTo>
                  <a:lnTo>
                    <a:pt x="4076804" y="1430742"/>
                  </a:lnTo>
                  <a:lnTo>
                    <a:pt x="4076143" y="1430742"/>
                  </a:lnTo>
                  <a:lnTo>
                    <a:pt x="4075483" y="1430742"/>
                  </a:lnTo>
                  <a:lnTo>
                    <a:pt x="4074822" y="1430742"/>
                  </a:lnTo>
                  <a:lnTo>
                    <a:pt x="4074162" y="1430742"/>
                  </a:lnTo>
                  <a:lnTo>
                    <a:pt x="4073501" y="1430742"/>
                  </a:lnTo>
                  <a:lnTo>
                    <a:pt x="4072840" y="1430742"/>
                  </a:lnTo>
                  <a:lnTo>
                    <a:pt x="4072180" y="1430742"/>
                  </a:lnTo>
                  <a:lnTo>
                    <a:pt x="4071519" y="1430742"/>
                  </a:lnTo>
                  <a:lnTo>
                    <a:pt x="4070859" y="1430742"/>
                  </a:lnTo>
                  <a:lnTo>
                    <a:pt x="4070198" y="1430742"/>
                  </a:lnTo>
                  <a:lnTo>
                    <a:pt x="4069538" y="1430742"/>
                  </a:lnTo>
                  <a:lnTo>
                    <a:pt x="4068877" y="1430742"/>
                  </a:lnTo>
                  <a:lnTo>
                    <a:pt x="4068217" y="1430742"/>
                  </a:lnTo>
                  <a:lnTo>
                    <a:pt x="4067556" y="1430742"/>
                  </a:lnTo>
                  <a:lnTo>
                    <a:pt x="4066896" y="1430742"/>
                  </a:lnTo>
                  <a:lnTo>
                    <a:pt x="4066235" y="1430742"/>
                  </a:lnTo>
                  <a:lnTo>
                    <a:pt x="4065575" y="1430742"/>
                  </a:lnTo>
                  <a:lnTo>
                    <a:pt x="4064914" y="1430742"/>
                  </a:lnTo>
                  <a:lnTo>
                    <a:pt x="4064254" y="1430742"/>
                  </a:lnTo>
                  <a:lnTo>
                    <a:pt x="4063593" y="1430742"/>
                  </a:lnTo>
                  <a:lnTo>
                    <a:pt x="4062932" y="1430742"/>
                  </a:lnTo>
                  <a:lnTo>
                    <a:pt x="4062272" y="1430742"/>
                  </a:lnTo>
                  <a:lnTo>
                    <a:pt x="4061611" y="1430742"/>
                  </a:lnTo>
                  <a:lnTo>
                    <a:pt x="4060951" y="1430742"/>
                  </a:lnTo>
                  <a:lnTo>
                    <a:pt x="4060290" y="1430742"/>
                  </a:lnTo>
                  <a:lnTo>
                    <a:pt x="4059630" y="1430742"/>
                  </a:lnTo>
                  <a:lnTo>
                    <a:pt x="4058969" y="1430742"/>
                  </a:lnTo>
                  <a:lnTo>
                    <a:pt x="4058309" y="1430742"/>
                  </a:lnTo>
                  <a:lnTo>
                    <a:pt x="4057648" y="1430742"/>
                  </a:lnTo>
                  <a:lnTo>
                    <a:pt x="4056988" y="1430742"/>
                  </a:lnTo>
                  <a:lnTo>
                    <a:pt x="4056327" y="1430742"/>
                  </a:lnTo>
                  <a:lnTo>
                    <a:pt x="4055667" y="1430742"/>
                  </a:lnTo>
                  <a:lnTo>
                    <a:pt x="4055006" y="1430742"/>
                  </a:lnTo>
                  <a:lnTo>
                    <a:pt x="4054346" y="1430742"/>
                  </a:lnTo>
                  <a:lnTo>
                    <a:pt x="4053685" y="1430742"/>
                  </a:lnTo>
                  <a:lnTo>
                    <a:pt x="4053025" y="1430742"/>
                  </a:lnTo>
                  <a:lnTo>
                    <a:pt x="4052364" y="1430742"/>
                  </a:lnTo>
                  <a:lnTo>
                    <a:pt x="4051703" y="1430742"/>
                  </a:lnTo>
                  <a:lnTo>
                    <a:pt x="4051043" y="1430742"/>
                  </a:lnTo>
                  <a:lnTo>
                    <a:pt x="4050382" y="1430742"/>
                  </a:lnTo>
                  <a:lnTo>
                    <a:pt x="4049722" y="1430742"/>
                  </a:lnTo>
                  <a:lnTo>
                    <a:pt x="4049061" y="1430742"/>
                  </a:lnTo>
                  <a:lnTo>
                    <a:pt x="4048401" y="1430742"/>
                  </a:lnTo>
                  <a:lnTo>
                    <a:pt x="4047740" y="1430742"/>
                  </a:lnTo>
                  <a:lnTo>
                    <a:pt x="4047080" y="1430742"/>
                  </a:lnTo>
                  <a:lnTo>
                    <a:pt x="4046419" y="1430742"/>
                  </a:lnTo>
                  <a:lnTo>
                    <a:pt x="4045759" y="1430742"/>
                  </a:lnTo>
                  <a:lnTo>
                    <a:pt x="4045098" y="1430742"/>
                  </a:lnTo>
                  <a:lnTo>
                    <a:pt x="4044438" y="1430742"/>
                  </a:lnTo>
                  <a:lnTo>
                    <a:pt x="4043777" y="1430742"/>
                  </a:lnTo>
                  <a:lnTo>
                    <a:pt x="4043117" y="1430742"/>
                  </a:lnTo>
                  <a:lnTo>
                    <a:pt x="4042456" y="1430742"/>
                  </a:lnTo>
                  <a:lnTo>
                    <a:pt x="4041795" y="1430742"/>
                  </a:lnTo>
                  <a:lnTo>
                    <a:pt x="4041135" y="1430742"/>
                  </a:lnTo>
                  <a:lnTo>
                    <a:pt x="4040474" y="1430742"/>
                  </a:lnTo>
                  <a:lnTo>
                    <a:pt x="4039814" y="1430742"/>
                  </a:lnTo>
                  <a:lnTo>
                    <a:pt x="4039153" y="1430742"/>
                  </a:lnTo>
                  <a:lnTo>
                    <a:pt x="4038493" y="1430742"/>
                  </a:lnTo>
                  <a:lnTo>
                    <a:pt x="4037832" y="1430742"/>
                  </a:lnTo>
                  <a:lnTo>
                    <a:pt x="4037172" y="1430742"/>
                  </a:lnTo>
                  <a:lnTo>
                    <a:pt x="4036511" y="1430742"/>
                  </a:lnTo>
                  <a:lnTo>
                    <a:pt x="4035851" y="1430742"/>
                  </a:lnTo>
                  <a:lnTo>
                    <a:pt x="4035190" y="1430742"/>
                  </a:lnTo>
                  <a:lnTo>
                    <a:pt x="4034530" y="1430742"/>
                  </a:lnTo>
                  <a:lnTo>
                    <a:pt x="4033869" y="1430742"/>
                  </a:lnTo>
                  <a:lnTo>
                    <a:pt x="4033209" y="1430742"/>
                  </a:lnTo>
                  <a:lnTo>
                    <a:pt x="4032548" y="1430742"/>
                  </a:lnTo>
                  <a:lnTo>
                    <a:pt x="4031887" y="1430742"/>
                  </a:lnTo>
                  <a:lnTo>
                    <a:pt x="4031227" y="1430742"/>
                  </a:lnTo>
                  <a:lnTo>
                    <a:pt x="4030566" y="1430742"/>
                  </a:lnTo>
                  <a:lnTo>
                    <a:pt x="4029906" y="1430742"/>
                  </a:lnTo>
                  <a:lnTo>
                    <a:pt x="4029245" y="1430742"/>
                  </a:lnTo>
                  <a:lnTo>
                    <a:pt x="4028585" y="1430742"/>
                  </a:lnTo>
                  <a:lnTo>
                    <a:pt x="4027924" y="1430742"/>
                  </a:lnTo>
                  <a:lnTo>
                    <a:pt x="4027264" y="1430742"/>
                  </a:lnTo>
                  <a:lnTo>
                    <a:pt x="4026603" y="1430742"/>
                  </a:lnTo>
                  <a:lnTo>
                    <a:pt x="4025943" y="1430742"/>
                  </a:lnTo>
                  <a:lnTo>
                    <a:pt x="4025282" y="1430742"/>
                  </a:lnTo>
                  <a:lnTo>
                    <a:pt x="4024622" y="1430742"/>
                  </a:lnTo>
                  <a:lnTo>
                    <a:pt x="4023961" y="1430742"/>
                  </a:lnTo>
                  <a:lnTo>
                    <a:pt x="4023301" y="1430742"/>
                  </a:lnTo>
                  <a:lnTo>
                    <a:pt x="4022640" y="1430742"/>
                  </a:lnTo>
                  <a:lnTo>
                    <a:pt x="4021979" y="1430742"/>
                  </a:lnTo>
                  <a:lnTo>
                    <a:pt x="4021319" y="1430742"/>
                  </a:lnTo>
                  <a:lnTo>
                    <a:pt x="4020658" y="1430742"/>
                  </a:lnTo>
                  <a:lnTo>
                    <a:pt x="4019998" y="1430742"/>
                  </a:lnTo>
                  <a:lnTo>
                    <a:pt x="4019337" y="1430742"/>
                  </a:lnTo>
                  <a:lnTo>
                    <a:pt x="4018677" y="1430742"/>
                  </a:lnTo>
                  <a:lnTo>
                    <a:pt x="4018016" y="1430742"/>
                  </a:lnTo>
                  <a:lnTo>
                    <a:pt x="4017356" y="1430742"/>
                  </a:lnTo>
                  <a:lnTo>
                    <a:pt x="4016695" y="1430742"/>
                  </a:lnTo>
                  <a:lnTo>
                    <a:pt x="4016035" y="1430742"/>
                  </a:lnTo>
                  <a:lnTo>
                    <a:pt x="4015374" y="1430742"/>
                  </a:lnTo>
                  <a:lnTo>
                    <a:pt x="4014714" y="1430742"/>
                  </a:lnTo>
                  <a:lnTo>
                    <a:pt x="4014053" y="1430742"/>
                  </a:lnTo>
                  <a:lnTo>
                    <a:pt x="4013393" y="1430742"/>
                  </a:lnTo>
                  <a:lnTo>
                    <a:pt x="4012732" y="1430742"/>
                  </a:lnTo>
                  <a:lnTo>
                    <a:pt x="4012072" y="1430742"/>
                  </a:lnTo>
                  <a:lnTo>
                    <a:pt x="4011411" y="1430742"/>
                  </a:lnTo>
                  <a:lnTo>
                    <a:pt x="4010750" y="1430742"/>
                  </a:lnTo>
                  <a:lnTo>
                    <a:pt x="4010090" y="1430742"/>
                  </a:lnTo>
                  <a:lnTo>
                    <a:pt x="4009429" y="1430742"/>
                  </a:lnTo>
                  <a:lnTo>
                    <a:pt x="4008769" y="1430742"/>
                  </a:lnTo>
                  <a:lnTo>
                    <a:pt x="4008108" y="1430742"/>
                  </a:lnTo>
                  <a:lnTo>
                    <a:pt x="4007448" y="1430742"/>
                  </a:lnTo>
                  <a:lnTo>
                    <a:pt x="4006787" y="1430742"/>
                  </a:lnTo>
                  <a:lnTo>
                    <a:pt x="4006127" y="1430742"/>
                  </a:lnTo>
                  <a:lnTo>
                    <a:pt x="4005466" y="1430742"/>
                  </a:lnTo>
                  <a:lnTo>
                    <a:pt x="4004806" y="1430742"/>
                  </a:lnTo>
                  <a:lnTo>
                    <a:pt x="4004145" y="1430742"/>
                  </a:lnTo>
                  <a:lnTo>
                    <a:pt x="4003485" y="1430742"/>
                  </a:lnTo>
                  <a:lnTo>
                    <a:pt x="4002824" y="1430742"/>
                  </a:lnTo>
                  <a:lnTo>
                    <a:pt x="4002164" y="1430742"/>
                  </a:lnTo>
                  <a:lnTo>
                    <a:pt x="4001503" y="1430742"/>
                  </a:lnTo>
                  <a:lnTo>
                    <a:pt x="4000842" y="1430742"/>
                  </a:lnTo>
                  <a:lnTo>
                    <a:pt x="4000182" y="1430742"/>
                  </a:lnTo>
                  <a:lnTo>
                    <a:pt x="3999521" y="1430742"/>
                  </a:lnTo>
                  <a:lnTo>
                    <a:pt x="3998861" y="1430742"/>
                  </a:lnTo>
                  <a:lnTo>
                    <a:pt x="3998200" y="1430742"/>
                  </a:lnTo>
                  <a:lnTo>
                    <a:pt x="3997540" y="1430742"/>
                  </a:lnTo>
                  <a:lnTo>
                    <a:pt x="3996879" y="1430742"/>
                  </a:lnTo>
                  <a:lnTo>
                    <a:pt x="3996219" y="1430742"/>
                  </a:lnTo>
                  <a:lnTo>
                    <a:pt x="3995558" y="1430742"/>
                  </a:lnTo>
                  <a:lnTo>
                    <a:pt x="3994898" y="1430742"/>
                  </a:lnTo>
                  <a:lnTo>
                    <a:pt x="3994237" y="1430742"/>
                  </a:lnTo>
                  <a:lnTo>
                    <a:pt x="3993577" y="1430742"/>
                  </a:lnTo>
                  <a:lnTo>
                    <a:pt x="3992916" y="1430742"/>
                  </a:lnTo>
                  <a:lnTo>
                    <a:pt x="3992256" y="1430742"/>
                  </a:lnTo>
                  <a:lnTo>
                    <a:pt x="3991595" y="1430742"/>
                  </a:lnTo>
                  <a:lnTo>
                    <a:pt x="3990934" y="1430742"/>
                  </a:lnTo>
                  <a:lnTo>
                    <a:pt x="3990274" y="1430742"/>
                  </a:lnTo>
                  <a:lnTo>
                    <a:pt x="3989613" y="1430742"/>
                  </a:lnTo>
                  <a:lnTo>
                    <a:pt x="3988953" y="1430742"/>
                  </a:lnTo>
                  <a:lnTo>
                    <a:pt x="3988292" y="1430742"/>
                  </a:lnTo>
                  <a:lnTo>
                    <a:pt x="3987632" y="1430742"/>
                  </a:lnTo>
                  <a:lnTo>
                    <a:pt x="3986971" y="1430742"/>
                  </a:lnTo>
                  <a:lnTo>
                    <a:pt x="3986311" y="1430742"/>
                  </a:lnTo>
                  <a:lnTo>
                    <a:pt x="3985650" y="1430742"/>
                  </a:lnTo>
                  <a:lnTo>
                    <a:pt x="3984990" y="1430742"/>
                  </a:lnTo>
                  <a:lnTo>
                    <a:pt x="3984329" y="1430742"/>
                  </a:lnTo>
                  <a:lnTo>
                    <a:pt x="3983669" y="1430742"/>
                  </a:lnTo>
                  <a:lnTo>
                    <a:pt x="3983008" y="1430742"/>
                  </a:lnTo>
                  <a:lnTo>
                    <a:pt x="3982348" y="1430742"/>
                  </a:lnTo>
                  <a:lnTo>
                    <a:pt x="3981687" y="1430742"/>
                  </a:lnTo>
                  <a:lnTo>
                    <a:pt x="3981027" y="1430742"/>
                  </a:lnTo>
                  <a:lnTo>
                    <a:pt x="3980366" y="1430742"/>
                  </a:lnTo>
                  <a:lnTo>
                    <a:pt x="3979705" y="1430742"/>
                  </a:lnTo>
                  <a:lnTo>
                    <a:pt x="3979045" y="1430742"/>
                  </a:lnTo>
                  <a:lnTo>
                    <a:pt x="3978384" y="1430742"/>
                  </a:lnTo>
                  <a:lnTo>
                    <a:pt x="3977724" y="1430742"/>
                  </a:lnTo>
                  <a:lnTo>
                    <a:pt x="3977063" y="1430742"/>
                  </a:lnTo>
                  <a:lnTo>
                    <a:pt x="3976403" y="1430742"/>
                  </a:lnTo>
                  <a:lnTo>
                    <a:pt x="3975742" y="1430742"/>
                  </a:lnTo>
                  <a:lnTo>
                    <a:pt x="3975082" y="1430742"/>
                  </a:lnTo>
                  <a:lnTo>
                    <a:pt x="3974421" y="1430742"/>
                  </a:lnTo>
                  <a:lnTo>
                    <a:pt x="3973761" y="1430742"/>
                  </a:lnTo>
                  <a:lnTo>
                    <a:pt x="3973100" y="1430742"/>
                  </a:lnTo>
                  <a:lnTo>
                    <a:pt x="3972440" y="1430742"/>
                  </a:lnTo>
                  <a:lnTo>
                    <a:pt x="3971779" y="1430742"/>
                  </a:lnTo>
                  <a:lnTo>
                    <a:pt x="3971119" y="1430742"/>
                  </a:lnTo>
                  <a:lnTo>
                    <a:pt x="3970458" y="1430742"/>
                  </a:lnTo>
                  <a:lnTo>
                    <a:pt x="3969797" y="1430742"/>
                  </a:lnTo>
                  <a:lnTo>
                    <a:pt x="3969137" y="1430742"/>
                  </a:lnTo>
                  <a:lnTo>
                    <a:pt x="3968476" y="1430742"/>
                  </a:lnTo>
                  <a:lnTo>
                    <a:pt x="3967816" y="1430742"/>
                  </a:lnTo>
                  <a:lnTo>
                    <a:pt x="3967155" y="1430742"/>
                  </a:lnTo>
                  <a:lnTo>
                    <a:pt x="3966495" y="1430742"/>
                  </a:lnTo>
                  <a:lnTo>
                    <a:pt x="3965834" y="1430742"/>
                  </a:lnTo>
                  <a:lnTo>
                    <a:pt x="3965174" y="1430742"/>
                  </a:lnTo>
                  <a:lnTo>
                    <a:pt x="3964513" y="1430742"/>
                  </a:lnTo>
                  <a:lnTo>
                    <a:pt x="3963853" y="1430742"/>
                  </a:lnTo>
                  <a:lnTo>
                    <a:pt x="3963192" y="1430742"/>
                  </a:lnTo>
                  <a:lnTo>
                    <a:pt x="3962532" y="1430742"/>
                  </a:lnTo>
                  <a:lnTo>
                    <a:pt x="3961871" y="1430742"/>
                  </a:lnTo>
                  <a:lnTo>
                    <a:pt x="3961211" y="1430742"/>
                  </a:lnTo>
                  <a:lnTo>
                    <a:pt x="3960550" y="1430742"/>
                  </a:lnTo>
                  <a:lnTo>
                    <a:pt x="3959889" y="1430742"/>
                  </a:lnTo>
                  <a:lnTo>
                    <a:pt x="3959229" y="1430742"/>
                  </a:lnTo>
                  <a:lnTo>
                    <a:pt x="3958568" y="1430742"/>
                  </a:lnTo>
                  <a:lnTo>
                    <a:pt x="3957908" y="1430742"/>
                  </a:lnTo>
                  <a:lnTo>
                    <a:pt x="3957247" y="1430742"/>
                  </a:lnTo>
                  <a:lnTo>
                    <a:pt x="3956587" y="1430742"/>
                  </a:lnTo>
                  <a:lnTo>
                    <a:pt x="3955926" y="1430742"/>
                  </a:lnTo>
                  <a:lnTo>
                    <a:pt x="3955266" y="1430742"/>
                  </a:lnTo>
                  <a:lnTo>
                    <a:pt x="3954605" y="1430742"/>
                  </a:lnTo>
                  <a:lnTo>
                    <a:pt x="3953945" y="1430742"/>
                  </a:lnTo>
                  <a:lnTo>
                    <a:pt x="3953284" y="1430742"/>
                  </a:lnTo>
                  <a:lnTo>
                    <a:pt x="3952624" y="1430742"/>
                  </a:lnTo>
                  <a:lnTo>
                    <a:pt x="3951963" y="1430742"/>
                  </a:lnTo>
                  <a:lnTo>
                    <a:pt x="3951303" y="1430742"/>
                  </a:lnTo>
                  <a:lnTo>
                    <a:pt x="3950642" y="1430742"/>
                  </a:lnTo>
                  <a:lnTo>
                    <a:pt x="3949981" y="1430742"/>
                  </a:lnTo>
                  <a:lnTo>
                    <a:pt x="3949321" y="1430742"/>
                  </a:lnTo>
                  <a:lnTo>
                    <a:pt x="3948660" y="1430742"/>
                  </a:lnTo>
                  <a:lnTo>
                    <a:pt x="3948000" y="1430742"/>
                  </a:lnTo>
                  <a:lnTo>
                    <a:pt x="3947339" y="1430742"/>
                  </a:lnTo>
                  <a:lnTo>
                    <a:pt x="3946679" y="1430742"/>
                  </a:lnTo>
                  <a:lnTo>
                    <a:pt x="3946018" y="1430742"/>
                  </a:lnTo>
                  <a:lnTo>
                    <a:pt x="3945358" y="1430742"/>
                  </a:lnTo>
                  <a:lnTo>
                    <a:pt x="3944697" y="1430742"/>
                  </a:lnTo>
                  <a:lnTo>
                    <a:pt x="3944037" y="1430742"/>
                  </a:lnTo>
                  <a:lnTo>
                    <a:pt x="3943376" y="1430742"/>
                  </a:lnTo>
                  <a:lnTo>
                    <a:pt x="3942716" y="1430742"/>
                  </a:lnTo>
                  <a:lnTo>
                    <a:pt x="3942055" y="1430742"/>
                  </a:lnTo>
                  <a:lnTo>
                    <a:pt x="3941395" y="1430742"/>
                  </a:lnTo>
                  <a:lnTo>
                    <a:pt x="3940734" y="1430742"/>
                  </a:lnTo>
                  <a:lnTo>
                    <a:pt x="3940074" y="1430742"/>
                  </a:lnTo>
                  <a:lnTo>
                    <a:pt x="3939413" y="1430742"/>
                  </a:lnTo>
                  <a:lnTo>
                    <a:pt x="3938752" y="1430742"/>
                  </a:lnTo>
                  <a:lnTo>
                    <a:pt x="3938092" y="1430742"/>
                  </a:lnTo>
                  <a:lnTo>
                    <a:pt x="3937431" y="1430742"/>
                  </a:lnTo>
                  <a:lnTo>
                    <a:pt x="3936771" y="1430742"/>
                  </a:lnTo>
                  <a:lnTo>
                    <a:pt x="3936110" y="1430742"/>
                  </a:lnTo>
                  <a:lnTo>
                    <a:pt x="3935450" y="1430742"/>
                  </a:lnTo>
                  <a:lnTo>
                    <a:pt x="3934789" y="1430742"/>
                  </a:lnTo>
                  <a:lnTo>
                    <a:pt x="3934129" y="1430742"/>
                  </a:lnTo>
                  <a:lnTo>
                    <a:pt x="3933468" y="1430742"/>
                  </a:lnTo>
                  <a:lnTo>
                    <a:pt x="3932808" y="1430742"/>
                  </a:lnTo>
                  <a:lnTo>
                    <a:pt x="3932147" y="1430742"/>
                  </a:lnTo>
                  <a:lnTo>
                    <a:pt x="3931487" y="1430742"/>
                  </a:lnTo>
                  <a:lnTo>
                    <a:pt x="3930826" y="1430742"/>
                  </a:lnTo>
                  <a:lnTo>
                    <a:pt x="3930166" y="1430742"/>
                  </a:lnTo>
                  <a:lnTo>
                    <a:pt x="3929505" y="1430742"/>
                  </a:lnTo>
                  <a:lnTo>
                    <a:pt x="3928844" y="1430742"/>
                  </a:lnTo>
                  <a:lnTo>
                    <a:pt x="3928184" y="1430742"/>
                  </a:lnTo>
                  <a:lnTo>
                    <a:pt x="3927523" y="1430742"/>
                  </a:lnTo>
                  <a:lnTo>
                    <a:pt x="3926863" y="1430742"/>
                  </a:lnTo>
                  <a:lnTo>
                    <a:pt x="3926202" y="1430742"/>
                  </a:lnTo>
                  <a:lnTo>
                    <a:pt x="3925542" y="1430742"/>
                  </a:lnTo>
                  <a:lnTo>
                    <a:pt x="3924881" y="1430742"/>
                  </a:lnTo>
                  <a:lnTo>
                    <a:pt x="3924221" y="1430742"/>
                  </a:lnTo>
                  <a:lnTo>
                    <a:pt x="3923560" y="1430742"/>
                  </a:lnTo>
                  <a:lnTo>
                    <a:pt x="3922900" y="1430742"/>
                  </a:lnTo>
                  <a:lnTo>
                    <a:pt x="3922239" y="1430742"/>
                  </a:lnTo>
                  <a:lnTo>
                    <a:pt x="3921579" y="1430742"/>
                  </a:lnTo>
                  <a:lnTo>
                    <a:pt x="3920918" y="1430742"/>
                  </a:lnTo>
                  <a:lnTo>
                    <a:pt x="3920258" y="1430742"/>
                  </a:lnTo>
                  <a:lnTo>
                    <a:pt x="3919597" y="1430742"/>
                  </a:lnTo>
                  <a:lnTo>
                    <a:pt x="3918936" y="1430742"/>
                  </a:lnTo>
                  <a:lnTo>
                    <a:pt x="3918276" y="1430742"/>
                  </a:lnTo>
                  <a:lnTo>
                    <a:pt x="3917615" y="1430742"/>
                  </a:lnTo>
                  <a:lnTo>
                    <a:pt x="3916955" y="1430742"/>
                  </a:lnTo>
                  <a:lnTo>
                    <a:pt x="3916294" y="1430742"/>
                  </a:lnTo>
                  <a:lnTo>
                    <a:pt x="3915634" y="1430742"/>
                  </a:lnTo>
                  <a:lnTo>
                    <a:pt x="3914973" y="1430742"/>
                  </a:lnTo>
                  <a:lnTo>
                    <a:pt x="3914313" y="1430742"/>
                  </a:lnTo>
                  <a:lnTo>
                    <a:pt x="3913652" y="1430742"/>
                  </a:lnTo>
                  <a:lnTo>
                    <a:pt x="3912992" y="1430742"/>
                  </a:lnTo>
                  <a:lnTo>
                    <a:pt x="3912331" y="1430742"/>
                  </a:lnTo>
                  <a:lnTo>
                    <a:pt x="3911671" y="1430742"/>
                  </a:lnTo>
                  <a:lnTo>
                    <a:pt x="3911010" y="1430742"/>
                  </a:lnTo>
                  <a:lnTo>
                    <a:pt x="3910350" y="1430742"/>
                  </a:lnTo>
                  <a:lnTo>
                    <a:pt x="3909689" y="1430742"/>
                  </a:lnTo>
                  <a:lnTo>
                    <a:pt x="3909029" y="1430742"/>
                  </a:lnTo>
                  <a:lnTo>
                    <a:pt x="3908368" y="1430742"/>
                  </a:lnTo>
                  <a:lnTo>
                    <a:pt x="3907707" y="1430742"/>
                  </a:lnTo>
                  <a:lnTo>
                    <a:pt x="3907047" y="1430742"/>
                  </a:lnTo>
                  <a:lnTo>
                    <a:pt x="3906386" y="1430742"/>
                  </a:lnTo>
                  <a:lnTo>
                    <a:pt x="3905726" y="1430742"/>
                  </a:lnTo>
                  <a:lnTo>
                    <a:pt x="3905065" y="1430742"/>
                  </a:lnTo>
                  <a:lnTo>
                    <a:pt x="3904405" y="1430742"/>
                  </a:lnTo>
                  <a:lnTo>
                    <a:pt x="3903744" y="1430742"/>
                  </a:lnTo>
                  <a:lnTo>
                    <a:pt x="3903084" y="1430742"/>
                  </a:lnTo>
                  <a:lnTo>
                    <a:pt x="3902423" y="1430742"/>
                  </a:lnTo>
                  <a:lnTo>
                    <a:pt x="3901763" y="1430742"/>
                  </a:lnTo>
                  <a:lnTo>
                    <a:pt x="3901102" y="1430742"/>
                  </a:lnTo>
                  <a:lnTo>
                    <a:pt x="3900442" y="1430742"/>
                  </a:lnTo>
                  <a:lnTo>
                    <a:pt x="3899781" y="1430742"/>
                  </a:lnTo>
                  <a:lnTo>
                    <a:pt x="3899121" y="1430742"/>
                  </a:lnTo>
                  <a:lnTo>
                    <a:pt x="3898460" y="1430742"/>
                  </a:lnTo>
                  <a:lnTo>
                    <a:pt x="3897799" y="1430742"/>
                  </a:lnTo>
                  <a:lnTo>
                    <a:pt x="3897139" y="1430742"/>
                  </a:lnTo>
                  <a:lnTo>
                    <a:pt x="3896478" y="1430742"/>
                  </a:lnTo>
                  <a:lnTo>
                    <a:pt x="3895818" y="1430742"/>
                  </a:lnTo>
                  <a:lnTo>
                    <a:pt x="3895157" y="1430742"/>
                  </a:lnTo>
                  <a:lnTo>
                    <a:pt x="3894497" y="1430742"/>
                  </a:lnTo>
                  <a:lnTo>
                    <a:pt x="3893836" y="1430742"/>
                  </a:lnTo>
                  <a:lnTo>
                    <a:pt x="3893176" y="1430742"/>
                  </a:lnTo>
                  <a:lnTo>
                    <a:pt x="3892515" y="1430742"/>
                  </a:lnTo>
                  <a:lnTo>
                    <a:pt x="3891855" y="1430742"/>
                  </a:lnTo>
                  <a:lnTo>
                    <a:pt x="3891194" y="1430742"/>
                  </a:lnTo>
                  <a:lnTo>
                    <a:pt x="3890534" y="1430742"/>
                  </a:lnTo>
                  <a:lnTo>
                    <a:pt x="3889873" y="1430742"/>
                  </a:lnTo>
                  <a:lnTo>
                    <a:pt x="3889213" y="1430742"/>
                  </a:lnTo>
                  <a:lnTo>
                    <a:pt x="3888552" y="1430742"/>
                  </a:lnTo>
                  <a:lnTo>
                    <a:pt x="3887891" y="1430742"/>
                  </a:lnTo>
                  <a:lnTo>
                    <a:pt x="3887231" y="1430742"/>
                  </a:lnTo>
                  <a:lnTo>
                    <a:pt x="3886570" y="1430742"/>
                  </a:lnTo>
                  <a:lnTo>
                    <a:pt x="3885910" y="1430742"/>
                  </a:lnTo>
                  <a:lnTo>
                    <a:pt x="3885249" y="1430742"/>
                  </a:lnTo>
                  <a:lnTo>
                    <a:pt x="3884589" y="1430742"/>
                  </a:lnTo>
                  <a:lnTo>
                    <a:pt x="3883928" y="1430742"/>
                  </a:lnTo>
                  <a:lnTo>
                    <a:pt x="3883268" y="1430742"/>
                  </a:lnTo>
                  <a:lnTo>
                    <a:pt x="3882607" y="1430742"/>
                  </a:lnTo>
                  <a:lnTo>
                    <a:pt x="3881947" y="1430742"/>
                  </a:lnTo>
                  <a:lnTo>
                    <a:pt x="3881286" y="1430742"/>
                  </a:lnTo>
                  <a:lnTo>
                    <a:pt x="3880626" y="1430742"/>
                  </a:lnTo>
                  <a:lnTo>
                    <a:pt x="3879965" y="1430742"/>
                  </a:lnTo>
                  <a:lnTo>
                    <a:pt x="3879305" y="1430742"/>
                  </a:lnTo>
                  <a:lnTo>
                    <a:pt x="3878644" y="1430742"/>
                  </a:lnTo>
                  <a:lnTo>
                    <a:pt x="3877983" y="1430742"/>
                  </a:lnTo>
                  <a:lnTo>
                    <a:pt x="3877323" y="1430742"/>
                  </a:lnTo>
                  <a:lnTo>
                    <a:pt x="3876662" y="1430742"/>
                  </a:lnTo>
                  <a:lnTo>
                    <a:pt x="3876002" y="1430742"/>
                  </a:lnTo>
                  <a:lnTo>
                    <a:pt x="3875341" y="1430742"/>
                  </a:lnTo>
                  <a:lnTo>
                    <a:pt x="3874681" y="1430742"/>
                  </a:lnTo>
                  <a:lnTo>
                    <a:pt x="3874020" y="1430742"/>
                  </a:lnTo>
                  <a:lnTo>
                    <a:pt x="3873360" y="1430742"/>
                  </a:lnTo>
                  <a:lnTo>
                    <a:pt x="3872699" y="1430742"/>
                  </a:lnTo>
                  <a:lnTo>
                    <a:pt x="3872039" y="1430742"/>
                  </a:lnTo>
                  <a:lnTo>
                    <a:pt x="3871378" y="1430742"/>
                  </a:lnTo>
                  <a:lnTo>
                    <a:pt x="3870718" y="1430742"/>
                  </a:lnTo>
                  <a:lnTo>
                    <a:pt x="3870057" y="1430742"/>
                  </a:lnTo>
                  <a:lnTo>
                    <a:pt x="3869397" y="1430742"/>
                  </a:lnTo>
                  <a:lnTo>
                    <a:pt x="3868736" y="1430742"/>
                  </a:lnTo>
                  <a:lnTo>
                    <a:pt x="3868076" y="1430742"/>
                  </a:lnTo>
                  <a:lnTo>
                    <a:pt x="3867415" y="1430742"/>
                  </a:lnTo>
                  <a:lnTo>
                    <a:pt x="3866754" y="1430742"/>
                  </a:lnTo>
                  <a:lnTo>
                    <a:pt x="3866094" y="1430742"/>
                  </a:lnTo>
                  <a:lnTo>
                    <a:pt x="3865433" y="1430742"/>
                  </a:lnTo>
                  <a:lnTo>
                    <a:pt x="3864773" y="1430742"/>
                  </a:lnTo>
                  <a:lnTo>
                    <a:pt x="3864112" y="1430742"/>
                  </a:lnTo>
                  <a:lnTo>
                    <a:pt x="3863452" y="1430742"/>
                  </a:lnTo>
                  <a:lnTo>
                    <a:pt x="3862791" y="1430742"/>
                  </a:lnTo>
                  <a:lnTo>
                    <a:pt x="3862131" y="1430742"/>
                  </a:lnTo>
                  <a:lnTo>
                    <a:pt x="3861470" y="1430742"/>
                  </a:lnTo>
                  <a:lnTo>
                    <a:pt x="3860810" y="1430742"/>
                  </a:lnTo>
                  <a:lnTo>
                    <a:pt x="3860149" y="1430742"/>
                  </a:lnTo>
                  <a:lnTo>
                    <a:pt x="3859489" y="1430742"/>
                  </a:lnTo>
                  <a:lnTo>
                    <a:pt x="3858828" y="1430742"/>
                  </a:lnTo>
                  <a:lnTo>
                    <a:pt x="3858168" y="1430742"/>
                  </a:lnTo>
                  <a:lnTo>
                    <a:pt x="3857507" y="1430742"/>
                  </a:lnTo>
                  <a:lnTo>
                    <a:pt x="3856846" y="1430742"/>
                  </a:lnTo>
                  <a:lnTo>
                    <a:pt x="3856186" y="1430742"/>
                  </a:lnTo>
                  <a:lnTo>
                    <a:pt x="3855525" y="1430742"/>
                  </a:lnTo>
                  <a:lnTo>
                    <a:pt x="3854865" y="1430742"/>
                  </a:lnTo>
                  <a:lnTo>
                    <a:pt x="3854204" y="1430742"/>
                  </a:lnTo>
                  <a:lnTo>
                    <a:pt x="3853544" y="1430742"/>
                  </a:lnTo>
                  <a:lnTo>
                    <a:pt x="3852883" y="1430742"/>
                  </a:lnTo>
                  <a:lnTo>
                    <a:pt x="3852223" y="1430742"/>
                  </a:lnTo>
                  <a:lnTo>
                    <a:pt x="3851562" y="1430742"/>
                  </a:lnTo>
                  <a:lnTo>
                    <a:pt x="3850902" y="1430742"/>
                  </a:lnTo>
                  <a:lnTo>
                    <a:pt x="3850241" y="1430742"/>
                  </a:lnTo>
                  <a:lnTo>
                    <a:pt x="3849581" y="1430742"/>
                  </a:lnTo>
                  <a:lnTo>
                    <a:pt x="3848920" y="1430742"/>
                  </a:lnTo>
                  <a:lnTo>
                    <a:pt x="3848260" y="1430742"/>
                  </a:lnTo>
                  <a:lnTo>
                    <a:pt x="3847599" y="1430742"/>
                  </a:lnTo>
                  <a:lnTo>
                    <a:pt x="3846938" y="1430742"/>
                  </a:lnTo>
                  <a:lnTo>
                    <a:pt x="3846278" y="1430742"/>
                  </a:lnTo>
                  <a:lnTo>
                    <a:pt x="3845617" y="1430742"/>
                  </a:lnTo>
                  <a:lnTo>
                    <a:pt x="3844957" y="1430742"/>
                  </a:lnTo>
                  <a:lnTo>
                    <a:pt x="3844296" y="1430742"/>
                  </a:lnTo>
                  <a:lnTo>
                    <a:pt x="3843636" y="1430742"/>
                  </a:lnTo>
                  <a:lnTo>
                    <a:pt x="3842975" y="1430742"/>
                  </a:lnTo>
                  <a:lnTo>
                    <a:pt x="3842315" y="1430742"/>
                  </a:lnTo>
                  <a:lnTo>
                    <a:pt x="3841654" y="1430742"/>
                  </a:lnTo>
                  <a:lnTo>
                    <a:pt x="3840994" y="1430742"/>
                  </a:lnTo>
                  <a:lnTo>
                    <a:pt x="3840333" y="1430742"/>
                  </a:lnTo>
                  <a:lnTo>
                    <a:pt x="3839673" y="1430742"/>
                  </a:lnTo>
                  <a:lnTo>
                    <a:pt x="3839012" y="1430742"/>
                  </a:lnTo>
                  <a:lnTo>
                    <a:pt x="3838352" y="1430742"/>
                  </a:lnTo>
                  <a:lnTo>
                    <a:pt x="3837691" y="1430742"/>
                  </a:lnTo>
                  <a:lnTo>
                    <a:pt x="3837031" y="1430742"/>
                  </a:lnTo>
                  <a:lnTo>
                    <a:pt x="3836370" y="1430742"/>
                  </a:lnTo>
                  <a:lnTo>
                    <a:pt x="3835709" y="1430742"/>
                  </a:lnTo>
                  <a:lnTo>
                    <a:pt x="3835049" y="1430742"/>
                  </a:lnTo>
                  <a:lnTo>
                    <a:pt x="3834388" y="1430742"/>
                  </a:lnTo>
                  <a:lnTo>
                    <a:pt x="3833728" y="1430742"/>
                  </a:lnTo>
                  <a:lnTo>
                    <a:pt x="3833067" y="1430742"/>
                  </a:lnTo>
                  <a:lnTo>
                    <a:pt x="3832407" y="1430742"/>
                  </a:lnTo>
                  <a:lnTo>
                    <a:pt x="3831746" y="1430742"/>
                  </a:lnTo>
                  <a:lnTo>
                    <a:pt x="3831086" y="1430742"/>
                  </a:lnTo>
                  <a:lnTo>
                    <a:pt x="3830425" y="1430742"/>
                  </a:lnTo>
                  <a:lnTo>
                    <a:pt x="3829765" y="1430742"/>
                  </a:lnTo>
                  <a:lnTo>
                    <a:pt x="3829104" y="1430742"/>
                  </a:lnTo>
                  <a:lnTo>
                    <a:pt x="3828444" y="1430742"/>
                  </a:lnTo>
                  <a:lnTo>
                    <a:pt x="3827783" y="1430742"/>
                  </a:lnTo>
                  <a:lnTo>
                    <a:pt x="3827123" y="1430742"/>
                  </a:lnTo>
                  <a:lnTo>
                    <a:pt x="3826462" y="1430742"/>
                  </a:lnTo>
                  <a:lnTo>
                    <a:pt x="3825801" y="1430742"/>
                  </a:lnTo>
                  <a:lnTo>
                    <a:pt x="3825141" y="1430742"/>
                  </a:lnTo>
                  <a:lnTo>
                    <a:pt x="3824480" y="1430742"/>
                  </a:lnTo>
                  <a:lnTo>
                    <a:pt x="3823820" y="1430742"/>
                  </a:lnTo>
                  <a:lnTo>
                    <a:pt x="3823159" y="1430742"/>
                  </a:lnTo>
                  <a:lnTo>
                    <a:pt x="3822499" y="1430742"/>
                  </a:lnTo>
                  <a:lnTo>
                    <a:pt x="3821838" y="1430742"/>
                  </a:lnTo>
                  <a:lnTo>
                    <a:pt x="3821178" y="1430742"/>
                  </a:lnTo>
                  <a:lnTo>
                    <a:pt x="3820517" y="1430742"/>
                  </a:lnTo>
                  <a:lnTo>
                    <a:pt x="3819857" y="1430742"/>
                  </a:lnTo>
                  <a:lnTo>
                    <a:pt x="3819196" y="1430742"/>
                  </a:lnTo>
                  <a:lnTo>
                    <a:pt x="3818536" y="1430742"/>
                  </a:lnTo>
                  <a:lnTo>
                    <a:pt x="3817875" y="1430742"/>
                  </a:lnTo>
                  <a:lnTo>
                    <a:pt x="3817215" y="1430742"/>
                  </a:lnTo>
                  <a:lnTo>
                    <a:pt x="3816554" y="1430742"/>
                  </a:lnTo>
                  <a:lnTo>
                    <a:pt x="3815893" y="1430742"/>
                  </a:lnTo>
                  <a:lnTo>
                    <a:pt x="3815233" y="1430742"/>
                  </a:lnTo>
                  <a:lnTo>
                    <a:pt x="3814572" y="1430742"/>
                  </a:lnTo>
                  <a:lnTo>
                    <a:pt x="3813912" y="1430742"/>
                  </a:lnTo>
                  <a:lnTo>
                    <a:pt x="3813251" y="1430742"/>
                  </a:lnTo>
                  <a:lnTo>
                    <a:pt x="3812591" y="1430742"/>
                  </a:lnTo>
                  <a:lnTo>
                    <a:pt x="3811930" y="1430742"/>
                  </a:lnTo>
                  <a:lnTo>
                    <a:pt x="3811270" y="1430742"/>
                  </a:lnTo>
                  <a:lnTo>
                    <a:pt x="3810609" y="1430742"/>
                  </a:lnTo>
                  <a:lnTo>
                    <a:pt x="3809949" y="1430742"/>
                  </a:lnTo>
                  <a:lnTo>
                    <a:pt x="3809288" y="1430742"/>
                  </a:lnTo>
                  <a:lnTo>
                    <a:pt x="3808628" y="1430742"/>
                  </a:lnTo>
                  <a:lnTo>
                    <a:pt x="3807967" y="1430742"/>
                  </a:lnTo>
                  <a:lnTo>
                    <a:pt x="3807307" y="1430742"/>
                  </a:lnTo>
                  <a:lnTo>
                    <a:pt x="3806646" y="1430742"/>
                  </a:lnTo>
                  <a:lnTo>
                    <a:pt x="3805985" y="1430742"/>
                  </a:lnTo>
                  <a:lnTo>
                    <a:pt x="3805325" y="1430742"/>
                  </a:lnTo>
                  <a:lnTo>
                    <a:pt x="3804664" y="1430742"/>
                  </a:lnTo>
                  <a:lnTo>
                    <a:pt x="3804004" y="1430742"/>
                  </a:lnTo>
                  <a:lnTo>
                    <a:pt x="3803343" y="1430742"/>
                  </a:lnTo>
                  <a:lnTo>
                    <a:pt x="3802683" y="1430742"/>
                  </a:lnTo>
                  <a:lnTo>
                    <a:pt x="3802022" y="1430742"/>
                  </a:lnTo>
                  <a:lnTo>
                    <a:pt x="3801362" y="1430742"/>
                  </a:lnTo>
                  <a:lnTo>
                    <a:pt x="3800701" y="1430742"/>
                  </a:lnTo>
                  <a:lnTo>
                    <a:pt x="3800041" y="1430742"/>
                  </a:lnTo>
                  <a:lnTo>
                    <a:pt x="3799380" y="1430742"/>
                  </a:lnTo>
                  <a:lnTo>
                    <a:pt x="3798720" y="1430742"/>
                  </a:lnTo>
                  <a:lnTo>
                    <a:pt x="3798059" y="1430742"/>
                  </a:lnTo>
                  <a:lnTo>
                    <a:pt x="3797399" y="1430742"/>
                  </a:lnTo>
                  <a:lnTo>
                    <a:pt x="3796738" y="1430742"/>
                  </a:lnTo>
                  <a:lnTo>
                    <a:pt x="3796078" y="1430742"/>
                  </a:lnTo>
                  <a:lnTo>
                    <a:pt x="3795417" y="1430742"/>
                  </a:lnTo>
                  <a:lnTo>
                    <a:pt x="3794756" y="1430742"/>
                  </a:lnTo>
                  <a:lnTo>
                    <a:pt x="3794096" y="1430742"/>
                  </a:lnTo>
                  <a:lnTo>
                    <a:pt x="3793435" y="1430742"/>
                  </a:lnTo>
                  <a:lnTo>
                    <a:pt x="3792775" y="1430742"/>
                  </a:lnTo>
                  <a:lnTo>
                    <a:pt x="3792114" y="1430742"/>
                  </a:lnTo>
                  <a:lnTo>
                    <a:pt x="3791454" y="1430742"/>
                  </a:lnTo>
                  <a:lnTo>
                    <a:pt x="3790793" y="1430742"/>
                  </a:lnTo>
                  <a:lnTo>
                    <a:pt x="3790133" y="1430742"/>
                  </a:lnTo>
                  <a:lnTo>
                    <a:pt x="3789472" y="1430742"/>
                  </a:lnTo>
                  <a:lnTo>
                    <a:pt x="3788812" y="1430742"/>
                  </a:lnTo>
                  <a:lnTo>
                    <a:pt x="3788151" y="1430742"/>
                  </a:lnTo>
                  <a:lnTo>
                    <a:pt x="3787491" y="1430742"/>
                  </a:lnTo>
                  <a:lnTo>
                    <a:pt x="3786830" y="1430742"/>
                  </a:lnTo>
                  <a:lnTo>
                    <a:pt x="3786170" y="1430742"/>
                  </a:lnTo>
                  <a:lnTo>
                    <a:pt x="3785509" y="1430742"/>
                  </a:lnTo>
                  <a:lnTo>
                    <a:pt x="3784848" y="1430742"/>
                  </a:lnTo>
                  <a:lnTo>
                    <a:pt x="3784188" y="1430742"/>
                  </a:lnTo>
                  <a:lnTo>
                    <a:pt x="3783527" y="1430742"/>
                  </a:lnTo>
                  <a:lnTo>
                    <a:pt x="3782867" y="1430742"/>
                  </a:lnTo>
                  <a:lnTo>
                    <a:pt x="3782206" y="1430742"/>
                  </a:lnTo>
                  <a:lnTo>
                    <a:pt x="3781546" y="1430742"/>
                  </a:lnTo>
                  <a:lnTo>
                    <a:pt x="3780885" y="1430742"/>
                  </a:lnTo>
                  <a:lnTo>
                    <a:pt x="3780225" y="1430742"/>
                  </a:lnTo>
                  <a:lnTo>
                    <a:pt x="3779564" y="1430742"/>
                  </a:lnTo>
                  <a:lnTo>
                    <a:pt x="3778904" y="1430742"/>
                  </a:lnTo>
                  <a:lnTo>
                    <a:pt x="3778243" y="1430742"/>
                  </a:lnTo>
                  <a:lnTo>
                    <a:pt x="3777583" y="1430742"/>
                  </a:lnTo>
                  <a:lnTo>
                    <a:pt x="3776922" y="1430742"/>
                  </a:lnTo>
                  <a:lnTo>
                    <a:pt x="3776262" y="1430742"/>
                  </a:lnTo>
                  <a:lnTo>
                    <a:pt x="3775601" y="1430742"/>
                  </a:lnTo>
                  <a:lnTo>
                    <a:pt x="3774940" y="1430742"/>
                  </a:lnTo>
                  <a:lnTo>
                    <a:pt x="3774280" y="1430742"/>
                  </a:lnTo>
                  <a:lnTo>
                    <a:pt x="3773619" y="1430742"/>
                  </a:lnTo>
                  <a:lnTo>
                    <a:pt x="3772959" y="1430742"/>
                  </a:lnTo>
                  <a:lnTo>
                    <a:pt x="3772298" y="1430742"/>
                  </a:lnTo>
                  <a:lnTo>
                    <a:pt x="3771638" y="1430742"/>
                  </a:lnTo>
                  <a:lnTo>
                    <a:pt x="3770977" y="1430742"/>
                  </a:lnTo>
                  <a:lnTo>
                    <a:pt x="3770317" y="1430742"/>
                  </a:lnTo>
                  <a:lnTo>
                    <a:pt x="3769656" y="1430742"/>
                  </a:lnTo>
                  <a:lnTo>
                    <a:pt x="3768996" y="1430742"/>
                  </a:lnTo>
                  <a:lnTo>
                    <a:pt x="3768335" y="1430742"/>
                  </a:lnTo>
                  <a:lnTo>
                    <a:pt x="3767675" y="1430742"/>
                  </a:lnTo>
                  <a:lnTo>
                    <a:pt x="3767014" y="1430742"/>
                  </a:lnTo>
                  <a:lnTo>
                    <a:pt x="3766354" y="1430742"/>
                  </a:lnTo>
                  <a:lnTo>
                    <a:pt x="3765693" y="1430742"/>
                  </a:lnTo>
                  <a:lnTo>
                    <a:pt x="3765033" y="1430742"/>
                  </a:lnTo>
                  <a:lnTo>
                    <a:pt x="3764372" y="1430742"/>
                  </a:lnTo>
                  <a:lnTo>
                    <a:pt x="3763711" y="1430742"/>
                  </a:lnTo>
                  <a:lnTo>
                    <a:pt x="3763051" y="1430742"/>
                  </a:lnTo>
                  <a:lnTo>
                    <a:pt x="3762390" y="1430742"/>
                  </a:lnTo>
                  <a:lnTo>
                    <a:pt x="3761730" y="1430742"/>
                  </a:lnTo>
                  <a:lnTo>
                    <a:pt x="3761069" y="1430742"/>
                  </a:lnTo>
                  <a:lnTo>
                    <a:pt x="3760409" y="1430742"/>
                  </a:lnTo>
                  <a:lnTo>
                    <a:pt x="3759748" y="1430742"/>
                  </a:lnTo>
                  <a:lnTo>
                    <a:pt x="3759088" y="1430742"/>
                  </a:lnTo>
                  <a:lnTo>
                    <a:pt x="3758427" y="1430742"/>
                  </a:lnTo>
                  <a:lnTo>
                    <a:pt x="3757767" y="1430742"/>
                  </a:lnTo>
                  <a:lnTo>
                    <a:pt x="3757106" y="1430742"/>
                  </a:lnTo>
                  <a:lnTo>
                    <a:pt x="3756446" y="1430742"/>
                  </a:lnTo>
                  <a:lnTo>
                    <a:pt x="3755785" y="1430742"/>
                  </a:lnTo>
                  <a:lnTo>
                    <a:pt x="3755125" y="1430742"/>
                  </a:lnTo>
                  <a:lnTo>
                    <a:pt x="3754464" y="1430742"/>
                  </a:lnTo>
                  <a:lnTo>
                    <a:pt x="3753803" y="1430742"/>
                  </a:lnTo>
                  <a:lnTo>
                    <a:pt x="3753143" y="1430742"/>
                  </a:lnTo>
                  <a:lnTo>
                    <a:pt x="3752482" y="1430742"/>
                  </a:lnTo>
                  <a:lnTo>
                    <a:pt x="3751822" y="1430742"/>
                  </a:lnTo>
                  <a:lnTo>
                    <a:pt x="3751161" y="1430742"/>
                  </a:lnTo>
                  <a:lnTo>
                    <a:pt x="3750501" y="1430742"/>
                  </a:lnTo>
                  <a:lnTo>
                    <a:pt x="3749840" y="1430742"/>
                  </a:lnTo>
                  <a:lnTo>
                    <a:pt x="3749180" y="1430742"/>
                  </a:lnTo>
                  <a:lnTo>
                    <a:pt x="3748519" y="1430742"/>
                  </a:lnTo>
                  <a:lnTo>
                    <a:pt x="3747859" y="1430742"/>
                  </a:lnTo>
                  <a:lnTo>
                    <a:pt x="3747198" y="1430742"/>
                  </a:lnTo>
                  <a:lnTo>
                    <a:pt x="3746538" y="1430742"/>
                  </a:lnTo>
                  <a:lnTo>
                    <a:pt x="3745877" y="1430742"/>
                  </a:lnTo>
                  <a:lnTo>
                    <a:pt x="3745217" y="1430742"/>
                  </a:lnTo>
                  <a:lnTo>
                    <a:pt x="3744556" y="1430742"/>
                  </a:lnTo>
                  <a:lnTo>
                    <a:pt x="3743895" y="1430742"/>
                  </a:lnTo>
                  <a:lnTo>
                    <a:pt x="3743235" y="1430742"/>
                  </a:lnTo>
                  <a:lnTo>
                    <a:pt x="3742574" y="1430742"/>
                  </a:lnTo>
                  <a:lnTo>
                    <a:pt x="3741914" y="1430742"/>
                  </a:lnTo>
                  <a:lnTo>
                    <a:pt x="3741253" y="1430742"/>
                  </a:lnTo>
                  <a:lnTo>
                    <a:pt x="3740593" y="1430742"/>
                  </a:lnTo>
                  <a:lnTo>
                    <a:pt x="3739932" y="1430742"/>
                  </a:lnTo>
                  <a:lnTo>
                    <a:pt x="3739272" y="1430742"/>
                  </a:lnTo>
                  <a:lnTo>
                    <a:pt x="3738611" y="1430742"/>
                  </a:lnTo>
                  <a:lnTo>
                    <a:pt x="3737951" y="1430742"/>
                  </a:lnTo>
                  <a:lnTo>
                    <a:pt x="3737290" y="1430742"/>
                  </a:lnTo>
                  <a:lnTo>
                    <a:pt x="3736630" y="1430742"/>
                  </a:lnTo>
                  <a:lnTo>
                    <a:pt x="3735969" y="1430742"/>
                  </a:lnTo>
                  <a:lnTo>
                    <a:pt x="3735309" y="1430742"/>
                  </a:lnTo>
                  <a:lnTo>
                    <a:pt x="3734648" y="1430742"/>
                  </a:lnTo>
                  <a:lnTo>
                    <a:pt x="3733987" y="1430742"/>
                  </a:lnTo>
                  <a:lnTo>
                    <a:pt x="3733327" y="1430742"/>
                  </a:lnTo>
                  <a:lnTo>
                    <a:pt x="3732666" y="1430742"/>
                  </a:lnTo>
                  <a:lnTo>
                    <a:pt x="3732006" y="1430742"/>
                  </a:lnTo>
                  <a:lnTo>
                    <a:pt x="3731345" y="1430742"/>
                  </a:lnTo>
                  <a:lnTo>
                    <a:pt x="3730685" y="1430742"/>
                  </a:lnTo>
                  <a:lnTo>
                    <a:pt x="3730024" y="1430742"/>
                  </a:lnTo>
                  <a:lnTo>
                    <a:pt x="3729364" y="1430742"/>
                  </a:lnTo>
                  <a:lnTo>
                    <a:pt x="3728703" y="1430742"/>
                  </a:lnTo>
                  <a:lnTo>
                    <a:pt x="3728043" y="1430742"/>
                  </a:lnTo>
                  <a:lnTo>
                    <a:pt x="3727382" y="1430742"/>
                  </a:lnTo>
                  <a:lnTo>
                    <a:pt x="3726722" y="1430742"/>
                  </a:lnTo>
                  <a:lnTo>
                    <a:pt x="3726061" y="1430742"/>
                  </a:lnTo>
                  <a:lnTo>
                    <a:pt x="3725401" y="1430742"/>
                  </a:lnTo>
                  <a:lnTo>
                    <a:pt x="3724740" y="1430742"/>
                  </a:lnTo>
                  <a:lnTo>
                    <a:pt x="3724080" y="1430742"/>
                  </a:lnTo>
                  <a:lnTo>
                    <a:pt x="3723419" y="1430742"/>
                  </a:lnTo>
                  <a:lnTo>
                    <a:pt x="3722758" y="1430742"/>
                  </a:lnTo>
                  <a:lnTo>
                    <a:pt x="3722098" y="1430742"/>
                  </a:lnTo>
                  <a:lnTo>
                    <a:pt x="3721437" y="1430742"/>
                  </a:lnTo>
                  <a:lnTo>
                    <a:pt x="3720777" y="1430742"/>
                  </a:lnTo>
                  <a:lnTo>
                    <a:pt x="3720116" y="1430742"/>
                  </a:lnTo>
                  <a:lnTo>
                    <a:pt x="3719456" y="1430742"/>
                  </a:lnTo>
                  <a:lnTo>
                    <a:pt x="3718795" y="1430742"/>
                  </a:lnTo>
                  <a:lnTo>
                    <a:pt x="3718135" y="1430742"/>
                  </a:lnTo>
                  <a:lnTo>
                    <a:pt x="3717474" y="1430742"/>
                  </a:lnTo>
                  <a:lnTo>
                    <a:pt x="3716814" y="1430742"/>
                  </a:lnTo>
                  <a:lnTo>
                    <a:pt x="3716153" y="1430742"/>
                  </a:lnTo>
                  <a:lnTo>
                    <a:pt x="3715493" y="1430742"/>
                  </a:lnTo>
                  <a:lnTo>
                    <a:pt x="3714832" y="1430742"/>
                  </a:lnTo>
                  <a:lnTo>
                    <a:pt x="3714172" y="1430742"/>
                  </a:lnTo>
                  <a:lnTo>
                    <a:pt x="3713511" y="1430742"/>
                  </a:lnTo>
                  <a:lnTo>
                    <a:pt x="3712850" y="1430742"/>
                  </a:lnTo>
                  <a:lnTo>
                    <a:pt x="3712190" y="1430742"/>
                  </a:lnTo>
                  <a:lnTo>
                    <a:pt x="3711529" y="1430742"/>
                  </a:lnTo>
                  <a:lnTo>
                    <a:pt x="3710869" y="1430742"/>
                  </a:lnTo>
                  <a:lnTo>
                    <a:pt x="3710208" y="1430742"/>
                  </a:lnTo>
                  <a:lnTo>
                    <a:pt x="3709548" y="1430742"/>
                  </a:lnTo>
                  <a:lnTo>
                    <a:pt x="3708887" y="1430742"/>
                  </a:lnTo>
                  <a:lnTo>
                    <a:pt x="3708227" y="1430742"/>
                  </a:lnTo>
                  <a:lnTo>
                    <a:pt x="3707566" y="1430742"/>
                  </a:lnTo>
                  <a:lnTo>
                    <a:pt x="3706906" y="1430742"/>
                  </a:lnTo>
                  <a:lnTo>
                    <a:pt x="3706245" y="1430742"/>
                  </a:lnTo>
                  <a:lnTo>
                    <a:pt x="3705585" y="1430742"/>
                  </a:lnTo>
                  <a:lnTo>
                    <a:pt x="3704924" y="1430742"/>
                  </a:lnTo>
                  <a:lnTo>
                    <a:pt x="3704264" y="1430742"/>
                  </a:lnTo>
                  <a:lnTo>
                    <a:pt x="3703603" y="1430742"/>
                  </a:lnTo>
                  <a:lnTo>
                    <a:pt x="3702942" y="1430742"/>
                  </a:lnTo>
                  <a:lnTo>
                    <a:pt x="3702282" y="1430742"/>
                  </a:lnTo>
                  <a:lnTo>
                    <a:pt x="3701621" y="1430742"/>
                  </a:lnTo>
                  <a:lnTo>
                    <a:pt x="3700961" y="1430742"/>
                  </a:lnTo>
                  <a:lnTo>
                    <a:pt x="3700300" y="1430742"/>
                  </a:lnTo>
                  <a:lnTo>
                    <a:pt x="3699640" y="1430742"/>
                  </a:lnTo>
                  <a:lnTo>
                    <a:pt x="3698979" y="1430742"/>
                  </a:lnTo>
                  <a:lnTo>
                    <a:pt x="3698319" y="1430742"/>
                  </a:lnTo>
                  <a:lnTo>
                    <a:pt x="3697658" y="1430742"/>
                  </a:lnTo>
                  <a:lnTo>
                    <a:pt x="3696998" y="1430742"/>
                  </a:lnTo>
                  <a:lnTo>
                    <a:pt x="3696337" y="1430742"/>
                  </a:lnTo>
                  <a:lnTo>
                    <a:pt x="3695677" y="1430742"/>
                  </a:lnTo>
                  <a:lnTo>
                    <a:pt x="3695016" y="1430742"/>
                  </a:lnTo>
                  <a:lnTo>
                    <a:pt x="3694356" y="1430742"/>
                  </a:lnTo>
                  <a:lnTo>
                    <a:pt x="3693695" y="1430742"/>
                  </a:lnTo>
                  <a:lnTo>
                    <a:pt x="3693035" y="1430742"/>
                  </a:lnTo>
                  <a:lnTo>
                    <a:pt x="3692374" y="1430742"/>
                  </a:lnTo>
                  <a:lnTo>
                    <a:pt x="3691713" y="1430742"/>
                  </a:lnTo>
                  <a:lnTo>
                    <a:pt x="3691053" y="1430742"/>
                  </a:lnTo>
                  <a:lnTo>
                    <a:pt x="3690392" y="1430742"/>
                  </a:lnTo>
                  <a:lnTo>
                    <a:pt x="3689732" y="1430742"/>
                  </a:lnTo>
                  <a:lnTo>
                    <a:pt x="3689071" y="1430742"/>
                  </a:lnTo>
                  <a:lnTo>
                    <a:pt x="3688411" y="1430742"/>
                  </a:lnTo>
                  <a:lnTo>
                    <a:pt x="3687750" y="1430742"/>
                  </a:lnTo>
                  <a:lnTo>
                    <a:pt x="3687090" y="1430742"/>
                  </a:lnTo>
                  <a:lnTo>
                    <a:pt x="3686429" y="1430742"/>
                  </a:lnTo>
                  <a:lnTo>
                    <a:pt x="3685769" y="1430742"/>
                  </a:lnTo>
                  <a:lnTo>
                    <a:pt x="3685108" y="1430742"/>
                  </a:lnTo>
                  <a:lnTo>
                    <a:pt x="3684448" y="1430742"/>
                  </a:lnTo>
                  <a:lnTo>
                    <a:pt x="3683787" y="1430742"/>
                  </a:lnTo>
                  <a:lnTo>
                    <a:pt x="3683127" y="1430742"/>
                  </a:lnTo>
                  <a:lnTo>
                    <a:pt x="3682466" y="1430742"/>
                  </a:lnTo>
                  <a:lnTo>
                    <a:pt x="3681805" y="1430742"/>
                  </a:lnTo>
                  <a:lnTo>
                    <a:pt x="3681145" y="1430742"/>
                  </a:lnTo>
                  <a:lnTo>
                    <a:pt x="3680484" y="1430742"/>
                  </a:lnTo>
                  <a:lnTo>
                    <a:pt x="3679824" y="1430742"/>
                  </a:lnTo>
                  <a:lnTo>
                    <a:pt x="3679163" y="1430742"/>
                  </a:lnTo>
                  <a:lnTo>
                    <a:pt x="3678503" y="1430742"/>
                  </a:lnTo>
                  <a:lnTo>
                    <a:pt x="3677842" y="1430742"/>
                  </a:lnTo>
                  <a:lnTo>
                    <a:pt x="3677182" y="1430742"/>
                  </a:lnTo>
                  <a:lnTo>
                    <a:pt x="3676521" y="1430742"/>
                  </a:lnTo>
                  <a:lnTo>
                    <a:pt x="3675861" y="1430742"/>
                  </a:lnTo>
                  <a:lnTo>
                    <a:pt x="3675200" y="1430742"/>
                  </a:lnTo>
                  <a:lnTo>
                    <a:pt x="3674540" y="1430742"/>
                  </a:lnTo>
                  <a:lnTo>
                    <a:pt x="3673879" y="1430742"/>
                  </a:lnTo>
                  <a:lnTo>
                    <a:pt x="3673219" y="1430742"/>
                  </a:lnTo>
                  <a:lnTo>
                    <a:pt x="3672558" y="1430742"/>
                  </a:lnTo>
                  <a:lnTo>
                    <a:pt x="3671897" y="1430742"/>
                  </a:lnTo>
                  <a:lnTo>
                    <a:pt x="3671237" y="1430742"/>
                  </a:lnTo>
                  <a:lnTo>
                    <a:pt x="3670576" y="1430742"/>
                  </a:lnTo>
                  <a:lnTo>
                    <a:pt x="3669916" y="1430742"/>
                  </a:lnTo>
                  <a:lnTo>
                    <a:pt x="3669255" y="1430742"/>
                  </a:lnTo>
                  <a:lnTo>
                    <a:pt x="3668595" y="1430742"/>
                  </a:lnTo>
                  <a:lnTo>
                    <a:pt x="3667934" y="1430742"/>
                  </a:lnTo>
                  <a:lnTo>
                    <a:pt x="3667274" y="1430742"/>
                  </a:lnTo>
                  <a:lnTo>
                    <a:pt x="3666613" y="1430742"/>
                  </a:lnTo>
                  <a:lnTo>
                    <a:pt x="3665953" y="1430742"/>
                  </a:lnTo>
                  <a:lnTo>
                    <a:pt x="3665292" y="1430742"/>
                  </a:lnTo>
                  <a:lnTo>
                    <a:pt x="3664632" y="1430742"/>
                  </a:lnTo>
                  <a:lnTo>
                    <a:pt x="3663971" y="1430742"/>
                  </a:lnTo>
                  <a:lnTo>
                    <a:pt x="3663311" y="1430742"/>
                  </a:lnTo>
                  <a:lnTo>
                    <a:pt x="3662650" y="1430742"/>
                  </a:lnTo>
                  <a:lnTo>
                    <a:pt x="3661989" y="1430742"/>
                  </a:lnTo>
                  <a:lnTo>
                    <a:pt x="3661329" y="1430742"/>
                  </a:lnTo>
                  <a:lnTo>
                    <a:pt x="3660668" y="1430742"/>
                  </a:lnTo>
                  <a:lnTo>
                    <a:pt x="3660008" y="1430742"/>
                  </a:lnTo>
                  <a:lnTo>
                    <a:pt x="3659347" y="1430742"/>
                  </a:lnTo>
                  <a:lnTo>
                    <a:pt x="3658687" y="1430742"/>
                  </a:lnTo>
                  <a:lnTo>
                    <a:pt x="3658026" y="1430742"/>
                  </a:lnTo>
                  <a:lnTo>
                    <a:pt x="3657366" y="1430742"/>
                  </a:lnTo>
                  <a:lnTo>
                    <a:pt x="3656705" y="1430742"/>
                  </a:lnTo>
                  <a:lnTo>
                    <a:pt x="3656045" y="1430742"/>
                  </a:lnTo>
                  <a:lnTo>
                    <a:pt x="3655384" y="1430742"/>
                  </a:lnTo>
                  <a:lnTo>
                    <a:pt x="3654724" y="1430742"/>
                  </a:lnTo>
                  <a:lnTo>
                    <a:pt x="3654063" y="1430742"/>
                  </a:lnTo>
                  <a:lnTo>
                    <a:pt x="3653403" y="1430742"/>
                  </a:lnTo>
                  <a:lnTo>
                    <a:pt x="3652742" y="1430742"/>
                  </a:lnTo>
                  <a:lnTo>
                    <a:pt x="3652082" y="1430742"/>
                  </a:lnTo>
                  <a:lnTo>
                    <a:pt x="3651421" y="1430742"/>
                  </a:lnTo>
                  <a:lnTo>
                    <a:pt x="3650760" y="1430742"/>
                  </a:lnTo>
                  <a:lnTo>
                    <a:pt x="3650100" y="1430742"/>
                  </a:lnTo>
                  <a:lnTo>
                    <a:pt x="3649439" y="1430742"/>
                  </a:lnTo>
                  <a:lnTo>
                    <a:pt x="3648779" y="1430742"/>
                  </a:lnTo>
                  <a:lnTo>
                    <a:pt x="3648118" y="1430742"/>
                  </a:lnTo>
                  <a:lnTo>
                    <a:pt x="3647458" y="1430742"/>
                  </a:lnTo>
                  <a:lnTo>
                    <a:pt x="3646797" y="1430742"/>
                  </a:lnTo>
                  <a:lnTo>
                    <a:pt x="3646137" y="1430742"/>
                  </a:lnTo>
                  <a:lnTo>
                    <a:pt x="3645476" y="1430742"/>
                  </a:lnTo>
                  <a:lnTo>
                    <a:pt x="3644816" y="1430742"/>
                  </a:lnTo>
                  <a:lnTo>
                    <a:pt x="3644155" y="1430742"/>
                  </a:lnTo>
                  <a:lnTo>
                    <a:pt x="3643495" y="1430742"/>
                  </a:lnTo>
                  <a:lnTo>
                    <a:pt x="3642834" y="1430742"/>
                  </a:lnTo>
                  <a:lnTo>
                    <a:pt x="3642174" y="1430742"/>
                  </a:lnTo>
                  <a:lnTo>
                    <a:pt x="3641513" y="1430742"/>
                  </a:lnTo>
                  <a:lnTo>
                    <a:pt x="3640852" y="1430742"/>
                  </a:lnTo>
                  <a:lnTo>
                    <a:pt x="3640192" y="1430742"/>
                  </a:lnTo>
                  <a:lnTo>
                    <a:pt x="3639531" y="1430742"/>
                  </a:lnTo>
                  <a:lnTo>
                    <a:pt x="3638871" y="1430742"/>
                  </a:lnTo>
                  <a:lnTo>
                    <a:pt x="3638210" y="1430742"/>
                  </a:lnTo>
                  <a:lnTo>
                    <a:pt x="3637550" y="1430742"/>
                  </a:lnTo>
                  <a:lnTo>
                    <a:pt x="3636889" y="1430742"/>
                  </a:lnTo>
                  <a:lnTo>
                    <a:pt x="3636229" y="1430742"/>
                  </a:lnTo>
                  <a:lnTo>
                    <a:pt x="3635568" y="1430742"/>
                  </a:lnTo>
                  <a:lnTo>
                    <a:pt x="3634908" y="1430742"/>
                  </a:lnTo>
                  <a:lnTo>
                    <a:pt x="3634247" y="1430742"/>
                  </a:lnTo>
                  <a:lnTo>
                    <a:pt x="3633587" y="1430742"/>
                  </a:lnTo>
                  <a:lnTo>
                    <a:pt x="3632926" y="1430742"/>
                  </a:lnTo>
                  <a:lnTo>
                    <a:pt x="3632266" y="1430742"/>
                  </a:lnTo>
                  <a:lnTo>
                    <a:pt x="3631605" y="1430742"/>
                  </a:lnTo>
                  <a:lnTo>
                    <a:pt x="3630944" y="1430742"/>
                  </a:lnTo>
                  <a:lnTo>
                    <a:pt x="3630284" y="1430742"/>
                  </a:lnTo>
                  <a:lnTo>
                    <a:pt x="3629623" y="1430742"/>
                  </a:lnTo>
                  <a:lnTo>
                    <a:pt x="3628963" y="1430742"/>
                  </a:lnTo>
                  <a:lnTo>
                    <a:pt x="3628302" y="1430742"/>
                  </a:lnTo>
                  <a:lnTo>
                    <a:pt x="3627642" y="1430742"/>
                  </a:lnTo>
                  <a:lnTo>
                    <a:pt x="3626981" y="1430742"/>
                  </a:lnTo>
                  <a:lnTo>
                    <a:pt x="3626321" y="1430742"/>
                  </a:lnTo>
                  <a:lnTo>
                    <a:pt x="3625660" y="1430742"/>
                  </a:lnTo>
                  <a:lnTo>
                    <a:pt x="3625000" y="1430742"/>
                  </a:lnTo>
                  <a:lnTo>
                    <a:pt x="3624339" y="1430742"/>
                  </a:lnTo>
                  <a:lnTo>
                    <a:pt x="3623679" y="1430742"/>
                  </a:lnTo>
                  <a:lnTo>
                    <a:pt x="3623018" y="1430742"/>
                  </a:lnTo>
                  <a:lnTo>
                    <a:pt x="3622358" y="1430742"/>
                  </a:lnTo>
                  <a:lnTo>
                    <a:pt x="3621697" y="1430742"/>
                  </a:lnTo>
                  <a:lnTo>
                    <a:pt x="3621037" y="1430742"/>
                  </a:lnTo>
                  <a:lnTo>
                    <a:pt x="3620376" y="1430742"/>
                  </a:lnTo>
                  <a:lnTo>
                    <a:pt x="3619715" y="1430742"/>
                  </a:lnTo>
                  <a:lnTo>
                    <a:pt x="3619055" y="1430742"/>
                  </a:lnTo>
                  <a:lnTo>
                    <a:pt x="3618394" y="1430742"/>
                  </a:lnTo>
                  <a:lnTo>
                    <a:pt x="3617734" y="1430742"/>
                  </a:lnTo>
                  <a:lnTo>
                    <a:pt x="3617073" y="1430742"/>
                  </a:lnTo>
                  <a:lnTo>
                    <a:pt x="3616413" y="1430742"/>
                  </a:lnTo>
                  <a:lnTo>
                    <a:pt x="3615752" y="1430742"/>
                  </a:lnTo>
                  <a:lnTo>
                    <a:pt x="3615092" y="1430742"/>
                  </a:lnTo>
                  <a:lnTo>
                    <a:pt x="3614431" y="1430742"/>
                  </a:lnTo>
                  <a:lnTo>
                    <a:pt x="3613771" y="1430742"/>
                  </a:lnTo>
                  <a:lnTo>
                    <a:pt x="3613110" y="1430742"/>
                  </a:lnTo>
                  <a:lnTo>
                    <a:pt x="3612450" y="1430742"/>
                  </a:lnTo>
                  <a:lnTo>
                    <a:pt x="3611789" y="1430742"/>
                  </a:lnTo>
                  <a:lnTo>
                    <a:pt x="3611129" y="1430742"/>
                  </a:lnTo>
                  <a:lnTo>
                    <a:pt x="3610468" y="1430742"/>
                  </a:lnTo>
                  <a:lnTo>
                    <a:pt x="3609807" y="1430742"/>
                  </a:lnTo>
                  <a:lnTo>
                    <a:pt x="3609147" y="1430742"/>
                  </a:lnTo>
                  <a:lnTo>
                    <a:pt x="3608486" y="1430742"/>
                  </a:lnTo>
                  <a:lnTo>
                    <a:pt x="3607826" y="1430742"/>
                  </a:lnTo>
                  <a:lnTo>
                    <a:pt x="3607165" y="1430742"/>
                  </a:lnTo>
                  <a:lnTo>
                    <a:pt x="3606505" y="1430742"/>
                  </a:lnTo>
                  <a:lnTo>
                    <a:pt x="3605844" y="1430742"/>
                  </a:lnTo>
                  <a:lnTo>
                    <a:pt x="3605184" y="1430742"/>
                  </a:lnTo>
                  <a:lnTo>
                    <a:pt x="3604523" y="1430742"/>
                  </a:lnTo>
                  <a:lnTo>
                    <a:pt x="3603863" y="1430742"/>
                  </a:lnTo>
                  <a:lnTo>
                    <a:pt x="3603202" y="1430742"/>
                  </a:lnTo>
                  <a:lnTo>
                    <a:pt x="3602542" y="1430742"/>
                  </a:lnTo>
                  <a:lnTo>
                    <a:pt x="3601881" y="1430742"/>
                  </a:lnTo>
                  <a:lnTo>
                    <a:pt x="3601221" y="1430742"/>
                  </a:lnTo>
                  <a:lnTo>
                    <a:pt x="3600560" y="1430742"/>
                  </a:lnTo>
                  <a:lnTo>
                    <a:pt x="3599899" y="1430742"/>
                  </a:lnTo>
                  <a:lnTo>
                    <a:pt x="3599239" y="1430742"/>
                  </a:lnTo>
                  <a:lnTo>
                    <a:pt x="3598578" y="1430742"/>
                  </a:lnTo>
                  <a:lnTo>
                    <a:pt x="3597918" y="1430742"/>
                  </a:lnTo>
                  <a:lnTo>
                    <a:pt x="3597257" y="1430742"/>
                  </a:lnTo>
                  <a:lnTo>
                    <a:pt x="3596597" y="1430742"/>
                  </a:lnTo>
                  <a:lnTo>
                    <a:pt x="3595936" y="1430742"/>
                  </a:lnTo>
                  <a:lnTo>
                    <a:pt x="3595276" y="1430742"/>
                  </a:lnTo>
                  <a:lnTo>
                    <a:pt x="3594615" y="1430742"/>
                  </a:lnTo>
                  <a:lnTo>
                    <a:pt x="3593955" y="1430742"/>
                  </a:lnTo>
                  <a:lnTo>
                    <a:pt x="3593294" y="1430742"/>
                  </a:lnTo>
                  <a:lnTo>
                    <a:pt x="3592634" y="1430742"/>
                  </a:lnTo>
                  <a:lnTo>
                    <a:pt x="3591973" y="1430742"/>
                  </a:lnTo>
                  <a:lnTo>
                    <a:pt x="3591313" y="1430742"/>
                  </a:lnTo>
                  <a:lnTo>
                    <a:pt x="3590652" y="1430742"/>
                  </a:lnTo>
                  <a:lnTo>
                    <a:pt x="3589991" y="1430742"/>
                  </a:lnTo>
                  <a:lnTo>
                    <a:pt x="3589331" y="1430742"/>
                  </a:lnTo>
                  <a:lnTo>
                    <a:pt x="3588670" y="1430742"/>
                  </a:lnTo>
                  <a:lnTo>
                    <a:pt x="3588010" y="1430742"/>
                  </a:lnTo>
                  <a:lnTo>
                    <a:pt x="3587349" y="1430742"/>
                  </a:lnTo>
                  <a:lnTo>
                    <a:pt x="3586689" y="1430742"/>
                  </a:lnTo>
                  <a:lnTo>
                    <a:pt x="3586028" y="1430742"/>
                  </a:lnTo>
                  <a:lnTo>
                    <a:pt x="3585368" y="1430742"/>
                  </a:lnTo>
                  <a:lnTo>
                    <a:pt x="3584707" y="1430742"/>
                  </a:lnTo>
                  <a:lnTo>
                    <a:pt x="3584047" y="1430742"/>
                  </a:lnTo>
                  <a:lnTo>
                    <a:pt x="3583386" y="1430742"/>
                  </a:lnTo>
                  <a:lnTo>
                    <a:pt x="3582726" y="1430742"/>
                  </a:lnTo>
                  <a:lnTo>
                    <a:pt x="3582065" y="1430742"/>
                  </a:lnTo>
                  <a:lnTo>
                    <a:pt x="3581405" y="1430742"/>
                  </a:lnTo>
                  <a:lnTo>
                    <a:pt x="3580744" y="1430742"/>
                  </a:lnTo>
                  <a:lnTo>
                    <a:pt x="3580084" y="1430742"/>
                  </a:lnTo>
                  <a:lnTo>
                    <a:pt x="3579423" y="1430742"/>
                  </a:lnTo>
                  <a:lnTo>
                    <a:pt x="3578762" y="1430742"/>
                  </a:lnTo>
                  <a:lnTo>
                    <a:pt x="3578102" y="1430742"/>
                  </a:lnTo>
                  <a:lnTo>
                    <a:pt x="3577441" y="1430742"/>
                  </a:lnTo>
                  <a:lnTo>
                    <a:pt x="3576781" y="1430742"/>
                  </a:lnTo>
                  <a:lnTo>
                    <a:pt x="3576120" y="1430742"/>
                  </a:lnTo>
                  <a:lnTo>
                    <a:pt x="3575460" y="1430742"/>
                  </a:lnTo>
                  <a:lnTo>
                    <a:pt x="3574799" y="1430742"/>
                  </a:lnTo>
                  <a:lnTo>
                    <a:pt x="3574139" y="1430742"/>
                  </a:lnTo>
                  <a:lnTo>
                    <a:pt x="3573478" y="1430742"/>
                  </a:lnTo>
                  <a:lnTo>
                    <a:pt x="3572818" y="1430742"/>
                  </a:lnTo>
                  <a:lnTo>
                    <a:pt x="3572157" y="1430742"/>
                  </a:lnTo>
                  <a:lnTo>
                    <a:pt x="3571497" y="1430742"/>
                  </a:lnTo>
                  <a:lnTo>
                    <a:pt x="3570836" y="1430742"/>
                  </a:lnTo>
                  <a:lnTo>
                    <a:pt x="3570176" y="1430742"/>
                  </a:lnTo>
                  <a:lnTo>
                    <a:pt x="3569515" y="1430742"/>
                  </a:lnTo>
                  <a:lnTo>
                    <a:pt x="3568854" y="1430742"/>
                  </a:lnTo>
                  <a:lnTo>
                    <a:pt x="3568194" y="1430742"/>
                  </a:lnTo>
                  <a:lnTo>
                    <a:pt x="3567533" y="1430742"/>
                  </a:lnTo>
                  <a:lnTo>
                    <a:pt x="3566873" y="1430742"/>
                  </a:lnTo>
                  <a:lnTo>
                    <a:pt x="3566212" y="1430742"/>
                  </a:lnTo>
                  <a:lnTo>
                    <a:pt x="3565552" y="1430742"/>
                  </a:lnTo>
                  <a:lnTo>
                    <a:pt x="3564891" y="1430742"/>
                  </a:lnTo>
                  <a:lnTo>
                    <a:pt x="3564231" y="1430742"/>
                  </a:lnTo>
                  <a:lnTo>
                    <a:pt x="3563570" y="1430742"/>
                  </a:lnTo>
                  <a:lnTo>
                    <a:pt x="3562910" y="1430742"/>
                  </a:lnTo>
                  <a:lnTo>
                    <a:pt x="3562249" y="1430742"/>
                  </a:lnTo>
                  <a:lnTo>
                    <a:pt x="3561589" y="1430742"/>
                  </a:lnTo>
                  <a:lnTo>
                    <a:pt x="3560928" y="1430742"/>
                  </a:lnTo>
                  <a:lnTo>
                    <a:pt x="3560268" y="1430742"/>
                  </a:lnTo>
                  <a:lnTo>
                    <a:pt x="3559607" y="1430742"/>
                  </a:lnTo>
                  <a:lnTo>
                    <a:pt x="3558946" y="1430742"/>
                  </a:lnTo>
                  <a:lnTo>
                    <a:pt x="3558286" y="1430742"/>
                  </a:lnTo>
                  <a:lnTo>
                    <a:pt x="3557625" y="1430742"/>
                  </a:lnTo>
                  <a:lnTo>
                    <a:pt x="3556965" y="1430742"/>
                  </a:lnTo>
                  <a:lnTo>
                    <a:pt x="3556304" y="1430742"/>
                  </a:lnTo>
                  <a:lnTo>
                    <a:pt x="3555644" y="1430742"/>
                  </a:lnTo>
                  <a:lnTo>
                    <a:pt x="3554983" y="1430742"/>
                  </a:lnTo>
                  <a:lnTo>
                    <a:pt x="3554323" y="1430742"/>
                  </a:lnTo>
                  <a:lnTo>
                    <a:pt x="3553662" y="1430742"/>
                  </a:lnTo>
                  <a:lnTo>
                    <a:pt x="3553002" y="1430742"/>
                  </a:lnTo>
                  <a:lnTo>
                    <a:pt x="3552341" y="1430742"/>
                  </a:lnTo>
                  <a:lnTo>
                    <a:pt x="3551681" y="1430742"/>
                  </a:lnTo>
                  <a:lnTo>
                    <a:pt x="3551020" y="1430742"/>
                  </a:lnTo>
                  <a:lnTo>
                    <a:pt x="3550360" y="1430742"/>
                  </a:lnTo>
                  <a:lnTo>
                    <a:pt x="3549699" y="1430742"/>
                  </a:lnTo>
                  <a:lnTo>
                    <a:pt x="3549039" y="1430742"/>
                  </a:lnTo>
                  <a:lnTo>
                    <a:pt x="3548378" y="1430742"/>
                  </a:lnTo>
                  <a:lnTo>
                    <a:pt x="3547717" y="1430742"/>
                  </a:lnTo>
                  <a:lnTo>
                    <a:pt x="3547057" y="1430742"/>
                  </a:lnTo>
                  <a:lnTo>
                    <a:pt x="3546396" y="1430742"/>
                  </a:lnTo>
                  <a:lnTo>
                    <a:pt x="3545736" y="1430742"/>
                  </a:lnTo>
                  <a:lnTo>
                    <a:pt x="3545075" y="1430742"/>
                  </a:lnTo>
                  <a:lnTo>
                    <a:pt x="3544415" y="1430742"/>
                  </a:lnTo>
                  <a:lnTo>
                    <a:pt x="3543754" y="1430742"/>
                  </a:lnTo>
                  <a:lnTo>
                    <a:pt x="3543094" y="1430742"/>
                  </a:lnTo>
                  <a:lnTo>
                    <a:pt x="3542433" y="1430742"/>
                  </a:lnTo>
                  <a:lnTo>
                    <a:pt x="3541773" y="1430742"/>
                  </a:lnTo>
                  <a:lnTo>
                    <a:pt x="3541112" y="1430742"/>
                  </a:lnTo>
                  <a:lnTo>
                    <a:pt x="3540452" y="1430742"/>
                  </a:lnTo>
                  <a:lnTo>
                    <a:pt x="3539791" y="1430742"/>
                  </a:lnTo>
                  <a:lnTo>
                    <a:pt x="3539131" y="1430742"/>
                  </a:lnTo>
                  <a:lnTo>
                    <a:pt x="3538470" y="1430742"/>
                  </a:lnTo>
                  <a:lnTo>
                    <a:pt x="3537809" y="1430742"/>
                  </a:lnTo>
                  <a:lnTo>
                    <a:pt x="3537149" y="1430742"/>
                  </a:lnTo>
                  <a:lnTo>
                    <a:pt x="3536488" y="1430742"/>
                  </a:lnTo>
                  <a:lnTo>
                    <a:pt x="3535828" y="1430742"/>
                  </a:lnTo>
                  <a:lnTo>
                    <a:pt x="3535167" y="1430742"/>
                  </a:lnTo>
                  <a:lnTo>
                    <a:pt x="3534507" y="1430742"/>
                  </a:lnTo>
                  <a:lnTo>
                    <a:pt x="3533846" y="1430742"/>
                  </a:lnTo>
                  <a:lnTo>
                    <a:pt x="3533186" y="1430742"/>
                  </a:lnTo>
                  <a:lnTo>
                    <a:pt x="3532525" y="1430742"/>
                  </a:lnTo>
                  <a:lnTo>
                    <a:pt x="3531865" y="1430742"/>
                  </a:lnTo>
                  <a:lnTo>
                    <a:pt x="3531204" y="1430742"/>
                  </a:lnTo>
                  <a:lnTo>
                    <a:pt x="3530544" y="1430742"/>
                  </a:lnTo>
                  <a:lnTo>
                    <a:pt x="3529883" y="1430742"/>
                  </a:lnTo>
                  <a:lnTo>
                    <a:pt x="3529223" y="1430742"/>
                  </a:lnTo>
                  <a:lnTo>
                    <a:pt x="3528562" y="1430742"/>
                  </a:lnTo>
                  <a:lnTo>
                    <a:pt x="3527901" y="1430742"/>
                  </a:lnTo>
                  <a:lnTo>
                    <a:pt x="3527241" y="1430742"/>
                  </a:lnTo>
                  <a:lnTo>
                    <a:pt x="3526580" y="1430742"/>
                  </a:lnTo>
                  <a:lnTo>
                    <a:pt x="3525920" y="1430742"/>
                  </a:lnTo>
                  <a:lnTo>
                    <a:pt x="3525259" y="1430742"/>
                  </a:lnTo>
                  <a:lnTo>
                    <a:pt x="3524599" y="1430742"/>
                  </a:lnTo>
                  <a:lnTo>
                    <a:pt x="3523938" y="1430742"/>
                  </a:lnTo>
                  <a:lnTo>
                    <a:pt x="3523278" y="1430742"/>
                  </a:lnTo>
                  <a:lnTo>
                    <a:pt x="3522617" y="1430742"/>
                  </a:lnTo>
                  <a:lnTo>
                    <a:pt x="3521957" y="1430742"/>
                  </a:lnTo>
                  <a:lnTo>
                    <a:pt x="3521296" y="1430742"/>
                  </a:lnTo>
                  <a:lnTo>
                    <a:pt x="3520636" y="1430742"/>
                  </a:lnTo>
                  <a:lnTo>
                    <a:pt x="3519975" y="1430742"/>
                  </a:lnTo>
                  <a:lnTo>
                    <a:pt x="3519315" y="1430742"/>
                  </a:lnTo>
                  <a:lnTo>
                    <a:pt x="3518654" y="1430742"/>
                  </a:lnTo>
                  <a:lnTo>
                    <a:pt x="3517993" y="1430742"/>
                  </a:lnTo>
                  <a:lnTo>
                    <a:pt x="3517333" y="1430742"/>
                  </a:lnTo>
                  <a:lnTo>
                    <a:pt x="3516672" y="1430742"/>
                  </a:lnTo>
                  <a:lnTo>
                    <a:pt x="3516012" y="1430742"/>
                  </a:lnTo>
                  <a:lnTo>
                    <a:pt x="3515351" y="1430742"/>
                  </a:lnTo>
                  <a:lnTo>
                    <a:pt x="3514691" y="1430742"/>
                  </a:lnTo>
                  <a:lnTo>
                    <a:pt x="3514030" y="1430742"/>
                  </a:lnTo>
                  <a:lnTo>
                    <a:pt x="3513370" y="1430742"/>
                  </a:lnTo>
                  <a:lnTo>
                    <a:pt x="3512709" y="1430742"/>
                  </a:lnTo>
                  <a:lnTo>
                    <a:pt x="3512049" y="1430742"/>
                  </a:lnTo>
                  <a:lnTo>
                    <a:pt x="3511388" y="1430742"/>
                  </a:lnTo>
                  <a:lnTo>
                    <a:pt x="3510728" y="1430742"/>
                  </a:lnTo>
                  <a:lnTo>
                    <a:pt x="3510067" y="1430742"/>
                  </a:lnTo>
                  <a:lnTo>
                    <a:pt x="3509407" y="1430742"/>
                  </a:lnTo>
                  <a:lnTo>
                    <a:pt x="3508746" y="1430742"/>
                  </a:lnTo>
                  <a:lnTo>
                    <a:pt x="3508086" y="1430742"/>
                  </a:lnTo>
                  <a:lnTo>
                    <a:pt x="3507425" y="1430742"/>
                  </a:lnTo>
                  <a:lnTo>
                    <a:pt x="3506764" y="1430742"/>
                  </a:lnTo>
                  <a:lnTo>
                    <a:pt x="3506104" y="1430742"/>
                  </a:lnTo>
                  <a:lnTo>
                    <a:pt x="3505443" y="1430742"/>
                  </a:lnTo>
                  <a:lnTo>
                    <a:pt x="3504783" y="1430742"/>
                  </a:lnTo>
                  <a:lnTo>
                    <a:pt x="3504122" y="1430742"/>
                  </a:lnTo>
                  <a:lnTo>
                    <a:pt x="3503462" y="1430742"/>
                  </a:lnTo>
                  <a:lnTo>
                    <a:pt x="3502801" y="1430742"/>
                  </a:lnTo>
                  <a:lnTo>
                    <a:pt x="3502141" y="1430742"/>
                  </a:lnTo>
                  <a:lnTo>
                    <a:pt x="3501480" y="1430742"/>
                  </a:lnTo>
                  <a:lnTo>
                    <a:pt x="3500820" y="1430742"/>
                  </a:lnTo>
                  <a:lnTo>
                    <a:pt x="3500159" y="1430742"/>
                  </a:lnTo>
                  <a:lnTo>
                    <a:pt x="3499499" y="1430742"/>
                  </a:lnTo>
                  <a:lnTo>
                    <a:pt x="3498838" y="1430742"/>
                  </a:lnTo>
                  <a:lnTo>
                    <a:pt x="3498178" y="1430742"/>
                  </a:lnTo>
                  <a:lnTo>
                    <a:pt x="3497517" y="1430742"/>
                  </a:lnTo>
                  <a:lnTo>
                    <a:pt x="3496856" y="1430742"/>
                  </a:lnTo>
                  <a:lnTo>
                    <a:pt x="3496196" y="1430742"/>
                  </a:lnTo>
                  <a:lnTo>
                    <a:pt x="3495535" y="1430742"/>
                  </a:lnTo>
                  <a:lnTo>
                    <a:pt x="3494875" y="1430742"/>
                  </a:lnTo>
                  <a:lnTo>
                    <a:pt x="3494214" y="1430742"/>
                  </a:lnTo>
                  <a:lnTo>
                    <a:pt x="3493554" y="1430742"/>
                  </a:lnTo>
                  <a:lnTo>
                    <a:pt x="3492893" y="1430742"/>
                  </a:lnTo>
                  <a:lnTo>
                    <a:pt x="3492233" y="1430742"/>
                  </a:lnTo>
                  <a:lnTo>
                    <a:pt x="3491572" y="1430742"/>
                  </a:lnTo>
                  <a:lnTo>
                    <a:pt x="3490912" y="1430742"/>
                  </a:lnTo>
                  <a:lnTo>
                    <a:pt x="3490251" y="1430742"/>
                  </a:lnTo>
                  <a:lnTo>
                    <a:pt x="3489591" y="1430742"/>
                  </a:lnTo>
                  <a:lnTo>
                    <a:pt x="3488930" y="1430742"/>
                  </a:lnTo>
                  <a:lnTo>
                    <a:pt x="3488270" y="1430742"/>
                  </a:lnTo>
                  <a:lnTo>
                    <a:pt x="3487609" y="1430742"/>
                  </a:lnTo>
                  <a:lnTo>
                    <a:pt x="3486948" y="1430742"/>
                  </a:lnTo>
                  <a:lnTo>
                    <a:pt x="3486288" y="1430742"/>
                  </a:lnTo>
                  <a:lnTo>
                    <a:pt x="3485627" y="1430742"/>
                  </a:lnTo>
                  <a:lnTo>
                    <a:pt x="3484967" y="1430742"/>
                  </a:lnTo>
                  <a:lnTo>
                    <a:pt x="3484306" y="1430742"/>
                  </a:lnTo>
                  <a:lnTo>
                    <a:pt x="3483646" y="1430742"/>
                  </a:lnTo>
                  <a:lnTo>
                    <a:pt x="3482985" y="1430742"/>
                  </a:lnTo>
                  <a:lnTo>
                    <a:pt x="3482325" y="1430742"/>
                  </a:lnTo>
                  <a:lnTo>
                    <a:pt x="3481664" y="1430742"/>
                  </a:lnTo>
                  <a:lnTo>
                    <a:pt x="3481004" y="1430742"/>
                  </a:lnTo>
                  <a:lnTo>
                    <a:pt x="3480343" y="1430742"/>
                  </a:lnTo>
                  <a:lnTo>
                    <a:pt x="3479683" y="1430742"/>
                  </a:lnTo>
                  <a:lnTo>
                    <a:pt x="3479022" y="1430742"/>
                  </a:lnTo>
                  <a:lnTo>
                    <a:pt x="3478362" y="1430742"/>
                  </a:lnTo>
                  <a:lnTo>
                    <a:pt x="3477701" y="1430742"/>
                  </a:lnTo>
                  <a:lnTo>
                    <a:pt x="3477041" y="1430742"/>
                  </a:lnTo>
                  <a:lnTo>
                    <a:pt x="3476380" y="1430742"/>
                  </a:lnTo>
                  <a:lnTo>
                    <a:pt x="3475719" y="1430742"/>
                  </a:lnTo>
                  <a:lnTo>
                    <a:pt x="3475059" y="1430742"/>
                  </a:lnTo>
                  <a:lnTo>
                    <a:pt x="3474398" y="1430742"/>
                  </a:lnTo>
                  <a:lnTo>
                    <a:pt x="3473738" y="1430742"/>
                  </a:lnTo>
                  <a:lnTo>
                    <a:pt x="3473077" y="1430742"/>
                  </a:lnTo>
                  <a:lnTo>
                    <a:pt x="3472417" y="1430742"/>
                  </a:lnTo>
                  <a:lnTo>
                    <a:pt x="3471756" y="1430742"/>
                  </a:lnTo>
                  <a:lnTo>
                    <a:pt x="3471096" y="1430742"/>
                  </a:lnTo>
                  <a:lnTo>
                    <a:pt x="3470435" y="1430742"/>
                  </a:lnTo>
                  <a:lnTo>
                    <a:pt x="3469775" y="1430742"/>
                  </a:lnTo>
                  <a:lnTo>
                    <a:pt x="3469114" y="1430742"/>
                  </a:lnTo>
                  <a:lnTo>
                    <a:pt x="3468454" y="1430742"/>
                  </a:lnTo>
                  <a:lnTo>
                    <a:pt x="3467793" y="1430742"/>
                  </a:lnTo>
                  <a:lnTo>
                    <a:pt x="3467133" y="1430742"/>
                  </a:lnTo>
                  <a:lnTo>
                    <a:pt x="3466472" y="1430742"/>
                  </a:lnTo>
                  <a:lnTo>
                    <a:pt x="3465811" y="1430742"/>
                  </a:lnTo>
                  <a:lnTo>
                    <a:pt x="3465151" y="1430742"/>
                  </a:lnTo>
                  <a:lnTo>
                    <a:pt x="3464490" y="1430742"/>
                  </a:lnTo>
                  <a:lnTo>
                    <a:pt x="3463830" y="1430742"/>
                  </a:lnTo>
                  <a:lnTo>
                    <a:pt x="3463169" y="1430742"/>
                  </a:lnTo>
                  <a:lnTo>
                    <a:pt x="3462509" y="1430742"/>
                  </a:lnTo>
                  <a:lnTo>
                    <a:pt x="3461848" y="1430742"/>
                  </a:lnTo>
                  <a:lnTo>
                    <a:pt x="3461188" y="1430742"/>
                  </a:lnTo>
                  <a:lnTo>
                    <a:pt x="3460527" y="1430742"/>
                  </a:lnTo>
                  <a:lnTo>
                    <a:pt x="3459867" y="1430742"/>
                  </a:lnTo>
                  <a:lnTo>
                    <a:pt x="3459206" y="1430742"/>
                  </a:lnTo>
                  <a:lnTo>
                    <a:pt x="3458546" y="1430742"/>
                  </a:lnTo>
                  <a:lnTo>
                    <a:pt x="3457885" y="1430742"/>
                  </a:lnTo>
                  <a:lnTo>
                    <a:pt x="3457225" y="1430742"/>
                  </a:lnTo>
                  <a:lnTo>
                    <a:pt x="3456564" y="1430742"/>
                  </a:lnTo>
                  <a:lnTo>
                    <a:pt x="3455903" y="1430742"/>
                  </a:lnTo>
                  <a:lnTo>
                    <a:pt x="3455243" y="1430742"/>
                  </a:lnTo>
                  <a:lnTo>
                    <a:pt x="3454582" y="1430742"/>
                  </a:lnTo>
                  <a:lnTo>
                    <a:pt x="3453922" y="1430742"/>
                  </a:lnTo>
                  <a:lnTo>
                    <a:pt x="3453261" y="1430742"/>
                  </a:lnTo>
                  <a:lnTo>
                    <a:pt x="3452601" y="1430742"/>
                  </a:lnTo>
                  <a:lnTo>
                    <a:pt x="3451940" y="1430742"/>
                  </a:lnTo>
                  <a:lnTo>
                    <a:pt x="3451280" y="1430742"/>
                  </a:lnTo>
                  <a:lnTo>
                    <a:pt x="3450619" y="1430742"/>
                  </a:lnTo>
                  <a:lnTo>
                    <a:pt x="3449959" y="1430742"/>
                  </a:lnTo>
                  <a:lnTo>
                    <a:pt x="3449298" y="1430742"/>
                  </a:lnTo>
                  <a:lnTo>
                    <a:pt x="3448638" y="1430742"/>
                  </a:lnTo>
                  <a:lnTo>
                    <a:pt x="3447977" y="1430742"/>
                  </a:lnTo>
                  <a:lnTo>
                    <a:pt x="3447317" y="1430742"/>
                  </a:lnTo>
                  <a:lnTo>
                    <a:pt x="3446656" y="1430742"/>
                  </a:lnTo>
                  <a:lnTo>
                    <a:pt x="3445995" y="1430742"/>
                  </a:lnTo>
                  <a:lnTo>
                    <a:pt x="3445335" y="1430742"/>
                  </a:lnTo>
                  <a:lnTo>
                    <a:pt x="3444674" y="1430742"/>
                  </a:lnTo>
                  <a:lnTo>
                    <a:pt x="3444014" y="1430742"/>
                  </a:lnTo>
                  <a:lnTo>
                    <a:pt x="3443353" y="1430742"/>
                  </a:lnTo>
                  <a:lnTo>
                    <a:pt x="3442693" y="1430742"/>
                  </a:lnTo>
                  <a:lnTo>
                    <a:pt x="3442032" y="1430742"/>
                  </a:lnTo>
                  <a:lnTo>
                    <a:pt x="3441372" y="1430742"/>
                  </a:lnTo>
                  <a:lnTo>
                    <a:pt x="3440711" y="1430742"/>
                  </a:lnTo>
                  <a:lnTo>
                    <a:pt x="3440051" y="1430742"/>
                  </a:lnTo>
                  <a:lnTo>
                    <a:pt x="3439390" y="1430742"/>
                  </a:lnTo>
                  <a:lnTo>
                    <a:pt x="3438730" y="1430742"/>
                  </a:lnTo>
                  <a:lnTo>
                    <a:pt x="3438069" y="1430742"/>
                  </a:lnTo>
                  <a:lnTo>
                    <a:pt x="3437409" y="1430742"/>
                  </a:lnTo>
                  <a:lnTo>
                    <a:pt x="3436748" y="1430742"/>
                  </a:lnTo>
                  <a:lnTo>
                    <a:pt x="3436088" y="1430742"/>
                  </a:lnTo>
                  <a:lnTo>
                    <a:pt x="3435427" y="1430742"/>
                  </a:lnTo>
                  <a:lnTo>
                    <a:pt x="3434766" y="1430742"/>
                  </a:lnTo>
                  <a:lnTo>
                    <a:pt x="3434106" y="1430742"/>
                  </a:lnTo>
                  <a:lnTo>
                    <a:pt x="3433445" y="1430742"/>
                  </a:lnTo>
                  <a:lnTo>
                    <a:pt x="3432785" y="1430742"/>
                  </a:lnTo>
                  <a:lnTo>
                    <a:pt x="3432124" y="1430742"/>
                  </a:lnTo>
                  <a:lnTo>
                    <a:pt x="3431464" y="1430742"/>
                  </a:lnTo>
                  <a:lnTo>
                    <a:pt x="3430803" y="1430742"/>
                  </a:lnTo>
                  <a:lnTo>
                    <a:pt x="3430143" y="1430742"/>
                  </a:lnTo>
                  <a:lnTo>
                    <a:pt x="3429482" y="1430742"/>
                  </a:lnTo>
                  <a:lnTo>
                    <a:pt x="3428822" y="1430742"/>
                  </a:lnTo>
                  <a:lnTo>
                    <a:pt x="3428161" y="1430742"/>
                  </a:lnTo>
                  <a:lnTo>
                    <a:pt x="3427501" y="1430742"/>
                  </a:lnTo>
                  <a:lnTo>
                    <a:pt x="3426840" y="1430742"/>
                  </a:lnTo>
                  <a:lnTo>
                    <a:pt x="3426180" y="1430742"/>
                  </a:lnTo>
                  <a:lnTo>
                    <a:pt x="3425519" y="1430742"/>
                  </a:lnTo>
                  <a:lnTo>
                    <a:pt x="3424858" y="1430742"/>
                  </a:lnTo>
                  <a:lnTo>
                    <a:pt x="3424198" y="1430742"/>
                  </a:lnTo>
                  <a:lnTo>
                    <a:pt x="3423537" y="1430742"/>
                  </a:lnTo>
                  <a:lnTo>
                    <a:pt x="3422877" y="1430742"/>
                  </a:lnTo>
                  <a:lnTo>
                    <a:pt x="3422216" y="1430742"/>
                  </a:lnTo>
                  <a:lnTo>
                    <a:pt x="3421556" y="1430742"/>
                  </a:lnTo>
                  <a:lnTo>
                    <a:pt x="3420895" y="1430742"/>
                  </a:lnTo>
                  <a:lnTo>
                    <a:pt x="3420235" y="1430742"/>
                  </a:lnTo>
                  <a:lnTo>
                    <a:pt x="3419574" y="1430742"/>
                  </a:lnTo>
                  <a:lnTo>
                    <a:pt x="3418914" y="1430742"/>
                  </a:lnTo>
                  <a:lnTo>
                    <a:pt x="3418253" y="1430742"/>
                  </a:lnTo>
                  <a:lnTo>
                    <a:pt x="3417593" y="1430742"/>
                  </a:lnTo>
                  <a:lnTo>
                    <a:pt x="3416932" y="1430742"/>
                  </a:lnTo>
                  <a:lnTo>
                    <a:pt x="3416272" y="1430742"/>
                  </a:lnTo>
                  <a:lnTo>
                    <a:pt x="3415611" y="1430742"/>
                  </a:lnTo>
                  <a:lnTo>
                    <a:pt x="3414950" y="1430742"/>
                  </a:lnTo>
                  <a:lnTo>
                    <a:pt x="3414290" y="1430742"/>
                  </a:lnTo>
                  <a:lnTo>
                    <a:pt x="3413629" y="1430742"/>
                  </a:lnTo>
                  <a:lnTo>
                    <a:pt x="3412969" y="1430742"/>
                  </a:lnTo>
                  <a:lnTo>
                    <a:pt x="3412308" y="1430742"/>
                  </a:lnTo>
                  <a:lnTo>
                    <a:pt x="3411648" y="1430742"/>
                  </a:lnTo>
                  <a:lnTo>
                    <a:pt x="3410987" y="1430742"/>
                  </a:lnTo>
                  <a:lnTo>
                    <a:pt x="3410327" y="1430742"/>
                  </a:lnTo>
                  <a:lnTo>
                    <a:pt x="3409666" y="1430742"/>
                  </a:lnTo>
                  <a:lnTo>
                    <a:pt x="3409006" y="1430742"/>
                  </a:lnTo>
                  <a:lnTo>
                    <a:pt x="3408345" y="1430742"/>
                  </a:lnTo>
                  <a:lnTo>
                    <a:pt x="3407685" y="1430742"/>
                  </a:lnTo>
                  <a:lnTo>
                    <a:pt x="3407024" y="1430742"/>
                  </a:lnTo>
                  <a:lnTo>
                    <a:pt x="3406364" y="1430742"/>
                  </a:lnTo>
                  <a:lnTo>
                    <a:pt x="3405703" y="1430742"/>
                  </a:lnTo>
                  <a:lnTo>
                    <a:pt x="3405043" y="1430742"/>
                  </a:lnTo>
                  <a:lnTo>
                    <a:pt x="3404382" y="1430742"/>
                  </a:lnTo>
                  <a:lnTo>
                    <a:pt x="3403721" y="1430742"/>
                  </a:lnTo>
                  <a:lnTo>
                    <a:pt x="3403061" y="1430742"/>
                  </a:lnTo>
                  <a:lnTo>
                    <a:pt x="3402400" y="1430742"/>
                  </a:lnTo>
                  <a:lnTo>
                    <a:pt x="3401740" y="1430742"/>
                  </a:lnTo>
                  <a:lnTo>
                    <a:pt x="3401079" y="1430742"/>
                  </a:lnTo>
                  <a:lnTo>
                    <a:pt x="3400419" y="1430742"/>
                  </a:lnTo>
                  <a:lnTo>
                    <a:pt x="3399758" y="1430742"/>
                  </a:lnTo>
                  <a:lnTo>
                    <a:pt x="3399098" y="1430742"/>
                  </a:lnTo>
                  <a:lnTo>
                    <a:pt x="3398437" y="1430742"/>
                  </a:lnTo>
                  <a:lnTo>
                    <a:pt x="3397777" y="1430742"/>
                  </a:lnTo>
                  <a:lnTo>
                    <a:pt x="3397116" y="1430742"/>
                  </a:lnTo>
                  <a:lnTo>
                    <a:pt x="3396456" y="1430742"/>
                  </a:lnTo>
                  <a:lnTo>
                    <a:pt x="3395795" y="1430742"/>
                  </a:lnTo>
                  <a:lnTo>
                    <a:pt x="3395135" y="1430742"/>
                  </a:lnTo>
                  <a:lnTo>
                    <a:pt x="3394474" y="1430742"/>
                  </a:lnTo>
                  <a:lnTo>
                    <a:pt x="3393813" y="1430742"/>
                  </a:lnTo>
                  <a:lnTo>
                    <a:pt x="3393153" y="1430742"/>
                  </a:lnTo>
                  <a:lnTo>
                    <a:pt x="3392492" y="1430742"/>
                  </a:lnTo>
                  <a:lnTo>
                    <a:pt x="3391832" y="1430742"/>
                  </a:lnTo>
                  <a:lnTo>
                    <a:pt x="3391171" y="1430742"/>
                  </a:lnTo>
                  <a:lnTo>
                    <a:pt x="3390511" y="1430742"/>
                  </a:lnTo>
                  <a:lnTo>
                    <a:pt x="3389850" y="1430742"/>
                  </a:lnTo>
                  <a:lnTo>
                    <a:pt x="3389190" y="1430742"/>
                  </a:lnTo>
                  <a:lnTo>
                    <a:pt x="3388529" y="1430742"/>
                  </a:lnTo>
                  <a:lnTo>
                    <a:pt x="3387869" y="1430742"/>
                  </a:lnTo>
                  <a:lnTo>
                    <a:pt x="3387208" y="1430742"/>
                  </a:lnTo>
                  <a:lnTo>
                    <a:pt x="3386548" y="1430742"/>
                  </a:lnTo>
                  <a:lnTo>
                    <a:pt x="3385887" y="1430742"/>
                  </a:lnTo>
                  <a:lnTo>
                    <a:pt x="3385227" y="1430742"/>
                  </a:lnTo>
                  <a:lnTo>
                    <a:pt x="3384566" y="1430742"/>
                  </a:lnTo>
                  <a:lnTo>
                    <a:pt x="3383905" y="1430742"/>
                  </a:lnTo>
                  <a:lnTo>
                    <a:pt x="3383245" y="1430742"/>
                  </a:lnTo>
                  <a:lnTo>
                    <a:pt x="3382584" y="1430742"/>
                  </a:lnTo>
                  <a:lnTo>
                    <a:pt x="3381924" y="1430742"/>
                  </a:lnTo>
                  <a:lnTo>
                    <a:pt x="3381263" y="1430742"/>
                  </a:lnTo>
                  <a:lnTo>
                    <a:pt x="3380603" y="1430742"/>
                  </a:lnTo>
                  <a:lnTo>
                    <a:pt x="3379942" y="1430742"/>
                  </a:lnTo>
                  <a:lnTo>
                    <a:pt x="3379282" y="1430742"/>
                  </a:lnTo>
                  <a:lnTo>
                    <a:pt x="3378621" y="1430742"/>
                  </a:lnTo>
                  <a:lnTo>
                    <a:pt x="3377961" y="1430742"/>
                  </a:lnTo>
                  <a:lnTo>
                    <a:pt x="3377300" y="1430742"/>
                  </a:lnTo>
                  <a:lnTo>
                    <a:pt x="3376640" y="1430742"/>
                  </a:lnTo>
                  <a:lnTo>
                    <a:pt x="3375979" y="1430742"/>
                  </a:lnTo>
                  <a:lnTo>
                    <a:pt x="3375319" y="1430742"/>
                  </a:lnTo>
                  <a:lnTo>
                    <a:pt x="3374658" y="1430742"/>
                  </a:lnTo>
                  <a:lnTo>
                    <a:pt x="3373997" y="1430742"/>
                  </a:lnTo>
                  <a:lnTo>
                    <a:pt x="3373337" y="1430742"/>
                  </a:lnTo>
                  <a:lnTo>
                    <a:pt x="3372676" y="1430742"/>
                  </a:lnTo>
                  <a:lnTo>
                    <a:pt x="3372016" y="1430742"/>
                  </a:lnTo>
                  <a:lnTo>
                    <a:pt x="3371355" y="1430742"/>
                  </a:lnTo>
                  <a:lnTo>
                    <a:pt x="3370695" y="1430742"/>
                  </a:lnTo>
                  <a:lnTo>
                    <a:pt x="3370034" y="1430742"/>
                  </a:lnTo>
                  <a:lnTo>
                    <a:pt x="3369374" y="1430742"/>
                  </a:lnTo>
                  <a:lnTo>
                    <a:pt x="3368713" y="1430742"/>
                  </a:lnTo>
                  <a:lnTo>
                    <a:pt x="3368053" y="1430742"/>
                  </a:lnTo>
                  <a:lnTo>
                    <a:pt x="3367392" y="1430742"/>
                  </a:lnTo>
                  <a:lnTo>
                    <a:pt x="3366732" y="1430742"/>
                  </a:lnTo>
                  <a:lnTo>
                    <a:pt x="3366071" y="1430742"/>
                  </a:lnTo>
                  <a:lnTo>
                    <a:pt x="3365411" y="1430742"/>
                  </a:lnTo>
                  <a:lnTo>
                    <a:pt x="3364750" y="1430742"/>
                  </a:lnTo>
                  <a:lnTo>
                    <a:pt x="3364090" y="1430742"/>
                  </a:lnTo>
                  <a:lnTo>
                    <a:pt x="3363429" y="1430742"/>
                  </a:lnTo>
                  <a:lnTo>
                    <a:pt x="3362768" y="1430742"/>
                  </a:lnTo>
                  <a:lnTo>
                    <a:pt x="3362108" y="1430742"/>
                  </a:lnTo>
                  <a:lnTo>
                    <a:pt x="3361447" y="1430742"/>
                  </a:lnTo>
                  <a:lnTo>
                    <a:pt x="3360787" y="1430742"/>
                  </a:lnTo>
                  <a:lnTo>
                    <a:pt x="3360126" y="1430742"/>
                  </a:lnTo>
                  <a:lnTo>
                    <a:pt x="3359466" y="1430742"/>
                  </a:lnTo>
                  <a:lnTo>
                    <a:pt x="3358805" y="1430742"/>
                  </a:lnTo>
                  <a:lnTo>
                    <a:pt x="3358145" y="1430742"/>
                  </a:lnTo>
                  <a:lnTo>
                    <a:pt x="3357484" y="1430742"/>
                  </a:lnTo>
                  <a:lnTo>
                    <a:pt x="3356824" y="1430742"/>
                  </a:lnTo>
                  <a:lnTo>
                    <a:pt x="3356163" y="1430742"/>
                  </a:lnTo>
                  <a:lnTo>
                    <a:pt x="3355503" y="1430742"/>
                  </a:lnTo>
                  <a:lnTo>
                    <a:pt x="3354842" y="1430742"/>
                  </a:lnTo>
                  <a:lnTo>
                    <a:pt x="3354182" y="1430742"/>
                  </a:lnTo>
                  <a:lnTo>
                    <a:pt x="3353521" y="1430742"/>
                  </a:lnTo>
                  <a:lnTo>
                    <a:pt x="3352860" y="1430742"/>
                  </a:lnTo>
                  <a:lnTo>
                    <a:pt x="3352200" y="1430742"/>
                  </a:lnTo>
                  <a:lnTo>
                    <a:pt x="3351539" y="1430742"/>
                  </a:lnTo>
                  <a:lnTo>
                    <a:pt x="3350879" y="1430742"/>
                  </a:lnTo>
                  <a:lnTo>
                    <a:pt x="3350218" y="1430742"/>
                  </a:lnTo>
                  <a:lnTo>
                    <a:pt x="3349558" y="1430742"/>
                  </a:lnTo>
                  <a:lnTo>
                    <a:pt x="3348897" y="1430742"/>
                  </a:lnTo>
                  <a:lnTo>
                    <a:pt x="3348237" y="1430742"/>
                  </a:lnTo>
                  <a:lnTo>
                    <a:pt x="3347576" y="1430742"/>
                  </a:lnTo>
                  <a:lnTo>
                    <a:pt x="3346916" y="1430742"/>
                  </a:lnTo>
                  <a:lnTo>
                    <a:pt x="3346255" y="1430742"/>
                  </a:lnTo>
                  <a:lnTo>
                    <a:pt x="3345595" y="1430742"/>
                  </a:lnTo>
                  <a:lnTo>
                    <a:pt x="3344934" y="1430742"/>
                  </a:lnTo>
                  <a:lnTo>
                    <a:pt x="3344274" y="1430742"/>
                  </a:lnTo>
                  <a:lnTo>
                    <a:pt x="3343613" y="1430742"/>
                  </a:lnTo>
                  <a:lnTo>
                    <a:pt x="3342952" y="1430742"/>
                  </a:lnTo>
                  <a:lnTo>
                    <a:pt x="3342292" y="1430742"/>
                  </a:lnTo>
                  <a:lnTo>
                    <a:pt x="3341631" y="1430742"/>
                  </a:lnTo>
                  <a:lnTo>
                    <a:pt x="3340971" y="1430742"/>
                  </a:lnTo>
                  <a:lnTo>
                    <a:pt x="3340310" y="1430742"/>
                  </a:lnTo>
                  <a:lnTo>
                    <a:pt x="3339650" y="1430742"/>
                  </a:lnTo>
                  <a:lnTo>
                    <a:pt x="3338989" y="1430742"/>
                  </a:lnTo>
                  <a:lnTo>
                    <a:pt x="3338329" y="1430742"/>
                  </a:lnTo>
                  <a:lnTo>
                    <a:pt x="3337668" y="1430742"/>
                  </a:lnTo>
                  <a:lnTo>
                    <a:pt x="3337008" y="1430742"/>
                  </a:lnTo>
                  <a:lnTo>
                    <a:pt x="3336347" y="1430742"/>
                  </a:lnTo>
                  <a:lnTo>
                    <a:pt x="3335687" y="1430742"/>
                  </a:lnTo>
                  <a:lnTo>
                    <a:pt x="3335026" y="1430742"/>
                  </a:lnTo>
                  <a:lnTo>
                    <a:pt x="3334366" y="1430742"/>
                  </a:lnTo>
                  <a:lnTo>
                    <a:pt x="3333705" y="1430742"/>
                  </a:lnTo>
                  <a:lnTo>
                    <a:pt x="3333045" y="1430742"/>
                  </a:lnTo>
                  <a:lnTo>
                    <a:pt x="3332384" y="1430742"/>
                  </a:lnTo>
                  <a:lnTo>
                    <a:pt x="3331723" y="1430742"/>
                  </a:lnTo>
                  <a:lnTo>
                    <a:pt x="3331063" y="1430742"/>
                  </a:lnTo>
                  <a:lnTo>
                    <a:pt x="3330402" y="1430742"/>
                  </a:lnTo>
                  <a:lnTo>
                    <a:pt x="3329742" y="1430742"/>
                  </a:lnTo>
                  <a:lnTo>
                    <a:pt x="3329081" y="1430742"/>
                  </a:lnTo>
                  <a:lnTo>
                    <a:pt x="3328421" y="1430742"/>
                  </a:lnTo>
                  <a:lnTo>
                    <a:pt x="3327760" y="1430742"/>
                  </a:lnTo>
                  <a:lnTo>
                    <a:pt x="3327100" y="1430742"/>
                  </a:lnTo>
                  <a:lnTo>
                    <a:pt x="3326439" y="1430742"/>
                  </a:lnTo>
                  <a:lnTo>
                    <a:pt x="3325779" y="1430742"/>
                  </a:lnTo>
                  <a:lnTo>
                    <a:pt x="3325118" y="1430742"/>
                  </a:lnTo>
                  <a:lnTo>
                    <a:pt x="3324458" y="1430742"/>
                  </a:lnTo>
                  <a:lnTo>
                    <a:pt x="3323797" y="1430742"/>
                  </a:lnTo>
                  <a:lnTo>
                    <a:pt x="3323137" y="1430742"/>
                  </a:lnTo>
                  <a:lnTo>
                    <a:pt x="3322476" y="1430742"/>
                  </a:lnTo>
                  <a:lnTo>
                    <a:pt x="3321815" y="1430742"/>
                  </a:lnTo>
                  <a:lnTo>
                    <a:pt x="3321155" y="1430742"/>
                  </a:lnTo>
                  <a:lnTo>
                    <a:pt x="3320494" y="1430742"/>
                  </a:lnTo>
                  <a:lnTo>
                    <a:pt x="3319834" y="1430742"/>
                  </a:lnTo>
                  <a:lnTo>
                    <a:pt x="3319173" y="1430742"/>
                  </a:lnTo>
                  <a:lnTo>
                    <a:pt x="3318513" y="1430742"/>
                  </a:lnTo>
                  <a:lnTo>
                    <a:pt x="3317852" y="1430742"/>
                  </a:lnTo>
                  <a:lnTo>
                    <a:pt x="3317192" y="1430742"/>
                  </a:lnTo>
                  <a:lnTo>
                    <a:pt x="3316531" y="1430742"/>
                  </a:lnTo>
                  <a:lnTo>
                    <a:pt x="3315871" y="1430742"/>
                  </a:lnTo>
                  <a:lnTo>
                    <a:pt x="3315210" y="1430742"/>
                  </a:lnTo>
                  <a:lnTo>
                    <a:pt x="3314550" y="1430742"/>
                  </a:lnTo>
                  <a:lnTo>
                    <a:pt x="3313889" y="1430742"/>
                  </a:lnTo>
                  <a:lnTo>
                    <a:pt x="3313229" y="1430742"/>
                  </a:lnTo>
                  <a:lnTo>
                    <a:pt x="3312568" y="1430742"/>
                  </a:lnTo>
                  <a:lnTo>
                    <a:pt x="3311907" y="1430742"/>
                  </a:lnTo>
                  <a:lnTo>
                    <a:pt x="3311247" y="1430742"/>
                  </a:lnTo>
                  <a:lnTo>
                    <a:pt x="3310586" y="1430742"/>
                  </a:lnTo>
                  <a:lnTo>
                    <a:pt x="3309926" y="1430742"/>
                  </a:lnTo>
                  <a:lnTo>
                    <a:pt x="3309265" y="1430742"/>
                  </a:lnTo>
                  <a:lnTo>
                    <a:pt x="3308605" y="1430742"/>
                  </a:lnTo>
                  <a:lnTo>
                    <a:pt x="3307944" y="1430742"/>
                  </a:lnTo>
                  <a:lnTo>
                    <a:pt x="3307284" y="1430742"/>
                  </a:lnTo>
                  <a:lnTo>
                    <a:pt x="3306623" y="1430742"/>
                  </a:lnTo>
                  <a:lnTo>
                    <a:pt x="3305963" y="1430742"/>
                  </a:lnTo>
                  <a:lnTo>
                    <a:pt x="3305302" y="1430742"/>
                  </a:lnTo>
                  <a:lnTo>
                    <a:pt x="3304642" y="1430742"/>
                  </a:lnTo>
                  <a:lnTo>
                    <a:pt x="3303981" y="1430742"/>
                  </a:lnTo>
                  <a:lnTo>
                    <a:pt x="3303321" y="1430742"/>
                  </a:lnTo>
                  <a:lnTo>
                    <a:pt x="3302660" y="1430742"/>
                  </a:lnTo>
                  <a:lnTo>
                    <a:pt x="3301999" y="1430742"/>
                  </a:lnTo>
                  <a:lnTo>
                    <a:pt x="3301339" y="1430742"/>
                  </a:lnTo>
                  <a:lnTo>
                    <a:pt x="3300678" y="1430742"/>
                  </a:lnTo>
                  <a:lnTo>
                    <a:pt x="3300018" y="1430742"/>
                  </a:lnTo>
                  <a:lnTo>
                    <a:pt x="3299357" y="1430742"/>
                  </a:lnTo>
                  <a:lnTo>
                    <a:pt x="3298697" y="1430742"/>
                  </a:lnTo>
                  <a:lnTo>
                    <a:pt x="3298036" y="1430742"/>
                  </a:lnTo>
                  <a:lnTo>
                    <a:pt x="3297376" y="1430742"/>
                  </a:lnTo>
                  <a:lnTo>
                    <a:pt x="3296715" y="1430742"/>
                  </a:lnTo>
                  <a:lnTo>
                    <a:pt x="3296055" y="1430742"/>
                  </a:lnTo>
                  <a:lnTo>
                    <a:pt x="3295394" y="1430742"/>
                  </a:lnTo>
                  <a:lnTo>
                    <a:pt x="3294734" y="1430742"/>
                  </a:lnTo>
                  <a:lnTo>
                    <a:pt x="3294073" y="1430742"/>
                  </a:lnTo>
                  <a:lnTo>
                    <a:pt x="3293413" y="1430742"/>
                  </a:lnTo>
                  <a:lnTo>
                    <a:pt x="3292752" y="1430742"/>
                  </a:lnTo>
                  <a:lnTo>
                    <a:pt x="3292092" y="1430742"/>
                  </a:lnTo>
                  <a:lnTo>
                    <a:pt x="3291431" y="1430742"/>
                  </a:lnTo>
                  <a:lnTo>
                    <a:pt x="3290770" y="1430742"/>
                  </a:lnTo>
                  <a:lnTo>
                    <a:pt x="3290110" y="1430742"/>
                  </a:lnTo>
                  <a:lnTo>
                    <a:pt x="3289449" y="1430742"/>
                  </a:lnTo>
                  <a:lnTo>
                    <a:pt x="3288789" y="1430742"/>
                  </a:lnTo>
                  <a:lnTo>
                    <a:pt x="3288128" y="1430742"/>
                  </a:lnTo>
                  <a:lnTo>
                    <a:pt x="3287468" y="1430742"/>
                  </a:lnTo>
                  <a:lnTo>
                    <a:pt x="3286807" y="1430742"/>
                  </a:lnTo>
                  <a:lnTo>
                    <a:pt x="3286147" y="1430742"/>
                  </a:lnTo>
                  <a:lnTo>
                    <a:pt x="3285486" y="1430742"/>
                  </a:lnTo>
                  <a:lnTo>
                    <a:pt x="3284826" y="1430742"/>
                  </a:lnTo>
                  <a:lnTo>
                    <a:pt x="3284165" y="1430742"/>
                  </a:lnTo>
                  <a:lnTo>
                    <a:pt x="3283505" y="1430742"/>
                  </a:lnTo>
                  <a:lnTo>
                    <a:pt x="3282844" y="1430742"/>
                  </a:lnTo>
                  <a:lnTo>
                    <a:pt x="3282184" y="1430742"/>
                  </a:lnTo>
                  <a:lnTo>
                    <a:pt x="3281523" y="1430742"/>
                  </a:lnTo>
                  <a:lnTo>
                    <a:pt x="3280862" y="1430742"/>
                  </a:lnTo>
                  <a:lnTo>
                    <a:pt x="3280202" y="1430742"/>
                  </a:lnTo>
                  <a:lnTo>
                    <a:pt x="3279541" y="1430742"/>
                  </a:lnTo>
                  <a:lnTo>
                    <a:pt x="3278881" y="1430742"/>
                  </a:lnTo>
                  <a:lnTo>
                    <a:pt x="3278220" y="1430742"/>
                  </a:lnTo>
                  <a:lnTo>
                    <a:pt x="3277560" y="1430742"/>
                  </a:lnTo>
                  <a:lnTo>
                    <a:pt x="3276899" y="1430742"/>
                  </a:lnTo>
                  <a:lnTo>
                    <a:pt x="3276239" y="1430742"/>
                  </a:lnTo>
                  <a:lnTo>
                    <a:pt x="3275578" y="1430742"/>
                  </a:lnTo>
                  <a:lnTo>
                    <a:pt x="3274918" y="1430742"/>
                  </a:lnTo>
                  <a:lnTo>
                    <a:pt x="3274257" y="1430742"/>
                  </a:lnTo>
                  <a:lnTo>
                    <a:pt x="3273597" y="1430742"/>
                  </a:lnTo>
                  <a:lnTo>
                    <a:pt x="3272936" y="1430742"/>
                  </a:lnTo>
                  <a:lnTo>
                    <a:pt x="3272276" y="1430742"/>
                  </a:lnTo>
                  <a:lnTo>
                    <a:pt x="3271615" y="1430742"/>
                  </a:lnTo>
                  <a:lnTo>
                    <a:pt x="3270954" y="1430742"/>
                  </a:lnTo>
                  <a:lnTo>
                    <a:pt x="3270294" y="1430742"/>
                  </a:lnTo>
                  <a:lnTo>
                    <a:pt x="3269633" y="1430742"/>
                  </a:lnTo>
                  <a:lnTo>
                    <a:pt x="3268973" y="1430742"/>
                  </a:lnTo>
                  <a:lnTo>
                    <a:pt x="3268312" y="1430742"/>
                  </a:lnTo>
                  <a:lnTo>
                    <a:pt x="3267652" y="1430742"/>
                  </a:lnTo>
                  <a:lnTo>
                    <a:pt x="3266991" y="1430742"/>
                  </a:lnTo>
                  <a:lnTo>
                    <a:pt x="3266331" y="1430742"/>
                  </a:lnTo>
                  <a:lnTo>
                    <a:pt x="3265670" y="1430742"/>
                  </a:lnTo>
                  <a:lnTo>
                    <a:pt x="3265010" y="1430742"/>
                  </a:lnTo>
                  <a:lnTo>
                    <a:pt x="3264349" y="1430742"/>
                  </a:lnTo>
                  <a:lnTo>
                    <a:pt x="3263689" y="1430742"/>
                  </a:lnTo>
                  <a:lnTo>
                    <a:pt x="3263028" y="1430742"/>
                  </a:lnTo>
                  <a:lnTo>
                    <a:pt x="3262368" y="1430742"/>
                  </a:lnTo>
                  <a:lnTo>
                    <a:pt x="3261707" y="1430742"/>
                  </a:lnTo>
                  <a:lnTo>
                    <a:pt x="3261047" y="1430742"/>
                  </a:lnTo>
                  <a:lnTo>
                    <a:pt x="3260386" y="1430742"/>
                  </a:lnTo>
                  <a:lnTo>
                    <a:pt x="3259725" y="1430742"/>
                  </a:lnTo>
                  <a:lnTo>
                    <a:pt x="3259065" y="1430742"/>
                  </a:lnTo>
                  <a:lnTo>
                    <a:pt x="3258404" y="1430742"/>
                  </a:lnTo>
                  <a:lnTo>
                    <a:pt x="3257744" y="1430742"/>
                  </a:lnTo>
                  <a:lnTo>
                    <a:pt x="3257083" y="1430742"/>
                  </a:lnTo>
                  <a:lnTo>
                    <a:pt x="3256423" y="1430742"/>
                  </a:lnTo>
                  <a:lnTo>
                    <a:pt x="3255762" y="1430742"/>
                  </a:lnTo>
                  <a:lnTo>
                    <a:pt x="3255102" y="1430742"/>
                  </a:lnTo>
                  <a:lnTo>
                    <a:pt x="3254441" y="1430742"/>
                  </a:lnTo>
                  <a:lnTo>
                    <a:pt x="3253781" y="1430742"/>
                  </a:lnTo>
                  <a:lnTo>
                    <a:pt x="3253120" y="1430742"/>
                  </a:lnTo>
                  <a:lnTo>
                    <a:pt x="3252460" y="1430742"/>
                  </a:lnTo>
                  <a:lnTo>
                    <a:pt x="3251799" y="1430742"/>
                  </a:lnTo>
                  <a:lnTo>
                    <a:pt x="3251139" y="1430742"/>
                  </a:lnTo>
                  <a:lnTo>
                    <a:pt x="3250478" y="1430742"/>
                  </a:lnTo>
                  <a:lnTo>
                    <a:pt x="3249817" y="1430742"/>
                  </a:lnTo>
                  <a:lnTo>
                    <a:pt x="3249157" y="1430742"/>
                  </a:lnTo>
                  <a:lnTo>
                    <a:pt x="3248496" y="1430742"/>
                  </a:lnTo>
                  <a:lnTo>
                    <a:pt x="3247836" y="1430742"/>
                  </a:lnTo>
                  <a:lnTo>
                    <a:pt x="3247175" y="1430742"/>
                  </a:lnTo>
                  <a:lnTo>
                    <a:pt x="3246515" y="1430742"/>
                  </a:lnTo>
                  <a:lnTo>
                    <a:pt x="3245854" y="1430742"/>
                  </a:lnTo>
                  <a:lnTo>
                    <a:pt x="3245194" y="1430742"/>
                  </a:lnTo>
                  <a:lnTo>
                    <a:pt x="3244533" y="1430742"/>
                  </a:lnTo>
                  <a:lnTo>
                    <a:pt x="3243873" y="1430742"/>
                  </a:lnTo>
                  <a:lnTo>
                    <a:pt x="3243212" y="1430742"/>
                  </a:lnTo>
                  <a:lnTo>
                    <a:pt x="3242552" y="1430742"/>
                  </a:lnTo>
                  <a:lnTo>
                    <a:pt x="3241891" y="1430742"/>
                  </a:lnTo>
                  <a:lnTo>
                    <a:pt x="3241231" y="1430742"/>
                  </a:lnTo>
                  <a:lnTo>
                    <a:pt x="3240570" y="1430742"/>
                  </a:lnTo>
                  <a:lnTo>
                    <a:pt x="3239909" y="1430742"/>
                  </a:lnTo>
                  <a:lnTo>
                    <a:pt x="3239249" y="1430742"/>
                  </a:lnTo>
                  <a:lnTo>
                    <a:pt x="3238588" y="1430742"/>
                  </a:lnTo>
                  <a:lnTo>
                    <a:pt x="3237928" y="1430742"/>
                  </a:lnTo>
                  <a:lnTo>
                    <a:pt x="3237267" y="1430742"/>
                  </a:lnTo>
                  <a:lnTo>
                    <a:pt x="3236607" y="1430742"/>
                  </a:lnTo>
                  <a:lnTo>
                    <a:pt x="3235946" y="1430742"/>
                  </a:lnTo>
                  <a:lnTo>
                    <a:pt x="3235286" y="1430742"/>
                  </a:lnTo>
                  <a:lnTo>
                    <a:pt x="3234625" y="1430742"/>
                  </a:lnTo>
                  <a:lnTo>
                    <a:pt x="3233965" y="1430742"/>
                  </a:lnTo>
                  <a:lnTo>
                    <a:pt x="3233304" y="1430742"/>
                  </a:lnTo>
                  <a:lnTo>
                    <a:pt x="3232644" y="1430742"/>
                  </a:lnTo>
                  <a:lnTo>
                    <a:pt x="3231983" y="1430742"/>
                  </a:lnTo>
                  <a:lnTo>
                    <a:pt x="3231323" y="1430742"/>
                  </a:lnTo>
                  <a:lnTo>
                    <a:pt x="3230662" y="1430742"/>
                  </a:lnTo>
                  <a:lnTo>
                    <a:pt x="3230002" y="1430742"/>
                  </a:lnTo>
                  <a:lnTo>
                    <a:pt x="3229341" y="1430742"/>
                  </a:lnTo>
                  <a:lnTo>
                    <a:pt x="3228680" y="1430742"/>
                  </a:lnTo>
                  <a:lnTo>
                    <a:pt x="3228020" y="1430742"/>
                  </a:lnTo>
                  <a:lnTo>
                    <a:pt x="3227359" y="1430742"/>
                  </a:lnTo>
                  <a:lnTo>
                    <a:pt x="3226699" y="1430742"/>
                  </a:lnTo>
                  <a:lnTo>
                    <a:pt x="3226038" y="1430742"/>
                  </a:lnTo>
                  <a:lnTo>
                    <a:pt x="3225378" y="1430742"/>
                  </a:lnTo>
                  <a:lnTo>
                    <a:pt x="3224717" y="1430742"/>
                  </a:lnTo>
                  <a:lnTo>
                    <a:pt x="3224057" y="1430742"/>
                  </a:lnTo>
                  <a:lnTo>
                    <a:pt x="3223396" y="1430742"/>
                  </a:lnTo>
                  <a:lnTo>
                    <a:pt x="3222736" y="1430742"/>
                  </a:lnTo>
                  <a:lnTo>
                    <a:pt x="3222075" y="1430742"/>
                  </a:lnTo>
                  <a:lnTo>
                    <a:pt x="3221415" y="1430742"/>
                  </a:lnTo>
                  <a:lnTo>
                    <a:pt x="3220754" y="1430742"/>
                  </a:lnTo>
                  <a:lnTo>
                    <a:pt x="3220094" y="1430742"/>
                  </a:lnTo>
                  <a:lnTo>
                    <a:pt x="3219433" y="1430742"/>
                  </a:lnTo>
                  <a:lnTo>
                    <a:pt x="3218772" y="1430742"/>
                  </a:lnTo>
                  <a:lnTo>
                    <a:pt x="3218112" y="1430742"/>
                  </a:lnTo>
                  <a:lnTo>
                    <a:pt x="3217451" y="1430742"/>
                  </a:lnTo>
                  <a:lnTo>
                    <a:pt x="3216791" y="1430742"/>
                  </a:lnTo>
                  <a:lnTo>
                    <a:pt x="3216130" y="1430742"/>
                  </a:lnTo>
                  <a:lnTo>
                    <a:pt x="3215470" y="1430742"/>
                  </a:lnTo>
                  <a:lnTo>
                    <a:pt x="3214809" y="1430742"/>
                  </a:lnTo>
                  <a:lnTo>
                    <a:pt x="3214149" y="1430742"/>
                  </a:lnTo>
                  <a:lnTo>
                    <a:pt x="3213488" y="1430742"/>
                  </a:lnTo>
                  <a:lnTo>
                    <a:pt x="3212828" y="1430742"/>
                  </a:lnTo>
                  <a:lnTo>
                    <a:pt x="3212167" y="1430742"/>
                  </a:lnTo>
                  <a:lnTo>
                    <a:pt x="3211507" y="1430742"/>
                  </a:lnTo>
                  <a:lnTo>
                    <a:pt x="3210846" y="1430742"/>
                  </a:lnTo>
                  <a:lnTo>
                    <a:pt x="3210186" y="1430742"/>
                  </a:lnTo>
                  <a:lnTo>
                    <a:pt x="3209525" y="1430742"/>
                  </a:lnTo>
                  <a:lnTo>
                    <a:pt x="3208864" y="1430742"/>
                  </a:lnTo>
                  <a:lnTo>
                    <a:pt x="3208204" y="1430742"/>
                  </a:lnTo>
                  <a:lnTo>
                    <a:pt x="3207543" y="1430742"/>
                  </a:lnTo>
                  <a:lnTo>
                    <a:pt x="3206883" y="1430742"/>
                  </a:lnTo>
                  <a:lnTo>
                    <a:pt x="3206222" y="1430742"/>
                  </a:lnTo>
                  <a:lnTo>
                    <a:pt x="3205562" y="1430742"/>
                  </a:lnTo>
                  <a:lnTo>
                    <a:pt x="3204901" y="1430742"/>
                  </a:lnTo>
                  <a:lnTo>
                    <a:pt x="3204241" y="1430742"/>
                  </a:lnTo>
                  <a:lnTo>
                    <a:pt x="3203580" y="1430742"/>
                  </a:lnTo>
                  <a:lnTo>
                    <a:pt x="3202920" y="1430742"/>
                  </a:lnTo>
                  <a:lnTo>
                    <a:pt x="3202259" y="1430742"/>
                  </a:lnTo>
                  <a:lnTo>
                    <a:pt x="3201599" y="1430742"/>
                  </a:lnTo>
                  <a:lnTo>
                    <a:pt x="3200938" y="1430742"/>
                  </a:lnTo>
                  <a:lnTo>
                    <a:pt x="3200278" y="1430742"/>
                  </a:lnTo>
                  <a:lnTo>
                    <a:pt x="3199617" y="1430742"/>
                  </a:lnTo>
                  <a:lnTo>
                    <a:pt x="3198956" y="1430742"/>
                  </a:lnTo>
                  <a:lnTo>
                    <a:pt x="3198296" y="1430742"/>
                  </a:lnTo>
                  <a:lnTo>
                    <a:pt x="3197635" y="1430742"/>
                  </a:lnTo>
                  <a:lnTo>
                    <a:pt x="3196975" y="1430742"/>
                  </a:lnTo>
                  <a:lnTo>
                    <a:pt x="3196314" y="1430742"/>
                  </a:lnTo>
                  <a:lnTo>
                    <a:pt x="3195654" y="1430742"/>
                  </a:lnTo>
                  <a:lnTo>
                    <a:pt x="3194993" y="1430742"/>
                  </a:lnTo>
                  <a:lnTo>
                    <a:pt x="3194333" y="1430742"/>
                  </a:lnTo>
                  <a:lnTo>
                    <a:pt x="3193672" y="1430742"/>
                  </a:lnTo>
                  <a:lnTo>
                    <a:pt x="3193012" y="1430742"/>
                  </a:lnTo>
                  <a:lnTo>
                    <a:pt x="3192351" y="1430742"/>
                  </a:lnTo>
                  <a:lnTo>
                    <a:pt x="3191691" y="1430742"/>
                  </a:lnTo>
                  <a:lnTo>
                    <a:pt x="3191030" y="1430742"/>
                  </a:lnTo>
                  <a:lnTo>
                    <a:pt x="3190370" y="1430742"/>
                  </a:lnTo>
                  <a:lnTo>
                    <a:pt x="3189709" y="1430742"/>
                  </a:lnTo>
                  <a:lnTo>
                    <a:pt x="3189049" y="1430742"/>
                  </a:lnTo>
                  <a:lnTo>
                    <a:pt x="3188388" y="1430742"/>
                  </a:lnTo>
                  <a:lnTo>
                    <a:pt x="3187727" y="1430742"/>
                  </a:lnTo>
                  <a:lnTo>
                    <a:pt x="3187067" y="1430742"/>
                  </a:lnTo>
                  <a:lnTo>
                    <a:pt x="3186406" y="1430742"/>
                  </a:lnTo>
                  <a:lnTo>
                    <a:pt x="3185746" y="1430742"/>
                  </a:lnTo>
                  <a:lnTo>
                    <a:pt x="3185085" y="1430742"/>
                  </a:lnTo>
                  <a:lnTo>
                    <a:pt x="3184425" y="1430742"/>
                  </a:lnTo>
                  <a:lnTo>
                    <a:pt x="3183764" y="1430742"/>
                  </a:lnTo>
                  <a:lnTo>
                    <a:pt x="3183104" y="1430742"/>
                  </a:lnTo>
                  <a:lnTo>
                    <a:pt x="3182443" y="1430742"/>
                  </a:lnTo>
                  <a:lnTo>
                    <a:pt x="3181783" y="1430742"/>
                  </a:lnTo>
                  <a:lnTo>
                    <a:pt x="3181122" y="1430742"/>
                  </a:lnTo>
                  <a:lnTo>
                    <a:pt x="3180462" y="1430742"/>
                  </a:lnTo>
                  <a:lnTo>
                    <a:pt x="3179801" y="1430742"/>
                  </a:lnTo>
                  <a:lnTo>
                    <a:pt x="3179141" y="1430742"/>
                  </a:lnTo>
                  <a:lnTo>
                    <a:pt x="3178480" y="1430742"/>
                  </a:lnTo>
                  <a:lnTo>
                    <a:pt x="3177819" y="1430742"/>
                  </a:lnTo>
                  <a:lnTo>
                    <a:pt x="3177159" y="1430742"/>
                  </a:lnTo>
                  <a:lnTo>
                    <a:pt x="3176498" y="1430742"/>
                  </a:lnTo>
                  <a:lnTo>
                    <a:pt x="3175838" y="1430742"/>
                  </a:lnTo>
                  <a:lnTo>
                    <a:pt x="3175177" y="1430742"/>
                  </a:lnTo>
                  <a:lnTo>
                    <a:pt x="3174517" y="1430742"/>
                  </a:lnTo>
                  <a:lnTo>
                    <a:pt x="3173856" y="1430742"/>
                  </a:lnTo>
                  <a:lnTo>
                    <a:pt x="3173196" y="1430742"/>
                  </a:lnTo>
                  <a:lnTo>
                    <a:pt x="3172535" y="1430742"/>
                  </a:lnTo>
                  <a:lnTo>
                    <a:pt x="3171875" y="1430742"/>
                  </a:lnTo>
                  <a:lnTo>
                    <a:pt x="3171214" y="1430742"/>
                  </a:lnTo>
                  <a:lnTo>
                    <a:pt x="3170554" y="1430742"/>
                  </a:lnTo>
                  <a:lnTo>
                    <a:pt x="3169893" y="1430742"/>
                  </a:lnTo>
                  <a:lnTo>
                    <a:pt x="3169233" y="1430742"/>
                  </a:lnTo>
                  <a:lnTo>
                    <a:pt x="3168572" y="1430742"/>
                  </a:lnTo>
                  <a:lnTo>
                    <a:pt x="3167911" y="1430742"/>
                  </a:lnTo>
                  <a:lnTo>
                    <a:pt x="3167251" y="1430742"/>
                  </a:lnTo>
                  <a:lnTo>
                    <a:pt x="3166590" y="1430742"/>
                  </a:lnTo>
                  <a:lnTo>
                    <a:pt x="3165930" y="1430742"/>
                  </a:lnTo>
                  <a:lnTo>
                    <a:pt x="3165269" y="1430742"/>
                  </a:lnTo>
                  <a:lnTo>
                    <a:pt x="3164609" y="1430742"/>
                  </a:lnTo>
                  <a:lnTo>
                    <a:pt x="3163948" y="1430742"/>
                  </a:lnTo>
                  <a:lnTo>
                    <a:pt x="3163288" y="1430742"/>
                  </a:lnTo>
                  <a:lnTo>
                    <a:pt x="3162627" y="1430742"/>
                  </a:lnTo>
                  <a:lnTo>
                    <a:pt x="3161967" y="1430742"/>
                  </a:lnTo>
                  <a:lnTo>
                    <a:pt x="3161306" y="1430742"/>
                  </a:lnTo>
                  <a:lnTo>
                    <a:pt x="3160646" y="1430742"/>
                  </a:lnTo>
                  <a:lnTo>
                    <a:pt x="3159985" y="1430742"/>
                  </a:lnTo>
                  <a:lnTo>
                    <a:pt x="3159325" y="1430742"/>
                  </a:lnTo>
                  <a:lnTo>
                    <a:pt x="3158664" y="1430742"/>
                  </a:lnTo>
                  <a:lnTo>
                    <a:pt x="3158004" y="1430742"/>
                  </a:lnTo>
                  <a:lnTo>
                    <a:pt x="3157343" y="1430742"/>
                  </a:lnTo>
                  <a:lnTo>
                    <a:pt x="3156682" y="1430742"/>
                  </a:lnTo>
                  <a:lnTo>
                    <a:pt x="3156022" y="1430742"/>
                  </a:lnTo>
                  <a:lnTo>
                    <a:pt x="3155361" y="1430742"/>
                  </a:lnTo>
                  <a:lnTo>
                    <a:pt x="3154701" y="1430742"/>
                  </a:lnTo>
                  <a:lnTo>
                    <a:pt x="3154040" y="1430742"/>
                  </a:lnTo>
                  <a:lnTo>
                    <a:pt x="3153380" y="1430742"/>
                  </a:lnTo>
                  <a:lnTo>
                    <a:pt x="3152719" y="1430742"/>
                  </a:lnTo>
                  <a:lnTo>
                    <a:pt x="3152059" y="1430742"/>
                  </a:lnTo>
                  <a:lnTo>
                    <a:pt x="3151398" y="1430742"/>
                  </a:lnTo>
                  <a:lnTo>
                    <a:pt x="3150738" y="1430742"/>
                  </a:lnTo>
                  <a:lnTo>
                    <a:pt x="3150077" y="1430742"/>
                  </a:lnTo>
                  <a:lnTo>
                    <a:pt x="3149417" y="1430742"/>
                  </a:lnTo>
                  <a:lnTo>
                    <a:pt x="3148756" y="1430742"/>
                  </a:lnTo>
                  <a:lnTo>
                    <a:pt x="3148096" y="1430742"/>
                  </a:lnTo>
                  <a:lnTo>
                    <a:pt x="3147435" y="1430742"/>
                  </a:lnTo>
                  <a:lnTo>
                    <a:pt x="3146774" y="1430742"/>
                  </a:lnTo>
                  <a:lnTo>
                    <a:pt x="3146114" y="1430742"/>
                  </a:lnTo>
                  <a:lnTo>
                    <a:pt x="3145453" y="1430742"/>
                  </a:lnTo>
                  <a:lnTo>
                    <a:pt x="3144793" y="1430742"/>
                  </a:lnTo>
                  <a:lnTo>
                    <a:pt x="3144132" y="1430742"/>
                  </a:lnTo>
                  <a:lnTo>
                    <a:pt x="3143472" y="1430742"/>
                  </a:lnTo>
                  <a:lnTo>
                    <a:pt x="3142811" y="1430742"/>
                  </a:lnTo>
                  <a:lnTo>
                    <a:pt x="3142151" y="1430742"/>
                  </a:lnTo>
                  <a:lnTo>
                    <a:pt x="3141490" y="1430742"/>
                  </a:lnTo>
                  <a:lnTo>
                    <a:pt x="3140830" y="1430742"/>
                  </a:lnTo>
                  <a:lnTo>
                    <a:pt x="3140169" y="1430742"/>
                  </a:lnTo>
                  <a:lnTo>
                    <a:pt x="3139509" y="1430742"/>
                  </a:lnTo>
                  <a:lnTo>
                    <a:pt x="3138848" y="1430742"/>
                  </a:lnTo>
                  <a:lnTo>
                    <a:pt x="3138188" y="1430742"/>
                  </a:lnTo>
                  <a:lnTo>
                    <a:pt x="3137527" y="1430742"/>
                  </a:lnTo>
                  <a:lnTo>
                    <a:pt x="3136866" y="1430742"/>
                  </a:lnTo>
                  <a:lnTo>
                    <a:pt x="3136206" y="1430742"/>
                  </a:lnTo>
                  <a:lnTo>
                    <a:pt x="3135545" y="1430742"/>
                  </a:lnTo>
                  <a:lnTo>
                    <a:pt x="3134885" y="1430742"/>
                  </a:lnTo>
                  <a:lnTo>
                    <a:pt x="3134224" y="1430742"/>
                  </a:lnTo>
                  <a:lnTo>
                    <a:pt x="3133564" y="1430742"/>
                  </a:lnTo>
                  <a:lnTo>
                    <a:pt x="3132903" y="1430742"/>
                  </a:lnTo>
                  <a:lnTo>
                    <a:pt x="3132243" y="1430742"/>
                  </a:lnTo>
                  <a:lnTo>
                    <a:pt x="3131582" y="1430742"/>
                  </a:lnTo>
                  <a:lnTo>
                    <a:pt x="3130922" y="1430742"/>
                  </a:lnTo>
                  <a:lnTo>
                    <a:pt x="3130261" y="1430742"/>
                  </a:lnTo>
                  <a:lnTo>
                    <a:pt x="3129601" y="1430742"/>
                  </a:lnTo>
                  <a:lnTo>
                    <a:pt x="3128940" y="1430742"/>
                  </a:lnTo>
                  <a:lnTo>
                    <a:pt x="3128280" y="1430742"/>
                  </a:lnTo>
                  <a:lnTo>
                    <a:pt x="3127619" y="1430742"/>
                  </a:lnTo>
                  <a:lnTo>
                    <a:pt x="3126958" y="1430742"/>
                  </a:lnTo>
                  <a:lnTo>
                    <a:pt x="3126298" y="1430742"/>
                  </a:lnTo>
                  <a:lnTo>
                    <a:pt x="3125637" y="1430742"/>
                  </a:lnTo>
                  <a:lnTo>
                    <a:pt x="3124977" y="1430742"/>
                  </a:lnTo>
                  <a:lnTo>
                    <a:pt x="3124316" y="1430742"/>
                  </a:lnTo>
                  <a:lnTo>
                    <a:pt x="3123656" y="1430742"/>
                  </a:lnTo>
                  <a:lnTo>
                    <a:pt x="3122995" y="1430742"/>
                  </a:lnTo>
                  <a:lnTo>
                    <a:pt x="3122335" y="1430742"/>
                  </a:lnTo>
                  <a:lnTo>
                    <a:pt x="3121674" y="1430742"/>
                  </a:lnTo>
                  <a:lnTo>
                    <a:pt x="3121014" y="1430742"/>
                  </a:lnTo>
                  <a:lnTo>
                    <a:pt x="3120353" y="1430742"/>
                  </a:lnTo>
                  <a:lnTo>
                    <a:pt x="3119693" y="1430742"/>
                  </a:lnTo>
                  <a:lnTo>
                    <a:pt x="3119032" y="1430742"/>
                  </a:lnTo>
                  <a:lnTo>
                    <a:pt x="3118372" y="1430742"/>
                  </a:lnTo>
                  <a:lnTo>
                    <a:pt x="3117711" y="1430742"/>
                  </a:lnTo>
                  <a:lnTo>
                    <a:pt x="3117051" y="1430742"/>
                  </a:lnTo>
                  <a:lnTo>
                    <a:pt x="3116390" y="1430742"/>
                  </a:lnTo>
                  <a:lnTo>
                    <a:pt x="3115729" y="1430742"/>
                  </a:lnTo>
                  <a:lnTo>
                    <a:pt x="3115069" y="1430742"/>
                  </a:lnTo>
                  <a:lnTo>
                    <a:pt x="3114408" y="1430742"/>
                  </a:lnTo>
                  <a:lnTo>
                    <a:pt x="3113748" y="1430742"/>
                  </a:lnTo>
                  <a:lnTo>
                    <a:pt x="3113087" y="1430742"/>
                  </a:lnTo>
                  <a:lnTo>
                    <a:pt x="3112427" y="1430742"/>
                  </a:lnTo>
                  <a:lnTo>
                    <a:pt x="3111766" y="1430742"/>
                  </a:lnTo>
                  <a:lnTo>
                    <a:pt x="3111106" y="1430742"/>
                  </a:lnTo>
                  <a:lnTo>
                    <a:pt x="3110445" y="1430742"/>
                  </a:lnTo>
                  <a:lnTo>
                    <a:pt x="3109785" y="1430742"/>
                  </a:lnTo>
                  <a:lnTo>
                    <a:pt x="3109124" y="1430742"/>
                  </a:lnTo>
                  <a:lnTo>
                    <a:pt x="3108464" y="1430742"/>
                  </a:lnTo>
                  <a:lnTo>
                    <a:pt x="3107803" y="1430742"/>
                  </a:lnTo>
                  <a:lnTo>
                    <a:pt x="3107143" y="1430742"/>
                  </a:lnTo>
                  <a:lnTo>
                    <a:pt x="3106482" y="1430742"/>
                  </a:lnTo>
                  <a:lnTo>
                    <a:pt x="3105821" y="1430742"/>
                  </a:lnTo>
                  <a:lnTo>
                    <a:pt x="3105161" y="1430742"/>
                  </a:lnTo>
                  <a:lnTo>
                    <a:pt x="3104500" y="1430742"/>
                  </a:lnTo>
                  <a:lnTo>
                    <a:pt x="3103840" y="1430742"/>
                  </a:lnTo>
                  <a:lnTo>
                    <a:pt x="3103179" y="1430742"/>
                  </a:lnTo>
                  <a:lnTo>
                    <a:pt x="3102519" y="1430742"/>
                  </a:lnTo>
                  <a:lnTo>
                    <a:pt x="3101858" y="1430742"/>
                  </a:lnTo>
                  <a:lnTo>
                    <a:pt x="3101198" y="1430742"/>
                  </a:lnTo>
                  <a:lnTo>
                    <a:pt x="3100537" y="1430742"/>
                  </a:lnTo>
                  <a:lnTo>
                    <a:pt x="3099877" y="1430742"/>
                  </a:lnTo>
                  <a:lnTo>
                    <a:pt x="3099216" y="1430742"/>
                  </a:lnTo>
                  <a:lnTo>
                    <a:pt x="3098556" y="1430742"/>
                  </a:lnTo>
                  <a:lnTo>
                    <a:pt x="3097895" y="1430742"/>
                  </a:lnTo>
                  <a:lnTo>
                    <a:pt x="3097235" y="1430742"/>
                  </a:lnTo>
                  <a:lnTo>
                    <a:pt x="3096574" y="1430742"/>
                  </a:lnTo>
                  <a:lnTo>
                    <a:pt x="3095913" y="1430742"/>
                  </a:lnTo>
                  <a:lnTo>
                    <a:pt x="3095253" y="1430742"/>
                  </a:lnTo>
                  <a:lnTo>
                    <a:pt x="3094592" y="1430742"/>
                  </a:lnTo>
                  <a:lnTo>
                    <a:pt x="3093932" y="1430742"/>
                  </a:lnTo>
                  <a:lnTo>
                    <a:pt x="3093271" y="1430742"/>
                  </a:lnTo>
                  <a:lnTo>
                    <a:pt x="3092611" y="1430742"/>
                  </a:lnTo>
                  <a:lnTo>
                    <a:pt x="3091950" y="1430742"/>
                  </a:lnTo>
                  <a:lnTo>
                    <a:pt x="3091290" y="1430742"/>
                  </a:lnTo>
                  <a:lnTo>
                    <a:pt x="3090629" y="1430742"/>
                  </a:lnTo>
                  <a:lnTo>
                    <a:pt x="3089969" y="1430742"/>
                  </a:lnTo>
                  <a:lnTo>
                    <a:pt x="3089308" y="1430742"/>
                  </a:lnTo>
                  <a:lnTo>
                    <a:pt x="3088648" y="1430742"/>
                  </a:lnTo>
                  <a:lnTo>
                    <a:pt x="3087987" y="1430742"/>
                  </a:lnTo>
                  <a:lnTo>
                    <a:pt x="3087327" y="1430742"/>
                  </a:lnTo>
                  <a:lnTo>
                    <a:pt x="3086666" y="1430742"/>
                  </a:lnTo>
                  <a:lnTo>
                    <a:pt x="3086006" y="1430742"/>
                  </a:lnTo>
                  <a:lnTo>
                    <a:pt x="3085345" y="1430742"/>
                  </a:lnTo>
                  <a:lnTo>
                    <a:pt x="3084684" y="1430742"/>
                  </a:lnTo>
                  <a:lnTo>
                    <a:pt x="3084024" y="1430742"/>
                  </a:lnTo>
                  <a:lnTo>
                    <a:pt x="3083363" y="1430742"/>
                  </a:lnTo>
                  <a:lnTo>
                    <a:pt x="3082703" y="1430742"/>
                  </a:lnTo>
                  <a:lnTo>
                    <a:pt x="3082042" y="1430742"/>
                  </a:lnTo>
                  <a:lnTo>
                    <a:pt x="3081382" y="1430742"/>
                  </a:lnTo>
                  <a:lnTo>
                    <a:pt x="3080721" y="1430742"/>
                  </a:lnTo>
                  <a:lnTo>
                    <a:pt x="3080061" y="1430742"/>
                  </a:lnTo>
                  <a:lnTo>
                    <a:pt x="3079400" y="1430742"/>
                  </a:lnTo>
                  <a:lnTo>
                    <a:pt x="3078740" y="1430742"/>
                  </a:lnTo>
                  <a:lnTo>
                    <a:pt x="3078079" y="1430742"/>
                  </a:lnTo>
                  <a:lnTo>
                    <a:pt x="3077419" y="1430742"/>
                  </a:lnTo>
                  <a:lnTo>
                    <a:pt x="3076758" y="1430742"/>
                  </a:lnTo>
                  <a:lnTo>
                    <a:pt x="3076098" y="1430742"/>
                  </a:lnTo>
                  <a:lnTo>
                    <a:pt x="3075437" y="1430742"/>
                  </a:lnTo>
                  <a:lnTo>
                    <a:pt x="3074776" y="1430742"/>
                  </a:lnTo>
                  <a:lnTo>
                    <a:pt x="3074116" y="1430742"/>
                  </a:lnTo>
                  <a:lnTo>
                    <a:pt x="3073455" y="1430742"/>
                  </a:lnTo>
                  <a:lnTo>
                    <a:pt x="3072795" y="1430742"/>
                  </a:lnTo>
                  <a:lnTo>
                    <a:pt x="3072134" y="1430742"/>
                  </a:lnTo>
                  <a:lnTo>
                    <a:pt x="3071474" y="1430742"/>
                  </a:lnTo>
                  <a:lnTo>
                    <a:pt x="3070813" y="1430742"/>
                  </a:lnTo>
                  <a:lnTo>
                    <a:pt x="3070153" y="1430742"/>
                  </a:lnTo>
                  <a:lnTo>
                    <a:pt x="3069492" y="1430742"/>
                  </a:lnTo>
                  <a:lnTo>
                    <a:pt x="3068832" y="1430742"/>
                  </a:lnTo>
                  <a:lnTo>
                    <a:pt x="3068171" y="1430742"/>
                  </a:lnTo>
                  <a:lnTo>
                    <a:pt x="3067511" y="1430742"/>
                  </a:lnTo>
                  <a:lnTo>
                    <a:pt x="3066850" y="1430742"/>
                  </a:lnTo>
                  <a:lnTo>
                    <a:pt x="3066190" y="1430742"/>
                  </a:lnTo>
                  <a:lnTo>
                    <a:pt x="3065529" y="1430742"/>
                  </a:lnTo>
                  <a:lnTo>
                    <a:pt x="3064868" y="1430742"/>
                  </a:lnTo>
                  <a:lnTo>
                    <a:pt x="3064208" y="1430742"/>
                  </a:lnTo>
                  <a:lnTo>
                    <a:pt x="3063547" y="1430742"/>
                  </a:lnTo>
                  <a:lnTo>
                    <a:pt x="3062887" y="1430742"/>
                  </a:lnTo>
                  <a:lnTo>
                    <a:pt x="3062226" y="1430742"/>
                  </a:lnTo>
                  <a:lnTo>
                    <a:pt x="3061566" y="1430742"/>
                  </a:lnTo>
                  <a:lnTo>
                    <a:pt x="3060905" y="1430742"/>
                  </a:lnTo>
                  <a:lnTo>
                    <a:pt x="3060245" y="1430742"/>
                  </a:lnTo>
                  <a:lnTo>
                    <a:pt x="3059584" y="1430742"/>
                  </a:lnTo>
                  <a:lnTo>
                    <a:pt x="3058924" y="1430742"/>
                  </a:lnTo>
                  <a:lnTo>
                    <a:pt x="3058263" y="1430742"/>
                  </a:lnTo>
                  <a:lnTo>
                    <a:pt x="3057603" y="1430742"/>
                  </a:lnTo>
                  <a:lnTo>
                    <a:pt x="3056942" y="1430742"/>
                  </a:lnTo>
                  <a:lnTo>
                    <a:pt x="3056282" y="1430742"/>
                  </a:lnTo>
                  <a:lnTo>
                    <a:pt x="3055621" y="1430742"/>
                  </a:lnTo>
                  <a:lnTo>
                    <a:pt x="3054960" y="1430742"/>
                  </a:lnTo>
                  <a:lnTo>
                    <a:pt x="3054300" y="1430742"/>
                  </a:lnTo>
                  <a:lnTo>
                    <a:pt x="3053639" y="1430742"/>
                  </a:lnTo>
                  <a:lnTo>
                    <a:pt x="3052979" y="1430742"/>
                  </a:lnTo>
                  <a:lnTo>
                    <a:pt x="3052318" y="1430742"/>
                  </a:lnTo>
                  <a:lnTo>
                    <a:pt x="3051658" y="1430742"/>
                  </a:lnTo>
                  <a:lnTo>
                    <a:pt x="3050997" y="1430742"/>
                  </a:lnTo>
                  <a:lnTo>
                    <a:pt x="3050337" y="1430742"/>
                  </a:lnTo>
                  <a:lnTo>
                    <a:pt x="3049676" y="1430742"/>
                  </a:lnTo>
                  <a:lnTo>
                    <a:pt x="3049016" y="1430742"/>
                  </a:lnTo>
                  <a:lnTo>
                    <a:pt x="3048355" y="1430742"/>
                  </a:lnTo>
                  <a:lnTo>
                    <a:pt x="3047695" y="1430742"/>
                  </a:lnTo>
                  <a:lnTo>
                    <a:pt x="3047034" y="1430742"/>
                  </a:lnTo>
                  <a:lnTo>
                    <a:pt x="3046374" y="1430742"/>
                  </a:lnTo>
                  <a:lnTo>
                    <a:pt x="3045713" y="1430742"/>
                  </a:lnTo>
                  <a:lnTo>
                    <a:pt x="3045053" y="1430742"/>
                  </a:lnTo>
                  <a:lnTo>
                    <a:pt x="3044392" y="1430742"/>
                  </a:lnTo>
                  <a:lnTo>
                    <a:pt x="3043731" y="1430742"/>
                  </a:lnTo>
                  <a:lnTo>
                    <a:pt x="3043071" y="1430742"/>
                  </a:lnTo>
                  <a:lnTo>
                    <a:pt x="3042410" y="1430742"/>
                  </a:lnTo>
                  <a:lnTo>
                    <a:pt x="3041750" y="1430742"/>
                  </a:lnTo>
                  <a:lnTo>
                    <a:pt x="3041089" y="1430742"/>
                  </a:lnTo>
                  <a:lnTo>
                    <a:pt x="3040429" y="1430742"/>
                  </a:lnTo>
                  <a:lnTo>
                    <a:pt x="3039768" y="1430742"/>
                  </a:lnTo>
                  <a:lnTo>
                    <a:pt x="3039108" y="1430742"/>
                  </a:lnTo>
                  <a:lnTo>
                    <a:pt x="3038447" y="1430742"/>
                  </a:lnTo>
                  <a:lnTo>
                    <a:pt x="3037787" y="1430742"/>
                  </a:lnTo>
                  <a:lnTo>
                    <a:pt x="3037126" y="1430742"/>
                  </a:lnTo>
                  <a:lnTo>
                    <a:pt x="3036466" y="1430742"/>
                  </a:lnTo>
                  <a:lnTo>
                    <a:pt x="3035805" y="1430742"/>
                  </a:lnTo>
                  <a:lnTo>
                    <a:pt x="3035145" y="1430742"/>
                  </a:lnTo>
                  <a:lnTo>
                    <a:pt x="3034484" y="1430742"/>
                  </a:lnTo>
                  <a:lnTo>
                    <a:pt x="3033823" y="1430742"/>
                  </a:lnTo>
                  <a:lnTo>
                    <a:pt x="3033163" y="1430742"/>
                  </a:lnTo>
                  <a:lnTo>
                    <a:pt x="3032502" y="1430742"/>
                  </a:lnTo>
                  <a:lnTo>
                    <a:pt x="3031842" y="1430742"/>
                  </a:lnTo>
                  <a:lnTo>
                    <a:pt x="3031181" y="1430742"/>
                  </a:lnTo>
                  <a:lnTo>
                    <a:pt x="3030521" y="1430742"/>
                  </a:lnTo>
                  <a:lnTo>
                    <a:pt x="3029860" y="1430742"/>
                  </a:lnTo>
                  <a:lnTo>
                    <a:pt x="3029200" y="1430742"/>
                  </a:lnTo>
                  <a:lnTo>
                    <a:pt x="3028539" y="1430742"/>
                  </a:lnTo>
                  <a:lnTo>
                    <a:pt x="3027879" y="1430742"/>
                  </a:lnTo>
                  <a:lnTo>
                    <a:pt x="3027218" y="1430742"/>
                  </a:lnTo>
                  <a:lnTo>
                    <a:pt x="3026558" y="1430742"/>
                  </a:lnTo>
                  <a:lnTo>
                    <a:pt x="3025897" y="1430742"/>
                  </a:lnTo>
                  <a:lnTo>
                    <a:pt x="3025237" y="1430742"/>
                  </a:lnTo>
                  <a:lnTo>
                    <a:pt x="3024576" y="1430742"/>
                  </a:lnTo>
                  <a:lnTo>
                    <a:pt x="3023915" y="1430742"/>
                  </a:lnTo>
                  <a:lnTo>
                    <a:pt x="3023255" y="1430742"/>
                  </a:lnTo>
                  <a:lnTo>
                    <a:pt x="3022594" y="1430742"/>
                  </a:lnTo>
                  <a:lnTo>
                    <a:pt x="3021934" y="1430742"/>
                  </a:lnTo>
                  <a:lnTo>
                    <a:pt x="3021273" y="1430742"/>
                  </a:lnTo>
                  <a:lnTo>
                    <a:pt x="3020613" y="1430742"/>
                  </a:lnTo>
                  <a:lnTo>
                    <a:pt x="3019952" y="1430742"/>
                  </a:lnTo>
                  <a:lnTo>
                    <a:pt x="3019292" y="1430742"/>
                  </a:lnTo>
                  <a:lnTo>
                    <a:pt x="3018631" y="1430742"/>
                  </a:lnTo>
                  <a:lnTo>
                    <a:pt x="3017971" y="1430742"/>
                  </a:lnTo>
                  <a:lnTo>
                    <a:pt x="3017310" y="1430742"/>
                  </a:lnTo>
                  <a:lnTo>
                    <a:pt x="3016650" y="1430742"/>
                  </a:lnTo>
                  <a:lnTo>
                    <a:pt x="3015989" y="1430742"/>
                  </a:lnTo>
                  <a:lnTo>
                    <a:pt x="3015329" y="1430742"/>
                  </a:lnTo>
                  <a:lnTo>
                    <a:pt x="3014668" y="1430742"/>
                  </a:lnTo>
                  <a:lnTo>
                    <a:pt x="3014008" y="1430742"/>
                  </a:lnTo>
                  <a:lnTo>
                    <a:pt x="3013347" y="1430742"/>
                  </a:lnTo>
                  <a:lnTo>
                    <a:pt x="3012686" y="1430742"/>
                  </a:lnTo>
                  <a:lnTo>
                    <a:pt x="3012026" y="1430742"/>
                  </a:lnTo>
                  <a:lnTo>
                    <a:pt x="3011365" y="1430742"/>
                  </a:lnTo>
                  <a:lnTo>
                    <a:pt x="3010705" y="1430742"/>
                  </a:lnTo>
                  <a:lnTo>
                    <a:pt x="3010044" y="1430742"/>
                  </a:lnTo>
                  <a:lnTo>
                    <a:pt x="3009384" y="1430742"/>
                  </a:lnTo>
                  <a:lnTo>
                    <a:pt x="3008723" y="1430742"/>
                  </a:lnTo>
                  <a:lnTo>
                    <a:pt x="3008063" y="1430742"/>
                  </a:lnTo>
                  <a:lnTo>
                    <a:pt x="3007402" y="1430742"/>
                  </a:lnTo>
                  <a:lnTo>
                    <a:pt x="3006742" y="1430742"/>
                  </a:lnTo>
                  <a:lnTo>
                    <a:pt x="3006081" y="1430742"/>
                  </a:lnTo>
                  <a:lnTo>
                    <a:pt x="3005421" y="1430742"/>
                  </a:lnTo>
                  <a:lnTo>
                    <a:pt x="3004760" y="1430742"/>
                  </a:lnTo>
                  <a:lnTo>
                    <a:pt x="3004100" y="1430742"/>
                  </a:lnTo>
                  <a:lnTo>
                    <a:pt x="3003439" y="1430742"/>
                  </a:lnTo>
                  <a:lnTo>
                    <a:pt x="3002778" y="1430742"/>
                  </a:lnTo>
                  <a:lnTo>
                    <a:pt x="3002118" y="1430742"/>
                  </a:lnTo>
                  <a:lnTo>
                    <a:pt x="3001457" y="1430742"/>
                  </a:lnTo>
                  <a:lnTo>
                    <a:pt x="3000797" y="1430742"/>
                  </a:lnTo>
                  <a:lnTo>
                    <a:pt x="3000136" y="1430742"/>
                  </a:lnTo>
                  <a:lnTo>
                    <a:pt x="2999476" y="1430742"/>
                  </a:lnTo>
                  <a:lnTo>
                    <a:pt x="2998815" y="1430742"/>
                  </a:lnTo>
                  <a:lnTo>
                    <a:pt x="2998155" y="1430742"/>
                  </a:lnTo>
                  <a:lnTo>
                    <a:pt x="2997494" y="1430742"/>
                  </a:lnTo>
                  <a:lnTo>
                    <a:pt x="2996834" y="1430742"/>
                  </a:lnTo>
                  <a:lnTo>
                    <a:pt x="2996173" y="1430742"/>
                  </a:lnTo>
                  <a:lnTo>
                    <a:pt x="2995513" y="1430742"/>
                  </a:lnTo>
                  <a:lnTo>
                    <a:pt x="2994852" y="1430742"/>
                  </a:lnTo>
                  <a:lnTo>
                    <a:pt x="2994192" y="1430742"/>
                  </a:lnTo>
                  <a:lnTo>
                    <a:pt x="2993531" y="1430742"/>
                  </a:lnTo>
                  <a:lnTo>
                    <a:pt x="2992870" y="1430742"/>
                  </a:lnTo>
                  <a:lnTo>
                    <a:pt x="2992210" y="1430742"/>
                  </a:lnTo>
                  <a:lnTo>
                    <a:pt x="2991549" y="1430742"/>
                  </a:lnTo>
                  <a:lnTo>
                    <a:pt x="2990889" y="1430742"/>
                  </a:lnTo>
                  <a:lnTo>
                    <a:pt x="2990228" y="1430742"/>
                  </a:lnTo>
                  <a:lnTo>
                    <a:pt x="2989568" y="1430742"/>
                  </a:lnTo>
                  <a:lnTo>
                    <a:pt x="2988907" y="1430742"/>
                  </a:lnTo>
                  <a:lnTo>
                    <a:pt x="2988247" y="1430742"/>
                  </a:lnTo>
                  <a:lnTo>
                    <a:pt x="2987586" y="1430742"/>
                  </a:lnTo>
                  <a:lnTo>
                    <a:pt x="2986926" y="1430742"/>
                  </a:lnTo>
                  <a:lnTo>
                    <a:pt x="2986265" y="1430742"/>
                  </a:lnTo>
                  <a:lnTo>
                    <a:pt x="2985605" y="1430742"/>
                  </a:lnTo>
                  <a:lnTo>
                    <a:pt x="2984944" y="1430742"/>
                  </a:lnTo>
                  <a:lnTo>
                    <a:pt x="2984284" y="1430742"/>
                  </a:lnTo>
                  <a:lnTo>
                    <a:pt x="2983623" y="1430742"/>
                  </a:lnTo>
                  <a:lnTo>
                    <a:pt x="2982962" y="1430742"/>
                  </a:lnTo>
                  <a:lnTo>
                    <a:pt x="2982302" y="1430742"/>
                  </a:lnTo>
                  <a:lnTo>
                    <a:pt x="2981641" y="1430742"/>
                  </a:lnTo>
                  <a:lnTo>
                    <a:pt x="2980981" y="1430742"/>
                  </a:lnTo>
                  <a:lnTo>
                    <a:pt x="2980320" y="1430742"/>
                  </a:lnTo>
                  <a:lnTo>
                    <a:pt x="2979660" y="1430742"/>
                  </a:lnTo>
                  <a:lnTo>
                    <a:pt x="2978999" y="1430742"/>
                  </a:lnTo>
                  <a:lnTo>
                    <a:pt x="2978339" y="1430742"/>
                  </a:lnTo>
                  <a:lnTo>
                    <a:pt x="2977678" y="1430742"/>
                  </a:lnTo>
                  <a:lnTo>
                    <a:pt x="2977018" y="1430742"/>
                  </a:lnTo>
                  <a:lnTo>
                    <a:pt x="2976357" y="1430742"/>
                  </a:lnTo>
                  <a:lnTo>
                    <a:pt x="2975697" y="1430742"/>
                  </a:lnTo>
                  <a:lnTo>
                    <a:pt x="2975036" y="1430742"/>
                  </a:lnTo>
                  <a:lnTo>
                    <a:pt x="2974376" y="1430742"/>
                  </a:lnTo>
                  <a:lnTo>
                    <a:pt x="2973715" y="1430742"/>
                  </a:lnTo>
                  <a:lnTo>
                    <a:pt x="2973055" y="1430742"/>
                  </a:lnTo>
                  <a:lnTo>
                    <a:pt x="2972394" y="1430742"/>
                  </a:lnTo>
                  <a:lnTo>
                    <a:pt x="2971733" y="1430742"/>
                  </a:lnTo>
                  <a:lnTo>
                    <a:pt x="2971073" y="1430742"/>
                  </a:lnTo>
                  <a:lnTo>
                    <a:pt x="2970412" y="1430742"/>
                  </a:lnTo>
                  <a:lnTo>
                    <a:pt x="2969752" y="1430742"/>
                  </a:lnTo>
                  <a:lnTo>
                    <a:pt x="2969091" y="1430742"/>
                  </a:lnTo>
                  <a:lnTo>
                    <a:pt x="2968431" y="1430742"/>
                  </a:lnTo>
                  <a:lnTo>
                    <a:pt x="2967770" y="1430742"/>
                  </a:lnTo>
                  <a:lnTo>
                    <a:pt x="2967110" y="1430742"/>
                  </a:lnTo>
                  <a:lnTo>
                    <a:pt x="2966449" y="1430742"/>
                  </a:lnTo>
                  <a:lnTo>
                    <a:pt x="2965789" y="1430742"/>
                  </a:lnTo>
                  <a:lnTo>
                    <a:pt x="2965128" y="1430742"/>
                  </a:lnTo>
                  <a:lnTo>
                    <a:pt x="2964468" y="1430742"/>
                  </a:lnTo>
                  <a:lnTo>
                    <a:pt x="2963807" y="1430742"/>
                  </a:lnTo>
                  <a:lnTo>
                    <a:pt x="2963147" y="1430742"/>
                  </a:lnTo>
                  <a:lnTo>
                    <a:pt x="2962486" y="1430742"/>
                  </a:lnTo>
                  <a:lnTo>
                    <a:pt x="2961825" y="1430742"/>
                  </a:lnTo>
                  <a:lnTo>
                    <a:pt x="2961165" y="1430742"/>
                  </a:lnTo>
                  <a:lnTo>
                    <a:pt x="2960504" y="1430742"/>
                  </a:lnTo>
                  <a:lnTo>
                    <a:pt x="2959844" y="1430742"/>
                  </a:lnTo>
                  <a:lnTo>
                    <a:pt x="2959183" y="1430742"/>
                  </a:lnTo>
                  <a:lnTo>
                    <a:pt x="2958523" y="1430742"/>
                  </a:lnTo>
                  <a:lnTo>
                    <a:pt x="2957862" y="1430742"/>
                  </a:lnTo>
                  <a:lnTo>
                    <a:pt x="2957202" y="1430742"/>
                  </a:lnTo>
                  <a:lnTo>
                    <a:pt x="2956541" y="1430742"/>
                  </a:lnTo>
                  <a:lnTo>
                    <a:pt x="2955881" y="1430742"/>
                  </a:lnTo>
                  <a:lnTo>
                    <a:pt x="2955220" y="1430742"/>
                  </a:lnTo>
                  <a:lnTo>
                    <a:pt x="2954560" y="1430742"/>
                  </a:lnTo>
                  <a:lnTo>
                    <a:pt x="2953899" y="1430742"/>
                  </a:lnTo>
                  <a:lnTo>
                    <a:pt x="2953239" y="1430742"/>
                  </a:lnTo>
                  <a:lnTo>
                    <a:pt x="2952578" y="1430742"/>
                  </a:lnTo>
                  <a:lnTo>
                    <a:pt x="2951917" y="1430742"/>
                  </a:lnTo>
                  <a:lnTo>
                    <a:pt x="2951257" y="1430742"/>
                  </a:lnTo>
                  <a:lnTo>
                    <a:pt x="2950596" y="1430742"/>
                  </a:lnTo>
                  <a:lnTo>
                    <a:pt x="2949936" y="1430742"/>
                  </a:lnTo>
                  <a:lnTo>
                    <a:pt x="2949275" y="1430742"/>
                  </a:lnTo>
                  <a:lnTo>
                    <a:pt x="2948615" y="1430742"/>
                  </a:lnTo>
                  <a:lnTo>
                    <a:pt x="2947954" y="1430742"/>
                  </a:lnTo>
                  <a:lnTo>
                    <a:pt x="2947294" y="1430742"/>
                  </a:lnTo>
                  <a:lnTo>
                    <a:pt x="2946633" y="1430742"/>
                  </a:lnTo>
                  <a:lnTo>
                    <a:pt x="2945973" y="1430742"/>
                  </a:lnTo>
                  <a:lnTo>
                    <a:pt x="2945312" y="1430742"/>
                  </a:lnTo>
                  <a:lnTo>
                    <a:pt x="2944652" y="1430742"/>
                  </a:lnTo>
                  <a:lnTo>
                    <a:pt x="2943991" y="1430742"/>
                  </a:lnTo>
                  <a:lnTo>
                    <a:pt x="2943331" y="1430742"/>
                  </a:lnTo>
                  <a:lnTo>
                    <a:pt x="2942670" y="1430742"/>
                  </a:lnTo>
                  <a:lnTo>
                    <a:pt x="2942010" y="1430742"/>
                  </a:lnTo>
                  <a:lnTo>
                    <a:pt x="2941349" y="1430742"/>
                  </a:lnTo>
                  <a:lnTo>
                    <a:pt x="2940688" y="1430742"/>
                  </a:lnTo>
                  <a:lnTo>
                    <a:pt x="2940028" y="1430742"/>
                  </a:lnTo>
                  <a:lnTo>
                    <a:pt x="2939367" y="1430742"/>
                  </a:lnTo>
                  <a:lnTo>
                    <a:pt x="2938707" y="1430742"/>
                  </a:lnTo>
                  <a:lnTo>
                    <a:pt x="2938046" y="1430742"/>
                  </a:lnTo>
                  <a:lnTo>
                    <a:pt x="2937386" y="1430742"/>
                  </a:lnTo>
                  <a:lnTo>
                    <a:pt x="2936725" y="1430742"/>
                  </a:lnTo>
                  <a:lnTo>
                    <a:pt x="2936065" y="1430742"/>
                  </a:lnTo>
                  <a:lnTo>
                    <a:pt x="2935404" y="1430742"/>
                  </a:lnTo>
                  <a:lnTo>
                    <a:pt x="2934744" y="1430742"/>
                  </a:lnTo>
                  <a:lnTo>
                    <a:pt x="2934083" y="1430742"/>
                  </a:lnTo>
                  <a:lnTo>
                    <a:pt x="2933423" y="1430742"/>
                  </a:lnTo>
                  <a:lnTo>
                    <a:pt x="2932762" y="1430742"/>
                  </a:lnTo>
                  <a:lnTo>
                    <a:pt x="2932102" y="1430742"/>
                  </a:lnTo>
                  <a:lnTo>
                    <a:pt x="2931441" y="1430742"/>
                  </a:lnTo>
                  <a:lnTo>
                    <a:pt x="2930780" y="1430742"/>
                  </a:lnTo>
                  <a:lnTo>
                    <a:pt x="2930120" y="1430742"/>
                  </a:lnTo>
                  <a:lnTo>
                    <a:pt x="2929459" y="1430742"/>
                  </a:lnTo>
                  <a:lnTo>
                    <a:pt x="2928799" y="1430742"/>
                  </a:lnTo>
                  <a:lnTo>
                    <a:pt x="2928138" y="1430742"/>
                  </a:lnTo>
                  <a:lnTo>
                    <a:pt x="2927478" y="1430742"/>
                  </a:lnTo>
                  <a:lnTo>
                    <a:pt x="2926817" y="1430742"/>
                  </a:lnTo>
                  <a:lnTo>
                    <a:pt x="2926157" y="1430742"/>
                  </a:lnTo>
                  <a:lnTo>
                    <a:pt x="2925496" y="1430742"/>
                  </a:lnTo>
                  <a:lnTo>
                    <a:pt x="2924836" y="1430742"/>
                  </a:lnTo>
                  <a:lnTo>
                    <a:pt x="2924175" y="1430742"/>
                  </a:lnTo>
                  <a:lnTo>
                    <a:pt x="2923515" y="1430742"/>
                  </a:lnTo>
                  <a:lnTo>
                    <a:pt x="2922854" y="1430742"/>
                  </a:lnTo>
                  <a:lnTo>
                    <a:pt x="2922194" y="1430742"/>
                  </a:lnTo>
                  <a:lnTo>
                    <a:pt x="2921533" y="1430742"/>
                  </a:lnTo>
                  <a:lnTo>
                    <a:pt x="2920872" y="1430742"/>
                  </a:lnTo>
                  <a:lnTo>
                    <a:pt x="2920212" y="1430742"/>
                  </a:lnTo>
                  <a:lnTo>
                    <a:pt x="2919551" y="1430742"/>
                  </a:lnTo>
                  <a:lnTo>
                    <a:pt x="2918891" y="1430742"/>
                  </a:lnTo>
                  <a:lnTo>
                    <a:pt x="2918230" y="1430742"/>
                  </a:lnTo>
                  <a:lnTo>
                    <a:pt x="2917570" y="1430742"/>
                  </a:lnTo>
                  <a:lnTo>
                    <a:pt x="2916909" y="1430742"/>
                  </a:lnTo>
                  <a:lnTo>
                    <a:pt x="2916249" y="1430742"/>
                  </a:lnTo>
                  <a:lnTo>
                    <a:pt x="2915588" y="1430742"/>
                  </a:lnTo>
                  <a:lnTo>
                    <a:pt x="2914928" y="1430742"/>
                  </a:lnTo>
                  <a:lnTo>
                    <a:pt x="2914267" y="1430742"/>
                  </a:lnTo>
                  <a:lnTo>
                    <a:pt x="2913607" y="1430742"/>
                  </a:lnTo>
                  <a:lnTo>
                    <a:pt x="2912946" y="1430742"/>
                  </a:lnTo>
                  <a:lnTo>
                    <a:pt x="2912286" y="1430742"/>
                  </a:lnTo>
                  <a:lnTo>
                    <a:pt x="2911625" y="1430742"/>
                  </a:lnTo>
                  <a:lnTo>
                    <a:pt x="2910964" y="1430742"/>
                  </a:lnTo>
                  <a:lnTo>
                    <a:pt x="2910304" y="1430742"/>
                  </a:lnTo>
                  <a:lnTo>
                    <a:pt x="2909643" y="1430742"/>
                  </a:lnTo>
                  <a:lnTo>
                    <a:pt x="2908983" y="1430742"/>
                  </a:lnTo>
                  <a:lnTo>
                    <a:pt x="2908322" y="1430742"/>
                  </a:lnTo>
                  <a:lnTo>
                    <a:pt x="2907662" y="1430742"/>
                  </a:lnTo>
                  <a:lnTo>
                    <a:pt x="2907001" y="1430742"/>
                  </a:lnTo>
                  <a:lnTo>
                    <a:pt x="2906341" y="1430742"/>
                  </a:lnTo>
                  <a:lnTo>
                    <a:pt x="2905680" y="1430742"/>
                  </a:lnTo>
                  <a:lnTo>
                    <a:pt x="2905020" y="1430742"/>
                  </a:lnTo>
                  <a:lnTo>
                    <a:pt x="2904359" y="1430742"/>
                  </a:lnTo>
                  <a:lnTo>
                    <a:pt x="2903699" y="1430742"/>
                  </a:lnTo>
                  <a:lnTo>
                    <a:pt x="2903038" y="1430742"/>
                  </a:lnTo>
                  <a:lnTo>
                    <a:pt x="2902378" y="1430742"/>
                  </a:lnTo>
                  <a:lnTo>
                    <a:pt x="2901717" y="1430742"/>
                  </a:lnTo>
                  <a:lnTo>
                    <a:pt x="2901057" y="1430742"/>
                  </a:lnTo>
                  <a:lnTo>
                    <a:pt x="2900396" y="1430742"/>
                  </a:lnTo>
                  <a:lnTo>
                    <a:pt x="2899735" y="1430742"/>
                  </a:lnTo>
                  <a:lnTo>
                    <a:pt x="2899075" y="1430742"/>
                  </a:lnTo>
                  <a:lnTo>
                    <a:pt x="2898414" y="1430742"/>
                  </a:lnTo>
                  <a:lnTo>
                    <a:pt x="2897754" y="1430742"/>
                  </a:lnTo>
                  <a:lnTo>
                    <a:pt x="2897093" y="1430742"/>
                  </a:lnTo>
                  <a:lnTo>
                    <a:pt x="2896433" y="1430742"/>
                  </a:lnTo>
                  <a:lnTo>
                    <a:pt x="2895772" y="1430742"/>
                  </a:lnTo>
                  <a:lnTo>
                    <a:pt x="2895112" y="1430742"/>
                  </a:lnTo>
                  <a:lnTo>
                    <a:pt x="2894451" y="1430742"/>
                  </a:lnTo>
                  <a:lnTo>
                    <a:pt x="2893791" y="1430742"/>
                  </a:lnTo>
                  <a:lnTo>
                    <a:pt x="2893130" y="1430742"/>
                  </a:lnTo>
                  <a:lnTo>
                    <a:pt x="2892470" y="1430742"/>
                  </a:lnTo>
                  <a:lnTo>
                    <a:pt x="2891809" y="1430742"/>
                  </a:lnTo>
                  <a:lnTo>
                    <a:pt x="2891149" y="1430742"/>
                  </a:lnTo>
                  <a:lnTo>
                    <a:pt x="2890488" y="1430742"/>
                  </a:lnTo>
                  <a:lnTo>
                    <a:pt x="2889827" y="1430742"/>
                  </a:lnTo>
                  <a:lnTo>
                    <a:pt x="2889167" y="1430742"/>
                  </a:lnTo>
                  <a:lnTo>
                    <a:pt x="2888506" y="1430742"/>
                  </a:lnTo>
                  <a:lnTo>
                    <a:pt x="2887846" y="1430742"/>
                  </a:lnTo>
                  <a:lnTo>
                    <a:pt x="2887185" y="1430742"/>
                  </a:lnTo>
                  <a:lnTo>
                    <a:pt x="2886525" y="1430742"/>
                  </a:lnTo>
                  <a:lnTo>
                    <a:pt x="2885864" y="1430742"/>
                  </a:lnTo>
                  <a:lnTo>
                    <a:pt x="2885204" y="1430742"/>
                  </a:lnTo>
                  <a:lnTo>
                    <a:pt x="2884543" y="1430742"/>
                  </a:lnTo>
                  <a:lnTo>
                    <a:pt x="2883883" y="1430742"/>
                  </a:lnTo>
                  <a:lnTo>
                    <a:pt x="2883222" y="1430742"/>
                  </a:lnTo>
                  <a:lnTo>
                    <a:pt x="2882562" y="1430742"/>
                  </a:lnTo>
                  <a:lnTo>
                    <a:pt x="2881901" y="1430742"/>
                  </a:lnTo>
                  <a:lnTo>
                    <a:pt x="2881241" y="1430742"/>
                  </a:lnTo>
                  <a:lnTo>
                    <a:pt x="2880580" y="1430742"/>
                  </a:lnTo>
                  <a:lnTo>
                    <a:pt x="2879919" y="1430742"/>
                  </a:lnTo>
                  <a:lnTo>
                    <a:pt x="2879259" y="1430742"/>
                  </a:lnTo>
                  <a:lnTo>
                    <a:pt x="2878598" y="1430742"/>
                  </a:lnTo>
                  <a:lnTo>
                    <a:pt x="2877938" y="1430742"/>
                  </a:lnTo>
                  <a:lnTo>
                    <a:pt x="2877277" y="1430742"/>
                  </a:lnTo>
                  <a:lnTo>
                    <a:pt x="2876617" y="1430742"/>
                  </a:lnTo>
                  <a:lnTo>
                    <a:pt x="2875956" y="1430742"/>
                  </a:lnTo>
                  <a:lnTo>
                    <a:pt x="2875296" y="1430742"/>
                  </a:lnTo>
                  <a:lnTo>
                    <a:pt x="2874635" y="1430742"/>
                  </a:lnTo>
                  <a:lnTo>
                    <a:pt x="2873975" y="1430742"/>
                  </a:lnTo>
                  <a:lnTo>
                    <a:pt x="2873314" y="1430742"/>
                  </a:lnTo>
                  <a:lnTo>
                    <a:pt x="2872654" y="1430742"/>
                  </a:lnTo>
                  <a:lnTo>
                    <a:pt x="2871993" y="1430742"/>
                  </a:lnTo>
                  <a:lnTo>
                    <a:pt x="2871333" y="1430742"/>
                  </a:lnTo>
                  <a:lnTo>
                    <a:pt x="2870672" y="1430742"/>
                  </a:lnTo>
                  <a:lnTo>
                    <a:pt x="2870012" y="1430742"/>
                  </a:lnTo>
                  <a:lnTo>
                    <a:pt x="2869351" y="1430742"/>
                  </a:lnTo>
                  <a:lnTo>
                    <a:pt x="2868690" y="1430742"/>
                  </a:lnTo>
                  <a:lnTo>
                    <a:pt x="2868030" y="1430742"/>
                  </a:lnTo>
                  <a:lnTo>
                    <a:pt x="2867369" y="1430742"/>
                  </a:lnTo>
                  <a:lnTo>
                    <a:pt x="2866709" y="1430742"/>
                  </a:lnTo>
                  <a:lnTo>
                    <a:pt x="2866048" y="1430742"/>
                  </a:lnTo>
                  <a:lnTo>
                    <a:pt x="2865388" y="1430742"/>
                  </a:lnTo>
                  <a:lnTo>
                    <a:pt x="2864727" y="1430742"/>
                  </a:lnTo>
                  <a:lnTo>
                    <a:pt x="2864067" y="1430742"/>
                  </a:lnTo>
                  <a:lnTo>
                    <a:pt x="2863406" y="1430742"/>
                  </a:lnTo>
                  <a:lnTo>
                    <a:pt x="2862746" y="1430742"/>
                  </a:lnTo>
                  <a:lnTo>
                    <a:pt x="2862085" y="1430742"/>
                  </a:lnTo>
                  <a:lnTo>
                    <a:pt x="2861425" y="1430742"/>
                  </a:lnTo>
                  <a:lnTo>
                    <a:pt x="2860764" y="1430742"/>
                  </a:lnTo>
                  <a:lnTo>
                    <a:pt x="2860104" y="1430742"/>
                  </a:lnTo>
                  <a:lnTo>
                    <a:pt x="2859443" y="1430742"/>
                  </a:lnTo>
                  <a:lnTo>
                    <a:pt x="2858782" y="1430742"/>
                  </a:lnTo>
                  <a:lnTo>
                    <a:pt x="2858122" y="1430742"/>
                  </a:lnTo>
                  <a:lnTo>
                    <a:pt x="2857461" y="1430742"/>
                  </a:lnTo>
                  <a:lnTo>
                    <a:pt x="2856801" y="1430742"/>
                  </a:lnTo>
                  <a:lnTo>
                    <a:pt x="2856140" y="1430742"/>
                  </a:lnTo>
                  <a:lnTo>
                    <a:pt x="2855480" y="1430742"/>
                  </a:lnTo>
                  <a:lnTo>
                    <a:pt x="2854819" y="1430742"/>
                  </a:lnTo>
                  <a:lnTo>
                    <a:pt x="2854159" y="1430742"/>
                  </a:lnTo>
                  <a:lnTo>
                    <a:pt x="2853498" y="1430742"/>
                  </a:lnTo>
                  <a:lnTo>
                    <a:pt x="2852838" y="1430742"/>
                  </a:lnTo>
                  <a:lnTo>
                    <a:pt x="2852177" y="1430742"/>
                  </a:lnTo>
                  <a:lnTo>
                    <a:pt x="2851517" y="1430742"/>
                  </a:lnTo>
                  <a:lnTo>
                    <a:pt x="2850856" y="1430742"/>
                  </a:lnTo>
                  <a:lnTo>
                    <a:pt x="2850196" y="1430742"/>
                  </a:lnTo>
                  <a:lnTo>
                    <a:pt x="2849535" y="1430742"/>
                  </a:lnTo>
                  <a:lnTo>
                    <a:pt x="2848874" y="1430742"/>
                  </a:lnTo>
                  <a:lnTo>
                    <a:pt x="2848214" y="1430742"/>
                  </a:lnTo>
                  <a:lnTo>
                    <a:pt x="2847553" y="1430742"/>
                  </a:lnTo>
                  <a:lnTo>
                    <a:pt x="2846893" y="1430742"/>
                  </a:lnTo>
                  <a:lnTo>
                    <a:pt x="2846232" y="1430742"/>
                  </a:lnTo>
                  <a:lnTo>
                    <a:pt x="2845572" y="1430742"/>
                  </a:lnTo>
                  <a:lnTo>
                    <a:pt x="2844911" y="1430742"/>
                  </a:lnTo>
                  <a:lnTo>
                    <a:pt x="2844251" y="1430742"/>
                  </a:lnTo>
                  <a:lnTo>
                    <a:pt x="2843590" y="1430742"/>
                  </a:lnTo>
                  <a:lnTo>
                    <a:pt x="2842930" y="1430742"/>
                  </a:lnTo>
                  <a:lnTo>
                    <a:pt x="2842269" y="1430742"/>
                  </a:lnTo>
                  <a:lnTo>
                    <a:pt x="2841609" y="1430742"/>
                  </a:lnTo>
                  <a:lnTo>
                    <a:pt x="2840948" y="1430742"/>
                  </a:lnTo>
                  <a:lnTo>
                    <a:pt x="2840288" y="1430742"/>
                  </a:lnTo>
                  <a:lnTo>
                    <a:pt x="2839627" y="1430742"/>
                  </a:lnTo>
                  <a:lnTo>
                    <a:pt x="2838966" y="1430742"/>
                  </a:lnTo>
                  <a:lnTo>
                    <a:pt x="2838306" y="1430742"/>
                  </a:lnTo>
                  <a:lnTo>
                    <a:pt x="2837645" y="1430742"/>
                  </a:lnTo>
                  <a:lnTo>
                    <a:pt x="2836985" y="1430742"/>
                  </a:lnTo>
                  <a:lnTo>
                    <a:pt x="2836324" y="1430742"/>
                  </a:lnTo>
                  <a:lnTo>
                    <a:pt x="2835664" y="1430742"/>
                  </a:lnTo>
                  <a:lnTo>
                    <a:pt x="2835003" y="1430742"/>
                  </a:lnTo>
                  <a:lnTo>
                    <a:pt x="2834343" y="1430742"/>
                  </a:lnTo>
                  <a:lnTo>
                    <a:pt x="2833682" y="1430742"/>
                  </a:lnTo>
                  <a:lnTo>
                    <a:pt x="2833022" y="1430742"/>
                  </a:lnTo>
                  <a:lnTo>
                    <a:pt x="2832361" y="1430742"/>
                  </a:lnTo>
                  <a:lnTo>
                    <a:pt x="2831701" y="1430742"/>
                  </a:lnTo>
                  <a:lnTo>
                    <a:pt x="2831040" y="1430742"/>
                  </a:lnTo>
                  <a:lnTo>
                    <a:pt x="2830380" y="1430742"/>
                  </a:lnTo>
                  <a:lnTo>
                    <a:pt x="2829719" y="1430742"/>
                  </a:lnTo>
                  <a:lnTo>
                    <a:pt x="2829059" y="1430742"/>
                  </a:lnTo>
                  <a:lnTo>
                    <a:pt x="2828398" y="1430742"/>
                  </a:lnTo>
                  <a:lnTo>
                    <a:pt x="2827737" y="1430742"/>
                  </a:lnTo>
                  <a:lnTo>
                    <a:pt x="2827077" y="1430742"/>
                  </a:lnTo>
                  <a:lnTo>
                    <a:pt x="2826416" y="1430742"/>
                  </a:lnTo>
                  <a:lnTo>
                    <a:pt x="2825756" y="1430742"/>
                  </a:lnTo>
                  <a:lnTo>
                    <a:pt x="2825095" y="1430742"/>
                  </a:lnTo>
                  <a:lnTo>
                    <a:pt x="2824435" y="1430742"/>
                  </a:lnTo>
                  <a:lnTo>
                    <a:pt x="2823774" y="1430742"/>
                  </a:lnTo>
                  <a:lnTo>
                    <a:pt x="2823114" y="1430742"/>
                  </a:lnTo>
                  <a:lnTo>
                    <a:pt x="2822453" y="1430742"/>
                  </a:lnTo>
                  <a:lnTo>
                    <a:pt x="2821793" y="1430742"/>
                  </a:lnTo>
                  <a:lnTo>
                    <a:pt x="2821132" y="1430742"/>
                  </a:lnTo>
                  <a:lnTo>
                    <a:pt x="2820472" y="1430742"/>
                  </a:lnTo>
                  <a:lnTo>
                    <a:pt x="2819811" y="1430742"/>
                  </a:lnTo>
                  <a:lnTo>
                    <a:pt x="2819151" y="1430742"/>
                  </a:lnTo>
                  <a:lnTo>
                    <a:pt x="2818490" y="1430742"/>
                  </a:lnTo>
                  <a:lnTo>
                    <a:pt x="2817829" y="1430742"/>
                  </a:lnTo>
                  <a:lnTo>
                    <a:pt x="2817169" y="1430742"/>
                  </a:lnTo>
                  <a:lnTo>
                    <a:pt x="2816508" y="1430742"/>
                  </a:lnTo>
                  <a:lnTo>
                    <a:pt x="2815848" y="1430742"/>
                  </a:lnTo>
                  <a:lnTo>
                    <a:pt x="2815187" y="1430742"/>
                  </a:lnTo>
                  <a:lnTo>
                    <a:pt x="2814527" y="1430742"/>
                  </a:lnTo>
                  <a:lnTo>
                    <a:pt x="2813866" y="1430742"/>
                  </a:lnTo>
                  <a:lnTo>
                    <a:pt x="2813206" y="1430742"/>
                  </a:lnTo>
                  <a:lnTo>
                    <a:pt x="2812545" y="1430742"/>
                  </a:lnTo>
                  <a:lnTo>
                    <a:pt x="2811885" y="1430742"/>
                  </a:lnTo>
                  <a:lnTo>
                    <a:pt x="2811224" y="1430742"/>
                  </a:lnTo>
                  <a:lnTo>
                    <a:pt x="2810564" y="1430742"/>
                  </a:lnTo>
                  <a:lnTo>
                    <a:pt x="2809903" y="1430742"/>
                  </a:lnTo>
                  <a:lnTo>
                    <a:pt x="2809243" y="1430742"/>
                  </a:lnTo>
                  <a:lnTo>
                    <a:pt x="2808582" y="1430742"/>
                  </a:lnTo>
                  <a:lnTo>
                    <a:pt x="2807921" y="1430742"/>
                  </a:lnTo>
                  <a:lnTo>
                    <a:pt x="2807261" y="1430742"/>
                  </a:lnTo>
                  <a:lnTo>
                    <a:pt x="2806600" y="1430742"/>
                  </a:lnTo>
                  <a:lnTo>
                    <a:pt x="2805940" y="1430742"/>
                  </a:lnTo>
                  <a:lnTo>
                    <a:pt x="2805279" y="1430742"/>
                  </a:lnTo>
                  <a:lnTo>
                    <a:pt x="2804619" y="1430742"/>
                  </a:lnTo>
                  <a:lnTo>
                    <a:pt x="2803958" y="1430742"/>
                  </a:lnTo>
                  <a:lnTo>
                    <a:pt x="2803298" y="1430742"/>
                  </a:lnTo>
                  <a:lnTo>
                    <a:pt x="2802637" y="1430742"/>
                  </a:lnTo>
                  <a:lnTo>
                    <a:pt x="2801977" y="1430742"/>
                  </a:lnTo>
                  <a:lnTo>
                    <a:pt x="2801316" y="1430742"/>
                  </a:lnTo>
                  <a:lnTo>
                    <a:pt x="2800656" y="1430742"/>
                  </a:lnTo>
                  <a:lnTo>
                    <a:pt x="2799995" y="1430742"/>
                  </a:lnTo>
                  <a:lnTo>
                    <a:pt x="2799335" y="1430742"/>
                  </a:lnTo>
                  <a:lnTo>
                    <a:pt x="2798674" y="1430742"/>
                  </a:lnTo>
                  <a:lnTo>
                    <a:pt x="2798014" y="1430742"/>
                  </a:lnTo>
                  <a:lnTo>
                    <a:pt x="2797353" y="1430742"/>
                  </a:lnTo>
                  <a:lnTo>
                    <a:pt x="2796692" y="1430742"/>
                  </a:lnTo>
                  <a:lnTo>
                    <a:pt x="2796032" y="1430742"/>
                  </a:lnTo>
                  <a:lnTo>
                    <a:pt x="2795371" y="1430742"/>
                  </a:lnTo>
                  <a:lnTo>
                    <a:pt x="2794711" y="1430742"/>
                  </a:lnTo>
                  <a:lnTo>
                    <a:pt x="2794050" y="1430742"/>
                  </a:lnTo>
                  <a:lnTo>
                    <a:pt x="2793390" y="1430742"/>
                  </a:lnTo>
                  <a:lnTo>
                    <a:pt x="2792729" y="1430742"/>
                  </a:lnTo>
                  <a:lnTo>
                    <a:pt x="2792069" y="1430742"/>
                  </a:lnTo>
                  <a:lnTo>
                    <a:pt x="2791408" y="1430742"/>
                  </a:lnTo>
                  <a:lnTo>
                    <a:pt x="2790748" y="1430742"/>
                  </a:lnTo>
                  <a:lnTo>
                    <a:pt x="2790087" y="1430742"/>
                  </a:lnTo>
                  <a:lnTo>
                    <a:pt x="2789427" y="1430742"/>
                  </a:lnTo>
                  <a:lnTo>
                    <a:pt x="2788766" y="1430742"/>
                  </a:lnTo>
                  <a:lnTo>
                    <a:pt x="2788106" y="1430742"/>
                  </a:lnTo>
                  <a:lnTo>
                    <a:pt x="2787445" y="1430742"/>
                  </a:lnTo>
                  <a:lnTo>
                    <a:pt x="2786784" y="1430742"/>
                  </a:lnTo>
                  <a:lnTo>
                    <a:pt x="2786124" y="1430742"/>
                  </a:lnTo>
                  <a:lnTo>
                    <a:pt x="2785463" y="1430742"/>
                  </a:lnTo>
                  <a:lnTo>
                    <a:pt x="2784803" y="1430742"/>
                  </a:lnTo>
                  <a:lnTo>
                    <a:pt x="2784142" y="1430742"/>
                  </a:lnTo>
                  <a:lnTo>
                    <a:pt x="2783482" y="1430742"/>
                  </a:lnTo>
                  <a:lnTo>
                    <a:pt x="2782821" y="1430742"/>
                  </a:lnTo>
                  <a:lnTo>
                    <a:pt x="2782161" y="1430742"/>
                  </a:lnTo>
                  <a:lnTo>
                    <a:pt x="2781500" y="1430742"/>
                  </a:lnTo>
                  <a:lnTo>
                    <a:pt x="2780840" y="1430742"/>
                  </a:lnTo>
                  <a:lnTo>
                    <a:pt x="2780179" y="1430742"/>
                  </a:lnTo>
                  <a:lnTo>
                    <a:pt x="2779519" y="1430742"/>
                  </a:lnTo>
                  <a:lnTo>
                    <a:pt x="2778858" y="1430742"/>
                  </a:lnTo>
                  <a:lnTo>
                    <a:pt x="2778198" y="1430742"/>
                  </a:lnTo>
                  <a:lnTo>
                    <a:pt x="2777537" y="1430742"/>
                  </a:lnTo>
                  <a:lnTo>
                    <a:pt x="2776876" y="1430742"/>
                  </a:lnTo>
                  <a:lnTo>
                    <a:pt x="2776216" y="1430742"/>
                  </a:lnTo>
                  <a:lnTo>
                    <a:pt x="2775555" y="1430742"/>
                  </a:lnTo>
                  <a:lnTo>
                    <a:pt x="2774895" y="1430742"/>
                  </a:lnTo>
                  <a:lnTo>
                    <a:pt x="2774234" y="1430742"/>
                  </a:lnTo>
                  <a:lnTo>
                    <a:pt x="2773574" y="1430742"/>
                  </a:lnTo>
                  <a:lnTo>
                    <a:pt x="2772913" y="1430742"/>
                  </a:lnTo>
                  <a:lnTo>
                    <a:pt x="2772253" y="1430742"/>
                  </a:lnTo>
                  <a:lnTo>
                    <a:pt x="2771592" y="1430742"/>
                  </a:lnTo>
                  <a:lnTo>
                    <a:pt x="2770932" y="1430742"/>
                  </a:lnTo>
                  <a:lnTo>
                    <a:pt x="2770271" y="1430742"/>
                  </a:lnTo>
                  <a:lnTo>
                    <a:pt x="2769611" y="1430742"/>
                  </a:lnTo>
                  <a:lnTo>
                    <a:pt x="2768950" y="1430742"/>
                  </a:lnTo>
                  <a:lnTo>
                    <a:pt x="2768290" y="1430742"/>
                  </a:lnTo>
                  <a:lnTo>
                    <a:pt x="2767629" y="1430742"/>
                  </a:lnTo>
                  <a:lnTo>
                    <a:pt x="2766968" y="1430742"/>
                  </a:lnTo>
                  <a:lnTo>
                    <a:pt x="2766308" y="1430742"/>
                  </a:lnTo>
                  <a:lnTo>
                    <a:pt x="2765647" y="1430742"/>
                  </a:lnTo>
                  <a:lnTo>
                    <a:pt x="2764987" y="1430742"/>
                  </a:lnTo>
                  <a:lnTo>
                    <a:pt x="2764326" y="1430742"/>
                  </a:lnTo>
                  <a:lnTo>
                    <a:pt x="2763666" y="1430742"/>
                  </a:lnTo>
                  <a:lnTo>
                    <a:pt x="2763005" y="1430742"/>
                  </a:lnTo>
                  <a:lnTo>
                    <a:pt x="2762345" y="1430742"/>
                  </a:lnTo>
                  <a:lnTo>
                    <a:pt x="2761684" y="1430742"/>
                  </a:lnTo>
                  <a:lnTo>
                    <a:pt x="2761024" y="1430742"/>
                  </a:lnTo>
                  <a:lnTo>
                    <a:pt x="2760363" y="1430742"/>
                  </a:lnTo>
                  <a:lnTo>
                    <a:pt x="2759703" y="1430742"/>
                  </a:lnTo>
                  <a:lnTo>
                    <a:pt x="2759042" y="1430742"/>
                  </a:lnTo>
                  <a:lnTo>
                    <a:pt x="2758382" y="1430742"/>
                  </a:lnTo>
                  <a:lnTo>
                    <a:pt x="2757721" y="1430742"/>
                  </a:lnTo>
                  <a:lnTo>
                    <a:pt x="2757061" y="1430742"/>
                  </a:lnTo>
                  <a:lnTo>
                    <a:pt x="2756400" y="1430742"/>
                  </a:lnTo>
                  <a:lnTo>
                    <a:pt x="2755739" y="1430742"/>
                  </a:lnTo>
                  <a:lnTo>
                    <a:pt x="2755079" y="1430742"/>
                  </a:lnTo>
                  <a:lnTo>
                    <a:pt x="2754418" y="1430742"/>
                  </a:lnTo>
                  <a:lnTo>
                    <a:pt x="2753758" y="1430742"/>
                  </a:lnTo>
                  <a:lnTo>
                    <a:pt x="2753097" y="1430742"/>
                  </a:lnTo>
                  <a:lnTo>
                    <a:pt x="2752437" y="1430742"/>
                  </a:lnTo>
                  <a:lnTo>
                    <a:pt x="2751776" y="1430742"/>
                  </a:lnTo>
                  <a:lnTo>
                    <a:pt x="2751116" y="1430742"/>
                  </a:lnTo>
                  <a:lnTo>
                    <a:pt x="2750455" y="1430742"/>
                  </a:lnTo>
                  <a:lnTo>
                    <a:pt x="2749795" y="1430742"/>
                  </a:lnTo>
                  <a:lnTo>
                    <a:pt x="2749134" y="1430742"/>
                  </a:lnTo>
                  <a:lnTo>
                    <a:pt x="2748474" y="1430742"/>
                  </a:lnTo>
                  <a:lnTo>
                    <a:pt x="2747813" y="1430742"/>
                  </a:lnTo>
                  <a:lnTo>
                    <a:pt x="2747153" y="1430742"/>
                  </a:lnTo>
                  <a:lnTo>
                    <a:pt x="2746492" y="1430742"/>
                  </a:lnTo>
                  <a:lnTo>
                    <a:pt x="2745831" y="1430742"/>
                  </a:lnTo>
                  <a:lnTo>
                    <a:pt x="2745171" y="1430742"/>
                  </a:lnTo>
                  <a:lnTo>
                    <a:pt x="2744510" y="1430742"/>
                  </a:lnTo>
                  <a:lnTo>
                    <a:pt x="2743850" y="1430742"/>
                  </a:lnTo>
                  <a:lnTo>
                    <a:pt x="2743189" y="1430742"/>
                  </a:lnTo>
                  <a:lnTo>
                    <a:pt x="2742529" y="1430742"/>
                  </a:lnTo>
                  <a:lnTo>
                    <a:pt x="2741868" y="1430742"/>
                  </a:lnTo>
                  <a:lnTo>
                    <a:pt x="2741208" y="1430742"/>
                  </a:lnTo>
                  <a:lnTo>
                    <a:pt x="2740547" y="1430742"/>
                  </a:lnTo>
                  <a:lnTo>
                    <a:pt x="2739887" y="1430742"/>
                  </a:lnTo>
                  <a:lnTo>
                    <a:pt x="2739226" y="1430742"/>
                  </a:lnTo>
                  <a:lnTo>
                    <a:pt x="2738566" y="1430742"/>
                  </a:lnTo>
                  <a:lnTo>
                    <a:pt x="2737905" y="1430742"/>
                  </a:lnTo>
                  <a:lnTo>
                    <a:pt x="2737245" y="1430742"/>
                  </a:lnTo>
                  <a:lnTo>
                    <a:pt x="2736584" y="1430742"/>
                  </a:lnTo>
                  <a:lnTo>
                    <a:pt x="2735923" y="1430742"/>
                  </a:lnTo>
                  <a:lnTo>
                    <a:pt x="2735263" y="1430742"/>
                  </a:lnTo>
                  <a:lnTo>
                    <a:pt x="2734602" y="1430742"/>
                  </a:lnTo>
                  <a:lnTo>
                    <a:pt x="2733942" y="1430742"/>
                  </a:lnTo>
                  <a:lnTo>
                    <a:pt x="2733281" y="1430742"/>
                  </a:lnTo>
                  <a:lnTo>
                    <a:pt x="2732621" y="1430742"/>
                  </a:lnTo>
                  <a:lnTo>
                    <a:pt x="2731960" y="1430742"/>
                  </a:lnTo>
                  <a:lnTo>
                    <a:pt x="2731300" y="1430742"/>
                  </a:lnTo>
                  <a:lnTo>
                    <a:pt x="2730639" y="1430742"/>
                  </a:lnTo>
                  <a:lnTo>
                    <a:pt x="2729979" y="1430742"/>
                  </a:lnTo>
                  <a:lnTo>
                    <a:pt x="2729318" y="1430742"/>
                  </a:lnTo>
                  <a:lnTo>
                    <a:pt x="2728658" y="1430742"/>
                  </a:lnTo>
                  <a:lnTo>
                    <a:pt x="2727997" y="1430742"/>
                  </a:lnTo>
                  <a:lnTo>
                    <a:pt x="2727337" y="1430742"/>
                  </a:lnTo>
                  <a:lnTo>
                    <a:pt x="2726676" y="1430742"/>
                  </a:lnTo>
                  <a:lnTo>
                    <a:pt x="2726016" y="1430742"/>
                  </a:lnTo>
                  <a:lnTo>
                    <a:pt x="2725355" y="1430742"/>
                  </a:lnTo>
                  <a:lnTo>
                    <a:pt x="2724694" y="1430742"/>
                  </a:lnTo>
                  <a:lnTo>
                    <a:pt x="2724034" y="1430742"/>
                  </a:lnTo>
                  <a:lnTo>
                    <a:pt x="2723373" y="1430742"/>
                  </a:lnTo>
                  <a:lnTo>
                    <a:pt x="2722713" y="1430742"/>
                  </a:lnTo>
                  <a:lnTo>
                    <a:pt x="2722052" y="1430742"/>
                  </a:lnTo>
                  <a:lnTo>
                    <a:pt x="2721392" y="1430742"/>
                  </a:lnTo>
                  <a:lnTo>
                    <a:pt x="2720731" y="1430742"/>
                  </a:lnTo>
                  <a:lnTo>
                    <a:pt x="2720071" y="1430742"/>
                  </a:lnTo>
                  <a:lnTo>
                    <a:pt x="2719410" y="1430742"/>
                  </a:lnTo>
                  <a:lnTo>
                    <a:pt x="2718750" y="1430742"/>
                  </a:lnTo>
                  <a:lnTo>
                    <a:pt x="2718089" y="1430742"/>
                  </a:lnTo>
                  <a:lnTo>
                    <a:pt x="2717429" y="1430742"/>
                  </a:lnTo>
                  <a:lnTo>
                    <a:pt x="2716768" y="1430742"/>
                  </a:lnTo>
                  <a:lnTo>
                    <a:pt x="2716108" y="1430742"/>
                  </a:lnTo>
                  <a:lnTo>
                    <a:pt x="2715447" y="1430742"/>
                  </a:lnTo>
                  <a:lnTo>
                    <a:pt x="2714786" y="1430742"/>
                  </a:lnTo>
                  <a:lnTo>
                    <a:pt x="2714126" y="1430742"/>
                  </a:lnTo>
                  <a:lnTo>
                    <a:pt x="2713465" y="1430742"/>
                  </a:lnTo>
                  <a:lnTo>
                    <a:pt x="2712805" y="1430742"/>
                  </a:lnTo>
                  <a:lnTo>
                    <a:pt x="2712144" y="1430742"/>
                  </a:lnTo>
                  <a:lnTo>
                    <a:pt x="2711484" y="1430742"/>
                  </a:lnTo>
                  <a:lnTo>
                    <a:pt x="2710823" y="1430742"/>
                  </a:lnTo>
                  <a:lnTo>
                    <a:pt x="2710163" y="1430742"/>
                  </a:lnTo>
                  <a:lnTo>
                    <a:pt x="2709502" y="1430742"/>
                  </a:lnTo>
                  <a:lnTo>
                    <a:pt x="2708842" y="1430742"/>
                  </a:lnTo>
                  <a:lnTo>
                    <a:pt x="2708181" y="1430742"/>
                  </a:lnTo>
                  <a:lnTo>
                    <a:pt x="2707521" y="1430742"/>
                  </a:lnTo>
                  <a:lnTo>
                    <a:pt x="2706860" y="1430742"/>
                  </a:lnTo>
                  <a:lnTo>
                    <a:pt x="2706200" y="1430742"/>
                  </a:lnTo>
                  <a:lnTo>
                    <a:pt x="2705539" y="1430742"/>
                  </a:lnTo>
                  <a:lnTo>
                    <a:pt x="2704878" y="1430742"/>
                  </a:lnTo>
                  <a:lnTo>
                    <a:pt x="2704218" y="1430742"/>
                  </a:lnTo>
                  <a:lnTo>
                    <a:pt x="2703557" y="1430742"/>
                  </a:lnTo>
                  <a:lnTo>
                    <a:pt x="2702897" y="1430742"/>
                  </a:lnTo>
                  <a:lnTo>
                    <a:pt x="2702236" y="1430742"/>
                  </a:lnTo>
                  <a:lnTo>
                    <a:pt x="2701576" y="1430742"/>
                  </a:lnTo>
                  <a:lnTo>
                    <a:pt x="2700915" y="1430742"/>
                  </a:lnTo>
                  <a:lnTo>
                    <a:pt x="2700255" y="1430742"/>
                  </a:lnTo>
                  <a:lnTo>
                    <a:pt x="2699594" y="1430742"/>
                  </a:lnTo>
                  <a:lnTo>
                    <a:pt x="2698934" y="1430742"/>
                  </a:lnTo>
                  <a:lnTo>
                    <a:pt x="2698273" y="1430742"/>
                  </a:lnTo>
                  <a:lnTo>
                    <a:pt x="2697613" y="1430742"/>
                  </a:lnTo>
                  <a:lnTo>
                    <a:pt x="2696952" y="1430742"/>
                  </a:lnTo>
                  <a:lnTo>
                    <a:pt x="2696292" y="1430742"/>
                  </a:lnTo>
                  <a:lnTo>
                    <a:pt x="2695631" y="1430742"/>
                  </a:lnTo>
                  <a:lnTo>
                    <a:pt x="2694970" y="1430742"/>
                  </a:lnTo>
                  <a:lnTo>
                    <a:pt x="2694310" y="1430742"/>
                  </a:lnTo>
                  <a:lnTo>
                    <a:pt x="2693649" y="1430742"/>
                  </a:lnTo>
                  <a:lnTo>
                    <a:pt x="2692989" y="1430742"/>
                  </a:lnTo>
                  <a:lnTo>
                    <a:pt x="2692328" y="1430742"/>
                  </a:lnTo>
                  <a:lnTo>
                    <a:pt x="2691668" y="1430742"/>
                  </a:lnTo>
                  <a:lnTo>
                    <a:pt x="2691007" y="1430742"/>
                  </a:lnTo>
                  <a:lnTo>
                    <a:pt x="2690347" y="1430742"/>
                  </a:lnTo>
                  <a:lnTo>
                    <a:pt x="2689686" y="1430742"/>
                  </a:lnTo>
                  <a:lnTo>
                    <a:pt x="2689026" y="1430742"/>
                  </a:lnTo>
                  <a:lnTo>
                    <a:pt x="2688365" y="1430742"/>
                  </a:lnTo>
                  <a:lnTo>
                    <a:pt x="2687705" y="1430742"/>
                  </a:lnTo>
                  <a:lnTo>
                    <a:pt x="2687044" y="1430742"/>
                  </a:lnTo>
                  <a:lnTo>
                    <a:pt x="2686384" y="1430742"/>
                  </a:lnTo>
                  <a:lnTo>
                    <a:pt x="2685723" y="1430742"/>
                  </a:lnTo>
                  <a:lnTo>
                    <a:pt x="2685063" y="1430742"/>
                  </a:lnTo>
                  <a:lnTo>
                    <a:pt x="2684402" y="1430742"/>
                  </a:lnTo>
                  <a:lnTo>
                    <a:pt x="2683741" y="1430742"/>
                  </a:lnTo>
                  <a:lnTo>
                    <a:pt x="2683081" y="1430742"/>
                  </a:lnTo>
                  <a:lnTo>
                    <a:pt x="2682420" y="1430742"/>
                  </a:lnTo>
                  <a:lnTo>
                    <a:pt x="2681760" y="1430742"/>
                  </a:lnTo>
                  <a:lnTo>
                    <a:pt x="2681099" y="1430742"/>
                  </a:lnTo>
                  <a:lnTo>
                    <a:pt x="2680439" y="1430742"/>
                  </a:lnTo>
                  <a:lnTo>
                    <a:pt x="2679778" y="1430742"/>
                  </a:lnTo>
                  <a:lnTo>
                    <a:pt x="2679118" y="1430742"/>
                  </a:lnTo>
                  <a:lnTo>
                    <a:pt x="2678457" y="1430742"/>
                  </a:lnTo>
                  <a:lnTo>
                    <a:pt x="2677797" y="1430742"/>
                  </a:lnTo>
                  <a:lnTo>
                    <a:pt x="2677136" y="1430742"/>
                  </a:lnTo>
                  <a:lnTo>
                    <a:pt x="2676476" y="1430742"/>
                  </a:lnTo>
                  <a:lnTo>
                    <a:pt x="2675815" y="1430742"/>
                  </a:lnTo>
                  <a:lnTo>
                    <a:pt x="2675155" y="1430742"/>
                  </a:lnTo>
                  <a:lnTo>
                    <a:pt x="2674494" y="1430742"/>
                  </a:lnTo>
                  <a:lnTo>
                    <a:pt x="2673833" y="1430742"/>
                  </a:lnTo>
                  <a:lnTo>
                    <a:pt x="2673173" y="1430742"/>
                  </a:lnTo>
                  <a:lnTo>
                    <a:pt x="2672512" y="1430742"/>
                  </a:lnTo>
                  <a:lnTo>
                    <a:pt x="2671852" y="1430742"/>
                  </a:lnTo>
                  <a:lnTo>
                    <a:pt x="2671191" y="1430742"/>
                  </a:lnTo>
                  <a:lnTo>
                    <a:pt x="2670531" y="1430742"/>
                  </a:lnTo>
                  <a:lnTo>
                    <a:pt x="2669870" y="1430742"/>
                  </a:lnTo>
                  <a:lnTo>
                    <a:pt x="2669210" y="1430742"/>
                  </a:lnTo>
                  <a:lnTo>
                    <a:pt x="2668549" y="1430742"/>
                  </a:lnTo>
                  <a:lnTo>
                    <a:pt x="2667889" y="1430742"/>
                  </a:lnTo>
                  <a:lnTo>
                    <a:pt x="2667228" y="1430742"/>
                  </a:lnTo>
                  <a:lnTo>
                    <a:pt x="2666568" y="1430742"/>
                  </a:lnTo>
                  <a:lnTo>
                    <a:pt x="2665907" y="1430742"/>
                  </a:lnTo>
                  <a:lnTo>
                    <a:pt x="2665247" y="1430742"/>
                  </a:lnTo>
                  <a:lnTo>
                    <a:pt x="2664586" y="1430742"/>
                  </a:lnTo>
                  <a:lnTo>
                    <a:pt x="2663925" y="1430742"/>
                  </a:lnTo>
                  <a:lnTo>
                    <a:pt x="2663265" y="1430742"/>
                  </a:lnTo>
                  <a:lnTo>
                    <a:pt x="2662604" y="1430742"/>
                  </a:lnTo>
                  <a:lnTo>
                    <a:pt x="2661944" y="1430742"/>
                  </a:lnTo>
                  <a:lnTo>
                    <a:pt x="2661283" y="1430742"/>
                  </a:lnTo>
                  <a:lnTo>
                    <a:pt x="2660623" y="1430742"/>
                  </a:lnTo>
                  <a:lnTo>
                    <a:pt x="2659962" y="1430742"/>
                  </a:lnTo>
                  <a:lnTo>
                    <a:pt x="2659302" y="1430742"/>
                  </a:lnTo>
                  <a:lnTo>
                    <a:pt x="2658641" y="1430742"/>
                  </a:lnTo>
                  <a:lnTo>
                    <a:pt x="2657981" y="1430742"/>
                  </a:lnTo>
                  <a:lnTo>
                    <a:pt x="2657320" y="1430742"/>
                  </a:lnTo>
                  <a:lnTo>
                    <a:pt x="2656660" y="1430742"/>
                  </a:lnTo>
                  <a:lnTo>
                    <a:pt x="2655999" y="1430742"/>
                  </a:lnTo>
                  <a:lnTo>
                    <a:pt x="2655339" y="1430742"/>
                  </a:lnTo>
                  <a:lnTo>
                    <a:pt x="2654678" y="1430742"/>
                  </a:lnTo>
                  <a:lnTo>
                    <a:pt x="2654018" y="1430742"/>
                  </a:lnTo>
                  <a:lnTo>
                    <a:pt x="2653357" y="1430742"/>
                  </a:lnTo>
                  <a:lnTo>
                    <a:pt x="2652696" y="1430742"/>
                  </a:lnTo>
                  <a:lnTo>
                    <a:pt x="2652036" y="1430742"/>
                  </a:lnTo>
                  <a:lnTo>
                    <a:pt x="2651375" y="1430742"/>
                  </a:lnTo>
                  <a:lnTo>
                    <a:pt x="2650715" y="1430742"/>
                  </a:lnTo>
                  <a:lnTo>
                    <a:pt x="2650054" y="1430742"/>
                  </a:lnTo>
                  <a:lnTo>
                    <a:pt x="2649394" y="1430742"/>
                  </a:lnTo>
                  <a:lnTo>
                    <a:pt x="2648733" y="1430742"/>
                  </a:lnTo>
                  <a:lnTo>
                    <a:pt x="2648073" y="1430742"/>
                  </a:lnTo>
                  <a:lnTo>
                    <a:pt x="2647412" y="1430742"/>
                  </a:lnTo>
                  <a:lnTo>
                    <a:pt x="2646752" y="1430742"/>
                  </a:lnTo>
                  <a:lnTo>
                    <a:pt x="2646091" y="1430742"/>
                  </a:lnTo>
                  <a:lnTo>
                    <a:pt x="2645431" y="1430742"/>
                  </a:lnTo>
                  <a:lnTo>
                    <a:pt x="2644770" y="1430742"/>
                  </a:lnTo>
                  <a:lnTo>
                    <a:pt x="2644110" y="1430742"/>
                  </a:lnTo>
                  <a:lnTo>
                    <a:pt x="2643449" y="1430742"/>
                  </a:lnTo>
                  <a:lnTo>
                    <a:pt x="2642788" y="1430742"/>
                  </a:lnTo>
                  <a:lnTo>
                    <a:pt x="2642128" y="1430742"/>
                  </a:lnTo>
                  <a:lnTo>
                    <a:pt x="2641467" y="1430742"/>
                  </a:lnTo>
                  <a:lnTo>
                    <a:pt x="2640807" y="1430742"/>
                  </a:lnTo>
                  <a:lnTo>
                    <a:pt x="2640146" y="1430742"/>
                  </a:lnTo>
                  <a:lnTo>
                    <a:pt x="2639486" y="1430742"/>
                  </a:lnTo>
                  <a:lnTo>
                    <a:pt x="2638825" y="1430742"/>
                  </a:lnTo>
                  <a:lnTo>
                    <a:pt x="2638165" y="1430742"/>
                  </a:lnTo>
                  <a:lnTo>
                    <a:pt x="2637504" y="1430742"/>
                  </a:lnTo>
                  <a:lnTo>
                    <a:pt x="2636844" y="1430742"/>
                  </a:lnTo>
                  <a:lnTo>
                    <a:pt x="2636183" y="1430742"/>
                  </a:lnTo>
                  <a:lnTo>
                    <a:pt x="2635523" y="1430742"/>
                  </a:lnTo>
                  <a:lnTo>
                    <a:pt x="2634862" y="1430742"/>
                  </a:lnTo>
                  <a:lnTo>
                    <a:pt x="2634202" y="1430742"/>
                  </a:lnTo>
                  <a:lnTo>
                    <a:pt x="2633541" y="1430742"/>
                  </a:lnTo>
                  <a:lnTo>
                    <a:pt x="2632880" y="1430742"/>
                  </a:lnTo>
                  <a:lnTo>
                    <a:pt x="2632220" y="1430742"/>
                  </a:lnTo>
                  <a:lnTo>
                    <a:pt x="2631559" y="1430742"/>
                  </a:lnTo>
                  <a:lnTo>
                    <a:pt x="2630899" y="1430742"/>
                  </a:lnTo>
                  <a:lnTo>
                    <a:pt x="2630238" y="1430742"/>
                  </a:lnTo>
                  <a:lnTo>
                    <a:pt x="2629578" y="1430742"/>
                  </a:lnTo>
                  <a:lnTo>
                    <a:pt x="2628917" y="1430742"/>
                  </a:lnTo>
                  <a:lnTo>
                    <a:pt x="2628257" y="1430742"/>
                  </a:lnTo>
                  <a:lnTo>
                    <a:pt x="2627596" y="1430742"/>
                  </a:lnTo>
                  <a:lnTo>
                    <a:pt x="2626936" y="1430742"/>
                  </a:lnTo>
                  <a:lnTo>
                    <a:pt x="2626275" y="1430742"/>
                  </a:lnTo>
                  <a:lnTo>
                    <a:pt x="2625615" y="1430742"/>
                  </a:lnTo>
                  <a:lnTo>
                    <a:pt x="2624954" y="1430742"/>
                  </a:lnTo>
                  <a:lnTo>
                    <a:pt x="2624294" y="1430742"/>
                  </a:lnTo>
                  <a:lnTo>
                    <a:pt x="2623633" y="1430742"/>
                  </a:lnTo>
                  <a:lnTo>
                    <a:pt x="2622972" y="1430742"/>
                  </a:lnTo>
                  <a:lnTo>
                    <a:pt x="2622312" y="1430742"/>
                  </a:lnTo>
                  <a:lnTo>
                    <a:pt x="2621651" y="1430742"/>
                  </a:lnTo>
                  <a:lnTo>
                    <a:pt x="2620991" y="1430742"/>
                  </a:lnTo>
                  <a:lnTo>
                    <a:pt x="2620330" y="1430742"/>
                  </a:lnTo>
                  <a:lnTo>
                    <a:pt x="2619670" y="1430742"/>
                  </a:lnTo>
                  <a:lnTo>
                    <a:pt x="2619009" y="1430742"/>
                  </a:lnTo>
                  <a:lnTo>
                    <a:pt x="2618349" y="1430742"/>
                  </a:lnTo>
                  <a:lnTo>
                    <a:pt x="2617688" y="1430742"/>
                  </a:lnTo>
                  <a:lnTo>
                    <a:pt x="2617028" y="1430742"/>
                  </a:lnTo>
                  <a:lnTo>
                    <a:pt x="2616367" y="1430742"/>
                  </a:lnTo>
                  <a:lnTo>
                    <a:pt x="2615707" y="1430742"/>
                  </a:lnTo>
                  <a:lnTo>
                    <a:pt x="2615046" y="1430742"/>
                  </a:lnTo>
                  <a:lnTo>
                    <a:pt x="2614386" y="1430742"/>
                  </a:lnTo>
                  <a:lnTo>
                    <a:pt x="2613725" y="1430742"/>
                  </a:lnTo>
                  <a:lnTo>
                    <a:pt x="2613065" y="1430742"/>
                  </a:lnTo>
                  <a:lnTo>
                    <a:pt x="2612404" y="1430742"/>
                  </a:lnTo>
                  <a:lnTo>
                    <a:pt x="2611743" y="1430742"/>
                  </a:lnTo>
                  <a:lnTo>
                    <a:pt x="2611083" y="1430742"/>
                  </a:lnTo>
                  <a:lnTo>
                    <a:pt x="2610422" y="1430742"/>
                  </a:lnTo>
                  <a:lnTo>
                    <a:pt x="2609762" y="1430742"/>
                  </a:lnTo>
                  <a:lnTo>
                    <a:pt x="2609101" y="1430742"/>
                  </a:lnTo>
                  <a:lnTo>
                    <a:pt x="2608441" y="1430742"/>
                  </a:lnTo>
                  <a:lnTo>
                    <a:pt x="2607780" y="1430742"/>
                  </a:lnTo>
                  <a:lnTo>
                    <a:pt x="2607120" y="1430742"/>
                  </a:lnTo>
                  <a:lnTo>
                    <a:pt x="2606459" y="1430742"/>
                  </a:lnTo>
                  <a:lnTo>
                    <a:pt x="2605799" y="1430742"/>
                  </a:lnTo>
                  <a:lnTo>
                    <a:pt x="2605138" y="1430742"/>
                  </a:lnTo>
                  <a:lnTo>
                    <a:pt x="2604478" y="1430742"/>
                  </a:lnTo>
                  <a:lnTo>
                    <a:pt x="2603817" y="1430742"/>
                  </a:lnTo>
                  <a:lnTo>
                    <a:pt x="2603157" y="1430742"/>
                  </a:lnTo>
                  <a:lnTo>
                    <a:pt x="2602496" y="1430742"/>
                  </a:lnTo>
                  <a:lnTo>
                    <a:pt x="2601835" y="1430742"/>
                  </a:lnTo>
                  <a:lnTo>
                    <a:pt x="2601175" y="1430742"/>
                  </a:lnTo>
                  <a:lnTo>
                    <a:pt x="2600514" y="1430742"/>
                  </a:lnTo>
                  <a:lnTo>
                    <a:pt x="2599854" y="1430742"/>
                  </a:lnTo>
                  <a:lnTo>
                    <a:pt x="2599193" y="1430742"/>
                  </a:lnTo>
                  <a:lnTo>
                    <a:pt x="2598533" y="1430742"/>
                  </a:lnTo>
                  <a:lnTo>
                    <a:pt x="2597872" y="1430742"/>
                  </a:lnTo>
                  <a:lnTo>
                    <a:pt x="2597212" y="1430742"/>
                  </a:lnTo>
                  <a:lnTo>
                    <a:pt x="2596551" y="1430742"/>
                  </a:lnTo>
                  <a:lnTo>
                    <a:pt x="2595891" y="1430742"/>
                  </a:lnTo>
                  <a:lnTo>
                    <a:pt x="2595230" y="1430742"/>
                  </a:lnTo>
                  <a:lnTo>
                    <a:pt x="2594570" y="1430742"/>
                  </a:lnTo>
                  <a:lnTo>
                    <a:pt x="2593909" y="1430742"/>
                  </a:lnTo>
                  <a:lnTo>
                    <a:pt x="2593249" y="1430742"/>
                  </a:lnTo>
                  <a:lnTo>
                    <a:pt x="2592588" y="1430742"/>
                  </a:lnTo>
                  <a:lnTo>
                    <a:pt x="2591927" y="1430742"/>
                  </a:lnTo>
                  <a:lnTo>
                    <a:pt x="2591267" y="1430742"/>
                  </a:lnTo>
                  <a:lnTo>
                    <a:pt x="2590606" y="1430742"/>
                  </a:lnTo>
                  <a:lnTo>
                    <a:pt x="2589946" y="1430742"/>
                  </a:lnTo>
                  <a:lnTo>
                    <a:pt x="2589285" y="1430742"/>
                  </a:lnTo>
                  <a:lnTo>
                    <a:pt x="2588625" y="1430742"/>
                  </a:lnTo>
                  <a:lnTo>
                    <a:pt x="2587964" y="1430742"/>
                  </a:lnTo>
                  <a:lnTo>
                    <a:pt x="2587304" y="1430742"/>
                  </a:lnTo>
                  <a:lnTo>
                    <a:pt x="2586643" y="1430742"/>
                  </a:lnTo>
                  <a:lnTo>
                    <a:pt x="2585983" y="1430742"/>
                  </a:lnTo>
                  <a:lnTo>
                    <a:pt x="2585322" y="1430742"/>
                  </a:lnTo>
                  <a:lnTo>
                    <a:pt x="2584662" y="1430742"/>
                  </a:lnTo>
                  <a:lnTo>
                    <a:pt x="2584001" y="1430742"/>
                  </a:lnTo>
                  <a:lnTo>
                    <a:pt x="2583341" y="1430742"/>
                  </a:lnTo>
                  <a:lnTo>
                    <a:pt x="2582680" y="1430742"/>
                  </a:lnTo>
                  <a:lnTo>
                    <a:pt x="2582020" y="1430742"/>
                  </a:lnTo>
                  <a:lnTo>
                    <a:pt x="2581359" y="1430742"/>
                  </a:lnTo>
                  <a:lnTo>
                    <a:pt x="2580698" y="1430742"/>
                  </a:lnTo>
                  <a:lnTo>
                    <a:pt x="2580038" y="1430742"/>
                  </a:lnTo>
                  <a:lnTo>
                    <a:pt x="2579377" y="1430742"/>
                  </a:lnTo>
                  <a:lnTo>
                    <a:pt x="2578717" y="1430742"/>
                  </a:lnTo>
                  <a:lnTo>
                    <a:pt x="2578056" y="1430742"/>
                  </a:lnTo>
                  <a:lnTo>
                    <a:pt x="2577396" y="1430742"/>
                  </a:lnTo>
                  <a:lnTo>
                    <a:pt x="2576735" y="1430742"/>
                  </a:lnTo>
                  <a:lnTo>
                    <a:pt x="2576075" y="1430742"/>
                  </a:lnTo>
                  <a:lnTo>
                    <a:pt x="2575414" y="1430742"/>
                  </a:lnTo>
                  <a:lnTo>
                    <a:pt x="2574754" y="1430742"/>
                  </a:lnTo>
                  <a:lnTo>
                    <a:pt x="2574093" y="1430742"/>
                  </a:lnTo>
                  <a:lnTo>
                    <a:pt x="2573433" y="1430742"/>
                  </a:lnTo>
                  <a:lnTo>
                    <a:pt x="2572772" y="1430742"/>
                  </a:lnTo>
                  <a:lnTo>
                    <a:pt x="2572112" y="1430742"/>
                  </a:lnTo>
                  <a:lnTo>
                    <a:pt x="2571451" y="1430742"/>
                  </a:lnTo>
                  <a:lnTo>
                    <a:pt x="2570790" y="1430742"/>
                  </a:lnTo>
                  <a:lnTo>
                    <a:pt x="2570130" y="1430742"/>
                  </a:lnTo>
                  <a:lnTo>
                    <a:pt x="2569469" y="1430742"/>
                  </a:lnTo>
                  <a:lnTo>
                    <a:pt x="2568809" y="1430742"/>
                  </a:lnTo>
                  <a:lnTo>
                    <a:pt x="2568148" y="1430742"/>
                  </a:lnTo>
                  <a:lnTo>
                    <a:pt x="2567488" y="1430742"/>
                  </a:lnTo>
                  <a:lnTo>
                    <a:pt x="2566827" y="1430742"/>
                  </a:lnTo>
                  <a:lnTo>
                    <a:pt x="2566167" y="1430742"/>
                  </a:lnTo>
                  <a:lnTo>
                    <a:pt x="2565506" y="1430742"/>
                  </a:lnTo>
                  <a:lnTo>
                    <a:pt x="2564846" y="1430742"/>
                  </a:lnTo>
                  <a:lnTo>
                    <a:pt x="2564185" y="1430742"/>
                  </a:lnTo>
                  <a:lnTo>
                    <a:pt x="2563525" y="1430742"/>
                  </a:lnTo>
                  <a:lnTo>
                    <a:pt x="2562864" y="1430742"/>
                  </a:lnTo>
                  <a:lnTo>
                    <a:pt x="2562204" y="1430742"/>
                  </a:lnTo>
                  <a:lnTo>
                    <a:pt x="2561543" y="1430742"/>
                  </a:lnTo>
                  <a:lnTo>
                    <a:pt x="2560882" y="1430742"/>
                  </a:lnTo>
                  <a:lnTo>
                    <a:pt x="2560222" y="1430742"/>
                  </a:lnTo>
                  <a:lnTo>
                    <a:pt x="2559561" y="1430742"/>
                  </a:lnTo>
                  <a:lnTo>
                    <a:pt x="2558901" y="1430742"/>
                  </a:lnTo>
                  <a:lnTo>
                    <a:pt x="2558240" y="1430742"/>
                  </a:lnTo>
                  <a:lnTo>
                    <a:pt x="2557580" y="1430742"/>
                  </a:lnTo>
                  <a:lnTo>
                    <a:pt x="2556919" y="1430742"/>
                  </a:lnTo>
                  <a:lnTo>
                    <a:pt x="2556259" y="1430742"/>
                  </a:lnTo>
                  <a:lnTo>
                    <a:pt x="2555598" y="1430742"/>
                  </a:lnTo>
                  <a:lnTo>
                    <a:pt x="2554938" y="1430742"/>
                  </a:lnTo>
                  <a:lnTo>
                    <a:pt x="2554277" y="1430742"/>
                  </a:lnTo>
                  <a:lnTo>
                    <a:pt x="2553617" y="1430742"/>
                  </a:lnTo>
                  <a:lnTo>
                    <a:pt x="2552956" y="1430742"/>
                  </a:lnTo>
                  <a:lnTo>
                    <a:pt x="2552296" y="1430742"/>
                  </a:lnTo>
                  <a:lnTo>
                    <a:pt x="2551635" y="1430742"/>
                  </a:lnTo>
                  <a:lnTo>
                    <a:pt x="2550974" y="1430742"/>
                  </a:lnTo>
                  <a:lnTo>
                    <a:pt x="2550314" y="1430742"/>
                  </a:lnTo>
                  <a:lnTo>
                    <a:pt x="2549653" y="1430742"/>
                  </a:lnTo>
                  <a:lnTo>
                    <a:pt x="2548993" y="1430742"/>
                  </a:lnTo>
                  <a:lnTo>
                    <a:pt x="2548332" y="1430742"/>
                  </a:lnTo>
                  <a:lnTo>
                    <a:pt x="2547672" y="1430742"/>
                  </a:lnTo>
                  <a:lnTo>
                    <a:pt x="2547011" y="1430742"/>
                  </a:lnTo>
                  <a:lnTo>
                    <a:pt x="2546351" y="1430742"/>
                  </a:lnTo>
                  <a:lnTo>
                    <a:pt x="2545690" y="1430742"/>
                  </a:lnTo>
                  <a:lnTo>
                    <a:pt x="2545030" y="1430742"/>
                  </a:lnTo>
                  <a:lnTo>
                    <a:pt x="2544369" y="1430742"/>
                  </a:lnTo>
                  <a:lnTo>
                    <a:pt x="2543709" y="1430742"/>
                  </a:lnTo>
                  <a:lnTo>
                    <a:pt x="2543048" y="1430742"/>
                  </a:lnTo>
                  <a:lnTo>
                    <a:pt x="2542388" y="1430742"/>
                  </a:lnTo>
                  <a:lnTo>
                    <a:pt x="2541727" y="1430742"/>
                  </a:lnTo>
                  <a:lnTo>
                    <a:pt x="2541067" y="1430742"/>
                  </a:lnTo>
                  <a:lnTo>
                    <a:pt x="2540406" y="1430742"/>
                  </a:lnTo>
                  <a:lnTo>
                    <a:pt x="2539745" y="1430742"/>
                  </a:lnTo>
                  <a:lnTo>
                    <a:pt x="2539085" y="1430742"/>
                  </a:lnTo>
                  <a:lnTo>
                    <a:pt x="2538424" y="1430742"/>
                  </a:lnTo>
                  <a:lnTo>
                    <a:pt x="2537764" y="1430742"/>
                  </a:lnTo>
                  <a:lnTo>
                    <a:pt x="2537103" y="1430742"/>
                  </a:lnTo>
                  <a:lnTo>
                    <a:pt x="2536443" y="1430742"/>
                  </a:lnTo>
                  <a:lnTo>
                    <a:pt x="2535782" y="1430742"/>
                  </a:lnTo>
                  <a:lnTo>
                    <a:pt x="2535122" y="1430742"/>
                  </a:lnTo>
                  <a:lnTo>
                    <a:pt x="2534461" y="1430742"/>
                  </a:lnTo>
                  <a:lnTo>
                    <a:pt x="2533801" y="1430742"/>
                  </a:lnTo>
                  <a:lnTo>
                    <a:pt x="2533140" y="1430742"/>
                  </a:lnTo>
                  <a:lnTo>
                    <a:pt x="2532480" y="1430742"/>
                  </a:lnTo>
                  <a:lnTo>
                    <a:pt x="2531819" y="1430742"/>
                  </a:lnTo>
                  <a:lnTo>
                    <a:pt x="2531159" y="1430742"/>
                  </a:lnTo>
                  <a:lnTo>
                    <a:pt x="2530498" y="1430742"/>
                  </a:lnTo>
                  <a:lnTo>
                    <a:pt x="2529837" y="1430742"/>
                  </a:lnTo>
                  <a:lnTo>
                    <a:pt x="2529177" y="1430742"/>
                  </a:lnTo>
                  <a:lnTo>
                    <a:pt x="2528516" y="1430742"/>
                  </a:lnTo>
                  <a:lnTo>
                    <a:pt x="2527856" y="1430742"/>
                  </a:lnTo>
                  <a:lnTo>
                    <a:pt x="2527195" y="1430742"/>
                  </a:lnTo>
                  <a:lnTo>
                    <a:pt x="2526535" y="1430742"/>
                  </a:lnTo>
                  <a:lnTo>
                    <a:pt x="2525874" y="1430742"/>
                  </a:lnTo>
                  <a:lnTo>
                    <a:pt x="2525214" y="1430742"/>
                  </a:lnTo>
                  <a:lnTo>
                    <a:pt x="2524553" y="1430742"/>
                  </a:lnTo>
                  <a:lnTo>
                    <a:pt x="2523893" y="1430742"/>
                  </a:lnTo>
                  <a:lnTo>
                    <a:pt x="2523232" y="1430742"/>
                  </a:lnTo>
                  <a:lnTo>
                    <a:pt x="2522572" y="1430742"/>
                  </a:lnTo>
                  <a:lnTo>
                    <a:pt x="2521911" y="1430742"/>
                  </a:lnTo>
                  <a:lnTo>
                    <a:pt x="2521251" y="1430742"/>
                  </a:lnTo>
                  <a:lnTo>
                    <a:pt x="2520590" y="1430742"/>
                  </a:lnTo>
                  <a:lnTo>
                    <a:pt x="2519929" y="1430742"/>
                  </a:lnTo>
                  <a:lnTo>
                    <a:pt x="2519269" y="1430742"/>
                  </a:lnTo>
                  <a:lnTo>
                    <a:pt x="2518608" y="1430742"/>
                  </a:lnTo>
                  <a:lnTo>
                    <a:pt x="2517948" y="1430742"/>
                  </a:lnTo>
                  <a:lnTo>
                    <a:pt x="2517287" y="1430742"/>
                  </a:lnTo>
                  <a:lnTo>
                    <a:pt x="2516627" y="1430742"/>
                  </a:lnTo>
                  <a:lnTo>
                    <a:pt x="2515966" y="1430742"/>
                  </a:lnTo>
                  <a:lnTo>
                    <a:pt x="2515306" y="1430742"/>
                  </a:lnTo>
                  <a:lnTo>
                    <a:pt x="2514645" y="1430742"/>
                  </a:lnTo>
                  <a:lnTo>
                    <a:pt x="2513985" y="1430742"/>
                  </a:lnTo>
                  <a:lnTo>
                    <a:pt x="2513324" y="1430742"/>
                  </a:lnTo>
                  <a:lnTo>
                    <a:pt x="2512664" y="1430742"/>
                  </a:lnTo>
                  <a:lnTo>
                    <a:pt x="2512003" y="1430742"/>
                  </a:lnTo>
                  <a:lnTo>
                    <a:pt x="2511343" y="1430742"/>
                  </a:lnTo>
                  <a:lnTo>
                    <a:pt x="2510682" y="1430742"/>
                  </a:lnTo>
                  <a:lnTo>
                    <a:pt x="2510022" y="1430742"/>
                  </a:lnTo>
                  <a:lnTo>
                    <a:pt x="2509361" y="1430742"/>
                  </a:lnTo>
                  <a:lnTo>
                    <a:pt x="2508700" y="1430742"/>
                  </a:lnTo>
                  <a:lnTo>
                    <a:pt x="2508040" y="1430742"/>
                  </a:lnTo>
                  <a:lnTo>
                    <a:pt x="2507379" y="1430742"/>
                  </a:lnTo>
                  <a:lnTo>
                    <a:pt x="2506719" y="1430742"/>
                  </a:lnTo>
                  <a:lnTo>
                    <a:pt x="2506058" y="1430742"/>
                  </a:lnTo>
                  <a:lnTo>
                    <a:pt x="2505398" y="1430742"/>
                  </a:lnTo>
                  <a:lnTo>
                    <a:pt x="2504737" y="1430742"/>
                  </a:lnTo>
                  <a:lnTo>
                    <a:pt x="2504077" y="1430742"/>
                  </a:lnTo>
                  <a:lnTo>
                    <a:pt x="2503416" y="1430742"/>
                  </a:lnTo>
                  <a:lnTo>
                    <a:pt x="2502756" y="1430742"/>
                  </a:lnTo>
                  <a:lnTo>
                    <a:pt x="2502095" y="1430742"/>
                  </a:lnTo>
                  <a:lnTo>
                    <a:pt x="2501435" y="1430742"/>
                  </a:lnTo>
                  <a:lnTo>
                    <a:pt x="2500774" y="1430742"/>
                  </a:lnTo>
                  <a:lnTo>
                    <a:pt x="2500114" y="1430742"/>
                  </a:lnTo>
                  <a:lnTo>
                    <a:pt x="2499453" y="1430742"/>
                  </a:lnTo>
                  <a:lnTo>
                    <a:pt x="2498792" y="1430742"/>
                  </a:lnTo>
                  <a:lnTo>
                    <a:pt x="2498132" y="1430742"/>
                  </a:lnTo>
                  <a:lnTo>
                    <a:pt x="2497471" y="1430742"/>
                  </a:lnTo>
                  <a:lnTo>
                    <a:pt x="2496811" y="1430742"/>
                  </a:lnTo>
                  <a:lnTo>
                    <a:pt x="2496150" y="1430742"/>
                  </a:lnTo>
                  <a:lnTo>
                    <a:pt x="2495490" y="1430742"/>
                  </a:lnTo>
                  <a:lnTo>
                    <a:pt x="2494829" y="1430742"/>
                  </a:lnTo>
                  <a:lnTo>
                    <a:pt x="2494169" y="1430742"/>
                  </a:lnTo>
                  <a:lnTo>
                    <a:pt x="2493508" y="1430742"/>
                  </a:lnTo>
                  <a:lnTo>
                    <a:pt x="2492848" y="1430742"/>
                  </a:lnTo>
                  <a:lnTo>
                    <a:pt x="2492187" y="1430742"/>
                  </a:lnTo>
                  <a:lnTo>
                    <a:pt x="2491527" y="1430742"/>
                  </a:lnTo>
                  <a:lnTo>
                    <a:pt x="2490866" y="1430742"/>
                  </a:lnTo>
                  <a:lnTo>
                    <a:pt x="2490206" y="1430742"/>
                  </a:lnTo>
                  <a:lnTo>
                    <a:pt x="2489545" y="1430742"/>
                  </a:lnTo>
                  <a:lnTo>
                    <a:pt x="2488884" y="1430742"/>
                  </a:lnTo>
                  <a:lnTo>
                    <a:pt x="2488224" y="1430742"/>
                  </a:lnTo>
                  <a:lnTo>
                    <a:pt x="2487563" y="1430742"/>
                  </a:lnTo>
                  <a:lnTo>
                    <a:pt x="2486903" y="1430742"/>
                  </a:lnTo>
                  <a:lnTo>
                    <a:pt x="2486242" y="1430742"/>
                  </a:lnTo>
                  <a:lnTo>
                    <a:pt x="2485582" y="1430742"/>
                  </a:lnTo>
                  <a:lnTo>
                    <a:pt x="2484921" y="1430742"/>
                  </a:lnTo>
                  <a:lnTo>
                    <a:pt x="2484261" y="1430742"/>
                  </a:lnTo>
                  <a:lnTo>
                    <a:pt x="2483600" y="1430742"/>
                  </a:lnTo>
                  <a:lnTo>
                    <a:pt x="2482940" y="1430742"/>
                  </a:lnTo>
                  <a:lnTo>
                    <a:pt x="2482279" y="1430742"/>
                  </a:lnTo>
                  <a:lnTo>
                    <a:pt x="2481619" y="1430742"/>
                  </a:lnTo>
                  <a:lnTo>
                    <a:pt x="2480958" y="1430742"/>
                  </a:lnTo>
                  <a:lnTo>
                    <a:pt x="2480298" y="1430742"/>
                  </a:lnTo>
                  <a:lnTo>
                    <a:pt x="2479637" y="1430742"/>
                  </a:lnTo>
                  <a:lnTo>
                    <a:pt x="2478976" y="1430742"/>
                  </a:lnTo>
                  <a:lnTo>
                    <a:pt x="2478316" y="1430742"/>
                  </a:lnTo>
                  <a:lnTo>
                    <a:pt x="2477655" y="1430742"/>
                  </a:lnTo>
                  <a:lnTo>
                    <a:pt x="2476995" y="1430742"/>
                  </a:lnTo>
                  <a:lnTo>
                    <a:pt x="2476334" y="1430742"/>
                  </a:lnTo>
                  <a:lnTo>
                    <a:pt x="2475674" y="1430742"/>
                  </a:lnTo>
                  <a:lnTo>
                    <a:pt x="2475013" y="1430742"/>
                  </a:lnTo>
                  <a:lnTo>
                    <a:pt x="2474353" y="1430742"/>
                  </a:lnTo>
                  <a:lnTo>
                    <a:pt x="2473692" y="1430742"/>
                  </a:lnTo>
                  <a:lnTo>
                    <a:pt x="2473032" y="1430742"/>
                  </a:lnTo>
                  <a:lnTo>
                    <a:pt x="2472371" y="1430742"/>
                  </a:lnTo>
                  <a:lnTo>
                    <a:pt x="2471711" y="1430742"/>
                  </a:lnTo>
                  <a:lnTo>
                    <a:pt x="2471050" y="1430742"/>
                  </a:lnTo>
                  <a:lnTo>
                    <a:pt x="2470390" y="1430742"/>
                  </a:lnTo>
                  <a:lnTo>
                    <a:pt x="2469729" y="1430742"/>
                  </a:lnTo>
                  <a:lnTo>
                    <a:pt x="2469069" y="1430742"/>
                  </a:lnTo>
                  <a:lnTo>
                    <a:pt x="2468408" y="1430742"/>
                  </a:lnTo>
                  <a:lnTo>
                    <a:pt x="2467747" y="1430742"/>
                  </a:lnTo>
                  <a:lnTo>
                    <a:pt x="2467087" y="1430742"/>
                  </a:lnTo>
                  <a:lnTo>
                    <a:pt x="2466426" y="1430742"/>
                  </a:lnTo>
                  <a:lnTo>
                    <a:pt x="2465766" y="1430742"/>
                  </a:lnTo>
                  <a:lnTo>
                    <a:pt x="2465105" y="1430742"/>
                  </a:lnTo>
                  <a:lnTo>
                    <a:pt x="2464445" y="1430742"/>
                  </a:lnTo>
                  <a:lnTo>
                    <a:pt x="2463784" y="1430742"/>
                  </a:lnTo>
                  <a:lnTo>
                    <a:pt x="2463124" y="1430742"/>
                  </a:lnTo>
                  <a:lnTo>
                    <a:pt x="2462463" y="1430742"/>
                  </a:lnTo>
                  <a:lnTo>
                    <a:pt x="2461803" y="1430742"/>
                  </a:lnTo>
                  <a:lnTo>
                    <a:pt x="2461142" y="1430742"/>
                  </a:lnTo>
                  <a:lnTo>
                    <a:pt x="2460482" y="1430742"/>
                  </a:lnTo>
                  <a:lnTo>
                    <a:pt x="2459821" y="1430742"/>
                  </a:lnTo>
                  <a:lnTo>
                    <a:pt x="2459161" y="1430742"/>
                  </a:lnTo>
                  <a:lnTo>
                    <a:pt x="2458500" y="1430742"/>
                  </a:lnTo>
                  <a:lnTo>
                    <a:pt x="2457839" y="1430742"/>
                  </a:lnTo>
                  <a:lnTo>
                    <a:pt x="2457179" y="1430742"/>
                  </a:lnTo>
                  <a:lnTo>
                    <a:pt x="2456518" y="1430742"/>
                  </a:lnTo>
                  <a:lnTo>
                    <a:pt x="2455858" y="1430742"/>
                  </a:lnTo>
                  <a:lnTo>
                    <a:pt x="2455197" y="1430742"/>
                  </a:lnTo>
                  <a:lnTo>
                    <a:pt x="2454537" y="1430742"/>
                  </a:lnTo>
                  <a:lnTo>
                    <a:pt x="2453876" y="1430742"/>
                  </a:lnTo>
                  <a:lnTo>
                    <a:pt x="2453216" y="1430742"/>
                  </a:lnTo>
                  <a:lnTo>
                    <a:pt x="2452555" y="1430742"/>
                  </a:lnTo>
                  <a:lnTo>
                    <a:pt x="2451895" y="1430742"/>
                  </a:lnTo>
                  <a:lnTo>
                    <a:pt x="2451234" y="1430742"/>
                  </a:lnTo>
                  <a:lnTo>
                    <a:pt x="2450574" y="1430742"/>
                  </a:lnTo>
                  <a:lnTo>
                    <a:pt x="2449913" y="1430742"/>
                  </a:lnTo>
                  <a:lnTo>
                    <a:pt x="2449253" y="1430742"/>
                  </a:lnTo>
                  <a:lnTo>
                    <a:pt x="2448592" y="1430742"/>
                  </a:lnTo>
                  <a:lnTo>
                    <a:pt x="2447931" y="1430742"/>
                  </a:lnTo>
                  <a:lnTo>
                    <a:pt x="2447271" y="1430742"/>
                  </a:lnTo>
                  <a:lnTo>
                    <a:pt x="2446610" y="1430742"/>
                  </a:lnTo>
                  <a:lnTo>
                    <a:pt x="2445950" y="1430742"/>
                  </a:lnTo>
                  <a:lnTo>
                    <a:pt x="2445289" y="1430742"/>
                  </a:lnTo>
                  <a:lnTo>
                    <a:pt x="2444629" y="1430742"/>
                  </a:lnTo>
                  <a:lnTo>
                    <a:pt x="2443968" y="1430742"/>
                  </a:lnTo>
                  <a:lnTo>
                    <a:pt x="2443308" y="1430742"/>
                  </a:lnTo>
                  <a:lnTo>
                    <a:pt x="2442647" y="1430742"/>
                  </a:lnTo>
                  <a:lnTo>
                    <a:pt x="2441987" y="1430742"/>
                  </a:lnTo>
                  <a:lnTo>
                    <a:pt x="2441326" y="1430742"/>
                  </a:lnTo>
                  <a:lnTo>
                    <a:pt x="2440666" y="1430742"/>
                  </a:lnTo>
                  <a:lnTo>
                    <a:pt x="2440005" y="1430742"/>
                  </a:lnTo>
                  <a:lnTo>
                    <a:pt x="2439345" y="1430742"/>
                  </a:lnTo>
                  <a:lnTo>
                    <a:pt x="2438684" y="1430742"/>
                  </a:lnTo>
                  <a:lnTo>
                    <a:pt x="2438024" y="1430742"/>
                  </a:lnTo>
                  <a:lnTo>
                    <a:pt x="2437363" y="1430742"/>
                  </a:lnTo>
                  <a:lnTo>
                    <a:pt x="2436702" y="1430742"/>
                  </a:lnTo>
                  <a:lnTo>
                    <a:pt x="2436042" y="1430742"/>
                  </a:lnTo>
                  <a:lnTo>
                    <a:pt x="2435381" y="1430742"/>
                  </a:lnTo>
                  <a:lnTo>
                    <a:pt x="2434721" y="1430742"/>
                  </a:lnTo>
                  <a:lnTo>
                    <a:pt x="2434060" y="1430742"/>
                  </a:lnTo>
                  <a:lnTo>
                    <a:pt x="2433400" y="1430742"/>
                  </a:lnTo>
                  <a:lnTo>
                    <a:pt x="2432739" y="1430742"/>
                  </a:lnTo>
                  <a:lnTo>
                    <a:pt x="2432079" y="1430742"/>
                  </a:lnTo>
                  <a:lnTo>
                    <a:pt x="2431418" y="1430742"/>
                  </a:lnTo>
                  <a:lnTo>
                    <a:pt x="2430758" y="1430742"/>
                  </a:lnTo>
                  <a:lnTo>
                    <a:pt x="2430097" y="1430742"/>
                  </a:lnTo>
                  <a:lnTo>
                    <a:pt x="2429437" y="1430742"/>
                  </a:lnTo>
                  <a:lnTo>
                    <a:pt x="2428776" y="1430742"/>
                  </a:lnTo>
                  <a:lnTo>
                    <a:pt x="2428116" y="1430742"/>
                  </a:lnTo>
                  <a:lnTo>
                    <a:pt x="2427455" y="1430742"/>
                  </a:lnTo>
                  <a:lnTo>
                    <a:pt x="2426794" y="1430742"/>
                  </a:lnTo>
                  <a:lnTo>
                    <a:pt x="2426134" y="1430742"/>
                  </a:lnTo>
                  <a:lnTo>
                    <a:pt x="2425473" y="1430742"/>
                  </a:lnTo>
                  <a:lnTo>
                    <a:pt x="2424813" y="1430742"/>
                  </a:lnTo>
                  <a:lnTo>
                    <a:pt x="2424152" y="1430742"/>
                  </a:lnTo>
                  <a:lnTo>
                    <a:pt x="2423492" y="1430742"/>
                  </a:lnTo>
                  <a:lnTo>
                    <a:pt x="2422831" y="1430742"/>
                  </a:lnTo>
                  <a:lnTo>
                    <a:pt x="2422171" y="1430742"/>
                  </a:lnTo>
                  <a:lnTo>
                    <a:pt x="2421510" y="1430742"/>
                  </a:lnTo>
                  <a:lnTo>
                    <a:pt x="2420850" y="1430742"/>
                  </a:lnTo>
                  <a:lnTo>
                    <a:pt x="2420189" y="1430742"/>
                  </a:lnTo>
                  <a:lnTo>
                    <a:pt x="2419529" y="1430742"/>
                  </a:lnTo>
                  <a:lnTo>
                    <a:pt x="2418868" y="1430742"/>
                  </a:lnTo>
                  <a:lnTo>
                    <a:pt x="2418208" y="1430742"/>
                  </a:lnTo>
                  <a:lnTo>
                    <a:pt x="2417547" y="1430742"/>
                  </a:lnTo>
                  <a:lnTo>
                    <a:pt x="2416886" y="1430742"/>
                  </a:lnTo>
                  <a:lnTo>
                    <a:pt x="2416226" y="1430742"/>
                  </a:lnTo>
                  <a:lnTo>
                    <a:pt x="2415565" y="1430742"/>
                  </a:lnTo>
                  <a:lnTo>
                    <a:pt x="2414905" y="1430742"/>
                  </a:lnTo>
                  <a:lnTo>
                    <a:pt x="2414244" y="1430742"/>
                  </a:lnTo>
                  <a:lnTo>
                    <a:pt x="2413584" y="1430742"/>
                  </a:lnTo>
                  <a:lnTo>
                    <a:pt x="2412923" y="1430742"/>
                  </a:lnTo>
                  <a:lnTo>
                    <a:pt x="2412263" y="1430742"/>
                  </a:lnTo>
                  <a:lnTo>
                    <a:pt x="2411602" y="1430742"/>
                  </a:lnTo>
                  <a:lnTo>
                    <a:pt x="2410942" y="1430742"/>
                  </a:lnTo>
                  <a:lnTo>
                    <a:pt x="2410281" y="1430742"/>
                  </a:lnTo>
                  <a:lnTo>
                    <a:pt x="2409621" y="1430742"/>
                  </a:lnTo>
                  <a:lnTo>
                    <a:pt x="2408960" y="1430742"/>
                  </a:lnTo>
                  <a:lnTo>
                    <a:pt x="2408300" y="1430742"/>
                  </a:lnTo>
                  <a:lnTo>
                    <a:pt x="2407639" y="1430742"/>
                  </a:lnTo>
                  <a:lnTo>
                    <a:pt x="2406978" y="1430742"/>
                  </a:lnTo>
                  <a:lnTo>
                    <a:pt x="2406318" y="1430742"/>
                  </a:lnTo>
                  <a:lnTo>
                    <a:pt x="2405657" y="1430742"/>
                  </a:lnTo>
                  <a:lnTo>
                    <a:pt x="2404997" y="1430742"/>
                  </a:lnTo>
                  <a:lnTo>
                    <a:pt x="2404336" y="1430742"/>
                  </a:lnTo>
                  <a:lnTo>
                    <a:pt x="2403676" y="1430742"/>
                  </a:lnTo>
                  <a:lnTo>
                    <a:pt x="2403015" y="1430742"/>
                  </a:lnTo>
                  <a:lnTo>
                    <a:pt x="2402355" y="1430742"/>
                  </a:lnTo>
                  <a:lnTo>
                    <a:pt x="2401694" y="1430742"/>
                  </a:lnTo>
                  <a:lnTo>
                    <a:pt x="2401034" y="1430742"/>
                  </a:lnTo>
                  <a:lnTo>
                    <a:pt x="2400373" y="1430742"/>
                  </a:lnTo>
                  <a:lnTo>
                    <a:pt x="2399713" y="1430742"/>
                  </a:lnTo>
                  <a:lnTo>
                    <a:pt x="2399052" y="1430742"/>
                  </a:lnTo>
                  <a:lnTo>
                    <a:pt x="2398392" y="1430742"/>
                  </a:lnTo>
                  <a:lnTo>
                    <a:pt x="2397731" y="1430742"/>
                  </a:lnTo>
                  <a:lnTo>
                    <a:pt x="2397071" y="1430742"/>
                  </a:lnTo>
                  <a:lnTo>
                    <a:pt x="2396410" y="1430742"/>
                  </a:lnTo>
                  <a:lnTo>
                    <a:pt x="2395749" y="1430742"/>
                  </a:lnTo>
                  <a:lnTo>
                    <a:pt x="2395089" y="1430742"/>
                  </a:lnTo>
                  <a:lnTo>
                    <a:pt x="2394428" y="1430742"/>
                  </a:lnTo>
                  <a:lnTo>
                    <a:pt x="2393768" y="1430742"/>
                  </a:lnTo>
                  <a:lnTo>
                    <a:pt x="2393107" y="1430742"/>
                  </a:lnTo>
                  <a:lnTo>
                    <a:pt x="2392447" y="1430742"/>
                  </a:lnTo>
                  <a:lnTo>
                    <a:pt x="2391786" y="1430742"/>
                  </a:lnTo>
                  <a:lnTo>
                    <a:pt x="2391126" y="1430742"/>
                  </a:lnTo>
                  <a:lnTo>
                    <a:pt x="2390465" y="1430742"/>
                  </a:lnTo>
                  <a:lnTo>
                    <a:pt x="2389805" y="1430742"/>
                  </a:lnTo>
                  <a:lnTo>
                    <a:pt x="2389144" y="1430742"/>
                  </a:lnTo>
                  <a:lnTo>
                    <a:pt x="2388484" y="1430742"/>
                  </a:lnTo>
                  <a:lnTo>
                    <a:pt x="2387823" y="1430742"/>
                  </a:lnTo>
                  <a:lnTo>
                    <a:pt x="2387163" y="1430742"/>
                  </a:lnTo>
                  <a:lnTo>
                    <a:pt x="2386502" y="1430742"/>
                  </a:lnTo>
                  <a:lnTo>
                    <a:pt x="2385841" y="1430742"/>
                  </a:lnTo>
                  <a:lnTo>
                    <a:pt x="2385181" y="1430742"/>
                  </a:lnTo>
                  <a:lnTo>
                    <a:pt x="2384520" y="1430742"/>
                  </a:lnTo>
                  <a:lnTo>
                    <a:pt x="2383860" y="1430742"/>
                  </a:lnTo>
                  <a:lnTo>
                    <a:pt x="2383199" y="1430742"/>
                  </a:lnTo>
                  <a:lnTo>
                    <a:pt x="2382539" y="1430742"/>
                  </a:lnTo>
                  <a:lnTo>
                    <a:pt x="2381878" y="1430742"/>
                  </a:lnTo>
                  <a:lnTo>
                    <a:pt x="2381218" y="1430742"/>
                  </a:lnTo>
                  <a:lnTo>
                    <a:pt x="2380557" y="1430742"/>
                  </a:lnTo>
                  <a:lnTo>
                    <a:pt x="2379897" y="1430742"/>
                  </a:lnTo>
                  <a:lnTo>
                    <a:pt x="2379236" y="1430742"/>
                  </a:lnTo>
                  <a:lnTo>
                    <a:pt x="2378576" y="1430742"/>
                  </a:lnTo>
                  <a:lnTo>
                    <a:pt x="2377915" y="1430742"/>
                  </a:lnTo>
                  <a:lnTo>
                    <a:pt x="2377255" y="1430742"/>
                  </a:lnTo>
                  <a:lnTo>
                    <a:pt x="2376594" y="1430742"/>
                  </a:lnTo>
                  <a:lnTo>
                    <a:pt x="2375933" y="1430742"/>
                  </a:lnTo>
                  <a:lnTo>
                    <a:pt x="2375273" y="1430742"/>
                  </a:lnTo>
                  <a:lnTo>
                    <a:pt x="2374612" y="1430742"/>
                  </a:lnTo>
                  <a:lnTo>
                    <a:pt x="2373952" y="1430742"/>
                  </a:lnTo>
                  <a:lnTo>
                    <a:pt x="2373291" y="1430742"/>
                  </a:lnTo>
                  <a:lnTo>
                    <a:pt x="2372631" y="1430742"/>
                  </a:lnTo>
                  <a:lnTo>
                    <a:pt x="2371970" y="1430742"/>
                  </a:lnTo>
                  <a:lnTo>
                    <a:pt x="2371310" y="1430742"/>
                  </a:lnTo>
                  <a:lnTo>
                    <a:pt x="2370649" y="1430742"/>
                  </a:lnTo>
                  <a:lnTo>
                    <a:pt x="2369989" y="1430742"/>
                  </a:lnTo>
                  <a:lnTo>
                    <a:pt x="2369328" y="1430742"/>
                  </a:lnTo>
                  <a:lnTo>
                    <a:pt x="2368668" y="1430742"/>
                  </a:lnTo>
                  <a:lnTo>
                    <a:pt x="2368007" y="1430742"/>
                  </a:lnTo>
                  <a:lnTo>
                    <a:pt x="2367347" y="1430742"/>
                  </a:lnTo>
                  <a:lnTo>
                    <a:pt x="2366686" y="1430742"/>
                  </a:lnTo>
                  <a:lnTo>
                    <a:pt x="2366026" y="1430742"/>
                  </a:lnTo>
                  <a:lnTo>
                    <a:pt x="2365365" y="1430742"/>
                  </a:lnTo>
                  <a:lnTo>
                    <a:pt x="2364704" y="1430742"/>
                  </a:lnTo>
                  <a:lnTo>
                    <a:pt x="2364044" y="1430742"/>
                  </a:lnTo>
                  <a:lnTo>
                    <a:pt x="2363383" y="1430742"/>
                  </a:lnTo>
                  <a:lnTo>
                    <a:pt x="2362723" y="1430742"/>
                  </a:lnTo>
                  <a:lnTo>
                    <a:pt x="2362062" y="1430742"/>
                  </a:lnTo>
                  <a:lnTo>
                    <a:pt x="2361402" y="1430742"/>
                  </a:lnTo>
                  <a:lnTo>
                    <a:pt x="2360741" y="1430742"/>
                  </a:lnTo>
                  <a:lnTo>
                    <a:pt x="2360081" y="1430742"/>
                  </a:lnTo>
                  <a:lnTo>
                    <a:pt x="2359420" y="1430742"/>
                  </a:lnTo>
                  <a:lnTo>
                    <a:pt x="2358760" y="1430742"/>
                  </a:lnTo>
                  <a:lnTo>
                    <a:pt x="2358099" y="1430742"/>
                  </a:lnTo>
                  <a:lnTo>
                    <a:pt x="2357439" y="1430742"/>
                  </a:lnTo>
                  <a:lnTo>
                    <a:pt x="2356778" y="1430742"/>
                  </a:lnTo>
                  <a:lnTo>
                    <a:pt x="2356118" y="1430742"/>
                  </a:lnTo>
                  <a:lnTo>
                    <a:pt x="2355457" y="1430742"/>
                  </a:lnTo>
                  <a:lnTo>
                    <a:pt x="2354796" y="1430742"/>
                  </a:lnTo>
                  <a:lnTo>
                    <a:pt x="2354136" y="1430742"/>
                  </a:lnTo>
                  <a:lnTo>
                    <a:pt x="2353475" y="1430742"/>
                  </a:lnTo>
                  <a:lnTo>
                    <a:pt x="2352815" y="1430742"/>
                  </a:lnTo>
                  <a:lnTo>
                    <a:pt x="2352154" y="1430742"/>
                  </a:lnTo>
                  <a:lnTo>
                    <a:pt x="2351494" y="1430742"/>
                  </a:lnTo>
                  <a:lnTo>
                    <a:pt x="2350833" y="1430742"/>
                  </a:lnTo>
                  <a:lnTo>
                    <a:pt x="2350173" y="1430742"/>
                  </a:lnTo>
                  <a:lnTo>
                    <a:pt x="2349512" y="1430742"/>
                  </a:lnTo>
                  <a:lnTo>
                    <a:pt x="2348852" y="1430742"/>
                  </a:lnTo>
                  <a:lnTo>
                    <a:pt x="2348191" y="1430742"/>
                  </a:lnTo>
                  <a:lnTo>
                    <a:pt x="2347531" y="1430742"/>
                  </a:lnTo>
                  <a:lnTo>
                    <a:pt x="2346870" y="1430742"/>
                  </a:lnTo>
                  <a:lnTo>
                    <a:pt x="2346210" y="1430742"/>
                  </a:lnTo>
                  <a:lnTo>
                    <a:pt x="2345549" y="1430742"/>
                  </a:lnTo>
                  <a:lnTo>
                    <a:pt x="2344888" y="1430742"/>
                  </a:lnTo>
                  <a:lnTo>
                    <a:pt x="2344228" y="1430742"/>
                  </a:lnTo>
                  <a:lnTo>
                    <a:pt x="2343567" y="1430742"/>
                  </a:lnTo>
                  <a:lnTo>
                    <a:pt x="2342907" y="1430742"/>
                  </a:lnTo>
                  <a:lnTo>
                    <a:pt x="2342246" y="1430742"/>
                  </a:lnTo>
                  <a:lnTo>
                    <a:pt x="2341586" y="1430742"/>
                  </a:lnTo>
                  <a:lnTo>
                    <a:pt x="2340925" y="1430742"/>
                  </a:lnTo>
                  <a:lnTo>
                    <a:pt x="2340265" y="1430742"/>
                  </a:lnTo>
                  <a:lnTo>
                    <a:pt x="2339604" y="1430742"/>
                  </a:lnTo>
                  <a:lnTo>
                    <a:pt x="2338944" y="1430742"/>
                  </a:lnTo>
                  <a:lnTo>
                    <a:pt x="2338283" y="1430742"/>
                  </a:lnTo>
                  <a:lnTo>
                    <a:pt x="2337623" y="1430742"/>
                  </a:lnTo>
                  <a:lnTo>
                    <a:pt x="2336962" y="1430742"/>
                  </a:lnTo>
                  <a:lnTo>
                    <a:pt x="2336302" y="1430742"/>
                  </a:lnTo>
                  <a:lnTo>
                    <a:pt x="2335641" y="1430742"/>
                  </a:lnTo>
                  <a:lnTo>
                    <a:pt x="2334980" y="1430742"/>
                  </a:lnTo>
                  <a:lnTo>
                    <a:pt x="2334320" y="1430742"/>
                  </a:lnTo>
                  <a:lnTo>
                    <a:pt x="2333659" y="1430742"/>
                  </a:lnTo>
                  <a:lnTo>
                    <a:pt x="2332999" y="1430742"/>
                  </a:lnTo>
                  <a:lnTo>
                    <a:pt x="2332338" y="1430742"/>
                  </a:lnTo>
                  <a:lnTo>
                    <a:pt x="2331678" y="1430742"/>
                  </a:lnTo>
                  <a:lnTo>
                    <a:pt x="2331017" y="1430742"/>
                  </a:lnTo>
                  <a:lnTo>
                    <a:pt x="2330357" y="1430742"/>
                  </a:lnTo>
                  <a:lnTo>
                    <a:pt x="2329696" y="1430742"/>
                  </a:lnTo>
                  <a:lnTo>
                    <a:pt x="2329036" y="1430742"/>
                  </a:lnTo>
                  <a:lnTo>
                    <a:pt x="2328375" y="1430742"/>
                  </a:lnTo>
                  <a:lnTo>
                    <a:pt x="2327715" y="1430742"/>
                  </a:lnTo>
                  <a:lnTo>
                    <a:pt x="2327054" y="1430742"/>
                  </a:lnTo>
                  <a:lnTo>
                    <a:pt x="2326394" y="1430742"/>
                  </a:lnTo>
                  <a:lnTo>
                    <a:pt x="2325733" y="1430742"/>
                  </a:lnTo>
                  <a:lnTo>
                    <a:pt x="2325073" y="1430742"/>
                  </a:lnTo>
                  <a:lnTo>
                    <a:pt x="2324412" y="1430742"/>
                  </a:lnTo>
                  <a:lnTo>
                    <a:pt x="2323751" y="1430742"/>
                  </a:lnTo>
                  <a:lnTo>
                    <a:pt x="2323091" y="1430742"/>
                  </a:lnTo>
                  <a:lnTo>
                    <a:pt x="2322430" y="1430742"/>
                  </a:lnTo>
                  <a:lnTo>
                    <a:pt x="2321770" y="1430742"/>
                  </a:lnTo>
                  <a:lnTo>
                    <a:pt x="2321109" y="1430742"/>
                  </a:lnTo>
                  <a:lnTo>
                    <a:pt x="2320449" y="1430742"/>
                  </a:lnTo>
                  <a:lnTo>
                    <a:pt x="2319788" y="1430742"/>
                  </a:lnTo>
                  <a:lnTo>
                    <a:pt x="2319128" y="1430742"/>
                  </a:lnTo>
                  <a:lnTo>
                    <a:pt x="2318467" y="1430742"/>
                  </a:lnTo>
                  <a:lnTo>
                    <a:pt x="2317807" y="1430742"/>
                  </a:lnTo>
                  <a:lnTo>
                    <a:pt x="2317146" y="1430742"/>
                  </a:lnTo>
                  <a:lnTo>
                    <a:pt x="2316486" y="1430742"/>
                  </a:lnTo>
                  <a:lnTo>
                    <a:pt x="2315825" y="1430742"/>
                  </a:lnTo>
                  <a:lnTo>
                    <a:pt x="2315165" y="1430742"/>
                  </a:lnTo>
                  <a:lnTo>
                    <a:pt x="2314504" y="1430742"/>
                  </a:lnTo>
                  <a:lnTo>
                    <a:pt x="2313843" y="1430742"/>
                  </a:lnTo>
                  <a:lnTo>
                    <a:pt x="2313183" y="1430742"/>
                  </a:lnTo>
                  <a:lnTo>
                    <a:pt x="2312522" y="1430742"/>
                  </a:lnTo>
                  <a:lnTo>
                    <a:pt x="2311862" y="1430742"/>
                  </a:lnTo>
                  <a:lnTo>
                    <a:pt x="2311201" y="1430742"/>
                  </a:lnTo>
                  <a:lnTo>
                    <a:pt x="2310541" y="1430742"/>
                  </a:lnTo>
                  <a:lnTo>
                    <a:pt x="2309880" y="1430742"/>
                  </a:lnTo>
                  <a:lnTo>
                    <a:pt x="2309220" y="1430742"/>
                  </a:lnTo>
                  <a:lnTo>
                    <a:pt x="2308559" y="1430742"/>
                  </a:lnTo>
                  <a:lnTo>
                    <a:pt x="2307899" y="1430742"/>
                  </a:lnTo>
                  <a:lnTo>
                    <a:pt x="2307238" y="1430742"/>
                  </a:lnTo>
                  <a:lnTo>
                    <a:pt x="2306578" y="1430742"/>
                  </a:lnTo>
                  <a:lnTo>
                    <a:pt x="2305917" y="1430742"/>
                  </a:lnTo>
                  <a:lnTo>
                    <a:pt x="2305257" y="1430742"/>
                  </a:lnTo>
                  <a:lnTo>
                    <a:pt x="2304596" y="1430742"/>
                  </a:lnTo>
                  <a:lnTo>
                    <a:pt x="2303935" y="1430742"/>
                  </a:lnTo>
                  <a:lnTo>
                    <a:pt x="2303275" y="1430742"/>
                  </a:lnTo>
                  <a:lnTo>
                    <a:pt x="2302614" y="1430742"/>
                  </a:lnTo>
                  <a:lnTo>
                    <a:pt x="2301954" y="1430742"/>
                  </a:lnTo>
                  <a:lnTo>
                    <a:pt x="2301293" y="1430742"/>
                  </a:lnTo>
                  <a:lnTo>
                    <a:pt x="2300633" y="1430742"/>
                  </a:lnTo>
                  <a:lnTo>
                    <a:pt x="2299972" y="1430742"/>
                  </a:lnTo>
                  <a:lnTo>
                    <a:pt x="2299312" y="1430742"/>
                  </a:lnTo>
                  <a:lnTo>
                    <a:pt x="2298651" y="1430742"/>
                  </a:lnTo>
                  <a:lnTo>
                    <a:pt x="2297991" y="1430742"/>
                  </a:lnTo>
                  <a:lnTo>
                    <a:pt x="2297330" y="1430742"/>
                  </a:lnTo>
                  <a:lnTo>
                    <a:pt x="2296670" y="1430742"/>
                  </a:lnTo>
                  <a:lnTo>
                    <a:pt x="2296009" y="1430742"/>
                  </a:lnTo>
                  <a:lnTo>
                    <a:pt x="2295349" y="1430742"/>
                  </a:lnTo>
                  <a:lnTo>
                    <a:pt x="2294688" y="1430742"/>
                  </a:lnTo>
                  <a:lnTo>
                    <a:pt x="2294028" y="1430742"/>
                  </a:lnTo>
                  <a:lnTo>
                    <a:pt x="2293367" y="1430742"/>
                  </a:lnTo>
                  <a:lnTo>
                    <a:pt x="2292706" y="1430742"/>
                  </a:lnTo>
                  <a:lnTo>
                    <a:pt x="2292046" y="1430742"/>
                  </a:lnTo>
                  <a:lnTo>
                    <a:pt x="2291385" y="1430742"/>
                  </a:lnTo>
                  <a:lnTo>
                    <a:pt x="2290725" y="1430742"/>
                  </a:lnTo>
                  <a:lnTo>
                    <a:pt x="2290064" y="1430742"/>
                  </a:lnTo>
                  <a:lnTo>
                    <a:pt x="2289404" y="1430742"/>
                  </a:lnTo>
                  <a:lnTo>
                    <a:pt x="2288743" y="1430742"/>
                  </a:lnTo>
                  <a:lnTo>
                    <a:pt x="2288083" y="1430742"/>
                  </a:lnTo>
                  <a:lnTo>
                    <a:pt x="2287422" y="1430742"/>
                  </a:lnTo>
                  <a:lnTo>
                    <a:pt x="2286762" y="1430742"/>
                  </a:lnTo>
                  <a:lnTo>
                    <a:pt x="2286101" y="1430742"/>
                  </a:lnTo>
                  <a:lnTo>
                    <a:pt x="2285441" y="1430742"/>
                  </a:lnTo>
                  <a:lnTo>
                    <a:pt x="2284780" y="1430742"/>
                  </a:lnTo>
                  <a:lnTo>
                    <a:pt x="2284120" y="1430742"/>
                  </a:lnTo>
                  <a:lnTo>
                    <a:pt x="2283459" y="1430742"/>
                  </a:lnTo>
                  <a:lnTo>
                    <a:pt x="2282798" y="1430742"/>
                  </a:lnTo>
                  <a:lnTo>
                    <a:pt x="2282138" y="1430742"/>
                  </a:lnTo>
                  <a:lnTo>
                    <a:pt x="2281477" y="1430742"/>
                  </a:lnTo>
                  <a:lnTo>
                    <a:pt x="2280817" y="1430742"/>
                  </a:lnTo>
                  <a:lnTo>
                    <a:pt x="2280156" y="1430742"/>
                  </a:lnTo>
                  <a:lnTo>
                    <a:pt x="2279496" y="1430742"/>
                  </a:lnTo>
                  <a:lnTo>
                    <a:pt x="2278835" y="1430742"/>
                  </a:lnTo>
                  <a:lnTo>
                    <a:pt x="2278175" y="1430742"/>
                  </a:lnTo>
                  <a:lnTo>
                    <a:pt x="2277514" y="1430742"/>
                  </a:lnTo>
                  <a:lnTo>
                    <a:pt x="2276854" y="1430742"/>
                  </a:lnTo>
                  <a:lnTo>
                    <a:pt x="2276193" y="1430742"/>
                  </a:lnTo>
                  <a:lnTo>
                    <a:pt x="2275533" y="1430742"/>
                  </a:lnTo>
                  <a:lnTo>
                    <a:pt x="2274872" y="1430742"/>
                  </a:lnTo>
                  <a:lnTo>
                    <a:pt x="2274212" y="1430742"/>
                  </a:lnTo>
                  <a:lnTo>
                    <a:pt x="2273551" y="1430742"/>
                  </a:lnTo>
                  <a:lnTo>
                    <a:pt x="2272890" y="1430742"/>
                  </a:lnTo>
                  <a:lnTo>
                    <a:pt x="2272230" y="1430742"/>
                  </a:lnTo>
                  <a:lnTo>
                    <a:pt x="2271569" y="1430742"/>
                  </a:lnTo>
                  <a:lnTo>
                    <a:pt x="2270909" y="1430742"/>
                  </a:lnTo>
                  <a:lnTo>
                    <a:pt x="2270248" y="1430742"/>
                  </a:lnTo>
                  <a:lnTo>
                    <a:pt x="2269588" y="1430742"/>
                  </a:lnTo>
                  <a:lnTo>
                    <a:pt x="2268927" y="1430742"/>
                  </a:lnTo>
                  <a:lnTo>
                    <a:pt x="2268267" y="1430742"/>
                  </a:lnTo>
                  <a:lnTo>
                    <a:pt x="2267606" y="1430742"/>
                  </a:lnTo>
                  <a:lnTo>
                    <a:pt x="2266946" y="1430742"/>
                  </a:lnTo>
                  <a:lnTo>
                    <a:pt x="2266285" y="1430742"/>
                  </a:lnTo>
                  <a:lnTo>
                    <a:pt x="2265625" y="1430742"/>
                  </a:lnTo>
                  <a:lnTo>
                    <a:pt x="2264964" y="1430742"/>
                  </a:lnTo>
                  <a:lnTo>
                    <a:pt x="2264304" y="1430742"/>
                  </a:lnTo>
                  <a:lnTo>
                    <a:pt x="2263643" y="1430742"/>
                  </a:lnTo>
                  <a:lnTo>
                    <a:pt x="2262982" y="1430742"/>
                  </a:lnTo>
                  <a:lnTo>
                    <a:pt x="2262322" y="1430742"/>
                  </a:lnTo>
                  <a:lnTo>
                    <a:pt x="2261661" y="1430742"/>
                  </a:lnTo>
                  <a:lnTo>
                    <a:pt x="2261001" y="1430742"/>
                  </a:lnTo>
                  <a:lnTo>
                    <a:pt x="2260340" y="1430742"/>
                  </a:lnTo>
                  <a:lnTo>
                    <a:pt x="2259680" y="1430742"/>
                  </a:lnTo>
                  <a:lnTo>
                    <a:pt x="2259019" y="1430742"/>
                  </a:lnTo>
                  <a:lnTo>
                    <a:pt x="2258359" y="1430742"/>
                  </a:lnTo>
                  <a:lnTo>
                    <a:pt x="2257698" y="1430742"/>
                  </a:lnTo>
                  <a:lnTo>
                    <a:pt x="2257038" y="1430742"/>
                  </a:lnTo>
                  <a:lnTo>
                    <a:pt x="2256377" y="1430742"/>
                  </a:lnTo>
                  <a:lnTo>
                    <a:pt x="2255717" y="1430742"/>
                  </a:lnTo>
                  <a:lnTo>
                    <a:pt x="2255056" y="1430742"/>
                  </a:lnTo>
                  <a:lnTo>
                    <a:pt x="2254396" y="1430742"/>
                  </a:lnTo>
                  <a:lnTo>
                    <a:pt x="2253735" y="1430742"/>
                  </a:lnTo>
                  <a:lnTo>
                    <a:pt x="2253075" y="1430742"/>
                  </a:lnTo>
                  <a:lnTo>
                    <a:pt x="2252414" y="1430742"/>
                  </a:lnTo>
                  <a:lnTo>
                    <a:pt x="2251753" y="1430742"/>
                  </a:lnTo>
                  <a:lnTo>
                    <a:pt x="2251093" y="1430742"/>
                  </a:lnTo>
                  <a:lnTo>
                    <a:pt x="2250432" y="1430742"/>
                  </a:lnTo>
                  <a:lnTo>
                    <a:pt x="2249772" y="1430742"/>
                  </a:lnTo>
                  <a:lnTo>
                    <a:pt x="2249111" y="1430742"/>
                  </a:lnTo>
                  <a:lnTo>
                    <a:pt x="2248451" y="1430742"/>
                  </a:lnTo>
                  <a:lnTo>
                    <a:pt x="2247790" y="1430742"/>
                  </a:lnTo>
                  <a:lnTo>
                    <a:pt x="2247130" y="1430742"/>
                  </a:lnTo>
                  <a:lnTo>
                    <a:pt x="2246469" y="1430742"/>
                  </a:lnTo>
                  <a:lnTo>
                    <a:pt x="2245809" y="1430742"/>
                  </a:lnTo>
                  <a:lnTo>
                    <a:pt x="2245148" y="1430742"/>
                  </a:lnTo>
                  <a:lnTo>
                    <a:pt x="2244488" y="1430742"/>
                  </a:lnTo>
                  <a:lnTo>
                    <a:pt x="2243827" y="1430742"/>
                  </a:lnTo>
                  <a:lnTo>
                    <a:pt x="2243167" y="1430742"/>
                  </a:lnTo>
                  <a:lnTo>
                    <a:pt x="2242506" y="1430742"/>
                  </a:lnTo>
                  <a:lnTo>
                    <a:pt x="2241845" y="1430742"/>
                  </a:lnTo>
                  <a:lnTo>
                    <a:pt x="2241185" y="1430742"/>
                  </a:lnTo>
                  <a:lnTo>
                    <a:pt x="2240524" y="1430742"/>
                  </a:lnTo>
                  <a:lnTo>
                    <a:pt x="2239864" y="1430742"/>
                  </a:lnTo>
                  <a:lnTo>
                    <a:pt x="2239203" y="1430742"/>
                  </a:lnTo>
                  <a:lnTo>
                    <a:pt x="2238543" y="1430742"/>
                  </a:lnTo>
                  <a:lnTo>
                    <a:pt x="2237882" y="1430742"/>
                  </a:lnTo>
                  <a:lnTo>
                    <a:pt x="2237222" y="1430742"/>
                  </a:lnTo>
                  <a:lnTo>
                    <a:pt x="2236561" y="1430742"/>
                  </a:lnTo>
                  <a:lnTo>
                    <a:pt x="2235901" y="1430742"/>
                  </a:lnTo>
                  <a:lnTo>
                    <a:pt x="2235240" y="1430742"/>
                  </a:lnTo>
                  <a:lnTo>
                    <a:pt x="2234580" y="1430742"/>
                  </a:lnTo>
                  <a:lnTo>
                    <a:pt x="2233919" y="1430742"/>
                  </a:lnTo>
                  <a:lnTo>
                    <a:pt x="2233259" y="1430742"/>
                  </a:lnTo>
                  <a:lnTo>
                    <a:pt x="2232598" y="1430742"/>
                  </a:lnTo>
                  <a:lnTo>
                    <a:pt x="2231937" y="1430742"/>
                  </a:lnTo>
                  <a:lnTo>
                    <a:pt x="2231277" y="1430742"/>
                  </a:lnTo>
                  <a:lnTo>
                    <a:pt x="2230616" y="1430742"/>
                  </a:lnTo>
                  <a:lnTo>
                    <a:pt x="2229956" y="1430742"/>
                  </a:lnTo>
                  <a:lnTo>
                    <a:pt x="2229295" y="1430742"/>
                  </a:lnTo>
                  <a:lnTo>
                    <a:pt x="2228635" y="1430742"/>
                  </a:lnTo>
                  <a:lnTo>
                    <a:pt x="2227974" y="1430742"/>
                  </a:lnTo>
                  <a:lnTo>
                    <a:pt x="2227314" y="1430742"/>
                  </a:lnTo>
                  <a:lnTo>
                    <a:pt x="2226653" y="1430742"/>
                  </a:lnTo>
                  <a:lnTo>
                    <a:pt x="2225993" y="1430742"/>
                  </a:lnTo>
                  <a:lnTo>
                    <a:pt x="2225332" y="1430742"/>
                  </a:lnTo>
                  <a:lnTo>
                    <a:pt x="2224672" y="1430742"/>
                  </a:lnTo>
                  <a:lnTo>
                    <a:pt x="2224011" y="1430742"/>
                  </a:lnTo>
                  <a:lnTo>
                    <a:pt x="2223351" y="1430742"/>
                  </a:lnTo>
                  <a:lnTo>
                    <a:pt x="2222690" y="1430742"/>
                  </a:lnTo>
                  <a:lnTo>
                    <a:pt x="2222030" y="1430742"/>
                  </a:lnTo>
                  <a:lnTo>
                    <a:pt x="2221369" y="1430742"/>
                  </a:lnTo>
                  <a:lnTo>
                    <a:pt x="2220708" y="1430742"/>
                  </a:lnTo>
                  <a:lnTo>
                    <a:pt x="2220048" y="1430742"/>
                  </a:lnTo>
                  <a:lnTo>
                    <a:pt x="2219387" y="1430742"/>
                  </a:lnTo>
                  <a:lnTo>
                    <a:pt x="2218727" y="1430742"/>
                  </a:lnTo>
                  <a:lnTo>
                    <a:pt x="2218066" y="1430742"/>
                  </a:lnTo>
                  <a:lnTo>
                    <a:pt x="2217406" y="1430742"/>
                  </a:lnTo>
                  <a:lnTo>
                    <a:pt x="2216745" y="1430742"/>
                  </a:lnTo>
                  <a:lnTo>
                    <a:pt x="2216085" y="1430742"/>
                  </a:lnTo>
                  <a:lnTo>
                    <a:pt x="2215424" y="1430742"/>
                  </a:lnTo>
                  <a:lnTo>
                    <a:pt x="2214764" y="1430742"/>
                  </a:lnTo>
                  <a:lnTo>
                    <a:pt x="2214103" y="1430742"/>
                  </a:lnTo>
                  <a:lnTo>
                    <a:pt x="2213443" y="1430742"/>
                  </a:lnTo>
                  <a:lnTo>
                    <a:pt x="2212782" y="1430742"/>
                  </a:lnTo>
                  <a:lnTo>
                    <a:pt x="2212122" y="1430742"/>
                  </a:lnTo>
                  <a:lnTo>
                    <a:pt x="2211461" y="1430742"/>
                  </a:lnTo>
                  <a:lnTo>
                    <a:pt x="2210800" y="1430742"/>
                  </a:lnTo>
                  <a:lnTo>
                    <a:pt x="2210140" y="1430742"/>
                  </a:lnTo>
                  <a:lnTo>
                    <a:pt x="2209479" y="1430742"/>
                  </a:lnTo>
                  <a:lnTo>
                    <a:pt x="2208819" y="1430742"/>
                  </a:lnTo>
                  <a:lnTo>
                    <a:pt x="2208158" y="1430742"/>
                  </a:lnTo>
                  <a:lnTo>
                    <a:pt x="2207498" y="1430742"/>
                  </a:lnTo>
                  <a:lnTo>
                    <a:pt x="2206837" y="1430742"/>
                  </a:lnTo>
                  <a:lnTo>
                    <a:pt x="2206177" y="1430742"/>
                  </a:lnTo>
                  <a:lnTo>
                    <a:pt x="2205516" y="1430742"/>
                  </a:lnTo>
                  <a:lnTo>
                    <a:pt x="2204856" y="1430742"/>
                  </a:lnTo>
                  <a:lnTo>
                    <a:pt x="2204195" y="1430742"/>
                  </a:lnTo>
                  <a:lnTo>
                    <a:pt x="2203535" y="1430742"/>
                  </a:lnTo>
                  <a:lnTo>
                    <a:pt x="2202874" y="1430742"/>
                  </a:lnTo>
                  <a:lnTo>
                    <a:pt x="2202214" y="1430742"/>
                  </a:lnTo>
                  <a:lnTo>
                    <a:pt x="2201553" y="1430742"/>
                  </a:lnTo>
                  <a:lnTo>
                    <a:pt x="2200892" y="1430742"/>
                  </a:lnTo>
                  <a:lnTo>
                    <a:pt x="2200232" y="1430742"/>
                  </a:lnTo>
                  <a:lnTo>
                    <a:pt x="2199571" y="1430742"/>
                  </a:lnTo>
                  <a:lnTo>
                    <a:pt x="2198911" y="1430742"/>
                  </a:lnTo>
                  <a:lnTo>
                    <a:pt x="2198250" y="1430742"/>
                  </a:lnTo>
                  <a:lnTo>
                    <a:pt x="2197590" y="1430742"/>
                  </a:lnTo>
                  <a:lnTo>
                    <a:pt x="2196929" y="1430742"/>
                  </a:lnTo>
                  <a:lnTo>
                    <a:pt x="2196269" y="1430742"/>
                  </a:lnTo>
                  <a:lnTo>
                    <a:pt x="2195608" y="1430742"/>
                  </a:lnTo>
                  <a:lnTo>
                    <a:pt x="2194948" y="1430742"/>
                  </a:lnTo>
                  <a:lnTo>
                    <a:pt x="2194287" y="1430742"/>
                  </a:lnTo>
                  <a:lnTo>
                    <a:pt x="2193627" y="1430742"/>
                  </a:lnTo>
                  <a:lnTo>
                    <a:pt x="2192966" y="1430742"/>
                  </a:lnTo>
                  <a:lnTo>
                    <a:pt x="2192306" y="1430742"/>
                  </a:lnTo>
                  <a:lnTo>
                    <a:pt x="2191645" y="1430742"/>
                  </a:lnTo>
                  <a:lnTo>
                    <a:pt x="2190984" y="1430742"/>
                  </a:lnTo>
                  <a:lnTo>
                    <a:pt x="2190324" y="1430742"/>
                  </a:lnTo>
                  <a:lnTo>
                    <a:pt x="2189663" y="1430742"/>
                  </a:lnTo>
                  <a:lnTo>
                    <a:pt x="2189003" y="1430742"/>
                  </a:lnTo>
                  <a:lnTo>
                    <a:pt x="2188342" y="1430742"/>
                  </a:lnTo>
                  <a:lnTo>
                    <a:pt x="2187682" y="1430742"/>
                  </a:lnTo>
                  <a:lnTo>
                    <a:pt x="2187021" y="1430742"/>
                  </a:lnTo>
                  <a:lnTo>
                    <a:pt x="2186361" y="1430742"/>
                  </a:lnTo>
                  <a:lnTo>
                    <a:pt x="2185700" y="1430742"/>
                  </a:lnTo>
                  <a:lnTo>
                    <a:pt x="2185040" y="1430742"/>
                  </a:lnTo>
                  <a:lnTo>
                    <a:pt x="2184379" y="1430742"/>
                  </a:lnTo>
                  <a:lnTo>
                    <a:pt x="2183719" y="1430742"/>
                  </a:lnTo>
                  <a:lnTo>
                    <a:pt x="2183058" y="1430742"/>
                  </a:lnTo>
                  <a:lnTo>
                    <a:pt x="2182398" y="1430742"/>
                  </a:lnTo>
                  <a:lnTo>
                    <a:pt x="2181737" y="1430742"/>
                  </a:lnTo>
                  <a:lnTo>
                    <a:pt x="2181077" y="1430742"/>
                  </a:lnTo>
                  <a:lnTo>
                    <a:pt x="2180416" y="1430742"/>
                  </a:lnTo>
                  <a:lnTo>
                    <a:pt x="2179755" y="1430742"/>
                  </a:lnTo>
                  <a:lnTo>
                    <a:pt x="2179095" y="1430742"/>
                  </a:lnTo>
                  <a:lnTo>
                    <a:pt x="2178434" y="1430742"/>
                  </a:lnTo>
                  <a:lnTo>
                    <a:pt x="2177774" y="1430742"/>
                  </a:lnTo>
                  <a:lnTo>
                    <a:pt x="2177113" y="1430742"/>
                  </a:lnTo>
                  <a:lnTo>
                    <a:pt x="2176453" y="1430742"/>
                  </a:lnTo>
                  <a:lnTo>
                    <a:pt x="2175792" y="1430742"/>
                  </a:lnTo>
                  <a:lnTo>
                    <a:pt x="2175132" y="1430742"/>
                  </a:lnTo>
                  <a:lnTo>
                    <a:pt x="2174471" y="1430742"/>
                  </a:lnTo>
                  <a:lnTo>
                    <a:pt x="2173811" y="1430742"/>
                  </a:lnTo>
                  <a:lnTo>
                    <a:pt x="2173150" y="1430742"/>
                  </a:lnTo>
                  <a:lnTo>
                    <a:pt x="2172490" y="1430742"/>
                  </a:lnTo>
                  <a:lnTo>
                    <a:pt x="2171829" y="1430742"/>
                  </a:lnTo>
                  <a:lnTo>
                    <a:pt x="2171169" y="1430742"/>
                  </a:lnTo>
                  <a:lnTo>
                    <a:pt x="2170508" y="1430742"/>
                  </a:lnTo>
                  <a:lnTo>
                    <a:pt x="2169847" y="1430742"/>
                  </a:lnTo>
                  <a:lnTo>
                    <a:pt x="2169187" y="1430742"/>
                  </a:lnTo>
                  <a:lnTo>
                    <a:pt x="2168526" y="1430742"/>
                  </a:lnTo>
                  <a:lnTo>
                    <a:pt x="2167866" y="1430742"/>
                  </a:lnTo>
                  <a:lnTo>
                    <a:pt x="2167205" y="1430742"/>
                  </a:lnTo>
                  <a:lnTo>
                    <a:pt x="2166545" y="1430742"/>
                  </a:lnTo>
                  <a:lnTo>
                    <a:pt x="2165884" y="1430742"/>
                  </a:lnTo>
                  <a:lnTo>
                    <a:pt x="2165224" y="1430742"/>
                  </a:lnTo>
                  <a:lnTo>
                    <a:pt x="2164563" y="1430742"/>
                  </a:lnTo>
                  <a:lnTo>
                    <a:pt x="2163903" y="1430742"/>
                  </a:lnTo>
                  <a:lnTo>
                    <a:pt x="2163242" y="1430742"/>
                  </a:lnTo>
                  <a:lnTo>
                    <a:pt x="2162582" y="1430742"/>
                  </a:lnTo>
                  <a:lnTo>
                    <a:pt x="2161921" y="1430742"/>
                  </a:lnTo>
                  <a:lnTo>
                    <a:pt x="2161261" y="1430742"/>
                  </a:lnTo>
                  <a:lnTo>
                    <a:pt x="2160600" y="1430742"/>
                  </a:lnTo>
                  <a:lnTo>
                    <a:pt x="2159939" y="1430742"/>
                  </a:lnTo>
                  <a:lnTo>
                    <a:pt x="2159279" y="1430742"/>
                  </a:lnTo>
                  <a:lnTo>
                    <a:pt x="2158618" y="1430742"/>
                  </a:lnTo>
                  <a:lnTo>
                    <a:pt x="2157958" y="1430742"/>
                  </a:lnTo>
                  <a:lnTo>
                    <a:pt x="2157297" y="1430742"/>
                  </a:lnTo>
                  <a:lnTo>
                    <a:pt x="2156637" y="1430742"/>
                  </a:lnTo>
                  <a:lnTo>
                    <a:pt x="2155976" y="1430742"/>
                  </a:lnTo>
                  <a:lnTo>
                    <a:pt x="2155316" y="1430742"/>
                  </a:lnTo>
                  <a:lnTo>
                    <a:pt x="2154655" y="1430742"/>
                  </a:lnTo>
                  <a:lnTo>
                    <a:pt x="2153995" y="1430742"/>
                  </a:lnTo>
                  <a:lnTo>
                    <a:pt x="2153334" y="1430742"/>
                  </a:lnTo>
                  <a:lnTo>
                    <a:pt x="2152674" y="1430742"/>
                  </a:lnTo>
                  <a:lnTo>
                    <a:pt x="2152013" y="1430742"/>
                  </a:lnTo>
                  <a:lnTo>
                    <a:pt x="2151353" y="1430742"/>
                  </a:lnTo>
                  <a:lnTo>
                    <a:pt x="2150692" y="1430742"/>
                  </a:lnTo>
                  <a:lnTo>
                    <a:pt x="2150032" y="1430742"/>
                  </a:lnTo>
                  <a:lnTo>
                    <a:pt x="2149371" y="1430742"/>
                  </a:lnTo>
                  <a:lnTo>
                    <a:pt x="2148710" y="1430742"/>
                  </a:lnTo>
                  <a:lnTo>
                    <a:pt x="2148050" y="1430742"/>
                  </a:lnTo>
                  <a:lnTo>
                    <a:pt x="2147389" y="1430742"/>
                  </a:lnTo>
                  <a:lnTo>
                    <a:pt x="2146729" y="1430742"/>
                  </a:lnTo>
                  <a:lnTo>
                    <a:pt x="2146068" y="1430742"/>
                  </a:lnTo>
                  <a:lnTo>
                    <a:pt x="2145408" y="1430742"/>
                  </a:lnTo>
                  <a:lnTo>
                    <a:pt x="2144747" y="1430742"/>
                  </a:lnTo>
                  <a:lnTo>
                    <a:pt x="2144087" y="1430742"/>
                  </a:lnTo>
                  <a:lnTo>
                    <a:pt x="2143426" y="1430742"/>
                  </a:lnTo>
                  <a:lnTo>
                    <a:pt x="2142766" y="1430742"/>
                  </a:lnTo>
                  <a:lnTo>
                    <a:pt x="2142105" y="1430742"/>
                  </a:lnTo>
                  <a:lnTo>
                    <a:pt x="2141445" y="1430742"/>
                  </a:lnTo>
                  <a:lnTo>
                    <a:pt x="2140784" y="1430742"/>
                  </a:lnTo>
                  <a:lnTo>
                    <a:pt x="2140124" y="1430742"/>
                  </a:lnTo>
                  <a:lnTo>
                    <a:pt x="2139463" y="1430742"/>
                  </a:lnTo>
                  <a:lnTo>
                    <a:pt x="2138802" y="1430742"/>
                  </a:lnTo>
                  <a:lnTo>
                    <a:pt x="2138142" y="1430742"/>
                  </a:lnTo>
                  <a:lnTo>
                    <a:pt x="2137481" y="1430742"/>
                  </a:lnTo>
                  <a:lnTo>
                    <a:pt x="2136821" y="1430742"/>
                  </a:lnTo>
                  <a:lnTo>
                    <a:pt x="2136160" y="1430742"/>
                  </a:lnTo>
                  <a:lnTo>
                    <a:pt x="2135500" y="1430742"/>
                  </a:lnTo>
                  <a:lnTo>
                    <a:pt x="2134839" y="1430742"/>
                  </a:lnTo>
                  <a:lnTo>
                    <a:pt x="2134179" y="1430742"/>
                  </a:lnTo>
                  <a:lnTo>
                    <a:pt x="2133518" y="1430742"/>
                  </a:lnTo>
                  <a:lnTo>
                    <a:pt x="2132858" y="1430742"/>
                  </a:lnTo>
                  <a:lnTo>
                    <a:pt x="2132197" y="1430742"/>
                  </a:lnTo>
                  <a:lnTo>
                    <a:pt x="2131537" y="1430742"/>
                  </a:lnTo>
                  <a:lnTo>
                    <a:pt x="2130876" y="1430742"/>
                  </a:lnTo>
                  <a:lnTo>
                    <a:pt x="2130216" y="1430742"/>
                  </a:lnTo>
                  <a:lnTo>
                    <a:pt x="2129555" y="1430742"/>
                  </a:lnTo>
                  <a:lnTo>
                    <a:pt x="2128894" y="1430742"/>
                  </a:lnTo>
                  <a:lnTo>
                    <a:pt x="2128234" y="1430742"/>
                  </a:lnTo>
                  <a:lnTo>
                    <a:pt x="2127573" y="1430742"/>
                  </a:lnTo>
                  <a:lnTo>
                    <a:pt x="2126913" y="1430742"/>
                  </a:lnTo>
                  <a:lnTo>
                    <a:pt x="2126252" y="1430742"/>
                  </a:lnTo>
                  <a:lnTo>
                    <a:pt x="2125592" y="1430742"/>
                  </a:lnTo>
                  <a:lnTo>
                    <a:pt x="2124931" y="1430742"/>
                  </a:lnTo>
                  <a:lnTo>
                    <a:pt x="2124271" y="1430742"/>
                  </a:lnTo>
                  <a:lnTo>
                    <a:pt x="2123610" y="1430742"/>
                  </a:lnTo>
                  <a:lnTo>
                    <a:pt x="2122950" y="1430742"/>
                  </a:lnTo>
                  <a:lnTo>
                    <a:pt x="2122289" y="1430742"/>
                  </a:lnTo>
                  <a:lnTo>
                    <a:pt x="2121629" y="1430742"/>
                  </a:lnTo>
                  <a:lnTo>
                    <a:pt x="2120968" y="1430742"/>
                  </a:lnTo>
                  <a:lnTo>
                    <a:pt x="2120308" y="1430742"/>
                  </a:lnTo>
                  <a:lnTo>
                    <a:pt x="2119647" y="1430742"/>
                  </a:lnTo>
                  <a:lnTo>
                    <a:pt x="2118986" y="1430742"/>
                  </a:lnTo>
                  <a:lnTo>
                    <a:pt x="2118326" y="1430742"/>
                  </a:lnTo>
                  <a:lnTo>
                    <a:pt x="2117665" y="1430742"/>
                  </a:lnTo>
                  <a:lnTo>
                    <a:pt x="2117005" y="1430742"/>
                  </a:lnTo>
                  <a:lnTo>
                    <a:pt x="2116344" y="1430742"/>
                  </a:lnTo>
                  <a:lnTo>
                    <a:pt x="2115684" y="1430742"/>
                  </a:lnTo>
                  <a:lnTo>
                    <a:pt x="2115023" y="1430742"/>
                  </a:lnTo>
                  <a:lnTo>
                    <a:pt x="2114363" y="1430742"/>
                  </a:lnTo>
                  <a:lnTo>
                    <a:pt x="2113702" y="1430742"/>
                  </a:lnTo>
                  <a:lnTo>
                    <a:pt x="2113042" y="1430742"/>
                  </a:lnTo>
                  <a:lnTo>
                    <a:pt x="2112381" y="1430742"/>
                  </a:lnTo>
                  <a:lnTo>
                    <a:pt x="2111721" y="1430742"/>
                  </a:lnTo>
                  <a:lnTo>
                    <a:pt x="2111060" y="1430742"/>
                  </a:lnTo>
                  <a:lnTo>
                    <a:pt x="2110400" y="1430742"/>
                  </a:lnTo>
                  <a:lnTo>
                    <a:pt x="2109739" y="1430742"/>
                  </a:lnTo>
                  <a:lnTo>
                    <a:pt x="2109079" y="1430742"/>
                  </a:lnTo>
                  <a:lnTo>
                    <a:pt x="2108418" y="1430742"/>
                  </a:lnTo>
                  <a:lnTo>
                    <a:pt x="2107757" y="1430742"/>
                  </a:lnTo>
                  <a:lnTo>
                    <a:pt x="2107097" y="1430742"/>
                  </a:lnTo>
                  <a:lnTo>
                    <a:pt x="2106436" y="1430742"/>
                  </a:lnTo>
                  <a:lnTo>
                    <a:pt x="2105776" y="1430742"/>
                  </a:lnTo>
                  <a:lnTo>
                    <a:pt x="2105115" y="1430742"/>
                  </a:lnTo>
                  <a:lnTo>
                    <a:pt x="2104455" y="1430742"/>
                  </a:lnTo>
                  <a:lnTo>
                    <a:pt x="2103794" y="1430742"/>
                  </a:lnTo>
                  <a:lnTo>
                    <a:pt x="2103134" y="1430742"/>
                  </a:lnTo>
                  <a:lnTo>
                    <a:pt x="2102473" y="1430742"/>
                  </a:lnTo>
                  <a:lnTo>
                    <a:pt x="2101813" y="1430742"/>
                  </a:lnTo>
                  <a:lnTo>
                    <a:pt x="2101152" y="1430742"/>
                  </a:lnTo>
                  <a:lnTo>
                    <a:pt x="2100492" y="1430742"/>
                  </a:lnTo>
                  <a:lnTo>
                    <a:pt x="2099831" y="1430742"/>
                  </a:lnTo>
                  <a:lnTo>
                    <a:pt x="2099171" y="1430742"/>
                  </a:lnTo>
                  <a:lnTo>
                    <a:pt x="2098510" y="1430742"/>
                  </a:lnTo>
                  <a:lnTo>
                    <a:pt x="2097849" y="1430742"/>
                  </a:lnTo>
                  <a:lnTo>
                    <a:pt x="2097189" y="1430742"/>
                  </a:lnTo>
                  <a:lnTo>
                    <a:pt x="2096528" y="1430742"/>
                  </a:lnTo>
                  <a:lnTo>
                    <a:pt x="2095868" y="1430742"/>
                  </a:lnTo>
                  <a:lnTo>
                    <a:pt x="2095207" y="1430742"/>
                  </a:lnTo>
                  <a:lnTo>
                    <a:pt x="2094547" y="1430742"/>
                  </a:lnTo>
                  <a:lnTo>
                    <a:pt x="2093886" y="1430742"/>
                  </a:lnTo>
                  <a:lnTo>
                    <a:pt x="2093226" y="1430742"/>
                  </a:lnTo>
                  <a:lnTo>
                    <a:pt x="2092565" y="1430742"/>
                  </a:lnTo>
                  <a:lnTo>
                    <a:pt x="2091905" y="1430742"/>
                  </a:lnTo>
                  <a:lnTo>
                    <a:pt x="2091244" y="1430742"/>
                  </a:lnTo>
                  <a:lnTo>
                    <a:pt x="2090584" y="1430742"/>
                  </a:lnTo>
                  <a:lnTo>
                    <a:pt x="2089923" y="1430742"/>
                  </a:lnTo>
                  <a:lnTo>
                    <a:pt x="2089263" y="1430742"/>
                  </a:lnTo>
                  <a:lnTo>
                    <a:pt x="2088602" y="1430742"/>
                  </a:lnTo>
                  <a:lnTo>
                    <a:pt x="2087941" y="1430742"/>
                  </a:lnTo>
                  <a:lnTo>
                    <a:pt x="2087281" y="1430742"/>
                  </a:lnTo>
                  <a:lnTo>
                    <a:pt x="2086620" y="1430742"/>
                  </a:lnTo>
                  <a:lnTo>
                    <a:pt x="2085960" y="1430742"/>
                  </a:lnTo>
                  <a:lnTo>
                    <a:pt x="2085299" y="1430742"/>
                  </a:lnTo>
                  <a:lnTo>
                    <a:pt x="2084639" y="1430742"/>
                  </a:lnTo>
                  <a:lnTo>
                    <a:pt x="2083978" y="1430742"/>
                  </a:lnTo>
                  <a:lnTo>
                    <a:pt x="2083318" y="1430742"/>
                  </a:lnTo>
                  <a:lnTo>
                    <a:pt x="2082657" y="1430742"/>
                  </a:lnTo>
                  <a:lnTo>
                    <a:pt x="2081997" y="1430742"/>
                  </a:lnTo>
                  <a:lnTo>
                    <a:pt x="2081336" y="1430742"/>
                  </a:lnTo>
                  <a:lnTo>
                    <a:pt x="2080676" y="1430742"/>
                  </a:lnTo>
                  <a:lnTo>
                    <a:pt x="2080015" y="1430742"/>
                  </a:lnTo>
                  <a:lnTo>
                    <a:pt x="2079355" y="1430742"/>
                  </a:lnTo>
                  <a:lnTo>
                    <a:pt x="2078694" y="1430742"/>
                  </a:lnTo>
                  <a:lnTo>
                    <a:pt x="2078034" y="1430742"/>
                  </a:lnTo>
                  <a:lnTo>
                    <a:pt x="2077373" y="1430742"/>
                  </a:lnTo>
                  <a:lnTo>
                    <a:pt x="2076712" y="1430742"/>
                  </a:lnTo>
                  <a:lnTo>
                    <a:pt x="2076052" y="1430742"/>
                  </a:lnTo>
                  <a:lnTo>
                    <a:pt x="2075391" y="1430742"/>
                  </a:lnTo>
                  <a:lnTo>
                    <a:pt x="2074731" y="1430742"/>
                  </a:lnTo>
                  <a:lnTo>
                    <a:pt x="2074070" y="1430742"/>
                  </a:lnTo>
                  <a:lnTo>
                    <a:pt x="2073410" y="1430742"/>
                  </a:lnTo>
                  <a:lnTo>
                    <a:pt x="2072749" y="1430742"/>
                  </a:lnTo>
                  <a:lnTo>
                    <a:pt x="2072089" y="1430742"/>
                  </a:lnTo>
                  <a:lnTo>
                    <a:pt x="2071428" y="1430742"/>
                  </a:lnTo>
                  <a:lnTo>
                    <a:pt x="2070768" y="1430742"/>
                  </a:lnTo>
                  <a:lnTo>
                    <a:pt x="2070107" y="1430742"/>
                  </a:lnTo>
                  <a:lnTo>
                    <a:pt x="2069447" y="1430742"/>
                  </a:lnTo>
                  <a:lnTo>
                    <a:pt x="2068786" y="1430742"/>
                  </a:lnTo>
                  <a:lnTo>
                    <a:pt x="2068126" y="1430742"/>
                  </a:lnTo>
                  <a:lnTo>
                    <a:pt x="2067465" y="1430742"/>
                  </a:lnTo>
                  <a:lnTo>
                    <a:pt x="2066804" y="1430742"/>
                  </a:lnTo>
                  <a:lnTo>
                    <a:pt x="2066144" y="1430742"/>
                  </a:lnTo>
                  <a:lnTo>
                    <a:pt x="2065483" y="1430742"/>
                  </a:lnTo>
                  <a:lnTo>
                    <a:pt x="2064823" y="1430742"/>
                  </a:lnTo>
                  <a:lnTo>
                    <a:pt x="2064162" y="1430742"/>
                  </a:lnTo>
                  <a:lnTo>
                    <a:pt x="2063502" y="1430742"/>
                  </a:lnTo>
                  <a:lnTo>
                    <a:pt x="2062841" y="1430742"/>
                  </a:lnTo>
                  <a:lnTo>
                    <a:pt x="2062181" y="1430742"/>
                  </a:lnTo>
                  <a:lnTo>
                    <a:pt x="2061520" y="1430742"/>
                  </a:lnTo>
                  <a:lnTo>
                    <a:pt x="2060860" y="1430742"/>
                  </a:lnTo>
                  <a:lnTo>
                    <a:pt x="2060199" y="1430742"/>
                  </a:lnTo>
                  <a:lnTo>
                    <a:pt x="2059539" y="1430742"/>
                  </a:lnTo>
                  <a:lnTo>
                    <a:pt x="2058878" y="1430742"/>
                  </a:lnTo>
                  <a:lnTo>
                    <a:pt x="2058218" y="1430742"/>
                  </a:lnTo>
                  <a:lnTo>
                    <a:pt x="2057557" y="1430742"/>
                  </a:lnTo>
                  <a:lnTo>
                    <a:pt x="2056896" y="1430742"/>
                  </a:lnTo>
                  <a:lnTo>
                    <a:pt x="2056236" y="1430742"/>
                  </a:lnTo>
                  <a:lnTo>
                    <a:pt x="2055575" y="1430742"/>
                  </a:lnTo>
                  <a:lnTo>
                    <a:pt x="2054915" y="1430742"/>
                  </a:lnTo>
                  <a:lnTo>
                    <a:pt x="2054254" y="1430742"/>
                  </a:lnTo>
                  <a:lnTo>
                    <a:pt x="2053594" y="1430742"/>
                  </a:lnTo>
                  <a:lnTo>
                    <a:pt x="2052933" y="1430742"/>
                  </a:lnTo>
                  <a:lnTo>
                    <a:pt x="2052273" y="1430742"/>
                  </a:lnTo>
                  <a:lnTo>
                    <a:pt x="2051612" y="1430742"/>
                  </a:lnTo>
                  <a:lnTo>
                    <a:pt x="2050952" y="1430742"/>
                  </a:lnTo>
                  <a:lnTo>
                    <a:pt x="2050291" y="1430742"/>
                  </a:lnTo>
                  <a:lnTo>
                    <a:pt x="2049631" y="1430742"/>
                  </a:lnTo>
                  <a:lnTo>
                    <a:pt x="2048970" y="1430742"/>
                  </a:lnTo>
                  <a:lnTo>
                    <a:pt x="2048310" y="1430742"/>
                  </a:lnTo>
                  <a:lnTo>
                    <a:pt x="2047649" y="1430742"/>
                  </a:lnTo>
                  <a:lnTo>
                    <a:pt x="2046988" y="1430742"/>
                  </a:lnTo>
                  <a:lnTo>
                    <a:pt x="2046328" y="1430742"/>
                  </a:lnTo>
                  <a:lnTo>
                    <a:pt x="2045667" y="1430742"/>
                  </a:lnTo>
                  <a:lnTo>
                    <a:pt x="2045007" y="1430742"/>
                  </a:lnTo>
                  <a:lnTo>
                    <a:pt x="2044346" y="1430742"/>
                  </a:lnTo>
                  <a:lnTo>
                    <a:pt x="2043686" y="1430742"/>
                  </a:lnTo>
                  <a:lnTo>
                    <a:pt x="2043025" y="1430742"/>
                  </a:lnTo>
                  <a:lnTo>
                    <a:pt x="2042365" y="1430742"/>
                  </a:lnTo>
                  <a:lnTo>
                    <a:pt x="2041704" y="1430742"/>
                  </a:lnTo>
                  <a:lnTo>
                    <a:pt x="2041044" y="1430742"/>
                  </a:lnTo>
                  <a:lnTo>
                    <a:pt x="2040383" y="1430742"/>
                  </a:lnTo>
                  <a:lnTo>
                    <a:pt x="2039723" y="1430742"/>
                  </a:lnTo>
                  <a:lnTo>
                    <a:pt x="2039062" y="1430742"/>
                  </a:lnTo>
                  <a:lnTo>
                    <a:pt x="2038402" y="1430742"/>
                  </a:lnTo>
                  <a:lnTo>
                    <a:pt x="2037741" y="1430742"/>
                  </a:lnTo>
                  <a:lnTo>
                    <a:pt x="2037081" y="1430742"/>
                  </a:lnTo>
                  <a:lnTo>
                    <a:pt x="2036420" y="1430742"/>
                  </a:lnTo>
                  <a:lnTo>
                    <a:pt x="2035759" y="1430742"/>
                  </a:lnTo>
                  <a:lnTo>
                    <a:pt x="2035099" y="1430742"/>
                  </a:lnTo>
                  <a:lnTo>
                    <a:pt x="2034438" y="1430742"/>
                  </a:lnTo>
                  <a:lnTo>
                    <a:pt x="2033778" y="1430742"/>
                  </a:lnTo>
                  <a:lnTo>
                    <a:pt x="2033117" y="1430742"/>
                  </a:lnTo>
                  <a:lnTo>
                    <a:pt x="2032457" y="1430742"/>
                  </a:lnTo>
                  <a:lnTo>
                    <a:pt x="2031796" y="1430742"/>
                  </a:lnTo>
                  <a:lnTo>
                    <a:pt x="2031136" y="1430742"/>
                  </a:lnTo>
                  <a:lnTo>
                    <a:pt x="2030475" y="1430742"/>
                  </a:lnTo>
                  <a:lnTo>
                    <a:pt x="2029815" y="1430742"/>
                  </a:lnTo>
                  <a:lnTo>
                    <a:pt x="2029154" y="1430742"/>
                  </a:lnTo>
                  <a:lnTo>
                    <a:pt x="2028494" y="1430742"/>
                  </a:lnTo>
                  <a:lnTo>
                    <a:pt x="2027833" y="1430742"/>
                  </a:lnTo>
                  <a:lnTo>
                    <a:pt x="2027173" y="1430742"/>
                  </a:lnTo>
                  <a:lnTo>
                    <a:pt x="2026512" y="1430742"/>
                  </a:lnTo>
                  <a:lnTo>
                    <a:pt x="2025851" y="1430742"/>
                  </a:lnTo>
                  <a:lnTo>
                    <a:pt x="2025191" y="1430742"/>
                  </a:lnTo>
                  <a:lnTo>
                    <a:pt x="2024530" y="1430742"/>
                  </a:lnTo>
                  <a:lnTo>
                    <a:pt x="2023870" y="1430742"/>
                  </a:lnTo>
                  <a:lnTo>
                    <a:pt x="2023209" y="1430742"/>
                  </a:lnTo>
                  <a:lnTo>
                    <a:pt x="2022549" y="1430742"/>
                  </a:lnTo>
                  <a:lnTo>
                    <a:pt x="2021888" y="1430742"/>
                  </a:lnTo>
                  <a:lnTo>
                    <a:pt x="2021228" y="1430742"/>
                  </a:lnTo>
                  <a:lnTo>
                    <a:pt x="2020567" y="1430742"/>
                  </a:lnTo>
                  <a:lnTo>
                    <a:pt x="2019907" y="1430742"/>
                  </a:lnTo>
                  <a:lnTo>
                    <a:pt x="2019246" y="1430742"/>
                  </a:lnTo>
                  <a:lnTo>
                    <a:pt x="2018586" y="1430742"/>
                  </a:lnTo>
                  <a:lnTo>
                    <a:pt x="2017925" y="1430742"/>
                  </a:lnTo>
                  <a:lnTo>
                    <a:pt x="2017265" y="1430742"/>
                  </a:lnTo>
                  <a:lnTo>
                    <a:pt x="2016604" y="1430742"/>
                  </a:lnTo>
                  <a:lnTo>
                    <a:pt x="2015943" y="1430742"/>
                  </a:lnTo>
                  <a:lnTo>
                    <a:pt x="2015283" y="1430742"/>
                  </a:lnTo>
                  <a:lnTo>
                    <a:pt x="2014622" y="1430742"/>
                  </a:lnTo>
                  <a:lnTo>
                    <a:pt x="2013962" y="1430742"/>
                  </a:lnTo>
                  <a:lnTo>
                    <a:pt x="2013301" y="1430742"/>
                  </a:lnTo>
                  <a:lnTo>
                    <a:pt x="2012641" y="1430742"/>
                  </a:lnTo>
                  <a:lnTo>
                    <a:pt x="2011980" y="1430742"/>
                  </a:lnTo>
                  <a:lnTo>
                    <a:pt x="2011320" y="1430742"/>
                  </a:lnTo>
                  <a:lnTo>
                    <a:pt x="2010659" y="1430742"/>
                  </a:lnTo>
                  <a:lnTo>
                    <a:pt x="2009999" y="1430742"/>
                  </a:lnTo>
                  <a:lnTo>
                    <a:pt x="2009338" y="1430742"/>
                  </a:lnTo>
                  <a:lnTo>
                    <a:pt x="2008678" y="1430742"/>
                  </a:lnTo>
                  <a:lnTo>
                    <a:pt x="2008017" y="1430742"/>
                  </a:lnTo>
                  <a:lnTo>
                    <a:pt x="2007357" y="1430742"/>
                  </a:lnTo>
                  <a:lnTo>
                    <a:pt x="2006696" y="1430742"/>
                  </a:lnTo>
                  <a:lnTo>
                    <a:pt x="2006036" y="1430742"/>
                  </a:lnTo>
                  <a:lnTo>
                    <a:pt x="2005375" y="1430742"/>
                  </a:lnTo>
                  <a:lnTo>
                    <a:pt x="2004714" y="1430742"/>
                  </a:lnTo>
                  <a:lnTo>
                    <a:pt x="2004054" y="1430742"/>
                  </a:lnTo>
                  <a:lnTo>
                    <a:pt x="2003393" y="1430742"/>
                  </a:lnTo>
                  <a:lnTo>
                    <a:pt x="2002733" y="1430742"/>
                  </a:lnTo>
                  <a:lnTo>
                    <a:pt x="2002072" y="1430742"/>
                  </a:lnTo>
                  <a:lnTo>
                    <a:pt x="2001412" y="1430742"/>
                  </a:lnTo>
                  <a:lnTo>
                    <a:pt x="2000751" y="1430742"/>
                  </a:lnTo>
                  <a:lnTo>
                    <a:pt x="2000091" y="1430742"/>
                  </a:lnTo>
                  <a:lnTo>
                    <a:pt x="1999430" y="1430742"/>
                  </a:lnTo>
                  <a:lnTo>
                    <a:pt x="1998770" y="1430742"/>
                  </a:lnTo>
                  <a:lnTo>
                    <a:pt x="1998109" y="1430742"/>
                  </a:lnTo>
                  <a:lnTo>
                    <a:pt x="1997449" y="1430742"/>
                  </a:lnTo>
                  <a:lnTo>
                    <a:pt x="1996788" y="1430742"/>
                  </a:lnTo>
                  <a:lnTo>
                    <a:pt x="1996128" y="1430742"/>
                  </a:lnTo>
                  <a:lnTo>
                    <a:pt x="1995467" y="1430742"/>
                  </a:lnTo>
                  <a:lnTo>
                    <a:pt x="1994806" y="1430742"/>
                  </a:lnTo>
                  <a:lnTo>
                    <a:pt x="1994146" y="1430742"/>
                  </a:lnTo>
                  <a:lnTo>
                    <a:pt x="1993485" y="1430742"/>
                  </a:lnTo>
                  <a:lnTo>
                    <a:pt x="1992825" y="1430742"/>
                  </a:lnTo>
                  <a:lnTo>
                    <a:pt x="1992164" y="1430742"/>
                  </a:lnTo>
                  <a:lnTo>
                    <a:pt x="1991504" y="1430742"/>
                  </a:lnTo>
                  <a:lnTo>
                    <a:pt x="1990843" y="1430742"/>
                  </a:lnTo>
                  <a:lnTo>
                    <a:pt x="1990183" y="1430742"/>
                  </a:lnTo>
                  <a:lnTo>
                    <a:pt x="1989522" y="1430742"/>
                  </a:lnTo>
                  <a:lnTo>
                    <a:pt x="1988862" y="1430742"/>
                  </a:lnTo>
                  <a:lnTo>
                    <a:pt x="1988201" y="1430742"/>
                  </a:lnTo>
                  <a:lnTo>
                    <a:pt x="1987541" y="1430742"/>
                  </a:lnTo>
                  <a:lnTo>
                    <a:pt x="1986880" y="1430742"/>
                  </a:lnTo>
                  <a:lnTo>
                    <a:pt x="1986220" y="1430742"/>
                  </a:lnTo>
                  <a:lnTo>
                    <a:pt x="1985559" y="1430742"/>
                  </a:lnTo>
                  <a:lnTo>
                    <a:pt x="1984898" y="1430742"/>
                  </a:lnTo>
                  <a:lnTo>
                    <a:pt x="1984238" y="1430742"/>
                  </a:lnTo>
                  <a:lnTo>
                    <a:pt x="1983577" y="1430742"/>
                  </a:lnTo>
                  <a:lnTo>
                    <a:pt x="1982917" y="1430742"/>
                  </a:lnTo>
                  <a:lnTo>
                    <a:pt x="1982256" y="1430742"/>
                  </a:lnTo>
                  <a:lnTo>
                    <a:pt x="1981596" y="1430742"/>
                  </a:lnTo>
                  <a:lnTo>
                    <a:pt x="1980935" y="1430742"/>
                  </a:lnTo>
                  <a:lnTo>
                    <a:pt x="1980275" y="1430742"/>
                  </a:lnTo>
                  <a:lnTo>
                    <a:pt x="1979614" y="1430742"/>
                  </a:lnTo>
                  <a:lnTo>
                    <a:pt x="1978954" y="1430742"/>
                  </a:lnTo>
                  <a:lnTo>
                    <a:pt x="1978293" y="1430742"/>
                  </a:lnTo>
                  <a:lnTo>
                    <a:pt x="1977633" y="1430742"/>
                  </a:lnTo>
                  <a:lnTo>
                    <a:pt x="1976972" y="1430742"/>
                  </a:lnTo>
                  <a:lnTo>
                    <a:pt x="1976312" y="1430742"/>
                  </a:lnTo>
                  <a:lnTo>
                    <a:pt x="1975651" y="1430742"/>
                  </a:lnTo>
                  <a:lnTo>
                    <a:pt x="1974990" y="1430742"/>
                  </a:lnTo>
                  <a:lnTo>
                    <a:pt x="1974330" y="1430742"/>
                  </a:lnTo>
                  <a:lnTo>
                    <a:pt x="1973669" y="1430742"/>
                  </a:lnTo>
                  <a:lnTo>
                    <a:pt x="1973009" y="1430742"/>
                  </a:lnTo>
                  <a:lnTo>
                    <a:pt x="1972348" y="1430742"/>
                  </a:lnTo>
                  <a:lnTo>
                    <a:pt x="1971688" y="1430742"/>
                  </a:lnTo>
                  <a:lnTo>
                    <a:pt x="1971027" y="1430742"/>
                  </a:lnTo>
                  <a:lnTo>
                    <a:pt x="1970367" y="1430742"/>
                  </a:lnTo>
                  <a:lnTo>
                    <a:pt x="1969706" y="1430742"/>
                  </a:lnTo>
                  <a:lnTo>
                    <a:pt x="1969046" y="1430742"/>
                  </a:lnTo>
                  <a:lnTo>
                    <a:pt x="1968385" y="1430742"/>
                  </a:lnTo>
                  <a:lnTo>
                    <a:pt x="1967725" y="1430742"/>
                  </a:lnTo>
                  <a:lnTo>
                    <a:pt x="1967064" y="1430742"/>
                  </a:lnTo>
                  <a:lnTo>
                    <a:pt x="1966404" y="1430742"/>
                  </a:lnTo>
                  <a:lnTo>
                    <a:pt x="1965743" y="1430742"/>
                  </a:lnTo>
                  <a:lnTo>
                    <a:pt x="1965083" y="1430742"/>
                  </a:lnTo>
                  <a:lnTo>
                    <a:pt x="1964422" y="1430742"/>
                  </a:lnTo>
                  <a:lnTo>
                    <a:pt x="1963761" y="1430742"/>
                  </a:lnTo>
                  <a:lnTo>
                    <a:pt x="1963101" y="1430742"/>
                  </a:lnTo>
                  <a:lnTo>
                    <a:pt x="1962440" y="1430742"/>
                  </a:lnTo>
                  <a:lnTo>
                    <a:pt x="1961780" y="1430742"/>
                  </a:lnTo>
                  <a:lnTo>
                    <a:pt x="1961119" y="1430742"/>
                  </a:lnTo>
                  <a:lnTo>
                    <a:pt x="1960459" y="1430742"/>
                  </a:lnTo>
                  <a:lnTo>
                    <a:pt x="1959798" y="1430742"/>
                  </a:lnTo>
                  <a:lnTo>
                    <a:pt x="1959138" y="1430742"/>
                  </a:lnTo>
                  <a:lnTo>
                    <a:pt x="1958477" y="1430742"/>
                  </a:lnTo>
                  <a:lnTo>
                    <a:pt x="1957817" y="1430742"/>
                  </a:lnTo>
                  <a:lnTo>
                    <a:pt x="1957156" y="1430742"/>
                  </a:lnTo>
                  <a:lnTo>
                    <a:pt x="1956496" y="1430742"/>
                  </a:lnTo>
                  <a:lnTo>
                    <a:pt x="1955835" y="1430742"/>
                  </a:lnTo>
                  <a:lnTo>
                    <a:pt x="1955175" y="1430742"/>
                  </a:lnTo>
                  <a:lnTo>
                    <a:pt x="1954514" y="1430742"/>
                  </a:lnTo>
                  <a:lnTo>
                    <a:pt x="1953853" y="1430742"/>
                  </a:lnTo>
                  <a:lnTo>
                    <a:pt x="1953193" y="1430742"/>
                  </a:lnTo>
                  <a:lnTo>
                    <a:pt x="1952532" y="1430742"/>
                  </a:lnTo>
                  <a:lnTo>
                    <a:pt x="1951872" y="1430742"/>
                  </a:lnTo>
                  <a:lnTo>
                    <a:pt x="1951211" y="1430742"/>
                  </a:lnTo>
                  <a:lnTo>
                    <a:pt x="1950551" y="1430742"/>
                  </a:lnTo>
                  <a:lnTo>
                    <a:pt x="1949890" y="1430742"/>
                  </a:lnTo>
                  <a:lnTo>
                    <a:pt x="1949230" y="1430742"/>
                  </a:lnTo>
                  <a:lnTo>
                    <a:pt x="1948569" y="1430742"/>
                  </a:lnTo>
                  <a:lnTo>
                    <a:pt x="1947909" y="1430742"/>
                  </a:lnTo>
                  <a:lnTo>
                    <a:pt x="1947248" y="1430742"/>
                  </a:lnTo>
                  <a:lnTo>
                    <a:pt x="1946588" y="1430742"/>
                  </a:lnTo>
                  <a:lnTo>
                    <a:pt x="1945927" y="1430742"/>
                  </a:lnTo>
                  <a:lnTo>
                    <a:pt x="1945267" y="1430742"/>
                  </a:lnTo>
                  <a:lnTo>
                    <a:pt x="1944606" y="1430742"/>
                  </a:lnTo>
                  <a:lnTo>
                    <a:pt x="1943945" y="1430742"/>
                  </a:lnTo>
                  <a:lnTo>
                    <a:pt x="1943285" y="1430742"/>
                  </a:lnTo>
                  <a:lnTo>
                    <a:pt x="1942624" y="1430742"/>
                  </a:lnTo>
                  <a:lnTo>
                    <a:pt x="1941964" y="1430742"/>
                  </a:lnTo>
                  <a:lnTo>
                    <a:pt x="1941303" y="1430742"/>
                  </a:lnTo>
                  <a:lnTo>
                    <a:pt x="1940643" y="1430742"/>
                  </a:lnTo>
                  <a:lnTo>
                    <a:pt x="1939982" y="1430742"/>
                  </a:lnTo>
                  <a:lnTo>
                    <a:pt x="1939322" y="1430742"/>
                  </a:lnTo>
                  <a:lnTo>
                    <a:pt x="1938661" y="1430742"/>
                  </a:lnTo>
                  <a:lnTo>
                    <a:pt x="1938001" y="1430742"/>
                  </a:lnTo>
                  <a:lnTo>
                    <a:pt x="1937340" y="1430742"/>
                  </a:lnTo>
                  <a:lnTo>
                    <a:pt x="1936680" y="1430742"/>
                  </a:lnTo>
                  <a:lnTo>
                    <a:pt x="1936019" y="1430742"/>
                  </a:lnTo>
                  <a:lnTo>
                    <a:pt x="1935359" y="1430742"/>
                  </a:lnTo>
                  <a:lnTo>
                    <a:pt x="1934698" y="1430742"/>
                  </a:lnTo>
                  <a:lnTo>
                    <a:pt x="1934038" y="1430742"/>
                  </a:lnTo>
                  <a:lnTo>
                    <a:pt x="1933377" y="1430742"/>
                  </a:lnTo>
                  <a:lnTo>
                    <a:pt x="1932716" y="1430742"/>
                  </a:lnTo>
                  <a:lnTo>
                    <a:pt x="1932056" y="1430742"/>
                  </a:lnTo>
                  <a:lnTo>
                    <a:pt x="1931395" y="1430742"/>
                  </a:lnTo>
                  <a:lnTo>
                    <a:pt x="1930735" y="1430742"/>
                  </a:lnTo>
                  <a:lnTo>
                    <a:pt x="1930074" y="1430742"/>
                  </a:lnTo>
                  <a:lnTo>
                    <a:pt x="1929414" y="1430742"/>
                  </a:lnTo>
                  <a:lnTo>
                    <a:pt x="1928753" y="1430742"/>
                  </a:lnTo>
                  <a:lnTo>
                    <a:pt x="1928093" y="1430742"/>
                  </a:lnTo>
                  <a:lnTo>
                    <a:pt x="1927432" y="1430742"/>
                  </a:lnTo>
                  <a:lnTo>
                    <a:pt x="1926772" y="1430742"/>
                  </a:lnTo>
                  <a:lnTo>
                    <a:pt x="1926111" y="1430742"/>
                  </a:lnTo>
                  <a:lnTo>
                    <a:pt x="1925451" y="1430742"/>
                  </a:lnTo>
                  <a:lnTo>
                    <a:pt x="1924790" y="1430742"/>
                  </a:lnTo>
                  <a:lnTo>
                    <a:pt x="1924130" y="1430742"/>
                  </a:lnTo>
                  <a:lnTo>
                    <a:pt x="1923469" y="1430742"/>
                  </a:lnTo>
                  <a:lnTo>
                    <a:pt x="1922808" y="1430742"/>
                  </a:lnTo>
                  <a:lnTo>
                    <a:pt x="1922148" y="1430742"/>
                  </a:lnTo>
                  <a:lnTo>
                    <a:pt x="1921487" y="1430742"/>
                  </a:lnTo>
                  <a:lnTo>
                    <a:pt x="1920827" y="1430742"/>
                  </a:lnTo>
                  <a:lnTo>
                    <a:pt x="1920166" y="1430742"/>
                  </a:lnTo>
                  <a:lnTo>
                    <a:pt x="1919506" y="1430742"/>
                  </a:lnTo>
                  <a:lnTo>
                    <a:pt x="1918845" y="1430742"/>
                  </a:lnTo>
                  <a:lnTo>
                    <a:pt x="1918185" y="1430742"/>
                  </a:lnTo>
                  <a:lnTo>
                    <a:pt x="1917524" y="1430742"/>
                  </a:lnTo>
                  <a:lnTo>
                    <a:pt x="1916864" y="1430742"/>
                  </a:lnTo>
                  <a:lnTo>
                    <a:pt x="1916203" y="1430742"/>
                  </a:lnTo>
                  <a:lnTo>
                    <a:pt x="1915543" y="1430742"/>
                  </a:lnTo>
                  <a:lnTo>
                    <a:pt x="1914882" y="1430742"/>
                  </a:lnTo>
                  <a:lnTo>
                    <a:pt x="1914222" y="1430742"/>
                  </a:lnTo>
                  <a:lnTo>
                    <a:pt x="1913561" y="1430742"/>
                  </a:lnTo>
                  <a:lnTo>
                    <a:pt x="1912900" y="1430742"/>
                  </a:lnTo>
                  <a:lnTo>
                    <a:pt x="1912240" y="1430742"/>
                  </a:lnTo>
                  <a:lnTo>
                    <a:pt x="1911579" y="1430742"/>
                  </a:lnTo>
                  <a:lnTo>
                    <a:pt x="1910919" y="1430742"/>
                  </a:lnTo>
                  <a:lnTo>
                    <a:pt x="1910258" y="1430742"/>
                  </a:lnTo>
                  <a:lnTo>
                    <a:pt x="1909598" y="1430742"/>
                  </a:lnTo>
                  <a:lnTo>
                    <a:pt x="1908937" y="1430742"/>
                  </a:lnTo>
                  <a:lnTo>
                    <a:pt x="1908277" y="1430742"/>
                  </a:lnTo>
                  <a:lnTo>
                    <a:pt x="1907616" y="1430742"/>
                  </a:lnTo>
                  <a:lnTo>
                    <a:pt x="1906956" y="1430742"/>
                  </a:lnTo>
                  <a:lnTo>
                    <a:pt x="1906295" y="1430742"/>
                  </a:lnTo>
                  <a:lnTo>
                    <a:pt x="1905635" y="1430742"/>
                  </a:lnTo>
                  <a:lnTo>
                    <a:pt x="1904974" y="1430742"/>
                  </a:lnTo>
                  <a:lnTo>
                    <a:pt x="1904314" y="1430742"/>
                  </a:lnTo>
                  <a:lnTo>
                    <a:pt x="1903653" y="1430742"/>
                  </a:lnTo>
                  <a:lnTo>
                    <a:pt x="1902992" y="1430742"/>
                  </a:lnTo>
                  <a:lnTo>
                    <a:pt x="1902332" y="1430742"/>
                  </a:lnTo>
                  <a:lnTo>
                    <a:pt x="1901671" y="1430742"/>
                  </a:lnTo>
                  <a:lnTo>
                    <a:pt x="1901011" y="1430742"/>
                  </a:lnTo>
                  <a:lnTo>
                    <a:pt x="1900350" y="1430742"/>
                  </a:lnTo>
                  <a:lnTo>
                    <a:pt x="1899690" y="1430742"/>
                  </a:lnTo>
                  <a:lnTo>
                    <a:pt x="1899029" y="1430742"/>
                  </a:lnTo>
                  <a:lnTo>
                    <a:pt x="1898369" y="1430742"/>
                  </a:lnTo>
                  <a:lnTo>
                    <a:pt x="1897708" y="1430742"/>
                  </a:lnTo>
                  <a:lnTo>
                    <a:pt x="1897048" y="1430742"/>
                  </a:lnTo>
                  <a:lnTo>
                    <a:pt x="1896387" y="1430742"/>
                  </a:lnTo>
                  <a:lnTo>
                    <a:pt x="1895727" y="1430742"/>
                  </a:lnTo>
                  <a:lnTo>
                    <a:pt x="1895066" y="1430742"/>
                  </a:lnTo>
                  <a:lnTo>
                    <a:pt x="1894406" y="1430742"/>
                  </a:lnTo>
                  <a:lnTo>
                    <a:pt x="1893745" y="1430742"/>
                  </a:lnTo>
                  <a:lnTo>
                    <a:pt x="1893085" y="1430742"/>
                  </a:lnTo>
                  <a:lnTo>
                    <a:pt x="1892424" y="1430742"/>
                  </a:lnTo>
                  <a:lnTo>
                    <a:pt x="1891763" y="1430742"/>
                  </a:lnTo>
                  <a:lnTo>
                    <a:pt x="1891103" y="1430742"/>
                  </a:lnTo>
                  <a:lnTo>
                    <a:pt x="1890442" y="1430742"/>
                  </a:lnTo>
                  <a:lnTo>
                    <a:pt x="1889782" y="1430742"/>
                  </a:lnTo>
                  <a:lnTo>
                    <a:pt x="1889121" y="1430742"/>
                  </a:lnTo>
                  <a:lnTo>
                    <a:pt x="1888461" y="1430742"/>
                  </a:lnTo>
                  <a:lnTo>
                    <a:pt x="1887800" y="1430742"/>
                  </a:lnTo>
                  <a:lnTo>
                    <a:pt x="1887140" y="1430742"/>
                  </a:lnTo>
                  <a:lnTo>
                    <a:pt x="1886479" y="1430742"/>
                  </a:lnTo>
                  <a:lnTo>
                    <a:pt x="1885819" y="1430742"/>
                  </a:lnTo>
                  <a:lnTo>
                    <a:pt x="1885158" y="1430742"/>
                  </a:lnTo>
                  <a:lnTo>
                    <a:pt x="1884498" y="1430742"/>
                  </a:lnTo>
                  <a:lnTo>
                    <a:pt x="1883837" y="1430742"/>
                  </a:lnTo>
                  <a:lnTo>
                    <a:pt x="1883177" y="1430742"/>
                  </a:lnTo>
                  <a:lnTo>
                    <a:pt x="1882516" y="1430742"/>
                  </a:lnTo>
                  <a:lnTo>
                    <a:pt x="1881855" y="1430742"/>
                  </a:lnTo>
                  <a:lnTo>
                    <a:pt x="1881195" y="1430742"/>
                  </a:lnTo>
                  <a:lnTo>
                    <a:pt x="1880534" y="1430742"/>
                  </a:lnTo>
                  <a:lnTo>
                    <a:pt x="1879874" y="1430742"/>
                  </a:lnTo>
                  <a:lnTo>
                    <a:pt x="1879213" y="1430742"/>
                  </a:lnTo>
                  <a:lnTo>
                    <a:pt x="1878553" y="1430742"/>
                  </a:lnTo>
                  <a:lnTo>
                    <a:pt x="1877892" y="1430742"/>
                  </a:lnTo>
                  <a:lnTo>
                    <a:pt x="1877232" y="1430742"/>
                  </a:lnTo>
                  <a:lnTo>
                    <a:pt x="1876571" y="1430742"/>
                  </a:lnTo>
                  <a:lnTo>
                    <a:pt x="1875911" y="1430742"/>
                  </a:lnTo>
                  <a:lnTo>
                    <a:pt x="1875250" y="1430742"/>
                  </a:lnTo>
                  <a:lnTo>
                    <a:pt x="1874590" y="1430742"/>
                  </a:lnTo>
                  <a:lnTo>
                    <a:pt x="1873929" y="1430742"/>
                  </a:lnTo>
                  <a:lnTo>
                    <a:pt x="1873269" y="1430742"/>
                  </a:lnTo>
                  <a:lnTo>
                    <a:pt x="1872608" y="1430742"/>
                  </a:lnTo>
                  <a:lnTo>
                    <a:pt x="1871947" y="1430742"/>
                  </a:lnTo>
                  <a:lnTo>
                    <a:pt x="1871287" y="1430742"/>
                  </a:lnTo>
                  <a:lnTo>
                    <a:pt x="1870626" y="1430742"/>
                  </a:lnTo>
                  <a:lnTo>
                    <a:pt x="1869966" y="1430742"/>
                  </a:lnTo>
                  <a:lnTo>
                    <a:pt x="1869305" y="1430742"/>
                  </a:lnTo>
                  <a:lnTo>
                    <a:pt x="1868645" y="1430742"/>
                  </a:lnTo>
                  <a:lnTo>
                    <a:pt x="1867984" y="1430742"/>
                  </a:lnTo>
                  <a:lnTo>
                    <a:pt x="1867324" y="1430742"/>
                  </a:lnTo>
                  <a:lnTo>
                    <a:pt x="1866663" y="1430742"/>
                  </a:lnTo>
                  <a:lnTo>
                    <a:pt x="1866003" y="1430742"/>
                  </a:lnTo>
                  <a:lnTo>
                    <a:pt x="1865342" y="1430742"/>
                  </a:lnTo>
                  <a:lnTo>
                    <a:pt x="1864682" y="1430742"/>
                  </a:lnTo>
                  <a:lnTo>
                    <a:pt x="1864021" y="1430742"/>
                  </a:lnTo>
                  <a:lnTo>
                    <a:pt x="1863361" y="1430742"/>
                  </a:lnTo>
                  <a:lnTo>
                    <a:pt x="1862700" y="1430742"/>
                  </a:lnTo>
                  <a:lnTo>
                    <a:pt x="1862040" y="1430742"/>
                  </a:lnTo>
                  <a:lnTo>
                    <a:pt x="1861379" y="1430742"/>
                  </a:lnTo>
                  <a:lnTo>
                    <a:pt x="1860718" y="1430742"/>
                  </a:lnTo>
                  <a:lnTo>
                    <a:pt x="1860058" y="1430742"/>
                  </a:lnTo>
                  <a:lnTo>
                    <a:pt x="1859397" y="1430742"/>
                  </a:lnTo>
                  <a:lnTo>
                    <a:pt x="1858737" y="1430742"/>
                  </a:lnTo>
                  <a:lnTo>
                    <a:pt x="1858076" y="1430742"/>
                  </a:lnTo>
                  <a:lnTo>
                    <a:pt x="1857416" y="1430742"/>
                  </a:lnTo>
                  <a:lnTo>
                    <a:pt x="1856755" y="1430742"/>
                  </a:lnTo>
                  <a:lnTo>
                    <a:pt x="1856095" y="1430742"/>
                  </a:lnTo>
                  <a:lnTo>
                    <a:pt x="1855434" y="1430742"/>
                  </a:lnTo>
                  <a:lnTo>
                    <a:pt x="1854774" y="1430742"/>
                  </a:lnTo>
                  <a:lnTo>
                    <a:pt x="1854113" y="1430742"/>
                  </a:lnTo>
                  <a:lnTo>
                    <a:pt x="1853453" y="1430742"/>
                  </a:lnTo>
                  <a:lnTo>
                    <a:pt x="1852792" y="1430742"/>
                  </a:lnTo>
                  <a:lnTo>
                    <a:pt x="1852132" y="1430742"/>
                  </a:lnTo>
                  <a:lnTo>
                    <a:pt x="1851471" y="1430742"/>
                  </a:lnTo>
                  <a:lnTo>
                    <a:pt x="1850810" y="1430742"/>
                  </a:lnTo>
                  <a:lnTo>
                    <a:pt x="1850150" y="1430742"/>
                  </a:lnTo>
                  <a:lnTo>
                    <a:pt x="1849489" y="1430742"/>
                  </a:lnTo>
                  <a:lnTo>
                    <a:pt x="1848829" y="1430742"/>
                  </a:lnTo>
                  <a:lnTo>
                    <a:pt x="1848168" y="1430742"/>
                  </a:lnTo>
                  <a:lnTo>
                    <a:pt x="1847508" y="1430742"/>
                  </a:lnTo>
                  <a:lnTo>
                    <a:pt x="1846847" y="1430742"/>
                  </a:lnTo>
                  <a:lnTo>
                    <a:pt x="1846187" y="1430742"/>
                  </a:lnTo>
                  <a:lnTo>
                    <a:pt x="1845526" y="1430742"/>
                  </a:lnTo>
                  <a:lnTo>
                    <a:pt x="1844866" y="1430742"/>
                  </a:lnTo>
                  <a:lnTo>
                    <a:pt x="1844205" y="1430742"/>
                  </a:lnTo>
                  <a:lnTo>
                    <a:pt x="1843545" y="1430742"/>
                  </a:lnTo>
                  <a:lnTo>
                    <a:pt x="1842884" y="1430742"/>
                  </a:lnTo>
                  <a:lnTo>
                    <a:pt x="1842224" y="1430742"/>
                  </a:lnTo>
                  <a:lnTo>
                    <a:pt x="1841563" y="1430742"/>
                  </a:lnTo>
                  <a:lnTo>
                    <a:pt x="1840902" y="1430742"/>
                  </a:lnTo>
                  <a:lnTo>
                    <a:pt x="1840242" y="1430742"/>
                  </a:lnTo>
                  <a:lnTo>
                    <a:pt x="1839581" y="1430742"/>
                  </a:lnTo>
                  <a:lnTo>
                    <a:pt x="1838921" y="1430742"/>
                  </a:lnTo>
                  <a:lnTo>
                    <a:pt x="1838260" y="1430742"/>
                  </a:lnTo>
                  <a:lnTo>
                    <a:pt x="1837600" y="1430742"/>
                  </a:lnTo>
                  <a:lnTo>
                    <a:pt x="1836939" y="1430742"/>
                  </a:lnTo>
                  <a:lnTo>
                    <a:pt x="1836279" y="1430742"/>
                  </a:lnTo>
                  <a:lnTo>
                    <a:pt x="1835618" y="1430742"/>
                  </a:lnTo>
                  <a:lnTo>
                    <a:pt x="1834958" y="1430742"/>
                  </a:lnTo>
                  <a:lnTo>
                    <a:pt x="1834297" y="1430742"/>
                  </a:lnTo>
                  <a:lnTo>
                    <a:pt x="1833637" y="1430742"/>
                  </a:lnTo>
                  <a:lnTo>
                    <a:pt x="1832976" y="1430742"/>
                  </a:lnTo>
                  <a:lnTo>
                    <a:pt x="1832316" y="1430742"/>
                  </a:lnTo>
                  <a:lnTo>
                    <a:pt x="1831655" y="1430742"/>
                  </a:lnTo>
                  <a:lnTo>
                    <a:pt x="1830994" y="1430742"/>
                  </a:lnTo>
                  <a:lnTo>
                    <a:pt x="1830334" y="1430742"/>
                  </a:lnTo>
                  <a:lnTo>
                    <a:pt x="1829673" y="1430742"/>
                  </a:lnTo>
                  <a:lnTo>
                    <a:pt x="1829013" y="1430742"/>
                  </a:lnTo>
                  <a:lnTo>
                    <a:pt x="1828352" y="1430742"/>
                  </a:lnTo>
                  <a:lnTo>
                    <a:pt x="1827692" y="1430742"/>
                  </a:lnTo>
                  <a:lnTo>
                    <a:pt x="1827031" y="1430742"/>
                  </a:lnTo>
                  <a:lnTo>
                    <a:pt x="1826371" y="1430742"/>
                  </a:lnTo>
                  <a:lnTo>
                    <a:pt x="1825710" y="1430742"/>
                  </a:lnTo>
                  <a:lnTo>
                    <a:pt x="1825050" y="1430742"/>
                  </a:lnTo>
                  <a:lnTo>
                    <a:pt x="1824389" y="1430742"/>
                  </a:lnTo>
                  <a:lnTo>
                    <a:pt x="1823729" y="1430742"/>
                  </a:lnTo>
                  <a:lnTo>
                    <a:pt x="1823068" y="1430742"/>
                  </a:lnTo>
                  <a:lnTo>
                    <a:pt x="1822408" y="1430742"/>
                  </a:lnTo>
                  <a:lnTo>
                    <a:pt x="1821747" y="1430742"/>
                  </a:lnTo>
                  <a:lnTo>
                    <a:pt x="1821087" y="1430742"/>
                  </a:lnTo>
                  <a:lnTo>
                    <a:pt x="1820426" y="1430742"/>
                  </a:lnTo>
                  <a:lnTo>
                    <a:pt x="1819765" y="1430742"/>
                  </a:lnTo>
                  <a:lnTo>
                    <a:pt x="1819105" y="1430742"/>
                  </a:lnTo>
                  <a:lnTo>
                    <a:pt x="1818444" y="1430742"/>
                  </a:lnTo>
                  <a:lnTo>
                    <a:pt x="1817784" y="1430742"/>
                  </a:lnTo>
                  <a:lnTo>
                    <a:pt x="1817123" y="1430742"/>
                  </a:lnTo>
                  <a:lnTo>
                    <a:pt x="1816463" y="1430742"/>
                  </a:lnTo>
                  <a:lnTo>
                    <a:pt x="1815802" y="1430742"/>
                  </a:lnTo>
                  <a:lnTo>
                    <a:pt x="1815142" y="1430742"/>
                  </a:lnTo>
                  <a:lnTo>
                    <a:pt x="1814481" y="1430742"/>
                  </a:lnTo>
                  <a:lnTo>
                    <a:pt x="1813821" y="1430742"/>
                  </a:lnTo>
                  <a:lnTo>
                    <a:pt x="1813160" y="1430742"/>
                  </a:lnTo>
                  <a:lnTo>
                    <a:pt x="1812500" y="1430742"/>
                  </a:lnTo>
                  <a:lnTo>
                    <a:pt x="1811839" y="1430742"/>
                  </a:lnTo>
                  <a:lnTo>
                    <a:pt x="1811179" y="1430742"/>
                  </a:lnTo>
                  <a:lnTo>
                    <a:pt x="1810518" y="1430742"/>
                  </a:lnTo>
                  <a:lnTo>
                    <a:pt x="1809857" y="1430742"/>
                  </a:lnTo>
                  <a:lnTo>
                    <a:pt x="1809197" y="1430742"/>
                  </a:lnTo>
                  <a:lnTo>
                    <a:pt x="1808536" y="1430742"/>
                  </a:lnTo>
                  <a:lnTo>
                    <a:pt x="1807876" y="1430742"/>
                  </a:lnTo>
                  <a:lnTo>
                    <a:pt x="1807215" y="1430742"/>
                  </a:lnTo>
                  <a:lnTo>
                    <a:pt x="1806555" y="1430742"/>
                  </a:lnTo>
                  <a:lnTo>
                    <a:pt x="1805894" y="1430742"/>
                  </a:lnTo>
                  <a:lnTo>
                    <a:pt x="1805234" y="1430742"/>
                  </a:lnTo>
                  <a:lnTo>
                    <a:pt x="1804573" y="1430742"/>
                  </a:lnTo>
                  <a:lnTo>
                    <a:pt x="1803913" y="1430742"/>
                  </a:lnTo>
                  <a:lnTo>
                    <a:pt x="1803252" y="1430742"/>
                  </a:lnTo>
                  <a:lnTo>
                    <a:pt x="1802592" y="1430742"/>
                  </a:lnTo>
                  <a:lnTo>
                    <a:pt x="1801931" y="1430742"/>
                  </a:lnTo>
                  <a:lnTo>
                    <a:pt x="1801271" y="1430742"/>
                  </a:lnTo>
                  <a:lnTo>
                    <a:pt x="1800610" y="1430742"/>
                  </a:lnTo>
                  <a:lnTo>
                    <a:pt x="1799949" y="1430742"/>
                  </a:lnTo>
                  <a:lnTo>
                    <a:pt x="1799289" y="1430742"/>
                  </a:lnTo>
                  <a:lnTo>
                    <a:pt x="1798628" y="1430742"/>
                  </a:lnTo>
                  <a:lnTo>
                    <a:pt x="1797968" y="1430742"/>
                  </a:lnTo>
                  <a:lnTo>
                    <a:pt x="1797307" y="1430742"/>
                  </a:lnTo>
                  <a:lnTo>
                    <a:pt x="1796647" y="1430742"/>
                  </a:lnTo>
                  <a:lnTo>
                    <a:pt x="1795986" y="1430742"/>
                  </a:lnTo>
                  <a:lnTo>
                    <a:pt x="1795326" y="1430742"/>
                  </a:lnTo>
                  <a:lnTo>
                    <a:pt x="1794665" y="1430742"/>
                  </a:lnTo>
                  <a:lnTo>
                    <a:pt x="1794005" y="1430742"/>
                  </a:lnTo>
                  <a:lnTo>
                    <a:pt x="1793344" y="1430742"/>
                  </a:lnTo>
                  <a:lnTo>
                    <a:pt x="1792684" y="1430742"/>
                  </a:lnTo>
                  <a:lnTo>
                    <a:pt x="1792023" y="1430742"/>
                  </a:lnTo>
                  <a:lnTo>
                    <a:pt x="1791363" y="1430742"/>
                  </a:lnTo>
                  <a:lnTo>
                    <a:pt x="1790702" y="1430742"/>
                  </a:lnTo>
                  <a:lnTo>
                    <a:pt x="1790042" y="1430742"/>
                  </a:lnTo>
                  <a:lnTo>
                    <a:pt x="1789381" y="1430742"/>
                  </a:lnTo>
                  <a:lnTo>
                    <a:pt x="1788720" y="1430742"/>
                  </a:lnTo>
                  <a:lnTo>
                    <a:pt x="1788060" y="1430742"/>
                  </a:lnTo>
                  <a:lnTo>
                    <a:pt x="1787399" y="1430742"/>
                  </a:lnTo>
                  <a:lnTo>
                    <a:pt x="1786739" y="1430742"/>
                  </a:lnTo>
                  <a:lnTo>
                    <a:pt x="1786078" y="1430742"/>
                  </a:lnTo>
                  <a:lnTo>
                    <a:pt x="1785418" y="1430742"/>
                  </a:lnTo>
                  <a:lnTo>
                    <a:pt x="1784757" y="1430742"/>
                  </a:lnTo>
                  <a:lnTo>
                    <a:pt x="1784097" y="1430742"/>
                  </a:lnTo>
                  <a:lnTo>
                    <a:pt x="1783436" y="1430742"/>
                  </a:lnTo>
                  <a:lnTo>
                    <a:pt x="1782776" y="1430742"/>
                  </a:lnTo>
                  <a:lnTo>
                    <a:pt x="1782115" y="1430742"/>
                  </a:lnTo>
                  <a:lnTo>
                    <a:pt x="1781455" y="1430742"/>
                  </a:lnTo>
                  <a:lnTo>
                    <a:pt x="1780794" y="1430742"/>
                  </a:lnTo>
                  <a:lnTo>
                    <a:pt x="1780134" y="1430742"/>
                  </a:lnTo>
                  <a:lnTo>
                    <a:pt x="1779473" y="1430742"/>
                  </a:lnTo>
                  <a:lnTo>
                    <a:pt x="1778812" y="1430742"/>
                  </a:lnTo>
                  <a:lnTo>
                    <a:pt x="1778152" y="1430742"/>
                  </a:lnTo>
                  <a:lnTo>
                    <a:pt x="1777491" y="1430742"/>
                  </a:lnTo>
                  <a:lnTo>
                    <a:pt x="1776831" y="1430742"/>
                  </a:lnTo>
                  <a:lnTo>
                    <a:pt x="1776170" y="1430742"/>
                  </a:lnTo>
                  <a:lnTo>
                    <a:pt x="1775510" y="1430742"/>
                  </a:lnTo>
                  <a:lnTo>
                    <a:pt x="1774849" y="1430742"/>
                  </a:lnTo>
                  <a:lnTo>
                    <a:pt x="1774189" y="1430742"/>
                  </a:lnTo>
                  <a:lnTo>
                    <a:pt x="1773528" y="1430742"/>
                  </a:lnTo>
                  <a:lnTo>
                    <a:pt x="1772868" y="1430742"/>
                  </a:lnTo>
                  <a:lnTo>
                    <a:pt x="1772207" y="1430742"/>
                  </a:lnTo>
                  <a:lnTo>
                    <a:pt x="1771547" y="1430742"/>
                  </a:lnTo>
                  <a:lnTo>
                    <a:pt x="1770886" y="1430742"/>
                  </a:lnTo>
                  <a:lnTo>
                    <a:pt x="1770226" y="1430742"/>
                  </a:lnTo>
                  <a:lnTo>
                    <a:pt x="1769565" y="1430742"/>
                  </a:lnTo>
                  <a:lnTo>
                    <a:pt x="1768904" y="1430742"/>
                  </a:lnTo>
                  <a:lnTo>
                    <a:pt x="1768244" y="1430742"/>
                  </a:lnTo>
                  <a:lnTo>
                    <a:pt x="1767583" y="1430742"/>
                  </a:lnTo>
                  <a:lnTo>
                    <a:pt x="1766923" y="1430742"/>
                  </a:lnTo>
                  <a:lnTo>
                    <a:pt x="1766262" y="1430742"/>
                  </a:lnTo>
                  <a:lnTo>
                    <a:pt x="1765602" y="1430742"/>
                  </a:lnTo>
                  <a:lnTo>
                    <a:pt x="1764941" y="1430742"/>
                  </a:lnTo>
                  <a:lnTo>
                    <a:pt x="1764281" y="1430742"/>
                  </a:lnTo>
                  <a:lnTo>
                    <a:pt x="1763620" y="1430742"/>
                  </a:lnTo>
                  <a:lnTo>
                    <a:pt x="1762960" y="1430742"/>
                  </a:lnTo>
                  <a:lnTo>
                    <a:pt x="1762299" y="1430742"/>
                  </a:lnTo>
                  <a:lnTo>
                    <a:pt x="1761639" y="1430742"/>
                  </a:lnTo>
                  <a:lnTo>
                    <a:pt x="1760978" y="1430742"/>
                  </a:lnTo>
                  <a:lnTo>
                    <a:pt x="1760318" y="1430742"/>
                  </a:lnTo>
                  <a:lnTo>
                    <a:pt x="1759657" y="1430742"/>
                  </a:lnTo>
                  <a:lnTo>
                    <a:pt x="1758996" y="1430742"/>
                  </a:lnTo>
                  <a:lnTo>
                    <a:pt x="1758336" y="1430742"/>
                  </a:lnTo>
                  <a:lnTo>
                    <a:pt x="1757675" y="1430742"/>
                  </a:lnTo>
                  <a:lnTo>
                    <a:pt x="1757015" y="1430742"/>
                  </a:lnTo>
                  <a:lnTo>
                    <a:pt x="1756354" y="1430742"/>
                  </a:lnTo>
                  <a:lnTo>
                    <a:pt x="1755694" y="1430742"/>
                  </a:lnTo>
                  <a:lnTo>
                    <a:pt x="1755033" y="1430742"/>
                  </a:lnTo>
                  <a:lnTo>
                    <a:pt x="1754373" y="1430742"/>
                  </a:lnTo>
                  <a:lnTo>
                    <a:pt x="1753712" y="1430742"/>
                  </a:lnTo>
                  <a:lnTo>
                    <a:pt x="1753052" y="1430742"/>
                  </a:lnTo>
                  <a:lnTo>
                    <a:pt x="1752391" y="1430742"/>
                  </a:lnTo>
                  <a:lnTo>
                    <a:pt x="1751731" y="1430742"/>
                  </a:lnTo>
                  <a:lnTo>
                    <a:pt x="1751070" y="1430742"/>
                  </a:lnTo>
                  <a:lnTo>
                    <a:pt x="1750410" y="1430742"/>
                  </a:lnTo>
                  <a:lnTo>
                    <a:pt x="1749749" y="1430742"/>
                  </a:lnTo>
                  <a:lnTo>
                    <a:pt x="1749089" y="1430742"/>
                  </a:lnTo>
                  <a:lnTo>
                    <a:pt x="1748428" y="1430742"/>
                  </a:lnTo>
                  <a:lnTo>
                    <a:pt x="1747767" y="1430742"/>
                  </a:lnTo>
                  <a:lnTo>
                    <a:pt x="1747107" y="1430742"/>
                  </a:lnTo>
                  <a:lnTo>
                    <a:pt x="1746446" y="1430742"/>
                  </a:lnTo>
                  <a:lnTo>
                    <a:pt x="1745786" y="1430742"/>
                  </a:lnTo>
                  <a:lnTo>
                    <a:pt x="1745125" y="1430742"/>
                  </a:lnTo>
                  <a:lnTo>
                    <a:pt x="1744465" y="1430742"/>
                  </a:lnTo>
                  <a:lnTo>
                    <a:pt x="1743804" y="1430742"/>
                  </a:lnTo>
                  <a:lnTo>
                    <a:pt x="1743144" y="1430742"/>
                  </a:lnTo>
                  <a:lnTo>
                    <a:pt x="1742483" y="1430742"/>
                  </a:lnTo>
                  <a:lnTo>
                    <a:pt x="1741823" y="1430742"/>
                  </a:lnTo>
                  <a:lnTo>
                    <a:pt x="1741162" y="1430742"/>
                  </a:lnTo>
                  <a:lnTo>
                    <a:pt x="1740502" y="1430742"/>
                  </a:lnTo>
                  <a:lnTo>
                    <a:pt x="1739841" y="1430742"/>
                  </a:lnTo>
                  <a:lnTo>
                    <a:pt x="1739181" y="1430742"/>
                  </a:lnTo>
                  <a:lnTo>
                    <a:pt x="1738520" y="1430742"/>
                  </a:lnTo>
                  <a:lnTo>
                    <a:pt x="1737859" y="1430742"/>
                  </a:lnTo>
                  <a:lnTo>
                    <a:pt x="1737199" y="1430742"/>
                  </a:lnTo>
                  <a:lnTo>
                    <a:pt x="1736538" y="1430742"/>
                  </a:lnTo>
                  <a:lnTo>
                    <a:pt x="1735878" y="1430742"/>
                  </a:lnTo>
                  <a:lnTo>
                    <a:pt x="1735217" y="1430742"/>
                  </a:lnTo>
                  <a:lnTo>
                    <a:pt x="1734557" y="1430742"/>
                  </a:lnTo>
                  <a:lnTo>
                    <a:pt x="1733896" y="1430742"/>
                  </a:lnTo>
                  <a:lnTo>
                    <a:pt x="1733236" y="1430742"/>
                  </a:lnTo>
                  <a:lnTo>
                    <a:pt x="1732575" y="1430742"/>
                  </a:lnTo>
                  <a:lnTo>
                    <a:pt x="1731915" y="1430742"/>
                  </a:lnTo>
                  <a:lnTo>
                    <a:pt x="1731254" y="1430742"/>
                  </a:lnTo>
                  <a:lnTo>
                    <a:pt x="1730594" y="1430742"/>
                  </a:lnTo>
                  <a:lnTo>
                    <a:pt x="1729933" y="1430742"/>
                  </a:lnTo>
                  <a:lnTo>
                    <a:pt x="1729273" y="1430742"/>
                  </a:lnTo>
                  <a:lnTo>
                    <a:pt x="1728612" y="1430742"/>
                  </a:lnTo>
                  <a:lnTo>
                    <a:pt x="1727951" y="1430742"/>
                  </a:lnTo>
                  <a:lnTo>
                    <a:pt x="1727291" y="1430742"/>
                  </a:lnTo>
                  <a:lnTo>
                    <a:pt x="1726630" y="1430742"/>
                  </a:lnTo>
                  <a:lnTo>
                    <a:pt x="1725970" y="1430742"/>
                  </a:lnTo>
                  <a:lnTo>
                    <a:pt x="1725309" y="1430742"/>
                  </a:lnTo>
                  <a:lnTo>
                    <a:pt x="1724649" y="1430742"/>
                  </a:lnTo>
                  <a:lnTo>
                    <a:pt x="1723988" y="1430742"/>
                  </a:lnTo>
                  <a:lnTo>
                    <a:pt x="1723328" y="1430742"/>
                  </a:lnTo>
                  <a:lnTo>
                    <a:pt x="1722667" y="1430742"/>
                  </a:lnTo>
                  <a:lnTo>
                    <a:pt x="1722007" y="1430742"/>
                  </a:lnTo>
                  <a:lnTo>
                    <a:pt x="1721346" y="1430742"/>
                  </a:lnTo>
                  <a:lnTo>
                    <a:pt x="1720686" y="1430742"/>
                  </a:lnTo>
                  <a:lnTo>
                    <a:pt x="1720025" y="1430742"/>
                  </a:lnTo>
                  <a:lnTo>
                    <a:pt x="1719365" y="1430742"/>
                  </a:lnTo>
                  <a:lnTo>
                    <a:pt x="1718704" y="1430742"/>
                  </a:lnTo>
                  <a:lnTo>
                    <a:pt x="1718044" y="1430742"/>
                  </a:lnTo>
                  <a:lnTo>
                    <a:pt x="1717383" y="1430742"/>
                  </a:lnTo>
                  <a:lnTo>
                    <a:pt x="1716722" y="1430742"/>
                  </a:lnTo>
                  <a:lnTo>
                    <a:pt x="1716062" y="1430742"/>
                  </a:lnTo>
                  <a:lnTo>
                    <a:pt x="1715401" y="1430742"/>
                  </a:lnTo>
                  <a:lnTo>
                    <a:pt x="1714741" y="1430742"/>
                  </a:lnTo>
                  <a:lnTo>
                    <a:pt x="1714080" y="1430742"/>
                  </a:lnTo>
                  <a:lnTo>
                    <a:pt x="1713420" y="1430742"/>
                  </a:lnTo>
                  <a:lnTo>
                    <a:pt x="1712759" y="1430742"/>
                  </a:lnTo>
                  <a:lnTo>
                    <a:pt x="1712099" y="1430742"/>
                  </a:lnTo>
                  <a:lnTo>
                    <a:pt x="1711438" y="1430742"/>
                  </a:lnTo>
                  <a:lnTo>
                    <a:pt x="1710778" y="1430742"/>
                  </a:lnTo>
                  <a:lnTo>
                    <a:pt x="1710117" y="1430742"/>
                  </a:lnTo>
                  <a:lnTo>
                    <a:pt x="1709457" y="1430742"/>
                  </a:lnTo>
                  <a:lnTo>
                    <a:pt x="1708796" y="1430742"/>
                  </a:lnTo>
                  <a:lnTo>
                    <a:pt x="1708136" y="1430742"/>
                  </a:lnTo>
                  <a:lnTo>
                    <a:pt x="1707475" y="1430742"/>
                  </a:lnTo>
                  <a:lnTo>
                    <a:pt x="1706814" y="1430742"/>
                  </a:lnTo>
                  <a:lnTo>
                    <a:pt x="1706154" y="1430742"/>
                  </a:lnTo>
                  <a:lnTo>
                    <a:pt x="1705493" y="1430742"/>
                  </a:lnTo>
                  <a:lnTo>
                    <a:pt x="1704833" y="1430742"/>
                  </a:lnTo>
                  <a:lnTo>
                    <a:pt x="1704172" y="1430742"/>
                  </a:lnTo>
                  <a:lnTo>
                    <a:pt x="1703512" y="1430742"/>
                  </a:lnTo>
                  <a:lnTo>
                    <a:pt x="1702851" y="1430742"/>
                  </a:lnTo>
                  <a:lnTo>
                    <a:pt x="1702191" y="1430742"/>
                  </a:lnTo>
                  <a:lnTo>
                    <a:pt x="1701530" y="1430742"/>
                  </a:lnTo>
                  <a:lnTo>
                    <a:pt x="1700870" y="1430742"/>
                  </a:lnTo>
                  <a:lnTo>
                    <a:pt x="1700209" y="1430742"/>
                  </a:lnTo>
                  <a:lnTo>
                    <a:pt x="1699549" y="1430742"/>
                  </a:lnTo>
                  <a:lnTo>
                    <a:pt x="1698888" y="1430742"/>
                  </a:lnTo>
                  <a:lnTo>
                    <a:pt x="1698228" y="1430742"/>
                  </a:lnTo>
                  <a:lnTo>
                    <a:pt x="1697567" y="1430742"/>
                  </a:lnTo>
                  <a:lnTo>
                    <a:pt x="1696906" y="1430742"/>
                  </a:lnTo>
                  <a:lnTo>
                    <a:pt x="1696246" y="1430742"/>
                  </a:lnTo>
                  <a:lnTo>
                    <a:pt x="1695585" y="1430742"/>
                  </a:lnTo>
                  <a:lnTo>
                    <a:pt x="1694925" y="1430742"/>
                  </a:lnTo>
                  <a:lnTo>
                    <a:pt x="1694264" y="1430742"/>
                  </a:lnTo>
                  <a:lnTo>
                    <a:pt x="1693604" y="1430742"/>
                  </a:lnTo>
                  <a:lnTo>
                    <a:pt x="1692943" y="1430742"/>
                  </a:lnTo>
                  <a:lnTo>
                    <a:pt x="1692283" y="1430742"/>
                  </a:lnTo>
                  <a:lnTo>
                    <a:pt x="1691622" y="1430742"/>
                  </a:lnTo>
                  <a:lnTo>
                    <a:pt x="1690962" y="1430742"/>
                  </a:lnTo>
                  <a:lnTo>
                    <a:pt x="1690301" y="1430742"/>
                  </a:lnTo>
                  <a:lnTo>
                    <a:pt x="1689641" y="1430742"/>
                  </a:lnTo>
                  <a:lnTo>
                    <a:pt x="1688980" y="1430742"/>
                  </a:lnTo>
                  <a:lnTo>
                    <a:pt x="1688320" y="1430742"/>
                  </a:lnTo>
                  <a:lnTo>
                    <a:pt x="1687659" y="1430742"/>
                  </a:lnTo>
                  <a:lnTo>
                    <a:pt x="1686998" y="1430742"/>
                  </a:lnTo>
                  <a:lnTo>
                    <a:pt x="1686338" y="1430742"/>
                  </a:lnTo>
                  <a:lnTo>
                    <a:pt x="1685677" y="1430742"/>
                  </a:lnTo>
                  <a:lnTo>
                    <a:pt x="1685017" y="1430742"/>
                  </a:lnTo>
                  <a:lnTo>
                    <a:pt x="1684356" y="1430742"/>
                  </a:lnTo>
                  <a:lnTo>
                    <a:pt x="1683696" y="1430742"/>
                  </a:lnTo>
                  <a:lnTo>
                    <a:pt x="1683035" y="1430742"/>
                  </a:lnTo>
                  <a:lnTo>
                    <a:pt x="1682375" y="1430742"/>
                  </a:lnTo>
                  <a:lnTo>
                    <a:pt x="1681714" y="1430742"/>
                  </a:lnTo>
                  <a:lnTo>
                    <a:pt x="1681054" y="1430742"/>
                  </a:lnTo>
                  <a:lnTo>
                    <a:pt x="1680393" y="1430742"/>
                  </a:lnTo>
                  <a:lnTo>
                    <a:pt x="1679733" y="1430742"/>
                  </a:lnTo>
                  <a:lnTo>
                    <a:pt x="1679072" y="1430742"/>
                  </a:lnTo>
                  <a:lnTo>
                    <a:pt x="1678412" y="1430742"/>
                  </a:lnTo>
                  <a:lnTo>
                    <a:pt x="1677751" y="1430742"/>
                  </a:lnTo>
                  <a:lnTo>
                    <a:pt x="1677091" y="1430742"/>
                  </a:lnTo>
                  <a:lnTo>
                    <a:pt x="1676430" y="1430742"/>
                  </a:lnTo>
                  <a:lnTo>
                    <a:pt x="1675769" y="1430742"/>
                  </a:lnTo>
                  <a:lnTo>
                    <a:pt x="1675109" y="1430742"/>
                  </a:lnTo>
                  <a:lnTo>
                    <a:pt x="1674448" y="1430742"/>
                  </a:lnTo>
                  <a:lnTo>
                    <a:pt x="1673788" y="1430742"/>
                  </a:lnTo>
                  <a:lnTo>
                    <a:pt x="1673127" y="1430742"/>
                  </a:lnTo>
                  <a:lnTo>
                    <a:pt x="1672467" y="1430742"/>
                  </a:lnTo>
                  <a:lnTo>
                    <a:pt x="1671806" y="1430742"/>
                  </a:lnTo>
                  <a:lnTo>
                    <a:pt x="1671146" y="1430742"/>
                  </a:lnTo>
                  <a:lnTo>
                    <a:pt x="1670485" y="1430742"/>
                  </a:lnTo>
                  <a:lnTo>
                    <a:pt x="1669825" y="1430742"/>
                  </a:lnTo>
                  <a:lnTo>
                    <a:pt x="1669164" y="1430742"/>
                  </a:lnTo>
                  <a:lnTo>
                    <a:pt x="1668504" y="1430742"/>
                  </a:lnTo>
                  <a:lnTo>
                    <a:pt x="1667843" y="1430742"/>
                  </a:lnTo>
                  <a:lnTo>
                    <a:pt x="1667183" y="1430742"/>
                  </a:lnTo>
                  <a:lnTo>
                    <a:pt x="1666522" y="1430742"/>
                  </a:lnTo>
                  <a:lnTo>
                    <a:pt x="1665861" y="1430742"/>
                  </a:lnTo>
                  <a:lnTo>
                    <a:pt x="1665201" y="1430742"/>
                  </a:lnTo>
                  <a:lnTo>
                    <a:pt x="1664540" y="1430742"/>
                  </a:lnTo>
                  <a:lnTo>
                    <a:pt x="1663880" y="1430742"/>
                  </a:lnTo>
                  <a:lnTo>
                    <a:pt x="1663219" y="1430742"/>
                  </a:lnTo>
                  <a:lnTo>
                    <a:pt x="1662559" y="1430742"/>
                  </a:lnTo>
                  <a:lnTo>
                    <a:pt x="1661898" y="1430742"/>
                  </a:lnTo>
                  <a:lnTo>
                    <a:pt x="1661238" y="1430742"/>
                  </a:lnTo>
                  <a:lnTo>
                    <a:pt x="1660577" y="1430742"/>
                  </a:lnTo>
                  <a:lnTo>
                    <a:pt x="1659917" y="1430742"/>
                  </a:lnTo>
                  <a:lnTo>
                    <a:pt x="1659256" y="1430742"/>
                  </a:lnTo>
                  <a:lnTo>
                    <a:pt x="1658596" y="1430742"/>
                  </a:lnTo>
                  <a:lnTo>
                    <a:pt x="1657935" y="1430742"/>
                  </a:lnTo>
                  <a:lnTo>
                    <a:pt x="1657275" y="1430742"/>
                  </a:lnTo>
                  <a:lnTo>
                    <a:pt x="1656614" y="1430742"/>
                  </a:lnTo>
                  <a:lnTo>
                    <a:pt x="1655953" y="1430742"/>
                  </a:lnTo>
                  <a:lnTo>
                    <a:pt x="1655293" y="1430742"/>
                  </a:lnTo>
                  <a:lnTo>
                    <a:pt x="1654632" y="1430742"/>
                  </a:lnTo>
                  <a:lnTo>
                    <a:pt x="1653972" y="1430742"/>
                  </a:lnTo>
                  <a:lnTo>
                    <a:pt x="1653311" y="1430742"/>
                  </a:lnTo>
                  <a:lnTo>
                    <a:pt x="1652651" y="1430742"/>
                  </a:lnTo>
                  <a:lnTo>
                    <a:pt x="1651990" y="1430742"/>
                  </a:lnTo>
                  <a:lnTo>
                    <a:pt x="1651330" y="1430742"/>
                  </a:lnTo>
                  <a:lnTo>
                    <a:pt x="1650669" y="1430742"/>
                  </a:lnTo>
                  <a:lnTo>
                    <a:pt x="1650009" y="1430742"/>
                  </a:lnTo>
                  <a:lnTo>
                    <a:pt x="1649348" y="1430742"/>
                  </a:lnTo>
                  <a:lnTo>
                    <a:pt x="1648688" y="1430742"/>
                  </a:lnTo>
                  <a:lnTo>
                    <a:pt x="1648027" y="1430742"/>
                  </a:lnTo>
                  <a:lnTo>
                    <a:pt x="1647367" y="1430742"/>
                  </a:lnTo>
                  <a:lnTo>
                    <a:pt x="1646706" y="1430742"/>
                  </a:lnTo>
                  <a:lnTo>
                    <a:pt x="1646046" y="1430742"/>
                  </a:lnTo>
                  <a:lnTo>
                    <a:pt x="1645385" y="1430742"/>
                  </a:lnTo>
                  <a:lnTo>
                    <a:pt x="1644724" y="1430742"/>
                  </a:lnTo>
                  <a:lnTo>
                    <a:pt x="1644064" y="1430742"/>
                  </a:lnTo>
                  <a:lnTo>
                    <a:pt x="1643403" y="1430742"/>
                  </a:lnTo>
                  <a:lnTo>
                    <a:pt x="1642743" y="1430742"/>
                  </a:lnTo>
                  <a:lnTo>
                    <a:pt x="1642082" y="1430742"/>
                  </a:lnTo>
                  <a:lnTo>
                    <a:pt x="1641422" y="1430742"/>
                  </a:lnTo>
                  <a:lnTo>
                    <a:pt x="1640761" y="1430742"/>
                  </a:lnTo>
                  <a:lnTo>
                    <a:pt x="1640101" y="1430742"/>
                  </a:lnTo>
                  <a:lnTo>
                    <a:pt x="1639440" y="1430742"/>
                  </a:lnTo>
                  <a:lnTo>
                    <a:pt x="1638780" y="1430742"/>
                  </a:lnTo>
                  <a:lnTo>
                    <a:pt x="1638119" y="1430742"/>
                  </a:lnTo>
                  <a:lnTo>
                    <a:pt x="1637459" y="1430742"/>
                  </a:lnTo>
                  <a:lnTo>
                    <a:pt x="1636798" y="1430742"/>
                  </a:lnTo>
                  <a:lnTo>
                    <a:pt x="1636138" y="1430742"/>
                  </a:lnTo>
                  <a:lnTo>
                    <a:pt x="1635477" y="1430742"/>
                  </a:lnTo>
                  <a:lnTo>
                    <a:pt x="1634816" y="1430742"/>
                  </a:lnTo>
                  <a:lnTo>
                    <a:pt x="1634156" y="1430742"/>
                  </a:lnTo>
                  <a:lnTo>
                    <a:pt x="1633495" y="1430742"/>
                  </a:lnTo>
                  <a:lnTo>
                    <a:pt x="1632835" y="1430742"/>
                  </a:lnTo>
                  <a:lnTo>
                    <a:pt x="1632174" y="1430742"/>
                  </a:lnTo>
                  <a:lnTo>
                    <a:pt x="1631514" y="1430742"/>
                  </a:lnTo>
                  <a:lnTo>
                    <a:pt x="1630853" y="1430742"/>
                  </a:lnTo>
                  <a:lnTo>
                    <a:pt x="1630193" y="1430742"/>
                  </a:lnTo>
                  <a:lnTo>
                    <a:pt x="1629532" y="1430742"/>
                  </a:lnTo>
                  <a:lnTo>
                    <a:pt x="1628872" y="1430742"/>
                  </a:lnTo>
                  <a:lnTo>
                    <a:pt x="1628211" y="1430742"/>
                  </a:lnTo>
                  <a:lnTo>
                    <a:pt x="1627551" y="1430742"/>
                  </a:lnTo>
                  <a:lnTo>
                    <a:pt x="1626890" y="1430742"/>
                  </a:lnTo>
                  <a:lnTo>
                    <a:pt x="1626230" y="1430742"/>
                  </a:lnTo>
                  <a:lnTo>
                    <a:pt x="1625569" y="1430742"/>
                  </a:lnTo>
                  <a:lnTo>
                    <a:pt x="1624908" y="1430742"/>
                  </a:lnTo>
                  <a:lnTo>
                    <a:pt x="1624248" y="1430742"/>
                  </a:lnTo>
                  <a:lnTo>
                    <a:pt x="1623587" y="1430742"/>
                  </a:lnTo>
                  <a:lnTo>
                    <a:pt x="1622927" y="1430742"/>
                  </a:lnTo>
                  <a:lnTo>
                    <a:pt x="1622266" y="1430742"/>
                  </a:lnTo>
                  <a:lnTo>
                    <a:pt x="1621606" y="1430742"/>
                  </a:lnTo>
                  <a:lnTo>
                    <a:pt x="1620945" y="1430742"/>
                  </a:lnTo>
                  <a:lnTo>
                    <a:pt x="1620285" y="1430742"/>
                  </a:lnTo>
                  <a:lnTo>
                    <a:pt x="1619624" y="1430742"/>
                  </a:lnTo>
                  <a:lnTo>
                    <a:pt x="1618964" y="1430742"/>
                  </a:lnTo>
                  <a:lnTo>
                    <a:pt x="1618303" y="1430742"/>
                  </a:lnTo>
                  <a:lnTo>
                    <a:pt x="1617643" y="1430742"/>
                  </a:lnTo>
                  <a:lnTo>
                    <a:pt x="1616982" y="1430742"/>
                  </a:lnTo>
                  <a:lnTo>
                    <a:pt x="1616322" y="1430742"/>
                  </a:lnTo>
                  <a:lnTo>
                    <a:pt x="1615661" y="1430742"/>
                  </a:lnTo>
                  <a:lnTo>
                    <a:pt x="1615001" y="1430742"/>
                  </a:lnTo>
                  <a:lnTo>
                    <a:pt x="1614340" y="1430742"/>
                  </a:lnTo>
                  <a:lnTo>
                    <a:pt x="1613679" y="1430742"/>
                  </a:lnTo>
                  <a:lnTo>
                    <a:pt x="1613019" y="1430742"/>
                  </a:lnTo>
                  <a:lnTo>
                    <a:pt x="1612358" y="1430742"/>
                  </a:lnTo>
                  <a:lnTo>
                    <a:pt x="1611698" y="1430742"/>
                  </a:lnTo>
                  <a:lnTo>
                    <a:pt x="1611037" y="1430742"/>
                  </a:lnTo>
                  <a:lnTo>
                    <a:pt x="1610377" y="1430742"/>
                  </a:lnTo>
                  <a:lnTo>
                    <a:pt x="1609716" y="1430742"/>
                  </a:lnTo>
                  <a:lnTo>
                    <a:pt x="1609056" y="1430742"/>
                  </a:lnTo>
                  <a:lnTo>
                    <a:pt x="1608395" y="1430742"/>
                  </a:lnTo>
                  <a:lnTo>
                    <a:pt x="1607735" y="1430742"/>
                  </a:lnTo>
                  <a:lnTo>
                    <a:pt x="1607074" y="1430742"/>
                  </a:lnTo>
                  <a:lnTo>
                    <a:pt x="1606414" y="1430742"/>
                  </a:lnTo>
                  <a:lnTo>
                    <a:pt x="1605753" y="1430742"/>
                  </a:lnTo>
                  <a:lnTo>
                    <a:pt x="1605093" y="1430742"/>
                  </a:lnTo>
                  <a:lnTo>
                    <a:pt x="1604432" y="1430742"/>
                  </a:lnTo>
                  <a:lnTo>
                    <a:pt x="1603771" y="1430742"/>
                  </a:lnTo>
                  <a:lnTo>
                    <a:pt x="1603111" y="1430742"/>
                  </a:lnTo>
                  <a:lnTo>
                    <a:pt x="1602450" y="1430742"/>
                  </a:lnTo>
                  <a:lnTo>
                    <a:pt x="1601790" y="1430742"/>
                  </a:lnTo>
                  <a:lnTo>
                    <a:pt x="1601129" y="1430742"/>
                  </a:lnTo>
                  <a:lnTo>
                    <a:pt x="1600469" y="1430742"/>
                  </a:lnTo>
                  <a:lnTo>
                    <a:pt x="1599808" y="1430742"/>
                  </a:lnTo>
                  <a:lnTo>
                    <a:pt x="1599148" y="1430742"/>
                  </a:lnTo>
                  <a:lnTo>
                    <a:pt x="1598487" y="1430742"/>
                  </a:lnTo>
                  <a:lnTo>
                    <a:pt x="1597827" y="1430742"/>
                  </a:lnTo>
                  <a:lnTo>
                    <a:pt x="1597166" y="1430742"/>
                  </a:lnTo>
                  <a:lnTo>
                    <a:pt x="1596506" y="1430742"/>
                  </a:lnTo>
                  <a:lnTo>
                    <a:pt x="1595845" y="1430742"/>
                  </a:lnTo>
                  <a:lnTo>
                    <a:pt x="1595185" y="1430742"/>
                  </a:lnTo>
                  <a:lnTo>
                    <a:pt x="1594524" y="1430742"/>
                  </a:lnTo>
                  <a:lnTo>
                    <a:pt x="1593863" y="1430742"/>
                  </a:lnTo>
                  <a:lnTo>
                    <a:pt x="1593203" y="1430742"/>
                  </a:lnTo>
                  <a:lnTo>
                    <a:pt x="1592542" y="1430742"/>
                  </a:lnTo>
                  <a:lnTo>
                    <a:pt x="1591882" y="1430742"/>
                  </a:lnTo>
                  <a:lnTo>
                    <a:pt x="1591221" y="1430742"/>
                  </a:lnTo>
                  <a:lnTo>
                    <a:pt x="1590561" y="1430742"/>
                  </a:lnTo>
                  <a:lnTo>
                    <a:pt x="1589900" y="1430742"/>
                  </a:lnTo>
                  <a:lnTo>
                    <a:pt x="1589240" y="1430742"/>
                  </a:lnTo>
                  <a:lnTo>
                    <a:pt x="1588579" y="1430742"/>
                  </a:lnTo>
                  <a:lnTo>
                    <a:pt x="1587919" y="1430742"/>
                  </a:lnTo>
                  <a:lnTo>
                    <a:pt x="1587258" y="1430742"/>
                  </a:lnTo>
                  <a:lnTo>
                    <a:pt x="1586598" y="1430742"/>
                  </a:lnTo>
                  <a:lnTo>
                    <a:pt x="1585937" y="1430742"/>
                  </a:lnTo>
                  <a:lnTo>
                    <a:pt x="1585277" y="1430742"/>
                  </a:lnTo>
                  <a:lnTo>
                    <a:pt x="1584616" y="1430742"/>
                  </a:lnTo>
                  <a:lnTo>
                    <a:pt x="1583955" y="1430742"/>
                  </a:lnTo>
                  <a:lnTo>
                    <a:pt x="1583295" y="1430742"/>
                  </a:lnTo>
                  <a:lnTo>
                    <a:pt x="1582634" y="1430742"/>
                  </a:lnTo>
                  <a:lnTo>
                    <a:pt x="1581974" y="1430742"/>
                  </a:lnTo>
                  <a:lnTo>
                    <a:pt x="1581313" y="1430742"/>
                  </a:lnTo>
                  <a:lnTo>
                    <a:pt x="1580653" y="1430742"/>
                  </a:lnTo>
                  <a:lnTo>
                    <a:pt x="1579992" y="1430742"/>
                  </a:lnTo>
                  <a:lnTo>
                    <a:pt x="1579332" y="1430742"/>
                  </a:lnTo>
                  <a:lnTo>
                    <a:pt x="1578671" y="1430742"/>
                  </a:lnTo>
                  <a:lnTo>
                    <a:pt x="1578011" y="1430742"/>
                  </a:lnTo>
                  <a:lnTo>
                    <a:pt x="1577350" y="1430742"/>
                  </a:lnTo>
                  <a:lnTo>
                    <a:pt x="1576690" y="1430742"/>
                  </a:lnTo>
                  <a:lnTo>
                    <a:pt x="1576029" y="1430742"/>
                  </a:lnTo>
                  <a:lnTo>
                    <a:pt x="1575369" y="1430742"/>
                  </a:lnTo>
                  <a:lnTo>
                    <a:pt x="1574708" y="1430742"/>
                  </a:lnTo>
                  <a:lnTo>
                    <a:pt x="1574048" y="1430742"/>
                  </a:lnTo>
                  <a:lnTo>
                    <a:pt x="1573387" y="1430742"/>
                  </a:lnTo>
                  <a:lnTo>
                    <a:pt x="1572726" y="1430742"/>
                  </a:lnTo>
                  <a:lnTo>
                    <a:pt x="1572066" y="1430742"/>
                  </a:lnTo>
                  <a:lnTo>
                    <a:pt x="1571405" y="1430742"/>
                  </a:lnTo>
                  <a:lnTo>
                    <a:pt x="1570745" y="1430742"/>
                  </a:lnTo>
                  <a:lnTo>
                    <a:pt x="1570084" y="1430742"/>
                  </a:lnTo>
                  <a:lnTo>
                    <a:pt x="1569424" y="1430742"/>
                  </a:lnTo>
                  <a:lnTo>
                    <a:pt x="1568763" y="1430742"/>
                  </a:lnTo>
                  <a:lnTo>
                    <a:pt x="1568103" y="1430742"/>
                  </a:lnTo>
                  <a:lnTo>
                    <a:pt x="1567442" y="1430742"/>
                  </a:lnTo>
                  <a:lnTo>
                    <a:pt x="1566782" y="1430742"/>
                  </a:lnTo>
                  <a:lnTo>
                    <a:pt x="1566121" y="1430742"/>
                  </a:lnTo>
                  <a:lnTo>
                    <a:pt x="1565461" y="1430742"/>
                  </a:lnTo>
                  <a:lnTo>
                    <a:pt x="1564800" y="1430742"/>
                  </a:lnTo>
                  <a:lnTo>
                    <a:pt x="1564140" y="1430742"/>
                  </a:lnTo>
                  <a:lnTo>
                    <a:pt x="1563479" y="1430742"/>
                  </a:lnTo>
                  <a:lnTo>
                    <a:pt x="1562818" y="1430742"/>
                  </a:lnTo>
                  <a:lnTo>
                    <a:pt x="1562158" y="1430742"/>
                  </a:lnTo>
                  <a:lnTo>
                    <a:pt x="1561497" y="1430742"/>
                  </a:lnTo>
                  <a:lnTo>
                    <a:pt x="1560837" y="1430742"/>
                  </a:lnTo>
                  <a:lnTo>
                    <a:pt x="1560176" y="1430742"/>
                  </a:lnTo>
                  <a:lnTo>
                    <a:pt x="1559516" y="1430742"/>
                  </a:lnTo>
                  <a:lnTo>
                    <a:pt x="1558855" y="1430742"/>
                  </a:lnTo>
                  <a:lnTo>
                    <a:pt x="1558195" y="1430742"/>
                  </a:lnTo>
                  <a:lnTo>
                    <a:pt x="1557534" y="1430742"/>
                  </a:lnTo>
                  <a:lnTo>
                    <a:pt x="1556874" y="1430742"/>
                  </a:lnTo>
                  <a:lnTo>
                    <a:pt x="1556213" y="1430742"/>
                  </a:lnTo>
                  <a:lnTo>
                    <a:pt x="1555553" y="1430742"/>
                  </a:lnTo>
                  <a:lnTo>
                    <a:pt x="1554892" y="1430742"/>
                  </a:lnTo>
                  <a:lnTo>
                    <a:pt x="1554232" y="1430742"/>
                  </a:lnTo>
                  <a:lnTo>
                    <a:pt x="1553571" y="1430742"/>
                  </a:lnTo>
                  <a:lnTo>
                    <a:pt x="1552910" y="1430742"/>
                  </a:lnTo>
                  <a:lnTo>
                    <a:pt x="1552250" y="1430742"/>
                  </a:lnTo>
                  <a:lnTo>
                    <a:pt x="1551589" y="1430742"/>
                  </a:lnTo>
                  <a:lnTo>
                    <a:pt x="1550929" y="1430742"/>
                  </a:lnTo>
                  <a:lnTo>
                    <a:pt x="1550268" y="1430742"/>
                  </a:lnTo>
                  <a:lnTo>
                    <a:pt x="1549608" y="1430742"/>
                  </a:lnTo>
                  <a:lnTo>
                    <a:pt x="1548947" y="1430742"/>
                  </a:lnTo>
                  <a:lnTo>
                    <a:pt x="1548287" y="1430742"/>
                  </a:lnTo>
                  <a:lnTo>
                    <a:pt x="1547626" y="1430742"/>
                  </a:lnTo>
                  <a:lnTo>
                    <a:pt x="1546966" y="1430742"/>
                  </a:lnTo>
                  <a:lnTo>
                    <a:pt x="1546305" y="1430742"/>
                  </a:lnTo>
                  <a:lnTo>
                    <a:pt x="1545645" y="1430742"/>
                  </a:lnTo>
                  <a:lnTo>
                    <a:pt x="1544984" y="1430742"/>
                  </a:lnTo>
                  <a:lnTo>
                    <a:pt x="1544324" y="1430742"/>
                  </a:lnTo>
                  <a:lnTo>
                    <a:pt x="1543663" y="1430742"/>
                  </a:lnTo>
                  <a:lnTo>
                    <a:pt x="1543003" y="1430742"/>
                  </a:lnTo>
                  <a:lnTo>
                    <a:pt x="1542342" y="1430742"/>
                  </a:lnTo>
                  <a:lnTo>
                    <a:pt x="1541681" y="1430742"/>
                  </a:lnTo>
                  <a:lnTo>
                    <a:pt x="1541021" y="1430742"/>
                  </a:lnTo>
                  <a:lnTo>
                    <a:pt x="1540360" y="1430742"/>
                  </a:lnTo>
                  <a:lnTo>
                    <a:pt x="1539700" y="1430742"/>
                  </a:lnTo>
                  <a:lnTo>
                    <a:pt x="1539039" y="1430742"/>
                  </a:lnTo>
                  <a:lnTo>
                    <a:pt x="1538379" y="1430742"/>
                  </a:lnTo>
                  <a:lnTo>
                    <a:pt x="1537718" y="1430742"/>
                  </a:lnTo>
                  <a:lnTo>
                    <a:pt x="1537058" y="1430742"/>
                  </a:lnTo>
                  <a:lnTo>
                    <a:pt x="1536397" y="1430742"/>
                  </a:lnTo>
                  <a:lnTo>
                    <a:pt x="1535737" y="1430742"/>
                  </a:lnTo>
                  <a:lnTo>
                    <a:pt x="1535076" y="1430742"/>
                  </a:lnTo>
                  <a:lnTo>
                    <a:pt x="1534416" y="1430742"/>
                  </a:lnTo>
                  <a:lnTo>
                    <a:pt x="1533755" y="1430742"/>
                  </a:lnTo>
                  <a:lnTo>
                    <a:pt x="1533095" y="1430742"/>
                  </a:lnTo>
                  <a:lnTo>
                    <a:pt x="1532434" y="1430742"/>
                  </a:lnTo>
                  <a:lnTo>
                    <a:pt x="1531773" y="1430742"/>
                  </a:lnTo>
                  <a:lnTo>
                    <a:pt x="1531113" y="1430742"/>
                  </a:lnTo>
                  <a:lnTo>
                    <a:pt x="1530452" y="1430742"/>
                  </a:lnTo>
                  <a:lnTo>
                    <a:pt x="1529792" y="1430742"/>
                  </a:lnTo>
                  <a:lnTo>
                    <a:pt x="1529131" y="1430742"/>
                  </a:lnTo>
                  <a:lnTo>
                    <a:pt x="1528471" y="1430742"/>
                  </a:lnTo>
                  <a:lnTo>
                    <a:pt x="1527810" y="1430742"/>
                  </a:lnTo>
                  <a:lnTo>
                    <a:pt x="1527150" y="1430742"/>
                  </a:lnTo>
                  <a:lnTo>
                    <a:pt x="1526489" y="1430742"/>
                  </a:lnTo>
                  <a:lnTo>
                    <a:pt x="1525829" y="1430742"/>
                  </a:lnTo>
                  <a:lnTo>
                    <a:pt x="1525168" y="1430742"/>
                  </a:lnTo>
                  <a:lnTo>
                    <a:pt x="1524508" y="1430742"/>
                  </a:lnTo>
                  <a:lnTo>
                    <a:pt x="1523847" y="1430742"/>
                  </a:lnTo>
                  <a:lnTo>
                    <a:pt x="1523187" y="1430742"/>
                  </a:lnTo>
                  <a:lnTo>
                    <a:pt x="1522526" y="1430742"/>
                  </a:lnTo>
                  <a:lnTo>
                    <a:pt x="1521865" y="1430742"/>
                  </a:lnTo>
                  <a:lnTo>
                    <a:pt x="1521205" y="1430742"/>
                  </a:lnTo>
                  <a:lnTo>
                    <a:pt x="1520544" y="1430742"/>
                  </a:lnTo>
                  <a:lnTo>
                    <a:pt x="1519884" y="1430742"/>
                  </a:lnTo>
                  <a:lnTo>
                    <a:pt x="1519223" y="1430742"/>
                  </a:lnTo>
                  <a:lnTo>
                    <a:pt x="1518563" y="1430742"/>
                  </a:lnTo>
                  <a:lnTo>
                    <a:pt x="1517902" y="1430742"/>
                  </a:lnTo>
                  <a:lnTo>
                    <a:pt x="1517242" y="1430742"/>
                  </a:lnTo>
                  <a:lnTo>
                    <a:pt x="1516581" y="1430742"/>
                  </a:lnTo>
                  <a:lnTo>
                    <a:pt x="1515921" y="1430742"/>
                  </a:lnTo>
                  <a:lnTo>
                    <a:pt x="1515260" y="1430742"/>
                  </a:lnTo>
                  <a:lnTo>
                    <a:pt x="1514600" y="1430742"/>
                  </a:lnTo>
                  <a:lnTo>
                    <a:pt x="1513939" y="1430742"/>
                  </a:lnTo>
                  <a:lnTo>
                    <a:pt x="1513279" y="1430742"/>
                  </a:lnTo>
                  <a:lnTo>
                    <a:pt x="1512618" y="1430742"/>
                  </a:lnTo>
                  <a:lnTo>
                    <a:pt x="1511957" y="1430742"/>
                  </a:lnTo>
                  <a:lnTo>
                    <a:pt x="1511297" y="1430742"/>
                  </a:lnTo>
                  <a:lnTo>
                    <a:pt x="1510636" y="1430742"/>
                  </a:lnTo>
                  <a:lnTo>
                    <a:pt x="1509976" y="1430742"/>
                  </a:lnTo>
                  <a:lnTo>
                    <a:pt x="1509315" y="1430742"/>
                  </a:lnTo>
                  <a:lnTo>
                    <a:pt x="1508655" y="1430742"/>
                  </a:lnTo>
                  <a:lnTo>
                    <a:pt x="1507994" y="1430742"/>
                  </a:lnTo>
                  <a:lnTo>
                    <a:pt x="1507334" y="1430742"/>
                  </a:lnTo>
                  <a:lnTo>
                    <a:pt x="1506673" y="1430742"/>
                  </a:lnTo>
                  <a:lnTo>
                    <a:pt x="1506013" y="1430742"/>
                  </a:lnTo>
                  <a:lnTo>
                    <a:pt x="1505352" y="1430742"/>
                  </a:lnTo>
                  <a:lnTo>
                    <a:pt x="1504692" y="1430742"/>
                  </a:lnTo>
                  <a:lnTo>
                    <a:pt x="1504031" y="1430742"/>
                  </a:lnTo>
                  <a:lnTo>
                    <a:pt x="1503371" y="1430742"/>
                  </a:lnTo>
                  <a:lnTo>
                    <a:pt x="1502710" y="1430742"/>
                  </a:lnTo>
                  <a:lnTo>
                    <a:pt x="1502050" y="1430742"/>
                  </a:lnTo>
                  <a:lnTo>
                    <a:pt x="1501389" y="1430742"/>
                  </a:lnTo>
                  <a:lnTo>
                    <a:pt x="1500728" y="1430742"/>
                  </a:lnTo>
                  <a:lnTo>
                    <a:pt x="1500068" y="1430742"/>
                  </a:lnTo>
                  <a:lnTo>
                    <a:pt x="1499407" y="1430742"/>
                  </a:lnTo>
                  <a:lnTo>
                    <a:pt x="1498747" y="1430742"/>
                  </a:lnTo>
                  <a:lnTo>
                    <a:pt x="1498086" y="1430742"/>
                  </a:lnTo>
                  <a:lnTo>
                    <a:pt x="1497426" y="1430742"/>
                  </a:lnTo>
                  <a:lnTo>
                    <a:pt x="1496765" y="1430742"/>
                  </a:lnTo>
                  <a:lnTo>
                    <a:pt x="1496105" y="1430742"/>
                  </a:lnTo>
                  <a:lnTo>
                    <a:pt x="1495444" y="1430742"/>
                  </a:lnTo>
                  <a:lnTo>
                    <a:pt x="1494784" y="1430742"/>
                  </a:lnTo>
                  <a:lnTo>
                    <a:pt x="1494123" y="1430742"/>
                  </a:lnTo>
                  <a:lnTo>
                    <a:pt x="1493463" y="1430742"/>
                  </a:lnTo>
                  <a:lnTo>
                    <a:pt x="1492802" y="1430742"/>
                  </a:lnTo>
                  <a:lnTo>
                    <a:pt x="1492142" y="1430742"/>
                  </a:lnTo>
                  <a:lnTo>
                    <a:pt x="1491481" y="1430742"/>
                  </a:lnTo>
                  <a:lnTo>
                    <a:pt x="1490820" y="1430742"/>
                  </a:lnTo>
                  <a:lnTo>
                    <a:pt x="1490160" y="1430742"/>
                  </a:lnTo>
                  <a:lnTo>
                    <a:pt x="1489499" y="1430742"/>
                  </a:lnTo>
                  <a:lnTo>
                    <a:pt x="1488839" y="1430742"/>
                  </a:lnTo>
                  <a:lnTo>
                    <a:pt x="1488178" y="1430742"/>
                  </a:lnTo>
                  <a:lnTo>
                    <a:pt x="1487518" y="1430742"/>
                  </a:lnTo>
                  <a:lnTo>
                    <a:pt x="1486857" y="1430742"/>
                  </a:lnTo>
                  <a:lnTo>
                    <a:pt x="1486197" y="1430742"/>
                  </a:lnTo>
                  <a:lnTo>
                    <a:pt x="1485536" y="1430742"/>
                  </a:lnTo>
                  <a:lnTo>
                    <a:pt x="1484876" y="1430742"/>
                  </a:lnTo>
                  <a:lnTo>
                    <a:pt x="1484215" y="1430742"/>
                  </a:lnTo>
                  <a:lnTo>
                    <a:pt x="1483555" y="1430742"/>
                  </a:lnTo>
                  <a:lnTo>
                    <a:pt x="1482894" y="1430742"/>
                  </a:lnTo>
                  <a:lnTo>
                    <a:pt x="1482234" y="1430742"/>
                  </a:lnTo>
                  <a:lnTo>
                    <a:pt x="1481573" y="1430742"/>
                  </a:lnTo>
                  <a:lnTo>
                    <a:pt x="1480912" y="1430742"/>
                  </a:lnTo>
                  <a:lnTo>
                    <a:pt x="1480252" y="1430742"/>
                  </a:lnTo>
                  <a:lnTo>
                    <a:pt x="1479591" y="1430742"/>
                  </a:lnTo>
                  <a:lnTo>
                    <a:pt x="1478931" y="1430742"/>
                  </a:lnTo>
                  <a:lnTo>
                    <a:pt x="1478270" y="1430742"/>
                  </a:lnTo>
                  <a:lnTo>
                    <a:pt x="1477610" y="1430742"/>
                  </a:lnTo>
                  <a:lnTo>
                    <a:pt x="1476949" y="1430742"/>
                  </a:lnTo>
                  <a:lnTo>
                    <a:pt x="1476289" y="1430742"/>
                  </a:lnTo>
                  <a:lnTo>
                    <a:pt x="1475628" y="1430742"/>
                  </a:lnTo>
                  <a:lnTo>
                    <a:pt x="1474968" y="1430742"/>
                  </a:lnTo>
                  <a:lnTo>
                    <a:pt x="1474307" y="1430742"/>
                  </a:lnTo>
                  <a:lnTo>
                    <a:pt x="1473647" y="1430742"/>
                  </a:lnTo>
                  <a:lnTo>
                    <a:pt x="1472986" y="1430742"/>
                  </a:lnTo>
                  <a:lnTo>
                    <a:pt x="1472326" y="1430742"/>
                  </a:lnTo>
                  <a:lnTo>
                    <a:pt x="1471665" y="1430742"/>
                  </a:lnTo>
                  <a:lnTo>
                    <a:pt x="1471005" y="1430742"/>
                  </a:lnTo>
                  <a:lnTo>
                    <a:pt x="1470344" y="1430742"/>
                  </a:lnTo>
                  <a:lnTo>
                    <a:pt x="1469683" y="1430742"/>
                  </a:lnTo>
                  <a:lnTo>
                    <a:pt x="1469023" y="1430742"/>
                  </a:lnTo>
                  <a:lnTo>
                    <a:pt x="1468362" y="1430742"/>
                  </a:lnTo>
                  <a:lnTo>
                    <a:pt x="1467702" y="1430742"/>
                  </a:lnTo>
                  <a:lnTo>
                    <a:pt x="1467041" y="1430742"/>
                  </a:lnTo>
                  <a:lnTo>
                    <a:pt x="1466381" y="1430742"/>
                  </a:lnTo>
                  <a:lnTo>
                    <a:pt x="1465720" y="1430742"/>
                  </a:lnTo>
                  <a:lnTo>
                    <a:pt x="1465060" y="1430742"/>
                  </a:lnTo>
                  <a:lnTo>
                    <a:pt x="1464399" y="1430742"/>
                  </a:lnTo>
                  <a:lnTo>
                    <a:pt x="1463739" y="1430742"/>
                  </a:lnTo>
                  <a:lnTo>
                    <a:pt x="1463078" y="1430742"/>
                  </a:lnTo>
                  <a:lnTo>
                    <a:pt x="1462418" y="1430742"/>
                  </a:lnTo>
                  <a:lnTo>
                    <a:pt x="1461757" y="1430742"/>
                  </a:lnTo>
                  <a:lnTo>
                    <a:pt x="1461097" y="1430742"/>
                  </a:lnTo>
                  <a:lnTo>
                    <a:pt x="1460436" y="1430742"/>
                  </a:lnTo>
                  <a:lnTo>
                    <a:pt x="1459775" y="1430742"/>
                  </a:lnTo>
                  <a:lnTo>
                    <a:pt x="1459115" y="1430742"/>
                  </a:lnTo>
                  <a:lnTo>
                    <a:pt x="1458454" y="1430742"/>
                  </a:lnTo>
                  <a:lnTo>
                    <a:pt x="1457794" y="1430742"/>
                  </a:lnTo>
                  <a:lnTo>
                    <a:pt x="1457133" y="1430742"/>
                  </a:lnTo>
                  <a:lnTo>
                    <a:pt x="1456473" y="1430742"/>
                  </a:lnTo>
                  <a:lnTo>
                    <a:pt x="1455812" y="1430742"/>
                  </a:lnTo>
                  <a:lnTo>
                    <a:pt x="1455152" y="1430742"/>
                  </a:lnTo>
                  <a:lnTo>
                    <a:pt x="1454491" y="1430742"/>
                  </a:lnTo>
                  <a:lnTo>
                    <a:pt x="1453831" y="1430742"/>
                  </a:lnTo>
                  <a:lnTo>
                    <a:pt x="1453170" y="1430742"/>
                  </a:lnTo>
                  <a:lnTo>
                    <a:pt x="1452510" y="1430742"/>
                  </a:lnTo>
                  <a:lnTo>
                    <a:pt x="1451849" y="1430742"/>
                  </a:lnTo>
                  <a:lnTo>
                    <a:pt x="1451189" y="1430742"/>
                  </a:lnTo>
                  <a:lnTo>
                    <a:pt x="1450528" y="1430742"/>
                  </a:lnTo>
                  <a:lnTo>
                    <a:pt x="1449867" y="1430742"/>
                  </a:lnTo>
                  <a:lnTo>
                    <a:pt x="1449207" y="1430742"/>
                  </a:lnTo>
                  <a:lnTo>
                    <a:pt x="1448546" y="1430742"/>
                  </a:lnTo>
                  <a:lnTo>
                    <a:pt x="1447886" y="1430742"/>
                  </a:lnTo>
                  <a:lnTo>
                    <a:pt x="1447225" y="1430742"/>
                  </a:lnTo>
                  <a:lnTo>
                    <a:pt x="1446565" y="1430742"/>
                  </a:lnTo>
                  <a:lnTo>
                    <a:pt x="1445904" y="1430742"/>
                  </a:lnTo>
                  <a:lnTo>
                    <a:pt x="1445244" y="1430742"/>
                  </a:lnTo>
                  <a:lnTo>
                    <a:pt x="1444583" y="1430742"/>
                  </a:lnTo>
                  <a:lnTo>
                    <a:pt x="1443923" y="1430742"/>
                  </a:lnTo>
                  <a:lnTo>
                    <a:pt x="1443262" y="1430742"/>
                  </a:lnTo>
                  <a:lnTo>
                    <a:pt x="1442602" y="1430742"/>
                  </a:lnTo>
                  <a:lnTo>
                    <a:pt x="1441941" y="1430742"/>
                  </a:lnTo>
                  <a:lnTo>
                    <a:pt x="1441281" y="1430742"/>
                  </a:lnTo>
                  <a:lnTo>
                    <a:pt x="1440620" y="1430742"/>
                  </a:lnTo>
                  <a:lnTo>
                    <a:pt x="1439959" y="1430742"/>
                  </a:lnTo>
                  <a:lnTo>
                    <a:pt x="1439299" y="1430742"/>
                  </a:lnTo>
                  <a:lnTo>
                    <a:pt x="1438638" y="1430742"/>
                  </a:lnTo>
                  <a:lnTo>
                    <a:pt x="1437978" y="1430742"/>
                  </a:lnTo>
                  <a:lnTo>
                    <a:pt x="1437317" y="1430742"/>
                  </a:lnTo>
                  <a:lnTo>
                    <a:pt x="1436657" y="1430742"/>
                  </a:lnTo>
                  <a:lnTo>
                    <a:pt x="1435996" y="1430742"/>
                  </a:lnTo>
                  <a:lnTo>
                    <a:pt x="1435336" y="1430742"/>
                  </a:lnTo>
                  <a:lnTo>
                    <a:pt x="1434675" y="1430742"/>
                  </a:lnTo>
                  <a:lnTo>
                    <a:pt x="1434015" y="1430742"/>
                  </a:lnTo>
                  <a:lnTo>
                    <a:pt x="1433354" y="1430742"/>
                  </a:lnTo>
                  <a:lnTo>
                    <a:pt x="1432694" y="1430742"/>
                  </a:lnTo>
                  <a:lnTo>
                    <a:pt x="1432033" y="1430742"/>
                  </a:lnTo>
                  <a:lnTo>
                    <a:pt x="1431373" y="1430742"/>
                  </a:lnTo>
                  <a:lnTo>
                    <a:pt x="1430712" y="1430742"/>
                  </a:lnTo>
                  <a:lnTo>
                    <a:pt x="1430052" y="1430742"/>
                  </a:lnTo>
                  <a:lnTo>
                    <a:pt x="1429391" y="1430742"/>
                  </a:lnTo>
                  <a:lnTo>
                    <a:pt x="1428730" y="1430742"/>
                  </a:lnTo>
                  <a:lnTo>
                    <a:pt x="1428070" y="1430742"/>
                  </a:lnTo>
                  <a:lnTo>
                    <a:pt x="1427409" y="1430742"/>
                  </a:lnTo>
                  <a:lnTo>
                    <a:pt x="1426749" y="1430742"/>
                  </a:lnTo>
                  <a:lnTo>
                    <a:pt x="1426088" y="1430742"/>
                  </a:lnTo>
                  <a:lnTo>
                    <a:pt x="1425428" y="1430742"/>
                  </a:lnTo>
                  <a:lnTo>
                    <a:pt x="1424767" y="1430742"/>
                  </a:lnTo>
                  <a:lnTo>
                    <a:pt x="1424107" y="1430742"/>
                  </a:lnTo>
                  <a:lnTo>
                    <a:pt x="1423446" y="1430742"/>
                  </a:lnTo>
                  <a:lnTo>
                    <a:pt x="1422786" y="1430742"/>
                  </a:lnTo>
                  <a:lnTo>
                    <a:pt x="1422125" y="1430742"/>
                  </a:lnTo>
                  <a:lnTo>
                    <a:pt x="1421465" y="1430742"/>
                  </a:lnTo>
                  <a:lnTo>
                    <a:pt x="1420804" y="1430742"/>
                  </a:lnTo>
                  <a:lnTo>
                    <a:pt x="1420144" y="1430742"/>
                  </a:lnTo>
                  <a:lnTo>
                    <a:pt x="1419483" y="1430742"/>
                  </a:lnTo>
                  <a:lnTo>
                    <a:pt x="1418822" y="1430742"/>
                  </a:lnTo>
                  <a:lnTo>
                    <a:pt x="1418162" y="1430742"/>
                  </a:lnTo>
                  <a:lnTo>
                    <a:pt x="1417501" y="1430742"/>
                  </a:lnTo>
                  <a:lnTo>
                    <a:pt x="1416841" y="1430742"/>
                  </a:lnTo>
                  <a:lnTo>
                    <a:pt x="1416180" y="1430742"/>
                  </a:lnTo>
                  <a:lnTo>
                    <a:pt x="1415520" y="1430742"/>
                  </a:lnTo>
                  <a:lnTo>
                    <a:pt x="1414859" y="1430742"/>
                  </a:lnTo>
                  <a:lnTo>
                    <a:pt x="1414199" y="1430742"/>
                  </a:lnTo>
                  <a:lnTo>
                    <a:pt x="1413538" y="1430742"/>
                  </a:lnTo>
                  <a:lnTo>
                    <a:pt x="1412878" y="1430742"/>
                  </a:lnTo>
                  <a:lnTo>
                    <a:pt x="1412217" y="1430742"/>
                  </a:lnTo>
                  <a:lnTo>
                    <a:pt x="1411557" y="1430742"/>
                  </a:lnTo>
                  <a:lnTo>
                    <a:pt x="1410896" y="1430742"/>
                  </a:lnTo>
                  <a:lnTo>
                    <a:pt x="1410236" y="1430742"/>
                  </a:lnTo>
                  <a:lnTo>
                    <a:pt x="1409575" y="1430742"/>
                  </a:lnTo>
                  <a:lnTo>
                    <a:pt x="1408914" y="1430742"/>
                  </a:lnTo>
                  <a:lnTo>
                    <a:pt x="1408254" y="1430742"/>
                  </a:lnTo>
                  <a:lnTo>
                    <a:pt x="1407593" y="1430742"/>
                  </a:lnTo>
                  <a:lnTo>
                    <a:pt x="1406933" y="1430742"/>
                  </a:lnTo>
                  <a:lnTo>
                    <a:pt x="1406272" y="1430742"/>
                  </a:lnTo>
                  <a:lnTo>
                    <a:pt x="1405612" y="1430742"/>
                  </a:lnTo>
                  <a:lnTo>
                    <a:pt x="1404951" y="1430742"/>
                  </a:lnTo>
                  <a:lnTo>
                    <a:pt x="1404291" y="1430742"/>
                  </a:lnTo>
                  <a:lnTo>
                    <a:pt x="1403630" y="1430742"/>
                  </a:lnTo>
                  <a:lnTo>
                    <a:pt x="1402970" y="1430742"/>
                  </a:lnTo>
                  <a:lnTo>
                    <a:pt x="1402309" y="1430742"/>
                  </a:lnTo>
                  <a:lnTo>
                    <a:pt x="1401649" y="1430742"/>
                  </a:lnTo>
                  <a:lnTo>
                    <a:pt x="1400988" y="1430742"/>
                  </a:lnTo>
                  <a:lnTo>
                    <a:pt x="1400328" y="1430742"/>
                  </a:lnTo>
                  <a:lnTo>
                    <a:pt x="1399667" y="1430742"/>
                  </a:lnTo>
                  <a:lnTo>
                    <a:pt x="1399007" y="1430742"/>
                  </a:lnTo>
                  <a:lnTo>
                    <a:pt x="1398346" y="1430742"/>
                  </a:lnTo>
                  <a:lnTo>
                    <a:pt x="1397685" y="1430742"/>
                  </a:lnTo>
                  <a:lnTo>
                    <a:pt x="1397025" y="1430742"/>
                  </a:lnTo>
                  <a:lnTo>
                    <a:pt x="1396364" y="1430742"/>
                  </a:lnTo>
                  <a:lnTo>
                    <a:pt x="1395704" y="1430742"/>
                  </a:lnTo>
                  <a:lnTo>
                    <a:pt x="1395043" y="1430742"/>
                  </a:lnTo>
                  <a:lnTo>
                    <a:pt x="1394383" y="1430742"/>
                  </a:lnTo>
                  <a:lnTo>
                    <a:pt x="1393722" y="1430742"/>
                  </a:lnTo>
                  <a:lnTo>
                    <a:pt x="1393062" y="1430742"/>
                  </a:lnTo>
                  <a:lnTo>
                    <a:pt x="1392401" y="1430742"/>
                  </a:lnTo>
                  <a:lnTo>
                    <a:pt x="1391741" y="1430742"/>
                  </a:lnTo>
                  <a:lnTo>
                    <a:pt x="1391080" y="1430742"/>
                  </a:lnTo>
                  <a:lnTo>
                    <a:pt x="1390420" y="1430742"/>
                  </a:lnTo>
                  <a:lnTo>
                    <a:pt x="1389759" y="1430742"/>
                  </a:lnTo>
                  <a:lnTo>
                    <a:pt x="1389099" y="1430742"/>
                  </a:lnTo>
                  <a:lnTo>
                    <a:pt x="1388438" y="1430742"/>
                  </a:lnTo>
                  <a:lnTo>
                    <a:pt x="1387777" y="1430742"/>
                  </a:lnTo>
                  <a:lnTo>
                    <a:pt x="1387117" y="1430742"/>
                  </a:lnTo>
                  <a:lnTo>
                    <a:pt x="1386456" y="1430742"/>
                  </a:lnTo>
                  <a:lnTo>
                    <a:pt x="1385796" y="1430742"/>
                  </a:lnTo>
                  <a:lnTo>
                    <a:pt x="1385135" y="1430742"/>
                  </a:lnTo>
                  <a:lnTo>
                    <a:pt x="1384475" y="1430742"/>
                  </a:lnTo>
                  <a:lnTo>
                    <a:pt x="1383814" y="1430742"/>
                  </a:lnTo>
                  <a:lnTo>
                    <a:pt x="1383154" y="1430742"/>
                  </a:lnTo>
                  <a:lnTo>
                    <a:pt x="1382493" y="1430742"/>
                  </a:lnTo>
                  <a:lnTo>
                    <a:pt x="1381833" y="1430742"/>
                  </a:lnTo>
                  <a:lnTo>
                    <a:pt x="1381172" y="1430742"/>
                  </a:lnTo>
                  <a:lnTo>
                    <a:pt x="1380512" y="1430742"/>
                  </a:lnTo>
                  <a:lnTo>
                    <a:pt x="1379851" y="1430742"/>
                  </a:lnTo>
                  <a:lnTo>
                    <a:pt x="1379191" y="1430742"/>
                  </a:lnTo>
                  <a:lnTo>
                    <a:pt x="1378530" y="1430742"/>
                  </a:lnTo>
                  <a:lnTo>
                    <a:pt x="1377869" y="1430742"/>
                  </a:lnTo>
                  <a:lnTo>
                    <a:pt x="1377209" y="1430742"/>
                  </a:lnTo>
                  <a:lnTo>
                    <a:pt x="1376548" y="1430742"/>
                  </a:lnTo>
                  <a:lnTo>
                    <a:pt x="1375888" y="1430742"/>
                  </a:lnTo>
                  <a:lnTo>
                    <a:pt x="1375227" y="1430742"/>
                  </a:lnTo>
                  <a:lnTo>
                    <a:pt x="1374567" y="1430742"/>
                  </a:lnTo>
                  <a:lnTo>
                    <a:pt x="1373906" y="1430742"/>
                  </a:lnTo>
                  <a:lnTo>
                    <a:pt x="1373246" y="1430742"/>
                  </a:lnTo>
                  <a:lnTo>
                    <a:pt x="1372585" y="1430742"/>
                  </a:lnTo>
                  <a:lnTo>
                    <a:pt x="1371925" y="1430742"/>
                  </a:lnTo>
                  <a:lnTo>
                    <a:pt x="1371264" y="1430742"/>
                  </a:lnTo>
                  <a:lnTo>
                    <a:pt x="1370604" y="1430742"/>
                  </a:lnTo>
                  <a:lnTo>
                    <a:pt x="1369943" y="1430742"/>
                  </a:lnTo>
                  <a:lnTo>
                    <a:pt x="1369283" y="1430742"/>
                  </a:lnTo>
                  <a:lnTo>
                    <a:pt x="1368622" y="1430742"/>
                  </a:lnTo>
                  <a:lnTo>
                    <a:pt x="1367961" y="1430742"/>
                  </a:lnTo>
                  <a:lnTo>
                    <a:pt x="1367301" y="1430742"/>
                  </a:lnTo>
                  <a:lnTo>
                    <a:pt x="1366640" y="1430742"/>
                  </a:lnTo>
                  <a:lnTo>
                    <a:pt x="1365980" y="1430742"/>
                  </a:lnTo>
                  <a:lnTo>
                    <a:pt x="1365319" y="1430742"/>
                  </a:lnTo>
                  <a:lnTo>
                    <a:pt x="1364659" y="1430742"/>
                  </a:lnTo>
                  <a:lnTo>
                    <a:pt x="1363998" y="1430742"/>
                  </a:lnTo>
                  <a:lnTo>
                    <a:pt x="1363338" y="1430742"/>
                  </a:lnTo>
                  <a:lnTo>
                    <a:pt x="1362677" y="1430742"/>
                  </a:lnTo>
                  <a:lnTo>
                    <a:pt x="1362017" y="1430742"/>
                  </a:lnTo>
                  <a:lnTo>
                    <a:pt x="1361356" y="1430742"/>
                  </a:lnTo>
                  <a:lnTo>
                    <a:pt x="1360696" y="1430742"/>
                  </a:lnTo>
                  <a:lnTo>
                    <a:pt x="1360035" y="1430742"/>
                  </a:lnTo>
                  <a:lnTo>
                    <a:pt x="1359375" y="1430742"/>
                  </a:lnTo>
                  <a:lnTo>
                    <a:pt x="1358714" y="1430742"/>
                  </a:lnTo>
                  <a:lnTo>
                    <a:pt x="1358054" y="1430742"/>
                  </a:lnTo>
                  <a:lnTo>
                    <a:pt x="1357393" y="1430742"/>
                  </a:lnTo>
                  <a:lnTo>
                    <a:pt x="1356732" y="1430742"/>
                  </a:lnTo>
                  <a:lnTo>
                    <a:pt x="1356072" y="1430742"/>
                  </a:lnTo>
                  <a:lnTo>
                    <a:pt x="1355411" y="1430742"/>
                  </a:lnTo>
                  <a:lnTo>
                    <a:pt x="1354751" y="1430742"/>
                  </a:lnTo>
                  <a:lnTo>
                    <a:pt x="1354090" y="1430742"/>
                  </a:lnTo>
                  <a:lnTo>
                    <a:pt x="1353430" y="1430742"/>
                  </a:lnTo>
                  <a:lnTo>
                    <a:pt x="1352769" y="1430742"/>
                  </a:lnTo>
                  <a:lnTo>
                    <a:pt x="1352109" y="1430742"/>
                  </a:lnTo>
                  <a:lnTo>
                    <a:pt x="1351448" y="1430742"/>
                  </a:lnTo>
                  <a:lnTo>
                    <a:pt x="1350788" y="1430742"/>
                  </a:lnTo>
                  <a:lnTo>
                    <a:pt x="1350127" y="1430742"/>
                  </a:lnTo>
                  <a:lnTo>
                    <a:pt x="1349467" y="1430742"/>
                  </a:lnTo>
                  <a:lnTo>
                    <a:pt x="1348806" y="1430742"/>
                  </a:lnTo>
                  <a:lnTo>
                    <a:pt x="1348146" y="1430742"/>
                  </a:lnTo>
                  <a:lnTo>
                    <a:pt x="1347485" y="1430742"/>
                  </a:lnTo>
                  <a:lnTo>
                    <a:pt x="1346824" y="1430742"/>
                  </a:lnTo>
                  <a:lnTo>
                    <a:pt x="1346164" y="1430742"/>
                  </a:lnTo>
                  <a:lnTo>
                    <a:pt x="1345503" y="1430742"/>
                  </a:lnTo>
                  <a:lnTo>
                    <a:pt x="1344843" y="1430742"/>
                  </a:lnTo>
                  <a:lnTo>
                    <a:pt x="1344182" y="1430742"/>
                  </a:lnTo>
                  <a:lnTo>
                    <a:pt x="1343522" y="1430742"/>
                  </a:lnTo>
                  <a:lnTo>
                    <a:pt x="1342861" y="1430742"/>
                  </a:lnTo>
                  <a:lnTo>
                    <a:pt x="1342201" y="1430742"/>
                  </a:lnTo>
                  <a:lnTo>
                    <a:pt x="1341540" y="1430742"/>
                  </a:lnTo>
                  <a:lnTo>
                    <a:pt x="1340880" y="1430742"/>
                  </a:lnTo>
                  <a:lnTo>
                    <a:pt x="1340219" y="1430742"/>
                  </a:lnTo>
                  <a:lnTo>
                    <a:pt x="1339559" y="1430742"/>
                  </a:lnTo>
                  <a:lnTo>
                    <a:pt x="1338898" y="1430742"/>
                  </a:lnTo>
                  <a:lnTo>
                    <a:pt x="1338238" y="1430742"/>
                  </a:lnTo>
                  <a:lnTo>
                    <a:pt x="1337577" y="1430742"/>
                  </a:lnTo>
                  <a:lnTo>
                    <a:pt x="1336916" y="1430742"/>
                  </a:lnTo>
                  <a:lnTo>
                    <a:pt x="1336256" y="1430742"/>
                  </a:lnTo>
                  <a:lnTo>
                    <a:pt x="1335595" y="1430742"/>
                  </a:lnTo>
                  <a:lnTo>
                    <a:pt x="1334935" y="1430742"/>
                  </a:lnTo>
                  <a:lnTo>
                    <a:pt x="1334274" y="1430742"/>
                  </a:lnTo>
                  <a:lnTo>
                    <a:pt x="1333614" y="1430742"/>
                  </a:lnTo>
                  <a:lnTo>
                    <a:pt x="1332953" y="1430742"/>
                  </a:lnTo>
                  <a:lnTo>
                    <a:pt x="1332293" y="1430742"/>
                  </a:lnTo>
                  <a:lnTo>
                    <a:pt x="1331632" y="1430742"/>
                  </a:lnTo>
                  <a:lnTo>
                    <a:pt x="1330972" y="1430742"/>
                  </a:lnTo>
                  <a:lnTo>
                    <a:pt x="1330311" y="1430742"/>
                  </a:lnTo>
                  <a:lnTo>
                    <a:pt x="1329651" y="1430742"/>
                  </a:lnTo>
                  <a:lnTo>
                    <a:pt x="1328990" y="1430742"/>
                  </a:lnTo>
                  <a:lnTo>
                    <a:pt x="1328330" y="1430742"/>
                  </a:lnTo>
                  <a:lnTo>
                    <a:pt x="1327669" y="1430742"/>
                  </a:lnTo>
                  <a:lnTo>
                    <a:pt x="1327009" y="1430742"/>
                  </a:lnTo>
                  <a:lnTo>
                    <a:pt x="1326348" y="1430742"/>
                  </a:lnTo>
                  <a:lnTo>
                    <a:pt x="1325687" y="1430742"/>
                  </a:lnTo>
                  <a:lnTo>
                    <a:pt x="1325027" y="1430742"/>
                  </a:lnTo>
                  <a:lnTo>
                    <a:pt x="1324366" y="1430742"/>
                  </a:lnTo>
                  <a:lnTo>
                    <a:pt x="1323706" y="1430742"/>
                  </a:lnTo>
                  <a:lnTo>
                    <a:pt x="1323045" y="1430742"/>
                  </a:lnTo>
                  <a:lnTo>
                    <a:pt x="1322385" y="1430742"/>
                  </a:lnTo>
                  <a:lnTo>
                    <a:pt x="1321724" y="1430742"/>
                  </a:lnTo>
                  <a:lnTo>
                    <a:pt x="1321064" y="1430742"/>
                  </a:lnTo>
                  <a:lnTo>
                    <a:pt x="1320403" y="1430742"/>
                  </a:lnTo>
                  <a:lnTo>
                    <a:pt x="1319743" y="1430742"/>
                  </a:lnTo>
                  <a:lnTo>
                    <a:pt x="1319082" y="1430742"/>
                  </a:lnTo>
                  <a:lnTo>
                    <a:pt x="1318422" y="1430742"/>
                  </a:lnTo>
                  <a:lnTo>
                    <a:pt x="1317761" y="1430742"/>
                  </a:lnTo>
                  <a:lnTo>
                    <a:pt x="1317101" y="1430742"/>
                  </a:lnTo>
                  <a:lnTo>
                    <a:pt x="1316440" y="1430742"/>
                  </a:lnTo>
                  <a:lnTo>
                    <a:pt x="1315779" y="1430742"/>
                  </a:lnTo>
                  <a:lnTo>
                    <a:pt x="1315119" y="1430742"/>
                  </a:lnTo>
                  <a:lnTo>
                    <a:pt x="1314458" y="1430742"/>
                  </a:lnTo>
                  <a:lnTo>
                    <a:pt x="1313798" y="1430742"/>
                  </a:lnTo>
                  <a:lnTo>
                    <a:pt x="1313137" y="1430742"/>
                  </a:lnTo>
                  <a:lnTo>
                    <a:pt x="1312477" y="1430742"/>
                  </a:lnTo>
                  <a:lnTo>
                    <a:pt x="1311816" y="1430742"/>
                  </a:lnTo>
                  <a:lnTo>
                    <a:pt x="1311156" y="1430742"/>
                  </a:lnTo>
                  <a:lnTo>
                    <a:pt x="1310495" y="1430742"/>
                  </a:lnTo>
                  <a:lnTo>
                    <a:pt x="1309835" y="1430742"/>
                  </a:lnTo>
                  <a:lnTo>
                    <a:pt x="1309174" y="1430742"/>
                  </a:lnTo>
                  <a:lnTo>
                    <a:pt x="1308514" y="1430742"/>
                  </a:lnTo>
                  <a:lnTo>
                    <a:pt x="1307853" y="1430742"/>
                  </a:lnTo>
                  <a:lnTo>
                    <a:pt x="1307193" y="1430742"/>
                  </a:lnTo>
                  <a:lnTo>
                    <a:pt x="1306532" y="1430742"/>
                  </a:lnTo>
                  <a:lnTo>
                    <a:pt x="1305871" y="1430742"/>
                  </a:lnTo>
                  <a:lnTo>
                    <a:pt x="1305211" y="1430742"/>
                  </a:lnTo>
                  <a:lnTo>
                    <a:pt x="1304550" y="1430742"/>
                  </a:lnTo>
                  <a:lnTo>
                    <a:pt x="1303890" y="1430742"/>
                  </a:lnTo>
                  <a:lnTo>
                    <a:pt x="1303229" y="1430742"/>
                  </a:lnTo>
                  <a:lnTo>
                    <a:pt x="1302569" y="1430742"/>
                  </a:lnTo>
                  <a:lnTo>
                    <a:pt x="1301908" y="1430742"/>
                  </a:lnTo>
                  <a:lnTo>
                    <a:pt x="1301248" y="1430742"/>
                  </a:lnTo>
                  <a:lnTo>
                    <a:pt x="1300587" y="1430742"/>
                  </a:lnTo>
                  <a:lnTo>
                    <a:pt x="1299927" y="1430742"/>
                  </a:lnTo>
                  <a:lnTo>
                    <a:pt x="1299266" y="1430742"/>
                  </a:lnTo>
                  <a:lnTo>
                    <a:pt x="1298606" y="1430742"/>
                  </a:lnTo>
                  <a:lnTo>
                    <a:pt x="1297945" y="1430742"/>
                  </a:lnTo>
                  <a:lnTo>
                    <a:pt x="1297285" y="1430742"/>
                  </a:lnTo>
                  <a:lnTo>
                    <a:pt x="1296624" y="1430742"/>
                  </a:lnTo>
                  <a:lnTo>
                    <a:pt x="1295963" y="1430742"/>
                  </a:lnTo>
                  <a:lnTo>
                    <a:pt x="1295303" y="1430742"/>
                  </a:lnTo>
                  <a:lnTo>
                    <a:pt x="1294642" y="1430742"/>
                  </a:lnTo>
                  <a:lnTo>
                    <a:pt x="1293982" y="1430742"/>
                  </a:lnTo>
                  <a:lnTo>
                    <a:pt x="1293321" y="1430742"/>
                  </a:lnTo>
                  <a:lnTo>
                    <a:pt x="1292661" y="1430742"/>
                  </a:lnTo>
                  <a:lnTo>
                    <a:pt x="1292000" y="1430742"/>
                  </a:lnTo>
                  <a:lnTo>
                    <a:pt x="1291340" y="1430742"/>
                  </a:lnTo>
                  <a:lnTo>
                    <a:pt x="1290679" y="1430742"/>
                  </a:lnTo>
                  <a:lnTo>
                    <a:pt x="1290019" y="1430742"/>
                  </a:lnTo>
                  <a:lnTo>
                    <a:pt x="1289358" y="1430742"/>
                  </a:lnTo>
                  <a:lnTo>
                    <a:pt x="1288698" y="1430742"/>
                  </a:lnTo>
                  <a:lnTo>
                    <a:pt x="1288037" y="1430742"/>
                  </a:lnTo>
                  <a:lnTo>
                    <a:pt x="1287377" y="1430742"/>
                  </a:lnTo>
                  <a:lnTo>
                    <a:pt x="1286716" y="1430742"/>
                  </a:lnTo>
                  <a:lnTo>
                    <a:pt x="1286056" y="1430742"/>
                  </a:lnTo>
                  <a:lnTo>
                    <a:pt x="1285395" y="1430742"/>
                  </a:lnTo>
                  <a:lnTo>
                    <a:pt x="1284734" y="1430742"/>
                  </a:lnTo>
                  <a:lnTo>
                    <a:pt x="1284074" y="1430742"/>
                  </a:lnTo>
                  <a:lnTo>
                    <a:pt x="1283413" y="1430742"/>
                  </a:lnTo>
                  <a:lnTo>
                    <a:pt x="1282753" y="1430742"/>
                  </a:lnTo>
                  <a:lnTo>
                    <a:pt x="1282092" y="1430742"/>
                  </a:lnTo>
                  <a:lnTo>
                    <a:pt x="1281432" y="1430742"/>
                  </a:lnTo>
                  <a:lnTo>
                    <a:pt x="1280771" y="1430742"/>
                  </a:lnTo>
                  <a:lnTo>
                    <a:pt x="1280111" y="1430742"/>
                  </a:lnTo>
                  <a:lnTo>
                    <a:pt x="1279450" y="1430742"/>
                  </a:lnTo>
                  <a:lnTo>
                    <a:pt x="1278790" y="1430742"/>
                  </a:lnTo>
                  <a:lnTo>
                    <a:pt x="1278129" y="1430742"/>
                  </a:lnTo>
                  <a:lnTo>
                    <a:pt x="1277469" y="1430742"/>
                  </a:lnTo>
                  <a:lnTo>
                    <a:pt x="1276808" y="1430742"/>
                  </a:lnTo>
                  <a:lnTo>
                    <a:pt x="1276148" y="1430742"/>
                  </a:lnTo>
                  <a:lnTo>
                    <a:pt x="1275487" y="1430742"/>
                  </a:lnTo>
                  <a:lnTo>
                    <a:pt x="1274826" y="1430742"/>
                  </a:lnTo>
                  <a:lnTo>
                    <a:pt x="1274166" y="1430742"/>
                  </a:lnTo>
                  <a:lnTo>
                    <a:pt x="1273505" y="1430742"/>
                  </a:lnTo>
                  <a:lnTo>
                    <a:pt x="1272845" y="1430742"/>
                  </a:lnTo>
                  <a:lnTo>
                    <a:pt x="1272184" y="1430742"/>
                  </a:lnTo>
                  <a:lnTo>
                    <a:pt x="1271524" y="1430742"/>
                  </a:lnTo>
                  <a:lnTo>
                    <a:pt x="1270863" y="1430742"/>
                  </a:lnTo>
                  <a:lnTo>
                    <a:pt x="1270203" y="1430742"/>
                  </a:lnTo>
                  <a:lnTo>
                    <a:pt x="1269542" y="1430742"/>
                  </a:lnTo>
                  <a:lnTo>
                    <a:pt x="1268882" y="1430742"/>
                  </a:lnTo>
                  <a:lnTo>
                    <a:pt x="1268221" y="1430742"/>
                  </a:lnTo>
                  <a:lnTo>
                    <a:pt x="1267561" y="1430742"/>
                  </a:lnTo>
                  <a:lnTo>
                    <a:pt x="1266900" y="1430742"/>
                  </a:lnTo>
                  <a:lnTo>
                    <a:pt x="1266240" y="1430742"/>
                  </a:lnTo>
                  <a:lnTo>
                    <a:pt x="1265579" y="1430742"/>
                  </a:lnTo>
                  <a:lnTo>
                    <a:pt x="1264918" y="1430742"/>
                  </a:lnTo>
                  <a:lnTo>
                    <a:pt x="1264258" y="1430742"/>
                  </a:lnTo>
                  <a:lnTo>
                    <a:pt x="1263597" y="1430742"/>
                  </a:lnTo>
                  <a:lnTo>
                    <a:pt x="1262937" y="1430742"/>
                  </a:lnTo>
                  <a:lnTo>
                    <a:pt x="1262276" y="1430742"/>
                  </a:lnTo>
                  <a:lnTo>
                    <a:pt x="1261616" y="1430742"/>
                  </a:lnTo>
                  <a:lnTo>
                    <a:pt x="1260955" y="1430742"/>
                  </a:lnTo>
                  <a:lnTo>
                    <a:pt x="1260295" y="1430742"/>
                  </a:lnTo>
                  <a:lnTo>
                    <a:pt x="1259634" y="1430742"/>
                  </a:lnTo>
                  <a:lnTo>
                    <a:pt x="1258974" y="1430742"/>
                  </a:lnTo>
                  <a:lnTo>
                    <a:pt x="1258313" y="1430742"/>
                  </a:lnTo>
                  <a:lnTo>
                    <a:pt x="1257653" y="1430742"/>
                  </a:lnTo>
                  <a:lnTo>
                    <a:pt x="1256992" y="1430742"/>
                  </a:lnTo>
                  <a:lnTo>
                    <a:pt x="1256332" y="1430742"/>
                  </a:lnTo>
                  <a:lnTo>
                    <a:pt x="1255671" y="1430742"/>
                  </a:lnTo>
                  <a:lnTo>
                    <a:pt x="1255011" y="1430742"/>
                  </a:lnTo>
                  <a:lnTo>
                    <a:pt x="1254350" y="1430742"/>
                  </a:lnTo>
                  <a:lnTo>
                    <a:pt x="1253689" y="1430742"/>
                  </a:lnTo>
                  <a:lnTo>
                    <a:pt x="1253029" y="1430742"/>
                  </a:lnTo>
                  <a:lnTo>
                    <a:pt x="1252368" y="1430742"/>
                  </a:lnTo>
                  <a:lnTo>
                    <a:pt x="1251708" y="1430742"/>
                  </a:lnTo>
                  <a:lnTo>
                    <a:pt x="1251047" y="1430742"/>
                  </a:lnTo>
                  <a:lnTo>
                    <a:pt x="1250387" y="1430742"/>
                  </a:lnTo>
                  <a:lnTo>
                    <a:pt x="1249726" y="1430742"/>
                  </a:lnTo>
                  <a:lnTo>
                    <a:pt x="1249066" y="1430742"/>
                  </a:lnTo>
                  <a:lnTo>
                    <a:pt x="1248405" y="1430742"/>
                  </a:lnTo>
                  <a:lnTo>
                    <a:pt x="1247745" y="1430742"/>
                  </a:lnTo>
                  <a:lnTo>
                    <a:pt x="1247084" y="1430742"/>
                  </a:lnTo>
                  <a:lnTo>
                    <a:pt x="1246424" y="1430742"/>
                  </a:lnTo>
                  <a:lnTo>
                    <a:pt x="1245763" y="1430742"/>
                  </a:lnTo>
                  <a:lnTo>
                    <a:pt x="1245103" y="1430742"/>
                  </a:lnTo>
                  <a:lnTo>
                    <a:pt x="1244442" y="1430742"/>
                  </a:lnTo>
                  <a:lnTo>
                    <a:pt x="1243781" y="1430742"/>
                  </a:lnTo>
                  <a:lnTo>
                    <a:pt x="1243121" y="1430742"/>
                  </a:lnTo>
                  <a:lnTo>
                    <a:pt x="1242460" y="1430742"/>
                  </a:lnTo>
                  <a:lnTo>
                    <a:pt x="1241800" y="1430742"/>
                  </a:lnTo>
                  <a:lnTo>
                    <a:pt x="1241139" y="1430742"/>
                  </a:lnTo>
                  <a:lnTo>
                    <a:pt x="1240479" y="1430742"/>
                  </a:lnTo>
                  <a:lnTo>
                    <a:pt x="1239818" y="1430742"/>
                  </a:lnTo>
                  <a:lnTo>
                    <a:pt x="1239158" y="1430742"/>
                  </a:lnTo>
                  <a:lnTo>
                    <a:pt x="1238497" y="1430742"/>
                  </a:lnTo>
                  <a:lnTo>
                    <a:pt x="1237837" y="1430742"/>
                  </a:lnTo>
                  <a:lnTo>
                    <a:pt x="1237176" y="1430742"/>
                  </a:lnTo>
                  <a:lnTo>
                    <a:pt x="1236516" y="1430742"/>
                  </a:lnTo>
                  <a:lnTo>
                    <a:pt x="1235855" y="1430742"/>
                  </a:lnTo>
                  <a:lnTo>
                    <a:pt x="1235195" y="1430742"/>
                  </a:lnTo>
                  <a:lnTo>
                    <a:pt x="1234534" y="1430742"/>
                  </a:lnTo>
                  <a:lnTo>
                    <a:pt x="1233873" y="1430742"/>
                  </a:lnTo>
                  <a:lnTo>
                    <a:pt x="1233213" y="1430742"/>
                  </a:lnTo>
                  <a:lnTo>
                    <a:pt x="1232552" y="1430742"/>
                  </a:lnTo>
                  <a:lnTo>
                    <a:pt x="1231892" y="1430742"/>
                  </a:lnTo>
                  <a:lnTo>
                    <a:pt x="1231231" y="1430742"/>
                  </a:lnTo>
                  <a:lnTo>
                    <a:pt x="1230571" y="1430742"/>
                  </a:lnTo>
                  <a:lnTo>
                    <a:pt x="1229910" y="1430742"/>
                  </a:lnTo>
                  <a:lnTo>
                    <a:pt x="1229250" y="1430742"/>
                  </a:lnTo>
                  <a:lnTo>
                    <a:pt x="1228589" y="1430742"/>
                  </a:lnTo>
                  <a:lnTo>
                    <a:pt x="1227929" y="1430742"/>
                  </a:lnTo>
                  <a:lnTo>
                    <a:pt x="1227268" y="1430742"/>
                  </a:lnTo>
                  <a:lnTo>
                    <a:pt x="1226608" y="1430742"/>
                  </a:lnTo>
                  <a:lnTo>
                    <a:pt x="1225947" y="1430742"/>
                  </a:lnTo>
                  <a:lnTo>
                    <a:pt x="1225287" y="1430742"/>
                  </a:lnTo>
                  <a:lnTo>
                    <a:pt x="1224626" y="1430742"/>
                  </a:lnTo>
                  <a:lnTo>
                    <a:pt x="1223965" y="1430742"/>
                  </a:lnTo>
                  <a:lnTo>
                    <a:pt x="1223305" y="1430742"/>
                  </a:lnTo>
                  <a:lnTo>
                    <a:pt x="1222644" y="1430742"/>
                  </a:lnTo>
                  <a:lnTo>
                    <a:pt x="1221984" y="1430742"/>
                  </a:lnTo>
                  <a:lnTo>
                    <a:pt x="1221323" y="1430742"/>
                  </a:lnTo>
                  <a:lnTo>
                    <a:pt x="1220663" y="1430742"/>
                  </a:lnTo>
                  <a:lnTo>
                    <a:pt x="1220002" y="1430742"/>
                  </a:lnTo>
                  <a:lnTo>
                    <a:pt x="1219342" y="1430742"/>
                  </a:lnTo>
                  <a:lnTo>
                    <a:pt x="1218681" y="1430742"/>
                  </a:lnTo>
                  <a:lnTo>
                    <a:pt x="1218021" y="1430742"/>
                  </a:lnTo>
                  <a:lnTo>
                    <a:pt x="1217360" y="1430742"/>
                  </a:lnTo>
                  <a:lnTo>
                    <a:pt x="1216700" y="1430742"/>
                  </a:lnTo>
                  <a:lnTo>
                    <a:pt x="1216039" y="1430742"/>
                  </a:lnTo>
                  <a:lnTo>
                    <a:pt x="1215379" y="1430742"/>
                  </a:lnTo>
                  <a:lnTo>
                    <a:pt x="1214718" y="1430742"/>
                  </a:lnTo>
                  <a:lnTo>
                    <a:pt x="1214058" y="1430742"/>
                  </a:lnTo>
                  <a:lnTo>
                    <a:pt x="1213397" y="1430742"/>
                  </a:lnTo>
                  <a:lnTo>
                    <a:pt x="1212736" y="1430742"/>
                  </a:lnTo>
                  <a:lnTo>
                    <a:pt x="1212076" y="1430742"/>
                  </a:lnTo>
                  <a:lnTo>
                    <a:pt x="1211415" y="1430742"/>
                  </a:lnTo>
                  <a:lnTo>
                    <a:pt x="1210755" y="1430742"/>
                  </a:lnTo>
                  <a:lnTo>
                    <a:pt x="1210094" y="1430742"/>
                  </a:lnTo>
                  <a:lnTo>
                    <a:pt x="1209434" y="1430742"/>
                  </a:lnTo>
                  <a:lnTo>
                    <a:pt x="1208773" y="1430742"/>
                  </a:lnTo>
                  <a:lnTo>
                    <a:pt x="1208113" y="1430742"/>
                  </a:lnTo>
                  <a:lnTo>
                    <a:pt x="1207452" y="1430742"/>
                  </a:lnTo>
                  <a:lnTo>
                    <a:pt x="1206792" y="1430742"/>
                  </a:lnTo>
                  <a:lnTo>
                    <a:pt x="1206131" y="1430742"/>
                  </a:lnTo>
                  <a:lnTo>
                    <a:pt x="1205471" y="1430742"/>
                  </a:lnTo>
                  <a:lnTo>
                    <a:pt x="1204810" y="1430742"/>
                  </a:lnTo>
                  <a:lnTo>
                    <a:pt x="1204150" y="1430742"/>
                  </a:lnTo>
                  <a:lnTo>
                    <a:pt x="1203489" y="1430742"/>
                  </a:lnTo>
                  <a:lnTo>
                    <a:pt x="1202828" y="1430742"/>
                  </a:lnTo>
                  <a:lnTo>
                    <a:pt x="1202168" y="1430742"/>
                  </a:lnTo>
                  <a:lnTo>
                    <a:pt x="1201507" y="1430742"/>
                  </a:lnTo>
                  <a:lnTo>
                    <a:pt x="1200847" y="1430742"/>
                  </a:lnTo>
                  <a:lnTo>
                    <a:pt x="1200186" y="1430742"/>
                  </a:lnTo>
                  <a:lnTo>
                    <a:pt x="1199526" y="1430742"/>
                  </a:lnTo>
                  <a:lnTo>
                    <a:pt x="1198865" y="1430742"/>
                  </a:lnTo>
                  <a:lnTo>
                    <a:pt x="1198205" y="1430742"/>
                  </a:lnTo>
                  <a:lnTo>
                    <a:pt x="1197544" y="1430742"/>
                  </a:lnTo>
                  <a:lnTo>
                    <a:pt x="1196884" y="1430742"/>
                  </a:lnTo>
                  <a:lnTo>
                    <a:pt x="1196223" y="1430742"/>
                  </a:lnTo>
                  <a:lnTo>
                    <a:pt x="1195563" y="1430742"/>
                  </a:lnTo>
                  <a:lnTo>
                    <a:pt x="1194902" y="1430742"/>
                  </a:lnTo>
                  <a:lnTo>
                    <a:pt x="1194242" y="1430742"/>
                  </a:lnTo>
                  <a:lnTo>
                    <a:pt x="1193581" y="1430742"/>
                  </a:lnTo>
                  <a:lnTo>
                    <a:pt x="1192920" y="1430742"/>
                  </a:lnTo>
                  <a:lnTo>
                    <a:pt x="1192260" y="1430742"/>
                  </a:lnTo>
                  <a:lnTo>
                    <a:pt x="1191599" y="1430742"/>
                  </a:lnTo>
                  <a:lnTo>
                    <a:pt x="1190939" y="1430742"/>
                  </a:lnTo>
                  <a:lnTo>
                    <a:pt x="1190278" y="1430742"/>
                  </a:lnTo>
                  <a:lnTo>
                    <a:pt x="1189618" y="1430742"/>
                  </a:lnTo>
                  <a:lnTo>
                    <a:pt x="1188957" y="1430742"/>
                  </a:lnTo>
                  <a:lnTo>
                    <a:pt x="1188297" y="1430742"/>
                  </a:lnTo>
                  <a:lnTo>
                    <a:pt x="1187636" y="1430742"/>
                  </a:lnTo>
                  <a:lnTo>
                    <a:pt x="1186976" y="1430742"/>
                  </a:lnTo>
                  <a:lnTo>
                    <a:pt x="1186315" y="1430742"/>
                  </a:lnTo>
                  <a:lnTo>
                    <a:pt x="1185655" y="1430742"/>
                  </a:lnTo>
                  <a:lnTo>
                    <a:pt x="1184994" y="1430742"/>
                  </a:lnTo>
                  <a:lnTo>
                    <a:pt x="1184334" y="1430742"/>
                  </a:lnTo>
                  <a:lnTo>
                    <a:pt x="1183673" y="1430742"/>
                  </a:lnTo>
                  <a:lnTo>
                    <a:pt x="1183013" y="1430742"/>
                  </a:lnTo>
                  <a:lnTo>
                    <a:pt x="1182352" y="1430742"/>
                  </a:lnTo>
                  <a:lnTo>
                    <a:pt x="1181691" y="1430742"/>
                  </a:lnTo>
                  <a:lnTo>
                    <a:pt x="1181031" y="1430742"/>
                  </a:lnTo>
                  <a:lnTo>
                    <a:pt x="1180370" y="1430742"/>
                  </a:lnTo>
                  <a:lnTo>
                    <a:pt x="1179710" y="1430742"/>
                  </a:lnTo>
                  <a:lnTo>
                    <a:pt x="1179049" y="1430742"/>
                  </a:lnTo>
                  <a:lnTo>
                    <a:pt x="1178389" y="1430742"/>
                  </a:lnTo>
                  <a:lnTo>
                    <a:pt x="1177728" y="1430742"/>
                  </a:lnTo>
                  <a:lnTo>
                    <a:pt x="1177068" y="1430742"/>
                  </a:lnTo>
                  <a:lnTo>
                    <a:pt x="1176407" y="1430742"/>
                  </a:lnTo>
                  <a:lnTo>
                    <a:pt x="1175747" y="1430742"/>
                  </a:lnTo>
                  <a:lnTo>
                    <a:pt x="1175086" y="1430742"/>
                  </a:lnTo>
                  <a:lnTo>
                    <a:pt x="1174426" y="1430742"/>
                  </a:lnTo>
                  <a:lnTo>
                    <a:pt x="1173765" y="1430742"/>
                  </a:lnTo>
                  <a:lnTo>
                    <a:pt x="1173105" y="1430742"/>
                  </a:lnTo>
                  <a:lnTo>
                    <a:pt x="1172444" y="1430742"/>
                  </a:lnTo>
                  <a:lnTo>
                    <a:pt x="1171783" y="1430742"/>
                  </a:lnTo>
                  <a:lnTo>
                    <a:pt x="1171123" y="1430742"/>
                  </a:lnTo>
                  <a:lnTo>
                    <a:pt x="1170462" y="1430742"/>
                  </a:lnTo>
                  <a:lnTo>
                    <a:pt x="1169802" y="1430742"/>
                  </a:lnTo>
                  <a:lnTo>
                    <a:pt x="1169141" y="1430742"/>
                  </a:lnTo>
                  <a:lnTo>
                    <a:pt x="1168481" y="1430742"/>
                  </a:lnTo>
                  <a:lnTo>
                    <a:pt x="1167820" y="1430742"/>
                  </a:lnTo>
                  <a:lnTo>
                    <a:pt x="1167160" y="1430742"/>
                  </a:lnTo>
                  <a:lnTo>
                    <a:pt x="1166499" y="1430742"/>
                  </a:lnTo>
                  <a:lnTo>
                    <a:pt x="1165839" y="1430742"/>
                  </a:lnTo>
                  <a:lnTo>
                    <a:pt x="1165178" y="1430742"/>
                  </a:lnTo>
                  <a:lnTo>
                    <a:pt x="1164518" y="1430742"/>
                  </a:lnTo>
                  <a:lnTo>
                    <a:pt x="1163857" y="1430742"/>
                  </a:lnTo>
                  <a:lnTo>
                    <a:pt x="1163197" y="1430742"/>
                  </a:lnTo>
                  <a:lnTo>
                    <a:pt x="1162536" y="1430742"/>
                  </a:lnTo>
                  <a:lnTo>
                    <a:pt x="1161875" y="1430742"/>
                  </a:lnTo>
                  <a:lnTo>
                    <a:pt x="1161215" y="1430742"/>
                  </a:lnTo>
                  <a:lnTo>
                    <a:pt x="1160554" y="1430742"/>
                  </a:lnTo>
                  <a:lnTo>
                    <a:pt x="1159894" y="1430742"/>
                  </a:lnTo>
                  <a:lnTo>
                    <a:pt x="1159233" y="1430742"/>
                  </a:lnTo>
                  <a:lnTo>
                    <a:pt x="1158573" y="1430742"/>
                  </a:lnTo>
                  <a:lnTo>
                    <a:pt x="1157912" y="1430742"/>
                  </a:lnTo>
                  <a:lnTo>
                    <a:pt x="1157252" y="1430742"/>
                  </a:lnTo>
                  <a:lnTo>
                    <a:pt x="1156591" y="1430742"/>
                  </a:lnTo>
                  <a:lnTo>
                    <a:pt x="1155931" y="1430742"/>
                  </a:lnTo>
                  <a:lnTo>
                    <a:pt x="1155270" y="1430742"/>
                  </a:lnTo>
                  <a:lnTo>
                    <a:pt x="1154610" y="1430742"/>
                  </a:lnTo>
                  <a:lnTo>
                    <a:pt x="1153949" y="1430742"/>
                  </a:lnTo>
                  <a:lnTo>
                    <a:pt x="1153289" y="1430742"/>
                  </a:lnTo>
                  <a:lnTo>
                    <a:pt x="1152628" y="1430742"/>
                  </a:lnTo>
                  <a:lnTo>
                    <a:pt x="1151967" y="1430742"/>
                  </a:lnTo>
                  <a:lnTo>
                    <a:pt x="1151307" y="1430742"/>
                  </a:lnTo>
                  <a:lnTo>
                    <a:pt x="1150646" y="1430742"/>
                  </a:lnTo>
                  <a:lnTo>
                    <a:pt x="1149986" y="1430742"/>
                  </a:lnTo>
                  <a:lnTo>
                    <a:pt x="1149325" y="1430742"/>
                  </a:lnTo>
                  <a:lnTo>
                    <a:pt x="1148665" y="1430742"/>
                  </a:lnTo>
                  <a:lnTo>
                    <a:pt x="1148004" y="1430742"/>
                  </a:lnTo>
                  <a:lnTo>
                    <a:pt x="1147344" y="1430742"/>
                  </a:lnTo>
                  <a:lnTo>
                    <a:pt x="1146683" y="1430742"/>
                  </a:lnTo>
                  <a:lnTo>
                    <a:pt x="1146023" y="1430742"/>
                  </a:lnTo>
                  <a:lnTo>
                    <a:pt x="1145362" y="1430742"/>
                  </a:lnTo>
                  <a:lnTo>
                    <a:pt x="1144702" y="1430742"/>
                  </a:lnTo>
                  <a:lnTo>
                    <a:pt x="1144041" y="1430742"/>
                  </a:lnTo>
                  <a:lnTo>
                    <a:pt x="1143381" y="1430742"/>
                  </a:lnTo>
                  <a:lnTo>
                    <a:pt x="1142720" y="1430742"/>
                  </a:lnTo>
                  <a:lnTo>
                    <a:pt x="1142060" y="1430742"/>
                  </a:lnTo>
                  <a:lnTo>
                    <a:pt x="1141399" y="1430742"/>
                  </a:lnTo>
                  <a:lnTo>
                    <a:pt x="1140738" y="1430742"/>
                  </a:lnTo>
                  <a:lnTo>
                    <a:pt x="1140078" y="1430742"/>
                  </a:lnTo>
                  <a:lnTo>
                    <a:pt x="1139417" y="1430742"/>
                  </a:lnTo>
                  <a:lnTo>
                    <a:pt x="1138757" y="1430742"/>
                  </a:lnTo>
                  <a:lnTo>
                    <a:pt x="1138096" y="1430742"/>
                  </a:lnTo>
                  <a:lnTo>
                    <a:pt x="1137436" y="1430742"/>
                  </a:lnTo>
                  <a:lnTo>
                    <a:pt x="1136775" y="1430742"/>
                  </a:lnTo>
                  <a:lnTo>
                    <a:pt x="1136115" y="1430742"/>
                  </a:lnTo>
                  <a:lnTo>
                    <a:pt x="1135454" y="1430742"/>
                  </a:lnTo>
                  <a:lnTo>
                    <a:pt x="1134794" y="1430742"/>
                  </a:lnTo>
                  <a:lnTo>
                    <a:pt x="1134133" y="1430742"/>
                  </a:lnTo>
                  <a:lnTo>
                    <a:pt x="1133473" y="1430742"/>
                  </a:lnTo>
                  <a:lnTo>
                    <a:pt x="1132812" y="1430742"/>
                  </a:lnTo>
                  <a:lnTo>
                    <a:pt x="1132152" y="1430742"/>
                  </a:lnTo>
                  <a:lnTo>
                    <a:pt x="1131491" y="1430742"/>
                  </a:lnTo>
                  <a:lnTo>
                    <a:pt x="1130830" y="1430742"/>
                  </a:lnTo>
                  <a:lnTo>
                    <a:pt x="1130170" y="1430742"/>
                  </a:lnTo>
                  <a:lnTo>
                    <a:pt x="1129509" y="1430742"/>
                  </a:lnTo>
                  <a:lnTo>
                    <a:pt x="1128849" y="1430742"/>
                  </a:lnTo>
                  <a:lnTo>
                    <a:pt x="1128188" y="1430742"/>
                  </a:lnTo>
                  <a:lnTo>
                    <a:pt x="1127528" y="1430742"/>
                  </a:lnTo>
                  <a:lnTo>
                    <a:pt x="1126867" y="1430742"/>
                  </a:lnTo>
                  <a:lnTo>
                    <a:pt x="1126207" y="1430742"/>
                  </a:lnTo>
                  <a:lnTo>
                    <a:pt x="1125546" y="1430742"/>
                  </a:lnTo>
                  <a:lnTo>
                    <a:pt x="1124886" y="1430742"/>
                  </a:lnTo>
                  <a:lnTo>
                    <a:pt x="1124225" y="1430742"/>
                  </a:lnTo>
                  <a:lnTo>
                    <a:pt x="1123565" y="1430742"/>
                  </a:lnTo>
                  <a:lnTo>
                    <a:pt x="1122904" y="1430742"/>
                  </a:lnTo>
                  <a:lnTo>
                    <a:pt x="1122244" y="1430742"/>
                  </a:lnTo>
                  <a:lnTo>
                    <a:pt x="1121583" y="1430742"/>
                  </a:lnTo>
                  <a:lnTo>
                    <a:pt x="1120922" y="1430742"/>
                  </a:lnTo>
                  <a:lnTo>
                    <a:pt x="1120262" y="1430742"/>
                  </a:lnTo>
                  <a:lnTo>
                    <a:pt x="1119601" y="1430742"/>
                  </a:lnTo>
                  <a:lnTo>
                    <a:pt x="1118941" y="1430742"/>
                  </a:lnTo>
                  <a:lnTo>
                    <a:pt x="1118280" y="1430742"/>
                  </a:lnTo>
                  <a:lnTo>
                    <a:pt x="1117620" y="1430742"/>
                  </a:lnTo>
                  <a:lnTo>
                    <a:pt x="1116959" y="1430742"/>
                  </a:lnTo>
                  <a:lnTo>
                    <a:pt x="1116299" y="1430742"/>
                  </a:lnTo>
                  <a:lnTo>
                    <a:pt x="1115638" y="1430742"/>
                  </a:lnTo>
                  <a:lnTo>
                    <a:pt x="1114978" y="1430742"/>
                  </a:lnTo>
                  <a:lnTo>
                    <a:pt x="1114317" y="1430742"/>
                  </a:lnTo>
                  <a:lnTo>
                    <a:pt x="1113657" y="1430742"/>
                  </a:lnTo>
                  <a:lnTo>
                    <a:pt x="1112996" y="1430742"/>
                  </a:lnTo>
                  <a:lnTo>
                    <a:pt x="1112336" y="1430742"/>
                  </a:lnTo>
                  <a:lnTo>
                    <a:pt x="1111675" y="1430742"/>
                  </a:lnTo>
                  <a:lnTo>
                    <a:pt x="1111015" y="1430742"/>
                  </a:lnTo>
                  <a:lnTo>
                    <a:pt x="1110354" y="1430742"/>
                  </a:lnTo>
                  <a:lnTo>
                    <a:pt x="1109693" y="1430742"/>
                  </a:lnTo>
                  <a:lnTo>
                    <a:pt x="1109033" y="1430742"/>
                  </a:lnTo>
                  <a:lnTo>
                    <a:pt x="1108372" y="1430742"/>
                  </a:lnTo>
                  <a:lnTo>
                    <a:pt x="1107712" y="1430742"/>
                  </a:lnTo>
                  <a:lnTo>
                    <a:pt x="1107051" y="1430742"/>
                  </a:lnTo>
                  <a:lnTo>
                    <a:pt x="1106391" y="1430742"/>
                  </a:lnTo>
                  <a:lnTo>
                    <a:pt x="1105730" y="1430742"/>
                  </a:lnTo>
                  <a:lnTo>
                    <a:pt x="1105070" y="1430742"/>
                  </a:lnTo>
                  <a:lnTo>
                    <a:pt x="1104409" y="1430742"/>
                  </a:lnTo>
                  <a:lnTo>
                    <a:pt x="1103749" y="1430742"/>
                  </a:lnTo>
                  <a:lnTo>
                    <a:pt x="1103088" y="1430742"/>
                  </a:lnTo>
                  <a:lnTo>
                    <a:pt x="1102428" y="1430742"/>
                  </a:lnTo>
                  <a:lnTo>
                    <a:pt x="1101767" y="1430742"/>
                  </a:lnTo>
                  <a:lnTo>
                    <a:pt x="1101107" y="1430742"/>
                  </a:lnTo>
                  <a:lnTo>
                    <a:pt x="1100446" y="1430742"/>
                  </a:lnTo>
                  <a:lnTo>
                    <a:pt x="1099785" y="1430742"/>
                  </a:lnTo>
                  <a:lnTo>
                    <a:pt x="1099125" y="1430742"/>
                  </a:lnTo>
                  <a:lnTo>
                    <a:pt x="1098464" y="1430742"/>
                  </a:lnTo>
                  <a:lnTo>
                    <a:pt x="1097804" y="1430742"/>
                  </a:lnTo>
                  <a:lnTo>
                    <a:pt x="1097143" y="1430742"/>
                  </a:lnTo>
                  <a:lnTo>
                    <a:pt x="1096483" y="1430742"/>
                  </a:lnTo>
                  <a:lnTo>
                    <a:pt x="1095822" y="1430742"/>
                  </a:lnTo>
                  <a:lnTo>
                    <a:pt x="1095162" y="1430742"/>
                  </a:lnTo>
                  <a:lnTo>
                    <a:pt x="1094501" y="1430742"/>
                  </a:lnTo>
                  <a:lnTo>
                    <a:pt x="1093841" y="1430742"/>
                  </a:lnTo>
                  <a:lnTo>
                    <a:pt x="1093180" y="1430742"/>
                  </a:lnTo>
                  <a:lnTo>
                    <a:pt x="1092520" y="1430742"/>
                  </a:lnTo>
                  <a:lnTo>
                    <a:pt x="1091859" y="1430742"/>
                  </a:lnTo>
                  <a:lnTo>
                    <a:pt x="1091199" y="1430742"/>
                  </a:lnTo>
                  <a:lnTo>
                    <a:pt x="1090538" y="1430742"/>
                  </a:lnTo>
                  <a:lnTo>
                    <a:pt x="1089877" y="1430742"/>
                  </a:lnTo>
                  <a:lnTo>
                    <a:pt x="1089217" y="1430742"/>
                  </a:lnTo>
                  <a:lnTo>
                    <a:pt x="1088556" y="1430742"/>
                  </a:lnTo>
                  <a:lnTo>
                    <a:pt x="1087896" y="1430742"/>
                  </a:lnTo>
                  <a:lnTo>
                    <a:pt x="1087235" y="1430742"/>
                  </a:lnTo>
                  <a:lnTo>
                    <a:pt x="1086575" y="1430742"/>
                  </a:lnTo>
                  <a:lnTo>
                    <a:pt x="1085914" y="1430742"/>
                  </a:lnTo>
                  <a:lnTo>
                    <a:pt x="1085254" y="1430742"/>
                  </a:lnTo>
                  <a:lnTo>
                    <a:pt x="1084593" y="1430742"/>
                  </a:lnTo>
                  <a:lnTo>
                    <a:pt x="1083933" y="1430742"/>
                  </a:lnTo>
                  <a:lnTo>
                    <a:pt x="1083272" y="1430742"/>
                  </a:lnTo>
                  <a:lnTo>
                    <a:pt x="1082612" y="1430742"/>
                  </a:lnTo>
                  <a:lnTo>
                    <a:pt x="1081951" y="1430742"/>
                  </a:lnTo>
                  <a:lnTo>
                    <a:pt x="1081291" y="1430742"/>
                  </a:lnTo>
                  <a:lnTo>
                    <a:pt x="1080630" y="1430742"/>
                  </a:lnTo>
                  <a:lnTo>
                    <a:pt x="1079969" y="1430742"/>
                  </a:lnTo>
                  <a:lnTo>
                    <a:pt x="1079309" y="1430742"/>
                  </a:lnTo>
                  <a:lnTo>
                    <a:pt x="1078648" y="1430742"/>
                  </a:lnTo>
                  <a:lnTo>
                    <a:pt x="1077988" y="1430742"/>
                  </a:lnTo>
                  <a:lnTo>
                    <a:pt x="1077327" y="1430742"/>
                  </a:lnTo>
                  <a:lnTo>
                    <a:pt x="1076667" y="1430742"/>
                  </a:lnTo>
                  <a:lnTo>
                    <a:pt x="1076006" y="1430742"/>
                  </a:lnTo>
                  <a:lnTo>
                    <a:pt x="1075346" y="1430742"/>
                  </a:lnTo>
                  <a:lnTo>
                    <a:pt x="1074685" y="1430742"/>
                  </a:lnTo>
                  <a:lnTo>
                    <a:pt x="1074025" y="1430742"/>
                  </a:lnTo>
                  <a:lnTo>
                    <a:pt x="1073364" y="1430742"/>
                  </a:lnTo>
                  <a:lnTo>
                    <a:pt x="1072704" y="1430742"/>
                  </a:lnTo>
                  <a:lnTo>
                    <a:pt x="1072043" y="1430742"/>
                  </a:lnTo>
                  <a:lnTo>
                    <a:pt x="1071383" y="1430742"/>
                  </a:lnTo>
                  <a:lnTo>
                    <a:pt x="1070722" y="1430742"/>
                  </a:lnTo>
                  <a:lnTo>
                    <a:pt x="1070062" y="1430742"/>
                  </a:lnTo>
                  <a:lnTo>
                    <a:pt x="1069401" y="1430742"/>
                  </a:lnTo>
                  <a:lnTo>
                    <a:pt x="1068740" y="1430742"/>
                  </a:lnTo>
                  <a:lnTo>
                    <a:pt x="1068080" y="1430742"/>
                  </a:lnTo>
                  <a:lnTo>
                    <a:pt x="1067419" y="1430742"/>
                  </a:lnTo>
                  <a:lnTo>
                    <a:pt x="1066759" y="1430742"/>
                  </a:lnTo>
                  <a:lnTo>
                    <a:pt x="1066098" y="1430742"/>
                  </a:lnTo>
                  <a:lnTo>
                    <a:pt x="1065438" y="1430742"/>
                  </a:lnTo>
                  <a:lnTo>
                    <a:pt x="1064777" y="1430742"/>
                  </a:lnTo>
                  <a:lnTo>
                    <a:pt x="1064117" y="1430742"/>
                  </a:lnTo>
                  <a:lnTo>
                    <a:pt x="1063456" y="1430742"/>
                  </a:lnTo>
                  <a:lnTo>
                    <a:pt x="1062796" y="1430742"/>
                  </a:lnTo>
                  <a:lnTo>
                    <a:pt x="1062135" y="1430742"/>
                  </a:lnTo>
                  <a:lnTo>
                    <a:pt x="1061475" y="1430742"/>
                  </a:lnTo>
                  <a:lnTo>
                    <a:pt x="1060814" y="1430742"/>
                  </a:lnTo>
                  <a:lnTo>
                    <a:pt x="1060154" y="1430742"/>
                  </a:lnTo>
                  <a:lnTo>
                    <a:pt x="1059493" y="1430742"/>
                  </a:lnTo>
                  <a:lnTo>
                    <a:pt x="1058832" y="1430742"/>
                  </a:lnTo>
                  <a:lnTo>
                    <a:pt x="1058172" y="1430742"/>
                  </a:lnTo>
                  <a:lnTo>
                    <a:pt x="1057511" y="1430742"/>
                  </a:lnTo>
                  <a:lnTo>
                    <a:pt x="1056851" y="1430742"/>
                  </a:lnTo>
                  <a:lnTo>
                    <a:pt x="1056190" y="1430742"/>
                  </a:lnTo>
                  <a:lnTo>
                    <a:pt x="1055530" y="1430742"/>
                  </a:lnTo>
                  <a:lnTo>
                    <a:pt x="1054869" y="1430742"/>
                  </a:lnTo>
                  <a:lnTo>
                    <a:pt x="1054209" y="1430742"/>
                  </a:lnTo>
                  <a:lnTo>
                    <a:pt x="1053548" y="1430742"/>
                  </a:lnTo>
                  <a:lnTo>
                    <a:pt x="1052888" y="1430742"/>
                  </a:lnTo>
                  <a:lnTo>
                    <a:pt x="1052227" y="1430742"/>
                  </a:lnTo>
                  <a:lnTo>
                    <a:pt x="1051567" y="1430742"/>
                  </a:lnTo>
                  <a:lnTo>
                    <a:pt x="1050906" y="1430742"/>
                  </a:lnTo>
                  <a:lnTo>
                    <a:pt x="1050246" y="1430742"/>
                  </a:lnTo>
                  <a:lnTo>
                    <a:pt x="1049585" y="1430742"/>
                  </a:lnTo>
                  <a:lnTo>
                    <a:pt x="1048924" y="1430742"/>
                  </a:lnTo>
                  <a:lnTo>
                    <a:pt x="1048264" y="1430742"/>
                  </a:lnTo>
                  <a:lnTo>
                    <a:pt x="1047603" y="1430742"/>
                  </a:lnTo>
                  <a:lnTo>
                    <a:pt x="1046943" y="1430742"/>
                  </a:lnTo>
                  <a:lnTo>
                    <a:pt x="1046282" y="1430742"/>
                  </a:lnTo>
                  <a:lnTo>
                    <a:pt x="1045622" y="1430742"/>
                  </a:lnTo>
                  <a:lnTo>
                    <a:pt x="1044961" y="1430742"/>
                  </a:lnTo>
                  <a:lnTo>
                    <a:pt x="1044301" y="1430742"/>
                  </a:lnTo>
                  <a:lnTo>
                    <a:pt x="1043640" y="1430742"/>
                  </a:lnTo>
                  <a:lnTo>
                    <a:pt x="1042980" y="1430742"/>
                  </a:lnTo>
                  <a:lnTo>
                    <a:pt x="1042319" y="1430742"/>
                  </a:lnTo>
                  <a:lnTo>
                    <a:pt x="1041659" y="1430742"/>
                  </a:lnTo>
                  <a:lnTo>
                    <a:pt x="1040998" y="1430742"/>
                  </a:lnTo>
                  <a:lnTo>
                    <a:pt x="1040338" y="1430742"/>
                  </a:lnTo>
                  <a:lnTo>
                    <a:pt x="1039677" y="1430742"/>
                  </a:lnTo>
                  <a:lnTo>
                    <a:pt x="1039017" y="1430742"/>
                  </a:lnTo>
                  <a:lnTo>
                    <a:pt x="1038356" y="1430742"/>
                  </a:lnTo>
                  <a:lnTo>
                    <a:pt x="1037695" y="1430742"/>
                  </a:lnTo>
                  <a:lnTo>
                    <a:pt x="1037035" y="1430742"/>
                  </a:lnTo>
                  <a:lnTo>
                    <a:pt x="1036374" y="1430742"/>
                  </a:lnTo>
                  <a:lnTo>
                    <a:pt x="1035714" y="1430742"/>
                  </a:lnTo>
                  <a:lnTo>
                    <a:pt x="1035053" y="1430742"/>
                  </a:lnTo>
                  <a:lnTo>
                    <a:pt x="1034393" y="1430742"/>
                  </a:lnTo>
                  <a:lnTo>
                    <a:pt x="1033732" y="1430742"/>
                  </a:lnTo>
                  <a:lnTo>
                    <a:pt x="1033072" y="1430742"/>
                  </a:lnTo>
                  <a:lnTo>
                    <a:pt x="1032411" y="1430742"/>
                  </a:lnTo>
                  <a:lnTo>
                    <a:pt x="1031751" y="1430742"/>
                  </a:lnTo>
                  <a:lnTo>
                    <a:pt x="1031090" y="1430742"/>
                  </a:lnTo>
                  <a:lnTo>
                    <a:pt x="1030430" y="1430742"/>
                  </a:lnTo>
                  <a:lnTo>
                    <a:pt x="1029769" y="1430742"/>
                  </a:lnTo>
                  <a:lnTo>
                    <a:pt x="1029109" y="1430742"/>
                  </a:lnTo>
                  <a:lnTo>
                    <a:pt x="1028448" y="1430742"/>
                  </a:lnTo>
                  <a:lnTo>
                    <a:pt x="1027787" y="1430742"/>
                  </a:lnTo>
                  <a:lnTo>
                    <a:pt x="1027127" y="1430742"/>
                  </a:lnTo>
                  <a:lnTo>
                    <a:pt x="1026466" y="1430742"/>
                  </a:lnTo>
                  <a:lnTo>
                    <a:pt x="1025806" y="1430742"/>
                  </a:lnTo>
                  <a:lnTo>
                    <a:pt x="1025145" y="1430742"/>
                  </a:lnTo>
                  <a:lnTo>
                    <a:pt x="1024485" y="1430742"/>
                  </a:lnTo>
                  <a:lnTo>
                    <a:pt x="1023824" y="1430742"/>
                  </a:lnTo>
                  <a:lnTo>
                    <a:pt x="1023164" y="1430742"/>
                  </a:lnTo>
                  <a:lnTo>
                    <a:pt x="1022503" y="1430742"/>
                  </a:lnTo>
                  <a:lnTo>
                    <a:pt x="1021843" y="1430742"/>
                  </a:lnTo>
                  <a:lnTo>
                    <a:pt x="1021182" y="1430742"/>
                  </a:lnTo>
                  <a:lnTo>
                    <a:pt x="1020522" y="1430742"/>
                  </a:lnTo>
                  <a:lnTo>
                    <a:pt x="1019861" y="1430742"/>
                  </a:lnTo>
                  <a:lnTo>
                    <a:pt x="1019201" y="1430742"/>
                  </a:lnTo>
                  <a:lnTo>
                    <a:pt x="1018540" y="1430742"/>
                  </a:lnTo>
                  <a:lnTo>
                    <a:pt x="1017879" y="1430742"/>
                  </a:lnTo>
                  <a:lnTo>
                    <a:pt x="1017219" y="1430742"/>
                  </a:lnTo>
                  <a:lnTo>
                    <a:pt x="1016558" y="1430742"/>
                  </a:lnTo>
                  <a:lnTo>
                    <a:pt x="1015898" y="1430742"/>
                  </a:lnTo>
                  <a:lnTo>
                    <a:pt x="1015237" y="1430742"/>
                  </a:lnTo>
                  <a:lnTo>
                    <a:pt x="1014577" y="1430742"/>
                  </a:lnTo>
                  <a:lnTo>
                    <a:pt x="1013916" y="1430742"/>
                  </a:lnTo>
                  <a:lnTo>
                    <a:pt x="1013256" y="1430742"/>
                  </a:lnTo>
                  <a:lnTo>
                    <a:pt x="1012595" y="1430742"/>
                  </a:lnTo>
                  <a:lnTo>
                    <a:pt x="1011935" y="1430742"/>
                  </a:lnTo>
                  <a:lnTo>
                    <a:pt x="1011274" y="1430742"/>
                  </a:lnTo>
                  <a:lnTo>
                    <a:pt x="1010614" y="1430742"/>
                  </a:lnTo>
                  <a:lnTo>
                    <a:pt x="1009953" y="1430742"/>
                  </a:lnTo>
                  <a:lnTo>
                    <a:pt x="1009293" y="1430742"/>
                  </a:lnTo>
                  <a:lnTo>
                    <a:pt x="1008632" y="1430742"/>
                  </a:lnTo>
                  <a:lnTo>
                    <a:pt x="1007971" y="1430742"/>
                  </a:lnTo>
                  <a:lnTo>
                    <a:pt x="1007311" y="1430742"/>
                  </a:lnTo>
                  <a:lnTo>
                    <a:pt x="1006650" y="1430742"/>
                  </a:lnTo>
                  <a:lnTo>
                    <a:pt x="1005990" y="1430742"/>
                  </a:lnTo>
                  <a:lnTo>
                    <a:pt x="1005329" y="1430742"/>
                  </a:lnTo>
                  <a:lnTo>
                    <a:pt x="1004669" y="1430742"/>
                  </a:lnTo>
                  <a:lnTo>
                    <a:pt x="1004008" y="1430742"/>
                  </a:lnTo>
                  <a:lnTo>
                    <a:pt x="1003348" y="1430742"/>
                  </a:lnTo>
                  <a:lnTo>
                    <a:pt x="1002687" y="1430742"/>
                  </a:lnTo>
                  <a:lnTo>
                    <a:pt x="1002027" y="1430742"/>
                  </a:lnTo>
                  <a:lnTo>
                    <a:pt x="1001366" y="1430742"/>
                  </a:lnTo>
                  <a:lnTo>
                    <a:pt x="1000706" y="1430742"/>
                  </a:lnTo>
                  <a:lnTo>
                    <a:pt x="1000045" y="1430742"/>
                  </a:lnTo>
                  <a:lnTo>
                    <a:pt x="999385" y="1430742"/>
                  </a:lnTo>
                  <a:lnTo>
                    <a:pt x="998724" y="1430742"/>
                  </a:lnTo>
                  <a:lnTo>
                    <a:pt x="998064" y="1430742"/>
                  </a:lnTo>
                  <a:lnTo>
                    <a:pt x="997403" y="1430742"/>
                  </a:lnTo>
                  <a:lnTo>
                    <a:pt x="996742" y="1430742"/>
                  </a:lnTo>
                  <a:lnTo>
                    <a:pt x="996082" y="1430742"/>
                  </a:lnTo>
                  <a:lnTo>
                    <a:pt x="995421" y="1430742"/>
                  </a:lnTo>
                  <a:lnTo>
                    <a:pt x="994761" y="1430742"/>
                  </a:lnTo>
                  <a:lnTo>
                    <a:pt x="994100" y="1430742"/>
                  </a:lnTo>
                  <a:lnTo>
                    <a:pt x="993440" y="1430742"/>
                  </a:lnTo>
                  <a:lnTo>
                    <a:pt x="992779" y="1430742"/>
                  </a:lnTo>
                  <a:lnTo>
                    <a:pt x="992119" y="1430742"/>
                  </a:lnTo>
                  <a:lnTo>
                    <a:pt x="991458" y="1430742"/>
                  </a:lnTo>
                  <a:lnTo>
                    <a:pt x="990798" y="1430742"/>
                  </a:lnTo>
                  <a:lnTo>
                    <a:pt x="990137" y="1430742"/>
                  </a:lnTo>
                  <a:lnTo>
                    <a:pt x="989477" y="1430742"/>
                  </a:lnTo>
                  <a:lnTo>
                    <a:pt x="988816" y="1430742"/>
                  </a:lnTo>
                  <a:lnTo>
                    <a:pt x="988156" y="1430742"/>
                  </a:lnTo>
                  <a:lnTo>
                    <a:pt x="987495" y="1430742"/>
                  </a:lnTo>
                  <a:lnTo>
                    <a:pt x="986834" y="1430742"/>
                  </a:lnTo>
                  <a:lnTo>
                    <a:pt x="986174" y="1430742"/>
                  </a:lnTo>
                  <a:lnTo>
                    <a:pt x="985513" y="1430742"/>
                  </a:lnTo>
                  <a:lnTo>
                    <a:pt x="984853" y="1430742"/>
                  </a:lnTo>
                  <a:lnTo>
                    <a:pt x="984192" y="1430742"/>
                  </a:lnTo>
                  <a:lnTo>
                    <a:pt x="983532" y="1430742"/>
                  </a:lnTo>
                  <a:lnTo>
                    <a:pt x="982871" y="1430742"/>
                  </a:lnTo>
                  <a:lnTo>
                    <a:pt x="982211" y="1430742"/>
                  </a:lnTo>
                  <a:lnTo>
                    <a:pt x="981550" y="1430742"/>
                  </a:lnTo>
                  <a:lnTo>
                    <a:pt x="980890" y="1430742"/>
                  </a:lnTo>
                  <a:lnTo>
                    <a:pt x="980229" y="1430742"/>
                  </a:lnTo>
                  <a:lnTo>
                    <a:pt x="979569" y="1430742"/>
                  </a:lnTo>
                  <a:lnTo>
                    <a:pt x="978908" y="1430742"/>
                  </a:lnTo>
                  <a:lnTo>
                    <a:pt x="978248" y="1430742"/>
                  </a:lnTo>
                  <a:lnTo>
                    <a:pt x="977587" y="1430742"/>
                  </a:lnTo>
                  <a:lnTo>
                    <a:pt x="976926" y="1430742"/>
                  </a:lnTo>
                  <a:lnTo>
                    <a:pt x="976266" y="1430742"/>
                  </a:lnTo>
                  <a:lnTo>
                    <a:pt x="975605" y="1430742"/>
                  </a:lnTo>
                  <a:lnTo>
                    <a:pt x="974945" y="1430742"/>
                  </a:lnTo>
                  <a:lnTo>
                    <a:pt x="974284" y="1430742"/>
                  </a:lnTo>
                  <a:lnTo>
                    <a:pt x="973624" y="1430742"/>
                  </a:lnTo>
                  <a:lnTo>
                    <a:pt x="972963" y="1430742"/>
                  </a:lnTo>
                  <a:lnTo>
                    <a:pt x="972303" y="1430742"/>
                  </a:lnTo>
                  <a:lnTo>
                    <a:pt x="971642" y="1430742"/>
                  </a:lnTo>
                  <a:lnTo>
                    <a:pt x="970982" y="1430742"/>
                  </a:lnTo>
                  <a:lnTo>
                    <a:pt x="970321" y="1430742"/>
                  </a:lnTo>
                  <a:lnTo>
                    <a:pt x="969661" y="1430742"/>
                  </a:lnTo>
                  <a:lnTo>
                    <a:pt x="969000" y="1430742"/>
                  </a:lnTo>
                  <a:lnTo>
                    <a:pt x="968340" y="1430742"/>
                  </a:lnTo>
                  <a:lnTo>
                    <a:pt x="967679" y="1430742"/>
                  </a:lnTo>
                  <a:lnTo>
                    <a:pt x="967019" y="1430742"/>
                  </a:lnTo>
                  <a:lnTo>
                    <a:pt x="966358" y="1430742"/>
                  </a:lnTo>
                  <a:lnTo>
                    <a:pt x="965697" y="1430742"/>
                  </a:lnTo>
                  <a:lnTo>
                    <a:pt x="965037" y="1430742"/>
                  </a:lnTo>
                  <a:lnTo>
                    <a:pt x="964376" y="1430742"/>
                  </a:lnTo>
                  <a:lnTo>
                    <a:pt x="963716" y="1430742"/>
                  </a:lnTo>
                  <a:lnTo>
                    <a:pt x="963055" y="1430742"/>
                  </a:lnTo>
                  <a:lnTo>
                    <a:pt x="962395" y="1430742"/>
                  </a:lnTo>
                  <a:lnTo>
                    <a:pt x="961734" y="1430742"/>
                  </a:lnTo>
                  <a:lnTo>
                    <a:pt x="961074" y="1430742"/>
                  </a:lnTo>
                  <a:lnTo>
                    <a:pt x="960413" y="1430742"/>
                  </a:lnTo>
                  <a:lnTo>
                    <a:pt x="959753" y="1430742"/>
                  </a:lnTo>
                  <a:lnTo>
                    <a:pt x="959092" y="1430742"/>
                  </a:lnTo>
                  <a:lnTo>
                    <a:pt x="958432" y="1430742"/>
                  </a:lnTo>
                  <a:lnTo>
                    <a:pt x="957771" y="1430742"/>
                  </a:lnTo>
                  <a:lnTo>
                    <a:pt x="957111" y="1430742"/>
                  </a:lnTo>
                  <a:lnTo>
                    <a:pt x="956450" y="1430742"/>
                  </a:lnTo>
                  <a:lnTo>
                    <a:pt x="955789" y="1430742"/>
                  </a:lnTo>
                  <a:lnTo>
                    <a:pt x="955129" y="1430742"/>
                  </a:lnTo>
                  <a:lnTo>
                    <a:pt x="954468" y="1430742"/>
                  </a:lnTo>
                  <a:lnTo>
                    <a:pt x="953808" y="1430742"/>
                  </a:lnTo>
                  <a:lnTo>
                    <a:pt x="953147" y="1430742"/>
                  </a:lnTo>
                  <a:lnTo>
                    <a:pt x="952487" y="1430742"/>
                  </a:lnTo>
                  <a:lnTo>
                    <a:pt x="951826" y="1430742"/>
                  </a:lnTo>
                  <a:lnTo>
                    <a:pt x="951166" y="1430742"/>
                  </a:lnTo>
                  <a:lnTo>
                    <a:pt x="950505" y="1430742"/>
                  </a:lnTo>
                  <a:lnTo>
                    <a:pt x="949845" y="1430742"/>
                  </a:lnTo>
                  <a:lnTo>
                    <a:pt x="949184" y="1430742"/>
                  </a:lnTo>
                  <a:lnTo>
                    <a:pt x="948524" y="1430742"/>
                  </a:lnTo>
                  <a:lnTo>
                    <a:pt x="947863" y="1430742"/>
                  </a:lnTo>
                  <a:lnTo>
                    <a:pt x="947203" y="1430742"/>
                  </a:lnTo>
                  <a:lnTo>
                    <a:pt x="946542" y="1430742"/>
                  </a:lnTo>
                  <a:lnTo>
                    <a:pt x="945881" y="1430742"/>
                  </a:lnTo>
                  <a:lnTo>
                    <a:pt x="945221" y="1430742"/>
                  </a:lnTo>
                  <a:lnTo>
                    <a:pt x="944560" y="1430742"/>
                  </a:lnTo>
                  <a:lnTo>
                    <a:pt x="943900" y="1430742"/>
                  </a:lnTo>
                  <a:lnTo>
                    <a:pt x="943239" y="1430742"/>
                  </a:lnTo>
                  <a:lnTo>
                    <a:pt x="942579" y="1430742"/>
                  </a:lnTo>
                  <a:lnTo>
                    <a:pt x="941918" y="1430742"/>
                  </a:lnTo>
                  <a:lnTo>
                    <a:pt x="941258" y="1430742"/>
                  </a:lnTo>
                  <a:lnTo>
                    <a:pt x="940597" y="1430742"/>
                  </a:lnTo>
                  <a:lnTo>
                    <a:pt x="939937" y="1430742"/>
                  </a:lnTo>
                  <a:lnTo>
                    <a:pt x="939276" y="1430742"/>
                  </a:lnTo>
                  <a:lnTo>
                    <a:pt x="938616" y="1430742"/>
                  </a:lnTo>
                  <a:lnTo>
                    <a:pt x="937955" y="1430742"/>
                  </a:lnTo>
                  <a:lnTo>
                    <a:pt x="937295" y="1430742"/>
                  </a:lnTo>
                  <a:lnTo>
                    <a:pt x="936634" y="1430742"/>
                  </a:lnTo>
                  <a:lnTo>
                    <a:pt x="935973" y="1430742"/>
                  </a:lnTo>
                  <a:lnTo>
                    <a:pt x="935313" y="1430742"/>
                  </a:lnTo>
                  <a:lnTo>
                    <a:pt x="934652" y="1430742"/>
                  </a:lnTo>
                  <a:lnTo>
                    <a:pt x="933992" y="1430742"/>
                  </a:lnTo>
                  <a:lnTo>
                    <a:pt x="933331" y="1430742"/>
                  </a:lnTo>
                  <a:lnTo>
                    <a:pt x="932671" y="1430742"/>
                  </a:lnTo>
                  <a:lnTo>
                    <a:pt x="932010" y="1430742"/>
                  </a:lnTo>
                  <a:lnTo>
                    <a:pt x="931350" y="1430742"/>
                  </a:lnTo>
                  <a:lnTo>
                    <a:pt x="930689" y="1430742"/>
                  </a:lnTo>
                  <a:lnTo>
                    <a:pt x="930029" y="1430742"/>
                  </a:lnTo>
                  <a:lnTo>
                    <a:pt x="929368" y="1430742"/>
                  </a:lnTo>
                  <a:lnTo>
                    <a:pt x="928708" y="1430742"/>
                  </a:lnTo>
                  <a:lnTo>
                    <a:pt x="928047" y="1430742"/>
                  </a:lnTo>
                  <a:lnTo>
                    <a:pt x="927387" y="1430742"/>
                  </a:lnTo>
                  <a:lnTo>
                    <a:pt x="926726" y="1430742"/>
                  </a:lnTo>
                  <a:lnTo>
                    <a:pt x="926066" y="1430742"/>
                  </a:lnTo>
                  <a:lnTo>
                    <a:pt x="925405" y="1430742"/>
                  </a:lnTo>
                  <a:lnTo>
                    <a:pt x="924744" y="1430742"/>
                  </a:lnTo>
                  <a:lnTo>
                    <a:pt x="924084" y="1430742"/>
                  </a:lnTo>
                  <a:lnTo>
                    <a:pt x="923423" y="1430742"/>
                  </a:lnTo>
                  <a:lnTo>
                    <a:pt x="922763" y="1430742"/>
                  </a:lnTo>
                  <a:lnTo>
                    <a:pt x="922102" y="1430742"/>
                  </a:lnTo>
                  <a:lnTo>
                    <a:pt x="921442" y="1430742"/>
                  </a:lnTo>
                  <a:lnTo>
                    <a:pt x="920781" y="1430742"/>
                  </a:lnTo>
                  <a:lnTo>
                    <a:pt x="920121" y="1430742"/>
                  </a:lnTo>
                  <a:lnTo>
                    <a:pt x="919460" y="1430742"/>
                  </a:lnTo>
                  <a:lnTo>
                    <a:pt x="918800" y="1430742"/>
                  </a:lnTo>
                  <a:lnTo>
                    <a:pt x="918139" y="1430742"/>
                  </a:lnTo>
                  <a:lnTo>
                    <a:pt x="917479" y="1430742"/>
                  </a:lnTo>
                  <a:lnTo>
                    <a:pt x="916818" y="1430742"/>
                  </a:lnTo>
                  <a:lnTo>
                    <a:pt x="916158" y="1430742"/>
                  </a:lnTo>
                  <a:lnTo>
                    <a:pt x="915497" y="1430742"/>
                  </a:lnTo>
                  <a:lnTo>
                    <a:pt x="914836" y="1430742"/>
                  </a:lnTo>
                  <a:lnTo>
                    <a:pt x="914176" y="1430742"/>
                  </a:lnTo>
                  <a:lnTo>
                    <a:pt x="913515" y="1430742"/>
                  </a:lnTo>
                  <a:lnTo>
                    <a:pt x="912855" y="1430742"/>
                  </a:lnTo>
                  <a:lnTo>
                    <a:pt x="912194" y="1430742"/>
                  </a:lnTo>
                  <a:lnTo>
                    <a:pt x="911534" y="1430742"/>
                  </a:lnTo>
                  <a:lnTo>
                    <a:pt x="910873" y="1430742"/>
                  </a:lnTo>
                  <a:lnTo>
                    <a:pt x="910213" y="1430742"/>
                  </a:lnTo>
                  <a:lnTo>
                    <a:pt x="909552" y="1430742"/>
                  </a:lnTo>
                  <a:lnTo>
                    <a:pt x="908892" y="1430742"/>
                  </a:lnTo>
                  <a:lnTo>
                    <a:pt x="908231" y="1430742"/>
                  </a:lnTo>
                  <a:lnTo>
                    <a:pt x="907571" y="1430742"/>
                  </a:lnTo>
                  <a:lnTo>
                    <a:pt x="906910" y="1430742"/>
                  </a:lnTo>
                  <a:lnTo>
                    <a:pt x="906250" y="1430742"/>
                  </a:lnTo>
                  <a:lnTo>
                    <a:pt x="905589" y="1430742"/>
                  </a:lnTo>
                  <a:lnTo>
                    <a:pt x="904928" y="1430742"/>
                  </a:lnTo>
                  <a:lnTo>
                    <a:pt x="904268" y="1430742"/>
                  </a:lnTo>
                  <a:lnTo>
                    <a:pt x="903607" y="1430742"/>
                  </a:lnTo>
                  <a:lnTo>
                    <a:pt x="902947" y="1430742"/>
                  </a:lnTo>
                  <a:lnTo>
                    <a:pt x="902286" y="1430742"/>
                  </a:lnTo>
                  <a:lnTo>
                    <a:pt x="901626" y="1430742"/>
                  </a:lnTo>
                  <a:lnTo>
                    <a:pt x="900965" y="1430742"/>
                  </a:lnTo>
                  <a:lnTo>
                    <a:pt x="900305" y="1430742"/>
                  </a:lnTo>
                  <a:lnTo>
                    <a:pt x="899644" y="1430742"/>
                  </a:lnTo>
                  <a:lnTo>
                    <a:pt x="898984" y="1430742"/>
                  </a:lnTo>
                  <a:lnTo>
                    <a:pt x="898323" y="1430742"/>
                  </a:lnTo>
                  <a:lnTo>
                    <a:pt x="897663" y="1430742"/>
                  </a:lnTo>
                  <a:lnTo>
                    <a:pt x="897002" y="1430742"/>
                  </a:lnTo>
                  <a:lnTo>
                    <a:pt x="896342" y="1430742"/>
                  </a:lnTo>
                  <a:lnTo>
                    <a:pt x="895681" y="1430742"/>
                  </a:lnTo>
                  <a:lnTo>
                    <a:pt x="895021" y="1430742"/>
                  </a:lnTo>
                  <a:lnTo>
                    <a:pt x="894360" y="1430742"/>
                  </a:lnTo>
                  <a:lnTo>
                    <a:pt x="893699" y="1430742"/>
                  </a:lnTo>
                  <a:lnTo>
                    <a:pt x="893039" y="1430742"/>
                  </a:lnTo>
                  <a:lnTo>
                    <a:pt x="892378" y="1430742"/>
                  </a:lnTo>
                  <a:lnTo>
                    <a:pt x="891718" y="1430742"/>
                  </a:lnTo>
                  <a:lnTo>
                    <a:pt x="891057" y="1430742"/>
                  </a:lnTo>
                  <a:lnTo>
                    <a:pt x="890397" y="1430742"/>
                  </a:lnTo>
                  <a:lnTo>
                    <a:pt x="889736" y="1430742"/>
                  </a:lnTo>
                  <a:lnTo>
                    <a:pt x="889076" y="1430742"/>
                  </a:lnTo>
                  <a:lnTo>
                    <a:pt x="888415" y="1430742"/>
                  </a:lnTo>
                  <a:lnTo>
                    <a:pt x="887755" y="1430742"/>
                  </a:lnTo>
                  <a:lnTo>
                    <a:pt x="887094" y="1430742"/>
                  </a:lnTo>
                  <a:lnTo>
                    <a:pt x="886434" y="1430742"/>
                  </a:lnTo>
                  <a:lnTo>
                    <a:pt x="885773" y="1430742"/>
                  </a:lnTo>
                  <a:lnTo>
                    <a:pt x="885113" y="1430742"/>
                  </a:lnTo>
                  <a:lnTo>
                    <a:pt x="884452" y="1430742"/>
                  </a:lnTo>
                  <a:lnTo>
                    <a:pt x="883791" y="1430742"/>
                  </a:lnTo>
                  <a:lnTo>
                    <a:pt x="883131" y="1430742"/>
                  </a:lnTo>
                  <a:lnTo>
                    <a:pt x="882470" y="1430742"/>
                  </a:lnTo>
                  <a:lnTo>
                    <a:pt x="881810" y="1430742"/>
                  </a:lnTo>
                  <a:lnTo>
                    <a:pt x="881149" y="1430742"/>
                  </a:lnTo>
                  <a:lnTo>
                    <a:pt x="880489" y="1430742"/>
                  </a:lnTo>
                  <a:lnTo>
                    <a:pt x="879828" y="1430742"/>
                  </a:lnTo>
                  <a:lnTo>
                    <a:pt x="879168" y="1430742"/>
                  </a:lnTo>
                  <a:lnTo>
                    <a:pt x="878507" y="1430742"/>
                  </a:lnTo>
                  <a:lnTo>
                    <a:pt x="877847" y="1430742"/>
                  </a:lnTo>
                  <a:lnTo>
                    <a:pt x="877186" y="1430742"/>
                  </a:lnTo>
                  <a:lnTo>
                    <a:pt x="876526" y="1430742"/>
                  </a:lnTo>
                  <a:lnTo>
                    <a:pt x="875865" y="1430742"/>
                  </a:lnTo>
                  <a:lnTo>
                    <a:pt x="875205" y="1430742"/>
                  </a:lnTo>
                  <a:lnTo>
                    <a:pt x="874544" y="1430742"/>
                  </a:lnTo>
                  <a:lnTo>
                    <a:pt x="873883" y="1430742"/>
                  </a:lnTo>
                  <a:lnTo>
                    <a:pt x="873223" y="1430742"/>
                  </a:lnTo>
                  <a:lnTo>
                    <a:pt x="872562" y="1430742"/>
                  </a:lnTo>
                  <a:lnTo>
                    <a:pt x="871902" y="1430742"/>
                  </a:lnTo>
                  <a:lnTo>
                    <a:pt x="871241" y="1430742"/>
                  </a:lnTo>
                  <a:lnTo>
                    <a:pt x="870581" y="1430742"/>
                  </a:lnTo>
                  <a:lnTo>
                    <a:pt x="869920" y="1430742"/>
                  </a:lnTo>
                  <a:lnTo>
                    <a:pt x="869260" y="1430742"/>
                  </a:lnTo>
                  <a:lnTo>
                    <a:pt x="868599" y="1430742"/>
                  </a:lnTo>
                  <a:lnTo>
                    <a:pt x="867939" y="1430742"/>
                  </a:lnTo>
                  <a:lnTo>
                    <a:pt x="867278" y="1430742"/>
                  </a:lnTo>
                  <a:lnTo>
                    <a:pt x="866618" y="1430742"/>
                  </a:lnTo>
                  <a:lnTo>
                    <a:pt x="865957" y="1430742"/>
                  </a:lnTo>
                  <a:lnTo>
                    <a:pt x="865297" y="1430742"/>
                  </a:lnTo>
                  <a:lnTo>
                    <a:pt x="864636" y="1430742"/>
                  </a:lnTo>
                  <a:lnTo>
                    <a:pt x="863975" y="1430742"/>
                  </a:lnTo>
                  <a:lnTo>
                    <a:pt x="863315" y="1430742"/>
                  </a:lnTo>
                  <a:lnTo>
                    <a:pt x="862654" y="1430742"/>
                  </a:lnTo>
                  <a:lnTo>
                    <a:pt x="861994" y="1430742"/>
                  </a:lnTo>
                  <a:lnTo>
                    <a:pt x="861333" y="1430742"/>
                  </a:lnTo>
                  <a:lnTo>
                    <a:pt x="860673" y="1430742"/>
                  </a:lnTo>
                  <a:lnTo>
                    <a:pt x="860012" y="1430742"/>
                  </a:lnTo>
                  <a:lnTo>
                    <a:pt x="859352" y="1430742"/>
                  </a:lnTo>
                  <a:lnTo>
                    <a:pt x="858691" y="1430742"/>
                  </a:lnTo>
                  <a:lnTo>
                    <a:pt x="858031" y="1430742"/>
                  </a:lnTo>
                  <a:lnTo>
                    <a:pt x="857370" y="1430742"/>
                  </a:lnTo>
                  <a:lnTo>
                    <a:pt x="856710" y="1430742"/>
                  </a:lnTo>
                  <a:lnTo>
                    <a:pt x="856049" y="1430742"/>
                  </a:lnTo>
                  <a:lnTo>
                    <a:pt x="855389" y="1430742"/>
                  </a:lnTo>
                  <a:lnTo>
                    <a:pt x="854728" y="1430742"/>
                  </a:lnTo>
                  <a:lnTo>
                    <a:pt x="854068" y="1430742"/>
                  </a:lnTo>
                  <a:lnTo>
                    <a:pt x="853407" y="1430742"/>
                  </a:lnTo>
                  <a:lnTo>
                    <a:pt x="852746" y="1430742"/>
                  </a:lnTo>
                  <a:lnTo>
                    <a:pt x="852086" y="1430742"/>
                  </a:lnTo>
                  <a:lnTo>
                    <a:pt x="851425" y="1430742"/>
                  </a:lnTo>
                  <a:lnTo>
                    <a:pt x="850765" y="1430742"/>
                  </a:lnTo>
                  <a:lnTo>
                    <a:pt x="850104" y="1430742"/>
                  </a:lnTo>
                  <a:lnTo>
                    <a:pt x="849444" y="1430742"/>
                  </a:lnTo>
                  <a:lnTo>
                    <a:pt x="848783" y="1430742"/>
                  </a:lnTo>
                  <a:lnTo>
                    <a:pt x="848123" y="1430742"/>
                  </a:lnTo>
                  <a:lnTo>
                    <a:pt x="847462" y="1430742"/>
                  </a:lnTo>
                  <a:lnTo>
                    <a:pt x="846802" y="1430742"/>
                  </a:lnTo>
                  <a:lnTo>
                    <a:pt x="846141" y="1430742"/>
                  </a:lnTo>
                  <a:lnTo>
                    <a:pt x="845481" y="1430742"/>
                  </a:lnTo>
                  <a:lnTo>
                    <a:pt x="844820" y="1430742"/>
                  </a:lnTo>
                  <a:lnTo>
                    <a:pt x="844160" y="1430742"/>
                  </a:lnTo>
                  <a:lnTo>
                    <a:pt x="843499" y="1430742"/>
                  </a:lnTo>
                  <a:lnTo>
                    <a:pt x="842838" y="1430742"/>
                  </a:lnTo>
                  <a:lnTo>
                    <a:pt x="842178" y="1430742"/>
                  </a:lnTo>
                  <a:lnTo>
                    <a:pt x="841517" y="1430742"/>
                  </a:lnTo>
                  <a:lnTo>
                    <a:pt x="840857" y="1430742"/>
                  </a:lnTo>
                  <a:lnTo>
                    <a:pt x="840196" y="1430742"/>
                  </a:lnTo>
                  <a:lnTo>
                    <a:pt x="839536" y="1430742"/>
                  </a:lnTo>
                  <a:lnTo>
                    <a:pt x="838875" y="1430742"/>
                  </a:lnTo>
                  <a:lnTo>
                    <a:pt x="838215" y="1430742"/>
                  </a:lnTo>
                  <a:lnTo>
                    <a:pt x="837554" y="1430742"/>
                  </a:lnTo>
                  <a:lnTo>
                    <a:pt x="836894" y="1430742"/>
                  </a:lnTo>
                  <a:lnTo>
                    <a:pt x="836233" y="1430742"/>
                  </a:lnTo>
                  <a:lnTo>
                    <a:pt x="835573" y="1430742"/>
                  </a:lnTo>
                  <a:lnTo>
                    <a:pt x="834912" y="1430742"/>
                  </a:lnTo>
                  <a:lnTo>
                    <a:pt x="834252" y="1430742"/>
                  </a:lnTo>
                  <a:lnTo>
                    <a:pt x="833591" y="1430742"/>
                  </a:lnTo>
                  <a:lnTo>
                    <a:pt x="832930" y="1430742"/>
                  </a:lnTo>
                  <a:lnTo>
                    <a:pt x="832270" y="1430742"/>
                  </a:lnTo>
                  <a:lnTo>
                    <a:pt x="831609" y="1430742"/>
                  </a:lnTo>
                  <a:lnTo>
                    <a:pt x="830949" y="1430742"/>
                  </a:lnTo>
                  <a:lnTo>
                    <a:pt x="830288" y="1430742"/>
                  </a:lnTo>
                  <a:lnTo>
                    <a:pt x="829628" y="1430742"/>
                  </a:lnTo>
                  <a:lnTo>
                    <a:pt x="828967" y="1430742"/>
                  </a:lnTo>
                  <a:lnTo>
                    <a:pt x="828307" y="1430742"/>
                  </a:lnTo>
                  <a:lnTo>
                    <a:pt x="827646" y="1430742"/>
                  </a:lnTo>
                  <a:lnTo>
                    <a:pt x="826986" y="1430742"/>
                  </a:lnTo>
                  <a:lnTo>
                    <a:pt x="826325" y="1430742"/>
                  </a:lnTo>
                  <a:lnTo>
                    <a:pt x="825665" y="1430742"/>
                  </a:lnTo>
                  <a:lnTo>
                    <a:pt x="825004" y="1430742"/>
                  </a:lnTo>
                  <a:lnTo>
                    <a:pt x="824344" y="1430742"/>
                  </a:lnTo>
                  <a:lnTo>
                    <a:pt x="823683" y="1430742"/>
                  </a:lnTo>
                  <a:lnTo>
                    <a:pt x="823023" y="1430742"/>
                  </a:lnTo>
                  <a:lnTo>
                    <a:pt x="822362" y="1430742"/>
                  </a:lnTo>
                  <a:lnTo>
                    <a:pt x="821701" y="1430742"/>
                  </a:lnTo>
                  <a:lnTo>
                    <a:pt x="821041" y="1430742"/>
                  </a:lnTo>
                  <a:lnTo>
                    <a:pt x="820380" y="1430742"/>
                  </a:lnTo>
                  <a:lnTo>
                    <a:pt x="819720" y="1430742"/>
                  </a:lnTo>
                  <a:lnTo>
                    <a:pt x="819059" y="1430742"/>
                  </a:lnTo>
                  <a:lnTo>
                    <a:pt x="818399" y="1430742"/>
                  </a:lnTo>
                  <a:lnTo>
                    <a:pt x="817738" y="1430742"/>
                  </a:lnTo>
                  <a:lnTo>
                    <a:pt x="817078" y="1430742"/>
                  </a:lnTo>
                  <a:lnTo>
                    <a:pt x="816417" y="1430742"/>
                  </a:lnTo>
                  <a:lnTo>
                    <a:pt x="815757" y="1430742"/>
                  </a:lnTo>
                  <a:lnTo>
                    <a:pt x="815096" y="1430742"/>
                  </a:lnTo>
                  <a:lnTo>
                    <a:pt x="814436" y="1430742"/>
                  </a:lnTo>
                  <a:lnTo>
                    <a:pt x="813775" y="1430742"/>
                  </a:lnTo>
                  <a:lnTo>
                    <a:pt x="813115" y="1430742"/>
                  </a:lnTo>
                  <a:lnTo>
                    <a:pt x="812454" y="1430742"/>
                  </a:lnTo>
                  <a:lnTo>
                    <a:pt x="811793" y="1430742"/>
                  </a:lnTo>
                  <a:lnTo>
                    <a:pt x="811133" y="1430742"/>
                  </a:lnTo>
                  <a:lnTo>
                    <a:pt x="810472" y="1430742"/>
                  </a:lnTo>
                  <a:lnTo>
                    <a:pt x="809812" y="1430742"/>
                  </a:lnTo>
                  <a:lnTo>
                    <a:pt x="809151" y="1430742"/>
                  </a:lnTo>
                  <a:lnTo>
                    <a:pt x="808491" y="1430742"/>
                  </a:lnTo>
                  <a:lnTo>
                    <a:pt x="807830" y="1430742"/>
                  </a:lnTo>
                  <a:lnTo>
                    <a:pt x="807170" y="1430742"/>
                  </a:lnTo>
                  <a:lnTo>
                    <a:pt x="806509" y="1430742"/>
                  </a:lnTo>
                  <a:lnTo>
                    <a:pt x="805849" y="1430742"/>
                  </a:lnTo>
                  <a:lnTo>
                    <a:pt x="805188" y="1430742"/>
                  </a:lnTo>
                  <a:lnTo>
                    <a:pt x="804528" y="1430742"/>
                  </a:lnTo>
                  <a:lnTo>
                    <a:pt x="803867" y="1430742"/>
                  </a:lnTo>
                  <a:lnTo>
                    <a:pt x="803207" y="1430742"/>
                  </a:lnTo>
                  <a:lnTo>
                    <a:pt x="802546" y="1430742"/>
                  </a:lnTo>
                  <a:lnTo>
                    <a:pt x="801885" y="1430742"/>
                  </a:lnTo>
                  <a:lnTo>
                    <a:pt x="801225" y="1430742"/>
                  </a:lnTo>
                  <a:lnTo>
                    <a:pt x="800564" y="1430742"/>
                  </a:lnTo>
                  <a:lnTo>
                    <a:pt x="799904" y="1430742"/>
                  </a:lnTo>
                  <a:lnTo>
                    <a:pt x="799243" y="1430742"/>
                  </a:lnTo>
                  <a:lnTo>
                    <a:pt x="798583" y="1430742"/>
                  </a:lnTo>
                  <a:lnTo>
                    <a:pt x="797922" y="1430742"/>
                  </a:lnTo>
                  <a:lnTo>
                    <a:pt x="797262" y="1430742"/>
                  </a:lnTo>
                  <a:lnTo>
                    <a:pt x="796601" y="1430742"/>
                  </a:lnTo>
                  <a:lnTo>
                    <a:pt x="795941" y="1430742"/>
                  </a:lnTo>
                  <a:lnTo>
                    <a:pt x="795280" y="1430742"/>
                  </a:lnTo>
                  <a:lnTo>
                    <a:pt x="794620" y="1430742"/>
                  </a:lnTo>
                  <a:lnTo>
                    <a:pt x="793959" y="1430742"/>
                  </a:lnTo>
                  <a:lnTo>
                    <a:pt x="793299" y="1430742"/>
                  </a:lnTo>
                  <a:lnTo>
                    <a:pt x="792638" y="1430742"/>
                  </a:lnTo>
                  <a:lnTo>
                    <a:pt x="791977" y="1430742"/>
                  </a:lnTo>
                  <a:lnTo>
                    <a:pt x="791317" y="1430742"/>
                  </a:lnTo>
                  <a:lnTo>
                    <a:pt x="790656" y="1430742"/>
                  </a:lnTo>
                  <a:lnTo>
                    <a:pt x="789996" y="1430742"/>
                  </a:lnTo>
                  <a:lnTo>
                    <a:pt x="789335" y="1430742"/>
                  </a:lnTo>
                  <a:lnTo>
                    <a:pt x="788675" y="1430742"/>
                  </a:lnTo>
                  <a:lnTo>
                    <a:pt x="788014" y="1430742"/>
                  </a:lnTo>
                  <a:lnTo>
                    <a:pt x="787354" y="1430742"/>
                  </a:lnTo>
                  <a:lnTo>
                    <a:pt x="786693" y="1430742"/>
                  </a:lnTo>
                  <a:lnTo>
                    <a:pt x="786033" y="1430742"/>
                  </a:lnTo>
                  <a:lnTo>
                    <a:pt x="785372" y="1430742"/>
                  </a:lnTo>
                  <a:lnTo>
                    <a:pt x="784712" y="1430742"/>
                  </a:lnTo>
                  <a:lnTo>
                    <a:pt x="784051" y="1430742"/>
                  </a:lnTo>
                  <a:lnTo>
                    <a:pt x="783391" y="1430742"/>
                  </a:lnTo>
                  <a:lnTo>
                    <a:pt x="782730" y="1430742"/>
                  </a:lnTo>
                  <a:lnTo>
                    <a:pt x="782070" y="1430742"/>
                  </a:lnTo>
                  <a:lnTo>
                    <a:pt x="781409" y="1430742"/>
                  </a:lnTo>
                  <a:lnTo>
                    <a:pt x="780748" y="1430742"/>
                  </a:lnTo>
                  <a:lnTo>
                    <a:pt x="780088" y="1430742"/>
                  </a:lnTo>
                  <a:lnTo>
                    <a:pt x="779427" y="1430742"/>
                  </a:lnTo>
                  <a:lnTo>
                    <a:pt x="778767" y="1430742"/>
                  </a:lnTo>
                  <a:lnTo>
                    <a:pt x="778106" y="1430742"/>
                  </a:lnTo>
                  <a:lnTo>
                    <a:pt x="777446" y="1430742"/>
                  </a:lnTo>
                  <a:lnTo>
                    <a:pt x="776785" y="1430742"/>
                  </a:lnTo>
                  <a:lnTo>
                    <a:pt x="776125" y="1430742"/>
                  </a:lnTo>
                  <a:lnTo>
                    <a:pt x="775464" y="1430742"/>
                  </a:lnTo>
                  <a:lnTo>
                    <a:pt x="774804" y="1430742"/>
                  </a:lnTo>
                  <a:lnTo>
                    <a:pt x="774143" y="1430742"/>
                  </a:lnTo>
                  <a:lnTo>
                    <a:pt x="773483" y="1430742"/>
                  </a:lnTo>
                  <a:lnTo>
                    <a:pt x="772822" y="1430742"/>
                  </a:lnTo>
                  <a:lnTo>
                    <a:pt x="772162" y="1430742"/>
                  </a:lnTo>
                  <a:lnTo>
                    <a:pt x="771501" y="1430742"/>
                  </a:lnTo>
                  <a:lnTo>
                    <a:pt x="770840" y="1430742"/>
                  </a:lnTo>
                  <a:lnTo>
                    <a:pt x="770180" y="1430742"/>
                  </a:lnTo>
                  <a:lnTo>
                    <a:pt x="769519" y="1430742"/>
                  </a:lnTo>
                  <a:lnTo>
                    <a:pt x="768859" y="1430742"/>
                  </a:lnTo>
                  <a:lnTo>
                    <a:pt x="768198" y="1430742"/>
                  </a:lnTo>
                  <a:lnTo>
                    <a:pt x="767538" y="1430742"/>
                  </a:lnTo>
                  <a:lnTo>
                    <a:pt x="766877" y="1430742"/>
                  </a:lnTo>
                  <a:lnTo>
                    <a:pt x="766217" y="1430742"/>
                  </a:lnTo>
                  <a:lnTo>
                    <a:pt x="765556" y="1430742"/>
                  </a:lnTo>
                  <a:lnTo>
                    <a:pt x="764896" y="1430742"/>
                  </a:lnTo>
                  <a:lnTo>
                    <a:pt x="764235" y="1430742"/>
                  </a:lnTo>
                  <a:lnTo>
                    <a:pt x="763575" y="1430742"/>
                  </a:lnTo>
                  <a:lnTo>
                    <a:pt x="762914" y="1430742"/>
                  </a:lnTo>
                  <a:lnTo>
                    <a:pt x="762254" y="1430742"/>
                  </a:lnTo>
                  <a:lnTo>
                    <a:pt x="761593" y="1430742"/>
                  </a:lnTo>
                  <a:lnTo>
                    <a:pt x="760932" y="1430742"/>
                  </a:lnTo>
                  <a:lnTo>
                    <a:pt x="760272" y="1430742"/>
                  </a:lnTo>
                  <a:lnTo>
                    <a:pt x="759611" y="1430742"/>
                  </a:lnTo>
                  <a:lnTo>
                    <a:pt x="758951" y="1430742"/>
                  </a:lnTo>
                  <a:lnTo>
                    <a:pt x="758290" y="1430742"/>
                  </a:lnTo>
                  <a:lnTo>
                    <a:pt x="757630" y="1430742"/>
                  </a:lnTo>
                  <a:lnTo>
                    <a:pt x="756969" y="1430742"/>
                  </a:lnTo>
                  <a:lnTo>
                    <a:pt x="756309" y="1430742"/>
                  </a:lnTo>
                  <a:lnTo>
                    <a:pt x="755648" y="1430742"/>
                  </a:lnTo>
                  <a:lnTo>
                    <a:pt x="754988" y="1430742"/>
                  </a:lnTo>
                  <a:lnTo>
                    <a:pt x="754327" y="1430742"/>
                  </a:lnTo>
                  <a:lnTo>
                    <a:pt x="753667" y="1430742"/>
                  </a:lnTo>
                  <a:lnTo>
                    <a:pt x="753006" y="1430742"/>
                  </a:lnTo>
                  <a:lnTo>
                    <a:pt x="752346" y="1430742"/>
                  </a:lnTo>
                  <a:lnTo>
                    <a:pt x="751685" y="1430742"/>
                  </a:lnTo>
                  <a:lnTo>
                    <a:pt x="751025" y="1430742"/>
                  </a:lnTo>
                  <a:lnTo>
                    <a:pt x="750364" y="1430742"/>
                  </a:lnTo>
                  <a:lnTo>
                    <a:pt x="749703" y="1430742"/>
                  </a:lnTo>
                  <a:lnTo>
                    <a:pt x="749043" y="1430742"/>
                  </a:lnTo>
                  <a:lnTo>
                    <a:pt x="748382" y="1430742"/>
                  </a:lnTo>
                  <a:lnTo>
                    <a:pt x="747722" y="1430742"/>
                  </a:lnTo>
                  <a:lnTo>
                    <a:pt x="747061" y="1430742"/>
                  </a:lnTo>
                  <a:lnTo>
                    <a:pt x="746401" y="1430742"/>
                  </a:lnTo>
                  <a:lnTo>
                    <a:pt x="745740" y="1430742"/>
                  </a:lnTo>
                  <a:lnTo>
                    <a:pt x="745080" y="1430742"/>
                  </a:lnTo>
                  <a:lnTo>
                    <a:pt x="744419" y="1430742"/>
                  </a:lnTo>
                  <a:lnTo>
                    <a:pt x="743759" y="1430742"/>
                  </a:lnTo>
                  <a:lnTo>
                    <a:pt x="743098" y="1430742"/>
                  </a:lnTo>
                  <a:lnTo>
                    <a:pt x="742438" y="1430742"/>
                  </a:lnTo>
                  <a:lnTo>
                    <a:pt x="741777" y="1430742"/>
                  </a:lnTo>
                  <a:lnTo>
                    <a:pt x="741117" y="1430742"/>
                  </a:lnTo>
                  <a:lnTo>
                    <a:pt x="740456" y="1430742"/>
                  </a:lnTo>
                  <a:lnTo>
                    <a:pt x="739795" y="1430742"/>
                  </a:lnTo>
                  <a:lnTo>
                    <a:pt x="739135" y="1430742"/>
                  </a:lnTo>
                  <a:lnTo>
                    <a:pt x="738474" y="1430742"/>
                  </a:lnTo>
                  <a:lnTo>
                    <a:pt x="737814" y="1430742"/>
                  </a:lnTo>
                  <a:lnTo>
                    <a:pt x="737153" y="1430742"/>
                  </a:lnTo>
                  <a:lnTo>
                    <a:pt x="736493" y="1430742"/>
                  </a:lnTo>
                  <a:lnTo>
                    <a:pt x="735832" y="1430742"/>
                  </a:lnTo>
                  <a:lnTo>
                    <a:pt x="735172" y="1430742"/>
                  </a:lnTo>
                  <a:lnTo>
                    <a:pt x="734511" y="1430742"/>
                  </a:lnTo>
                  <a:lnTo>
                    <a:pt x="733851" y="1430742"/>
                  </a:lnTo>
                  <a:lnTo>
                    <a:pt x="733190" y="1430742"/>
                  </a:lnTo>
                  <a:lnTo>
                    <a:pt x="732530" y="1430742"/>
                  </a:lnTo>
                  <a:lnTo>
                    <a:pt x="731869" y="1430742"/>
                  </a:lnTo>
                  <a:lnTo>
                    <a:pt x="731209" y="1430742"/>
                  </a:lnTo>
                  <a:lnTo>
                    <a:pt x="730548" y="1430742"/>
                  </a:lnTo>
                  <a:lnTo>
                    <a:pt x="729887" y="1430742"/>
                  </a:lnTo>
                  <a:lnTo>
                    <a:pt x="729227" y="1430742"/>
                  </a:lnTo>
                  <a:lnTo>
                    <a:pt x="728566" y="1430742"/>
                  </a:lnTo>
                  <a:lnTo>
                    <a:pt x="727906" y="1430742"/>
                  </a:lnTo>
                  <a:lnTo>
                    <a:pt x="727245" y="1430742"/>
                  </a:lnTo>
                  <a:lnTo>
                    <a:pt x="726585" y="1430742"/>
                  </a:lnTo>
                  <a:lnTo>
                    <a:pt x="725924" y="1430742"/>
                  </a:lnTo>
                  <a:lnTo>
                    <a:pt x="725264" y="1430742"/>
                  </a:lnTo>
                  <a:lnTo>
                    <a:pt x="724603" y="1430742"/>
                  </a:lnTo>
                  <a:lnTo>
                    <a:pt x="723943" y="1430742"/>
                  </a:lnTo>
                  <a:lnTo>
                    <a:pt x="723282" y="1430742"/>
                  </a:lnTo>
                  <a:lnTo>
                    <a:pt x="722622" y="1430742"/>
                  </a:lnTo>
                  <a:lnTo>
                    <a:pt x="721961" y="1430742"/>
                  </a:lnTo>
                  <a:lnTo>
                    <a:pt x="721301" y="1430742"/>
                  </a:lnTo>
                  <a:lnTo>
                    <a:pt x="720640" y="1430742"/>
                  </a:lnTo>
                  <a:lnTo>
                    <a:pt x="719979" y="1430742"/>
                  </a:lnTo>
                  <a:lnTo>
                    <a:pt x="719319" y="1430742"/>
                  </a:lnTo>
                  <a:lnTo>
                    <a:pt x="718658" y="1430742"/>
                  </a:lnTo>
                  <a:lnTo>
                    <a:pt x="717998" y="1430742"/>
                  </a:lnTo>
                  <a:lnTo>
                    <a:pt x="717337" y="1430742"/>
                  </a:lnTo>
                  <a:lnTo>
                    <a:pt x="716677" y="1430742"/>
                  </a:lnTo>
                  <a:lnTo>
                    <a:pt x="716016" y="1430742"/>
                  </a:lnTo>
                  <a:lnTo>
                    <a:pt x="715356" y="1430742"/>
                  </a:lnTo>
                  <a:lnTo>
                    <a:pt x="714695" y="1430742"/>
                  </a:lnTo>
                  <a:lnTo>
                    <a:pt x="714035" y="1430742"/>
                  </a:lnTo>
                  <a:lnTo>
                    <a:pt x="713374" y="1430742"/>
                  </a:lnTo>
                  <a:lnTo>
                    <a:pt x="712714" y="1430742"/>
                  </a:lnTo>
                  <a:lnTo>
                    <a:pt x="712053" y="1430742"/>
                  </a:lnTo>
                  <a:lnTo>
                    <a:pt x="711393" y="1430742"/>
                  </a:lnTo>
                  <a:lnTo>
                    <a:pt x="710732" y="1430742"/>
                  </a:lnTo>
                  <a:lnTo>
                    <a:pt x="710072" y="1430742"/>
                  </a:lnTo>
                  <a:lnTo>
                    <a:pt x="709411" y="1430742"/>
                  </a:lnTo>
                  <a:lnTo>
                    <a:pt x="708750" y="1430742"/>
                  </a:lnTo>
                  <a:lnTo>
                    <a:pt x="708090" y="1430742"/>
                  </a:lnTo>
                  <a:lnTo>
                    <a:pt x="707429" y="1430742"/>
                  </a:lnTo>
                  <a:lnTo>
                    <a:pt x="706769" y="1430742"/>
                  </a:lnTo>
                  <a:lnTo>
                    <a:pt x="706108" y="1430742"/>
                  </a:lnTo>
                  <a:lnTo>
                    <a:pt x="705448" y="1430742"/>
                  </a:lnTo>
                  <a:lnTo>
                    <a:pt x="704787" y="1430742"/>
                  </a:lnTo>
                  <a:lnTo>
                    <a:pt x="704127" y="1430742"/>
                  </a:lnTo>
                  <a:lnTo>
                    <a:pt x="703466" y="1430742"/>
                  </a:lnTo>
                  <a:lnTo>
                    <a:pt x="702806" y="1430742"/>
                  </a:lnTo>
                  <a:lnTo>
                    <a:pt x="702145" y="1430742"/>
                  </a:lnTo>
                  <a:lnTo>
                    <a:pt x="701485" y="1430742"/>
                  </a:lnTo>
                  <a:lnTo>
                    <a:pt x="700824" y="1430742"/>
                  </a:lnTo>
                  <a:lnTo>
                    <a:pt x="700164" y="1430742"/>
                  </a:lnTo>
                  <a:lnTo>
                    <a:pt x="699503" y="1430742"/>
                  </a:lnTo>
                  <a:lnTo>
                    <a:pt x="698842" y="1430742"/>
                  </a:lnTo>
                  <a:lnTo>
                    <a:pt x="698182" y="1430742"/>
                  </a:lnTo>
                  <a:lnTo>
                    <a:pt x="697521" y="1430742"/>
                  </a:lnTo>
                  <a:lnTo>
                    <a:pt x="696861" y="1430742"/>
                  </a:lnTo>
                  <a:lnTo>
                    <a:pt x="696200" y="1430742"/>
                  </a:lnTo>
                  <a:lnTo>
                    <a:pt x="695540" y="1430742"/>
                  </a:lnTo>
                  <a:lnTo>
                    <a:pt x="694879" y="1430742"/>
                  </a:lnTo>
                  <a:lnTo>
                    <a:pt x="694219" y="1430742"/>
                  </a:lnTo>
                  <a:lnTo>
                    <a:pt x="693558" y="1430742"/>
                  </a:lnTo>
                  <a:lnTo>
                    <a:pt x="692898" y="1430742"/>
                  </a:lnTo>
                  <a:lnTo>
                    <a:pt x="692237" y="1430742"/>
                  </a:lnTo>
                  <a:lnTo>
                    <a:pt x="691577" y="1430742"/>
                  </a:lnTo>
                  <a:lnTo>
                    <a:pt x="690916" y="1430742"/>
                  </a:lnTo>
                  <a:lnTo>
                    <a:pt x="690256" y="1430742"/>
                  </a:lnTo>
                  <a:lnTo>
                    <a:pt x="689595" y="1430742"/>
                  </a:lnTo>
                  <a:lnTo>
                    <a:pt x="688934" y="1430742"/>
                  </a:lnTo>
                  <a:lnTo>
                    <a:pt x="688274" y="1430742"/>
                  </a:lnTo>
                  <a:lnTo>
                    <a:pt x="687613" y="1430742"/>
                  </a:lnTo>
                  <a:lnTo>
                    <a:pt x="686953" y="1430742"/>
                  </a:lnTo>
                  <a:lnTo>
                    <a:pt x="686292" y="1430742"/>
                  </a:lnTo>
                  <a:lnTo>
                    <a:pt x="685632" y="1430742"/>
                  </a:lnTo>
                  <a:lnTo>
                    <a:pt x="684971" y="1430742"/>
                  </a:lnTo>
                  <a:lnTo>
                    <a:pt x="684311" y="1430742"/>
                  </a:lnTo>
                  <a:lnTo>
                    <a:pt x="683650" y="1430742"/>
                  </a:lnTo>
                  <a:lnTo>
                    <a:pt x="682990" y="1430742"/>
                  </a:lnTo>
                  <a:lnTo>
                    <a:pt x="682329" y="1430742"/>
                  </a:lnTo>
                  <a:lnTo>
                    <a:pt x="681669" y="1430742"/>
                  </a:lnTo>
                  <a:lnTo>
                    <a:pt x="681008" y="1430742"/>
                  </a:lnTo>
                  <a:lnTo>
                    <a:pt x="680348" y="1430742"/>
                  </a:lnTo>
                  <a:lnTo>
                    <a:pt x="679687" y="1430742"/>
                  </a:lnTo>
                  <a:lnTo>
                    <a:pt x="679027" y="1430742"/>
                  </a:lnTo>
                  <a:lnTo>
                    <a:pt x="678366" y="1430742"/>
                  </a:lnTo>
                  <a:lnTo>
                    <a:pt x="677705" y="1430742"/>
                  </a:lnTo>
                  <a:lnTo>
                    <a:pt x="677045" y="1430742"/>
                  </a:lnTo>
                  <a:lnTo>
                    <a:pt x="676384" y="1430742"/>
                  </a:lnTo>
                  <a:lnTo>
                    <a:pt x="675724" y="1430742"/>
                  </a:lnTo>
                  <a:lnTo>
                    <a:pt x="675063" y="1430742"/>
                  </a:lnTo>
                  <a:lnTo>
                    <a:pt x="674403" y="1430742"/>
                  </a:lnTo>
                  <a:lnTo>
                    <a:pt x="673742" y="1430742"/>
                  </a:lnTo>
                  <a:lnTo>
                    <a:pt x="673082" y="1430742"/>
                  </a:lnTo>
                  <a:lnTo>
                    <a:pt x="672421" y="1430742"/>
                  </a:lnTo>
                  <a:lnTo>
                    <a:pt x="671761" y="1430742"/>
                  </a:lnTo>
                  <a:lnTo>
                    <a:pt x="671100" y="1430742"/>
                  </a:lnTo>
                  <a:lnTo>
                    <a:pt x="670440" y="1430742"/>
                  </a:lnTo>
                  <a:lnTo>
                    <a:pt x="669779" y="1430742"/>
                  </a:lnTo>
                  <a:lnTo>
                    <a:pt x="669119" y="1430742"/>
                  </a:lnTo>
                  <a:lnTo>
                    <a:pt x="668458" y="1430742"/>
                  </a:lnTo>
                  <a:lnTo>
                    <a:pt x="667797" y="1430742"/>
                  </a:lnTo>
                  <a:lnTo>
                    <a:pt x="667137" y="1430742"/>
                  </a:lnTo>
                  <a:lnTo>
                    <a:pt x="666476" y="1430742"/>
                  </a:lnTo>
                  <a:lnTo>
                    <a:pt x="665816" y="1430742"/>
                  </a:lnTo>
                  <a:lnTo>
                    <a:pt x="665155" y="1430742"/>
                  </a:lnTo>
                  <a:lnTo>
                    <a:pt x="664495" y="1430742"/>
                  </a:lnTo>
                  <a:lnTo>
                    <a:pt x="663834" y="1430742"/>
                  </a:lnTo>
                  <a:lnTo>
                    <a:pt x="663174" y="1430742"/>
                  </a:lnTo>
                  <a:lnTo>
                    <a:pt x="662513" y="1430742"/>
                  </a:lnTo>
                  <a:lnTo>
                    <a:pt x="661853" y="1430742"/>
                  </a:lnTo>
                  <a:lnTo>
                    <a:pt x="661192" y="1430742"/>
                  </a:lnTo>
                  <a:lnTo>
                    <a:pt x="660532" y="1430742"/>
                  </a:lnTo>
                  <a:lnTo>
                    <a:pt x="659871" y="1430742"/>
                  </a:lnTo>
                  <a:lnTo>
                    <a:pt x="659211" y="1430742"/>
                  </a:lnTo>
                  <a:lnTo>
                    <a:pt x="658550" y="1430742"/>
                  </a:lnTo>
                  <a:lnTo>
                    <a:pt x="657889" y="1430742"/>
                  </a:lnTo>
                  <a:lnTo>
                    <a:pt x="657229" y="1430742"/>
                  </a:lnTo>
                  <a:lnTo>
                    <a:pt x="656568" y="1430742"/>
                  </a:lnTo>
                  <a:lnTo>
                    <a:pt x="655908" y="1430742"/>
                  </a:lnTo>
                  <a:lnTo>
                    <a:pt x="655247" y="1430742"/>
                  </a:lnTo>
                  <a:lnTo>
                    <a:pt x="654587" y="1430742"/>
                  </a:lnTo>
                  <a:lnTo>
                    <a:pt x="653926" y="1430742"/>
                  </a:lnTo>
                  <a:lnTo>
                    <a:pt x="653266" y="1430742"/>
                  </a:lnTo>
                  <a:lnTo>
                    <a:pt x="652605" y="1430742"/>
                  </a:lnTo>
                  <a:lnTo>
                    <a:pt x="651945" y="1430742"/>
                  </a:lnTo>
                  <a:lnTo>
                    <a:pt x="651284" y="1430742"/>
                  </a:lnTo>
                  <a:lnTo>
                    <a:pt x="650624" y="1430742"/>
                  </a:lnTo>
                  <a:lnTo>
                    <a:pt x="649963" y="1430742"/>
                  </a:lnTo>
                  <a:lnTo>
                    <a:pt x="649303" y="1430742"/>
                  </a:lnTo>
                  <a:lnTo>
                    <a:pt x="648642" y="1430742"/>
                  </a:lnTo>
                  <a:lnTo>
                    <a:pt x="647981" y="1430742"/>
                  </a:lnTo>
                  <a:lnTo>
                    <a:pt x="647321" y="1430742"/>
                  </a:lnTo>
                  <a:lnTo>
                    <a:pt x="646660" y="1430742"/>
                  </a:lnTo>
                  <a:lnTo>
                    <a:pt x="646000" y="1430742"/>
                  </a:lnTo>
                  <a:lnTo>
                    <a:pt x="645339" y="1430742"/>
                  </a:lnTo>
                  <a:lnTo>
                    <a:pt x="644679" y="1430742"/>
                  </a:lnTo>
                  <a:lnTo>
                    <a:pt x="644018" y="1430742"/>
                  </a:lnTo>
                  <a:lnTo>
                    <a:pt x="643358" y="1430742"/>
                  </a:lnTo>
                  <a:lnTo>
                    <a:pt x="642697" y="1430742"/>
                  </a:lnTo>
                  <a:lnTo>
                    <a:pt x="642037" y="1430742"/>
                  </a:lnTo>
                  <a:lnTo>
                    <a:pt x="641376" y="1430742"/>
                  </a:lnTo>
                  <a:lnTo>
                    <a:pt x="640716" y="1430742"/>
                  </a:lnTo>
                  <a:lnTo>
                    <a:pt x="640055" y="1430742"/>
                  </a:lnTo>
                  <a:lnTo>
                    <a:pt x="639395" y="1430742"/>
                  </a:lnTo>
                  <a:lnTo>
                    <a:pt x="638734" y="1430742"/>
                  </a:lnTo>
                  <a:lnTo>
                    <a:pt x="638074" y="1430742"/>
                  </a:lnTo>
                  <a:lnTo>
                    <a:pt x="637413" y="1430742"/>
                  </a:lnTo>
                  <a:lnTo>
                    <a:pt x="636752" y="1430742"/>
                  </a:lnTo>
                  <a:lnTo>
                    <a:pt x="636092" y="1430742"/>
                  </a:lnTo>
                  <a:lnTo>
                    <a:pt x="635431" y="1430742"/>
                  </a:lnTo>
                  <a:lnTo>
                    <a:pt x="634771" y="1430742"/>
                  </a:lnTo>
                  <a:lnTo>
                    <a:pt x="634110" y="1430742"/>
                  </a:lnTo>
                  <a:lnTo>
                    <a:pt x="633450" y="1430742"/>
                  </a:lnTo>
                  <a:lnTo>
                    <a:pt x="632789" y="1430742"/>
                  </a:lnTo>
                  <a:lnTo>
                    <a:pt x="632129" y="1430742"/>
                  </a:lnTo>
                  <a:lnTo>
                    <a:pt x="631468" y="1430742"/>
                  </a:lnTo>
                  <a:lnTo>
                    <a:pt x="630808" y="1430742"/>
                  </a:lnTo>
                  <a:lnTo>
                    <a:pt x="630147" y="1430742"/>
                  </a:lnTo>
                  <a:lnTo>
                    <a:pt x="629487" y="1430742"/>
                  </a:lnTo>
                  <a:lnTo>
                    <a:pt x="628826" y="1430742"/>
                  </a:lnTo>
                  <a:lnTo>
                    <a:pt x="628166" y="1430742"/>
                  </a:lnTo>
                  <a:lnTo>
                    <a:pt x="627505" y="1430742"/>
                  </a:lnTo>
                  <a:lnTo>
                    <a:pt x="626844" y="1430742"/>
                  </a:lnTo>
                  <a:lnTo>
                    <a:pt x="626184" y="1430742"/>
                  </a:lnTo>
                  <a:lnTo>
                    <a:pt x="625523" y="1430742"/>
                  </a:lnTo>
                  <a:lnTo>
                    <a:pt x="624863" y="1430742"/>
                  </a:lnTo>
                  <a:lnTo>
                    <a:pt x="624202" y="1430742"/>
                  </a:lnTo>
                  <a:lnTo>
                    <a:pt x="623542" y="1430742"/>
                  </a:lnTo>
                  <a:lnTo>
                    <a:pt x="622881" y="1430742"/>
                  </a:lnTo>
                  <a:lnTo>
                    <a:pt x="622221" y="1430742"/>
                  </a:lnTo>
                  <a:lnTo>
                    <a:pt x="621560" y="1430742"/>
                  </a:lnTo>
                  <a:lnTo>
                    <a:pt x="620900" y="1430742"/>
                  </a:lnTo>
                  <a:lnTo>
                    <a:pt x="620239" y="1430742"/>
                  </a:lnTo>
                  <a:lnTo>
                    <a:pt x="619579" y="1430742"/>
                  </a:lnTo>
                  <a:lnTo>
                    <a:pt x="618918" y="1430742"/>
                  </a:lnTo>
                  <a:lnTo>
                    <a:pt x="618258" y="1430742"/>
                  </a:lnTo>
                  <a:lnTo>
                    <a:pt x="617597" y="1430742"/>
                  </a:lnTo>
                  <a:lnTo>
                    <a:pt x="616936" y="1430742"/>
                  </a:lnTo>
                  <a:lnTo>
                    <a:pt x="616276" y="1430742"/>
                  </a:lnTo>
                  <a:lnTo>
                    <a:pt x="615615" y="1430742"/>
                  </a:lnTo>
                  <a:lnTo>
                    <a:pt x="614955" y="1430742"/>
                  </a:lnTo>
                  <a:lnTo>
                    <a:pt x="614294" y="1430742"/>
                  </a:lnTo>
                  <a:lnTo>
                    <a:pt x="613634" y="1430742"/>
                  </a:lnTo>
                  <a:lnTo>
                    <a:pt x="612973" y="1430742"/>
                  </a:lnTo>
                  <a:lnTo>
                    <a:pt x="612313" y="1430742"/>
                  </a:lnTo>
                  <a:lnTo>
                    <a:pt x="611652" y="1430742"/>
                  </a:lnTo>
                  <a:lnTo>
                    <a:pt x="610992" y="1430742"/>
                  </a:lnTo>
                  <a:lnTo>
                    <a:pt x="610331" y="1430742"/>
                  </a:lnTo>
                  <a:lnTo>
                    <a:pt x="609671" y="1430742"/>
                  </a:lnTo>
                  <a:lnTo>
                    <a:pt x="609010" y="1430742"/>
                  </a:lnTo>
                  <a:lnTo>
                    <a:pt x="608350" y="1430742"/>
                  </a:lnTo>
                  <a:lnTo>
                    <a:pt x="607689" y="1430742"/>
                  </a:lnTo>
                  <a:lnTo>
                    <a:pt x="607029" y="1430742"/>
                  </a:lnTo>
                  <a:lnTo>
                    <a:pt x="606368" y="1430742"/>
                  </a:lnTo>
                  <a:lnTo>
                    <a:pt x="605707" y="1430742"/>
                  </a:lnTo>
                  <a:lnTo>
                    <a:pt x="605047" y="1430742"/>
                  </a:lnTo>
                  <a:lnTo>
                    <a:pt x="604386" y="1430742"/>
                  </a:lnTo>
                  <a:lnTo>
                    <a:pt x="603726" y="1430742"/>
                  </a:lnTo>
                  <a:lnTo>
                    <a:pt x="603065" y="1430742"/>
                  </a:lnTo>
                  <a:lnTo>
                    <a:pt x="602405" y="1430742"/>
                  </a:lnTo>
                  <a:lnTo>
                    <a:pt x="601744" y="1430742"/>
                  </a:lnTo>
                  <a:lnTo>
                    <a:pt x="601084" y="1430742"/>
                  </a:lnTo>
                  <a:lnTo>
                    <a:pt x="600423" y="1430742"/>
                  </a:lnTo>
                  <a:lnTo>
                    <a:pt x="599763" y="1430742"/>
                  </a:lnTo>
                  <a:lnTo>
                    <a:pt x="599102" y="1430742"/>
                  </a:lnTo>
                  <a:lnTo>
                    <a:pt x="598442" y="1430742"/>
                  </a:lnTo>
                  <a:lnTo>
                    <a:pt x="597781" y="1430742"/>
                  </a:lnTo>
                  <a:lnTo>
                    <a:pt x="597121" y="1430742"/>
                  </a:lnTo>
                  <a:lnTo>
                    <a:pt x="596460" y="1430742"/>
                  </a:lnTo>
                  <a:lnTo>
                    <a:pt x="595799" y="1430742"/>
                  </a:lnTo>
                  <a:lnTo>
                    <a:pt x="595139" y="1430742"/>
                  </a:lnTo>
                  <a:lnTo>
                    <a:pt x="594478" y="1430742"/>
                  </a:lnTo>
                  <a:lnTo>
                    <a:pt x="593818" y="1430742"/>
                  </a:lnTo>
                  <a:lnTo>
                    <a:pt x="593157" y="1430742"/>
                  </a:lnTo>
                  <a:lnTo>
                    <a:pt x="592497" y="1430742"/>
                  </a:lnTo>
                  <a:lnTo>
                    <a:pt x="591836" y="1430742"/>
                  </a:lnTo>
                  <a:lnTo>
                    <a:pt x="591176" y="1430742"/>
                  </a:lnTo>
                  <a:lnTo>
                    <a:pt x="590515" y="1430742"/>
                  </a:lnTo>
                  <a:lnTo>
                    <a:pt x="589855" y="1430742"/>
                  </a:lnTo>
                  <a:lnTo>
                    <a:pt x="589194" y="1430742"/>
                  </a:lnTo>
                  <a:lnTo>
                    <a:pt x="588534" y="1430742"/>
                  </a:lnTo>
                  <a:lnTo>
                    <a:pt x="587873" y="1430742"/>
                  </a:lnTo>
                  <a:lnTo>
                    <a:pt x="587213" y="1430742"/>
                  </a:lnTo>
                  <a:lnTo>
                    <a:pt x="586552" y="1430742"/>
                  </a:lnTo>
                  <a:lnTo>
                    <a:pt x="585891" y="1430742"/>
                  </a:lnTo>
                  <a:lnTo>
                    <a:pt x="585231" y="1430742"/>
                  </a:lnTo>
                  <a:lnTo>
                    <a:pt x="584570" y="1430742"/>
                  </a:lnTo>
                  <a:lnTo>
                    <a:pt x="583910" y="1430742"/>
                  </a:lnTo>
                  <a:lnTo>
                    <a:pt x="583249" y="1430742"/>
                  </a:lnTo>
                  <a:lnTo>
                    <a:pt x="582589" y="1430742"/>
                  </a:lnTo>
                  <a:lnTo>
                    <a:pt x="581928" y="1430742"/>
                  </a:lnTo>
                  <a:lnTo>
                    <a:pt x="581268" y="1430742"/>
                  </a:lnTo>
                  <a:lnTo>
                    <a:pt x="580607" y="1430742"/>
                  </a:lnTo>
                  <a:lnTo>
                    <a:pt x="579947" y="1430742"/>
                  </a:lnTo>
                  <a:lnTo>
                    <a:pt x="579286" y="1430742"/>
                  </a:lnTo>
                  <a:lnTo>
                    <a:pt x="578626" y="1430742"/>
                  </a:lnTo>
                  <a:lnTo>
                    <a:pt x="577965" y="1430742"/>
                  </a:lnTo>
                  <a:lnTo>
                    <a:pt x="577305" y="1430742"/>
                  </a:lnTo>
                  <a:lnTo>
                    <a:pt x="576644" y="1430742"/>
                  </a:lnTo>
                  <a:lnTo>
                    <a:pt x="575983" y="1430742"/>
                  </a:lnTo>
                  <a:lnTo>
                    <a:pt x="575323" y="1430742"/>
                  </a:lnTo>
                  <a:lnTo>
                    <a:pt x="574662" y="1430742"/>
                  </a:lnTo>
                  <a:lnTo>
                    <a:pt x="574002" y="1430742"/>
                  </a:lnTo>
                  <a:lnTo>
                    <a:pt x="573341" y="1430742"/>
                  </a:lnTo>
                  <a:lnTo>
                    <a:pt x="572681" y="1430742"/>
                  </a:lnTo>
                  <a:lnTo>
                    <a:pt x="572020" y="1430742"/>
                  </a:lnTo>
                  <a:lnTo>
                    <a:pt x="571360" y="1430742"/>
                  </a:lnTo>
                  <a:lnTo>
                    <a:pt x="570699" y="1430742"/>
                  </a:lnTo>
                  <a:lnTo>
                    <a:pt x="570039" y="1430742"/>
                  </a:lnTo>
                  <a:lnTo>
                    <a:pt x="569378" y="1430742"/>
                  </a:lnTo>
                  <a:lnTo>
                    <a:pt x="568718" y="1430742"/>
                  </a:lnTo>
                  <a:lnTo>
                    <a:pt x="568057" y="1430742"/>
                  </a:lnTo>
                  <a:lnTo>
                    <a:pt x="567397" y="1430742"/>
                  </a:lnTo>
                  <a:lnTo>
                    <a:pt x="566736" y="1430742"/>
                  </a:lnTo>
                  <a:lnTo>
                    <a:pt x="566076" y="1430742"/>
                  </a:lnTo>
                  <a:lnTo>
                    <a:pt x="565415" y="1430742"/>
                  </a:lnTo>
                  <a:lnTo>
                    <a:pt x="564754" y="1430742"/>
                  </a:lnTo>
                  <a:lnTo>
                    <a:pt x="564094" y="1430742"/>
                  </a:lnTo>
                  <a:lnTo>
                    <a:pt x="563433" y="1430742"/>
                  </a:lnTo>
                  <a:lnTo>
                    <a:pt x="562773" y="1430742"/>
                  </a:lnTo>
                  <a:lnTo>
                    <a:pt x="562112" y="1430742"/>
                  </a:lnTo>
                  <a:lnTo>
                    <a:pt x="561452" y="1430742"/>
                  </a:lnTo>
                  <a:lnTo>
                    <a:pt x="560791" y="1430742"/>
                  </a:lnTo>
                  <a:lnTo>
                    <a:pt x="560131" y="1430742"/>
                  </a:lnTo>
                  <a:lnTo>
                    <a:pt x="559470" y="1430742"/>
                  </a:lnTo>
                  <a:lnTo>
                    <a:pt x="558810" y="1430742"/>
                  </a:lnTo>
                  <a:lnTo>
                    <a:pt x="558149" y="1430742"/>
                  </a:lnTo>
                  <a:lnTo>
                    <a:pt x="557489" y="1430742"/>
                  </a:lnTo>
                  <a:lnTo>
                    <a:pt x="556828" y="1430742"/>
                  </a:lnTo>
                  <a:lnTo>
                    <a:pt x="556168" y="1430742"/>
                  </a:lnTo>
                  <a:lnTo>
                    <a:pt x="555507" y="1430742"/>
                  </a:lnTo>
                  <a:lnTo>
                    <a:pt x="554846" y="1430742"/>
                  </a:lnTo>
                  <a:lnTo>
                    <a:pt x="554186" y="1430742"/>
                  </a:lnTo>
                  <a:lnTo>
                    <a:pt x="553525" y="1430742"/>
                  </a:lnTo>
                  <a:lnTo>
                    <a:pt x="552865" y="1430742"/>
                  </a:lnTo>
                  <a:lnTo>
                    <a:pt x="552204" y="1430742"/>
                  </a:lnTo>
                  <a:lnTo>
                    <a:pt x="551544" y="1430742"/>
                  </a:lnTo>
                  <a:lnTo>
                    <a:pt x="550883" y="1430742"/>
                  </a:lnTo>
                  <a:lnTo>
                    <a:pt x="550223" y="1430742"/>
                  </a:lnTo>
                  <a:lnTo>
                    <a:pt x="549562" y="1430742"/>
                  </a:lnTo>
                  <a:lnTo>
                    <a:pt x="548902" y="1430742"/>
                  </a:lnTo>
                  <a:lnTo>
                    <a:pt x="548241" y="1430742"/>
                  </a:lnTo>
                  <a:lnTo>
                    <a:pt x="547581" y="1430742"/>
                  </a:lnTo>
                  <a:lnTo>
                    <a:pt x="546920" y="1430742"/>
                  </a:lnTo>
                  <a:lnTo>
                    <a:pt x="546260" y="1430742"/>
                  </a:lnTo>
                  <a:lnTo>
                    <a:pt x="545599" y="1430742"/>
                  </a:lnTo>
                  <a:lnTo>
                    <a:pt x="544938" y="1430742"/>
                  </a:lnTo>
                  <a:lnTo>
                    <a:pt x="544278" y="1430742"/>
                  </a:lnTo>
                  <a:lnTo>
                    <a:pt x="543617" y="1430742"/>
                  </a:lnTo>
                  <a:lnTo>
                    <a:pt x="542957" y="1430742"/>
                  </a:lnTo>
                  <a:lnTo>
                    <a:pt x="542296" y="1430742"/>
                  </a:lnTo>
                  <a:lnTo>
                    <a:pt x="541636" y="1430742"/>
                  </a:lnTo>
                  <a:lnTo>
                    <a:pt x="540975" y="1430742"/>
                  </a:lnTo>
                  <a:lnTo>
                    <a:pt x="540315" y="1430742"/>
                  </a:lnTo>
                  <a:lnTo>
                    <a:pt x="539654" y="1430742"/>
                  </a:lnTo>
                  <a:lnTo>
                    <a:pt x="538994" y="1430742"/>
                  </a:lnTo>
                  <a:lnTo>
                    <a:pt x="538333" y="1430742"/>
                  </a:lnTo>
                  <a:lnTo>
                    <a:pt x="537673" y="1430742"/>
                  </a:lnTo>
                  <a:lnTo>
                    <a:pt x="537012" y="1430742"/>
                  </a:lnTo>
                  <a:lnTo>
                    <a:pt x="536352" y="1430742"/>
                  </a:lnTo>
                  <a:lnTo>
                    <a:pt x="535691" y="1430742"/>
                  </a:lnTo>
                  <a:lnTo>
                    <a:pt x="535031" y="1430742"/>
                  </a:lnTo>
                  <a:lnTo>
                    <a:pt x="534370" y="1430742"/>
                  </a:lnTo>
                  <a:lnTo>
                    <a:pt x="533709" y="1430742"/>
                  </a:lnTo>
                  <a:lnTo>
                    <a:pt x="533049" y="1430742"/>
                  </a:lnTo>
                  <a:lnTo>
                    <a:pt x="532388" y="1430742"/>
                  </a:lnTo>
                  <a:lnTo>
                    <a:pt x="531728" y="1430742"/>
                  </a:lnTo>
                  <a:lnTo>
                    <a:pt x="531067" y="1430742"/>
                  </a:lnTo>
                  <a:lnTo>
                    <a:pt x="530407" y="1430742"/>
                  </a:lnTo>
                  <a:lnTo>
                    <a:pt x="529746" y="1430742"/>
                  </a:lnTo>
                  <a:lnTo>
                    <a:pt x="529086" y="1430742"/>
                  </a:lnTo>
                  <a:lnTo>
                    <a:pt x="528425" y="1430742"/>
                  </a:lnTo>
                  <a:lnTo>
                    <a:pt x="527765" y="1430742"/>
                  </a:lnTo>
                  <a:lnTo>
                    <a:pt x="527104" y="1430742"/>
                  </a:lnTo>
                  <a:lnTo>
                    <a:pt x="526444" y="1430742"/>
                  </a:lnTo>
                  <a:lnTo>
                    <a:pt x="525783" y="1430742"/>
                  </a:lnTo>
                  <a:lnTo>
                    <a:pt x="525123" y="1430742"/>
                  </a:lnTo>
                  <a:lnTo>
                    <a:pt x="524462" y="1430742"/>
                  </a:lnTo>
                  <a:lnTo>
                    <a:pt x="523801" y="1430742"/>
                  </a:lnTo>
                  <a:lnTo>
                    <a:pt x="523141" y="1430742"/>
                  </a:lnTo>
                  <a:lnTo>
                    <a:pt x="522480" y="1430742"/>
                  </a:lnTo>
                  <a:lnTo>
                    <a:pt x="521820" y="1430742"/>
                  </a:lnTo>
                  <a:lnTo>
                    <a:pt x="521159" y="1430742"/>
                  </a:lnTo>
                  <a:lnTo>
                    <a:pt x="520499" y="1430742"/>
                  </a:lnTo>
                  <a:lnTo>
                    <a:pt x="519838" y="1430742"/>
                  </a:lnTo>
                  <a:lnTo>
                    <a:pt x="519178" y="1430742"/>
                  </a:lnTo>
                  <a:lnTo>
                    <a:pt x="518517" y="1430742"/>
                  </a:lnTo>
                  <a:lnTo>
                    <a:pt x="517857" y="1430742"/>
                  </a:lnTo>
                  <a:lnTo>
                    <a:pt x="517196" y="1430742"/>
                  </a:lnTo>
                  <a:lnTo>
                    <a:pt x="516536" y="1430742"/>
                  </a:lnTo>
                  <a:lnTo>
                    <a:pt x="515875" y="1430742"/>
                  </a:lnTo>
                  <a:lnTo>
                    <a:pt x="515215" y="1430742"/>
                  </a:lnTo>
                  <a:lnTo>
                    <a:pt x="514554" y="1430742"/>
                  </a:lnTo>
                  <a:lnTo>
                    <a:pt x="513893" y="1430742"/>
                  </a:lnTo>
                  <a:lnTo>
                    <a:pt x="513233" y="1430742"/>
                  </a:lnTo>
                  <a:lnTo>
                    <a:pt x="512572" y="1430742"/>
                  </a:lnTo>
                  <a:lnTo>
                    <a:pt x="511912" y="1430742"/>
                  </a:lnTo>
                  <a:lnTo>
                    <a:pt x="511251" y="1430742"/>
                  </a:lnTo>
                  <a:lnTo>
                    <a:pt x="510591" y="1430742"/>
                  </a:lnTo>
                  <a:lnTo>
                    <a:pt x="509930" y="1430742"/>
                  </a:lnTo>
                  <a:lnTo>
                    <a:pt x="509270" y="1430742"/>
                  </a:lnTo>
                  <a:lnTo>
                    <a:pt x="508609" y="1430742"/>
                  </a:lnTo>
                  <a:lnTo>
                    <a:pt x="507949" y="1430742"/>
                  </a:lnTo>
                  <a:lnTo>
                    <a:pt x="507288" y="1430742"/>
                  </a:lnTo>
                  <a:lnTo>
                    <a:pt x="506628" y="1430742"/>
                  </a:lnTo>
                  <a:lnTo>
                    <a:pt x="505967" y="1430742"/>
                  </a:lnTo>
                  <a:lnTo>
                    <a:pt x="505307" y="1430742"/>
                  </a:lnTo>
                  <a:lnTo>
                    <a:pt x="504646" y="1430742"/>
                  </a:lnTo>
                  <a:lnTo>
                    <a:pt x="503985" y="1430742"/>
                  </a:lnTo>
                  <a:lnTo>
                    <a:pt x="503325" y="1430742"/>
                  </a:lnTo>
                  <a:lnTo>
                    <a:pt x="502664" y="1430742"/>
                  </a:lnTo>
                  <a:lnTo>
                    <a:pt x="502004" y="1430742"/>
                  </a:lnTo>
                  <a:lnTo>
                    <a:pt x="501343" y="1430742"/>
                  </a:lnTo>
                  <a:lnTo>
                    <a:pt x="500683" y="1430742"/>
                  </a:lnTo>
                  <a:lnTo>
                    <a:pt x="500022" y="1430742"/>
                  </a:lnTo>
                  <a:lnTo>
                    <a:pt x="499362" y="1430742"/>
                  </a:lnTo>
                  <a:lnTo>
                    <a:pt x="498701" y="1430742"/>
                  </a:lnTo>
                  <a:lnTo>
                    <a:pt x="498041" y="1430742"/>
                  </a:lnTo>
                  <a:lnTo>
                    <a:pt x="497380" y="1430742"/>
                  </a:lnTo>
                  <a:lnTo>
                    <a:pt x="496720" y="1430742"/>
                  </a:lnTo>
                  <a:lnTo>
                    <a:pt x="496059" y="1430742"/>
                  </a:lnTo>
                  <a:lnTo>
                    <a:pt x="495399" y="1430742"/>
                  </a:lnTo>
                  <a:lnTo>
                    <a:pt x="494738" y="1430742"/>
                  </a:lnTo>
                  <a:lnTo>
                    <a:pt x="494078" y="1430742"/>
                  </a:lnTo>
                  <a:lnTo>
                    <a:pt x="493417" y="1430742"/>
                  </a:lnTo>
                  <a:lnTo>
                    <a:pt x="492756" y="1430742"/>
                  </a:lnTo>
                  <a:lnTo>
                    <a:pt x="492096" y="1430742"/>
                  </a:lnTo>
                  <a:lnTo>
                    <a:pt x="491435" y="1430742"/>
                  </a:lnTo>
                  <a:lnTo>
                    <a:pt x="490775" y="1430742"/>
                  </a:lnTo>
                  <a:lnTo>
                    <a:pt x="490114" y="1430742"/>
                  </a:lnTo>
                  <a:lnTo>
                    <a:pt x="489454" y="1430742"/>
                  </a:lnTo>
                  <a:lnTo>
                    <a:pt x="488793" y="1430742"/>
                  </a:lnTo>
                  <a:lnTo>
                    <a:pt x="488133" y="1430742"/>
                  </a:lnTo>
                  <a:lnTo>
                    <a:pt x="487472" y="1430742"/>
                  </a:lnTo>
                  <a:lnTo>
                    <a:pt x="486812" y="1430742"/>
                  </a:lnTo>
                  <a:lnTo>
                    <a:pt x="486151" y="1430742"/>
                  </a:lnTo>
                  <a:lnTo>
                    <a:pt x="485491" y="1430742"/>
                  </a:lnTo>
                  <a:lnTo>
                    <a:pt x="484830" y="1430742"/>
                  </a:lnTo>
                  <a:lnTo>
                    <a:pt x="484170" y="1430742"/>
                  </a:lnTo>
                  <a:lnTo>
                    <a:pt x="483509" y="1430742"/>
                  </a:lnTo>
                  <a:lnTo>
                    <a:pt x="482848" y="1430742"/>
                  </a:lnTo>
                  <a:lnTo>
                    <a:pt x="482188" y="1430742"/>
                  </a:lnTo>
                  <a:lnTo>
                    <a:pt x="481527" y="1430742"/>
                  </a:lnTo>
                  <a:lnTo>
                    <a:pt x="480867" y="1430742"/>
                  </a:lnTo>
                  <a:lnTo>
                    <a:pt x="480206" y="1430742"/>
                  </a:lnTo>
                  <a:lnTo>
                    <a:pt x="479546" y="1430742"/>
                  </a:lnTo>
                  <a:lnTo>
                    <a:pt x="478885" y="1430742"/>
                  </a:lnTo>
                  <a:lnTo>
                    <a:pt x="478225" y="1430742"/>
                  </a:lnTo>
                  <a:lnTo>
                    <a:pt x="477564" y="1430742"/>
                  </a:lnTo>
                  <a:lnTo>
                    <a:pt x="476904" y="1430742"/>
                  </a:lnTo>
                  <a:lnTo>
                    <a:pt x="476243" y="1430742"/>
                  </a:lnTo>
                  <a:lnTo>
                    <a:pt x="475583" y="1430742"/>
                  </a:lnTo>
                  <a:lnTo>
                    <a:pt x="474922" y="1430742"/>
                  </a:lnTo>
                  <a:lnTo>
                    <a:pt x="474262" y="1430742"/>
                  </a:lnTo>
                  <a:lnTo>
                    <a:pt x="473601" y="1430742"/>
                  </a:lnTo>
                  <a:lnTo>
                    <a:pt x="472940" y="1430742"/>
                  </a:lnTo>
                  <a:lnTo>
                    <a:pt x="472280" y="1430742"/>
                  </a:lnTo>
                  <a:lnTo>
                    <a:pt x="471619" y="1430742"/>
                  </a:lnTo>
                  <a:lnTo>
                    <a:pt x="470959" y="1430742"/>
                  </a:lnTo>
                  <a:lnTo>
                    <a:pt x="470298" y="1430742"/>
                  </a:lnTo>
                  <a:lnTo>
                    <a:pt x="469638" y="1430742"/>
                  </a:lnTo>
                  <a:lnTo>
                    <a:pt x="468977" y="1430742"/>
                  </a:lnTo>
                  <a:lnTo>
                    <a:pt x="468317" y="1430742"/>
                  </a:lnTo>
                  <a:lnTo>
                    <a:pt x="467656" y="1430742"/>
                  </a:lnTo>
                  <a:lnTo>
                    <a:pt x="466996" y="1430742"/>
                  </a:lnTo>
                  <a:lnTo>
                    <a:pt x="466335" y="1430742"/>
                  </a:lnTo>
                  <a:lnTo>
                    <a:pt x="465675" y="1430742"/>
                  </a:lnTo>
                  <a:lnTo>
                    <a:pt x="465014" y="1430742"/>
                  </a:lnTo>
                  <a:lnTo>
                    <a:pt x="464354" y="1430742"/>
                  </a:lnTo>
                  <a:lnTo>
                    <a:pt x="463693" y="1430742"/>
                  </a:lnTo>
                  <a:lnTo>
                    <a:pt x="463033" y="1430742"/>
                  </a:lnTo>
                  <a:lnTo>
                    <a:pt x="462372" y="1430742"/>
                  </a:lnTo>
                  <a:lnTo>
                    <a:pt x="461711" y="1430742"/>
                  </a:lnTo>
                  <a:lnTo>
                    <a:pt x="461051" y="1430742"/>
                  </a:lnTo>
                  <a:lnTo>
                    <a:pt x="460390" y="1430742"/>
                  </a:lnTo>
                  <a:lnTo>
                    <a:pt x="459730" y="1430742"/>
                  </a:lnTo>
                  <a:lnTo>
                    <a:pt x="459069" y="1430742"/>
                  </a:lnTo>
                  <a:lnTo>
                    <a:pt x="458409" y="1430742"/>
                  </a:lnTo>
                  <a:lnTo>
                    <a:pt x="457748" y="1430742"/>
                  </a:lnTo>
                  <a:lnTo>
                    <a:pt x="457088" y="1430742"/>
                  </a:lnTo>
                  <a:lnTo>
                    <a:pt x="456427" y="1430742"/>
                  </a:lnTo>
                  <a:lnTo>
                    <a:pt x="455767" y="1430742"/>
                  </a:lnTo>
                  <a:lnTo>
                    <a:pt x="455106" y="1430742"/>
                  </a:lnTo>
                  <a:lnTo>
                    <a:pt x="454446" y="1430742"/>
                  </a:lnTo>
                  <a:lnTo>
                    <a:pt x="453785" y="1430742"/>
                  </a:lnTo>
                  <a:lnTo>
                    <a:pt x="453125" y="1430742"/>
                  </a:lnTo>
                  <a:lnTo>
                    <a:pt x="452464" y="1430742"/>
                  </a:lnTo>
                  <a:lnTo>
                    <a:pt x="451803" y="1430742"/>
                  </a:lnTo>
                  <a:lnTo>
                    <a:pt x="451143" y="1430742"/>
                  </a:lnTo>
                  <a:lnTo>
                    <a:pt x="450482" y="1430742"/>
                  </a:lnTo>
                  <a:lnTo>
                    <a:pt x="449822" y="1430742"/>
                  </a:lnTo>
                  <a:lnTo>
                    <a:pt x="449161" y="1430742"/>
                  </a:lnTo>
                  <a:lnTo>
                    <a:pt x="448501" y="1430742"/>
                  </a:lnTo>
                  <a:lnTo>
                    <a:pt x="447840" y="1430742"/>
                  </a:lnTo>
                  <a:lnTo>
                    <a:pt x="447180" y="1430742"/>
                  </a:lnTo>
                  <a:lnTo>
                    <a:pt x="446519" y="1430742"/>
                  </a:lnTo>
                  <a:lnTo>
                    <a:pt x="445859" y="1430742"/>
                  </a:lnTo>
                  <a:lnTo>
                    <a:pt x="445198" y="1430742"/>
                  </a:lnTo>
                  <a:lnTo>
                    <a:pt x="444538" y="1430742"/>
                  </a:lnTo>
                  <a:lnTo>
                    <a:pt x="443877" y="1430742"/>
                  </a:lnTo>
                  <a:lnTo>
                    <a:pt x="443217" y="1430742"/>
                  </a:lnTo>
                  <a:lnTo>
                    <a:pt x="442556" y="1430742"/>
                  </a:lnTo>
                  <a:lnTo>
                    <a:pt x="441895" y="1430742"/>
                  </a:lnTo>
                  <a:lnTo>
                    <a:pt x="441235" y="1430742"/>
                  </a:lnTo>
                  <a:lnTo>
                    <a:pt x="440574" y="1430742"/>
                  </a:lnTo>
                  <a:lnTo>
                    <a:pt x="439914" y="1430742"/>
                  </a:lnTo>
                  <a:lnTo>
                    <a:pt x="439253" y="1430742"/>
                  </a:lnTo>
                  <a:lnTo>
                    <a:pt x="438593" y="1430742"/>
                  </a:lnTo>
                  <a:lnTo>
                    <a:pt x="437932" y="1430742"/>
                  </a:lnTo>
                  <a:lnTo>
                    <a:pt x="437272" y="1430742"/>
                  </a:lnTo>
                  <a:lnTo>
                    <a:pt x="436611" y="1430742"/>
                  </a:lnTo>
                  <a:lnTo>
                    <a:pt x="435951" y="1430742"/>
                  </a:lnTo>
                  <a:lnTo>
                    <a:pt x="435290" y="1430742"/>
                  </a:lnTo>
                  <a:lnTo>
                    <a:pt x="434630" y="1430742"/>
                  </a:lnTo>
                  <a:lnTo>
                    <a:pt x="433969" y="1430742"/>
                  </a:lnTo>
                  <a:lnTo>
                    <a:pt x="433309" y="1430742"/>
                  </a:lnTo>
                  <a:lnTo>
                    <a:pt x="432648" y="1430742"/>
                  </a:lnTo>
                  <a:lnTo>
                    <a:pt x="431987" y="1430742"/>
                  </a:lnTo>
                  <a:lnTo>
                    <a:pt x="431327" y="1430742"/>
                  </a:lnTo>
                  <a:lnTo>
                    <a:pt x="430666" y="1430742"/>
                  </a:lnTo>
                  <a:lnTo>
                    <a:pt x="430006" y="1430742"/>
                  </a:lnTo>
                  <a:lnTo>
                    <a:pt x="429345" y="1430742"/>
                  </a:lnTo>
                  <a:lnTo>
                    <a:pt x="428685" y="1430742"/>
                  </a:lnTo>
                  <a:lnTo>
                    <a:pt x="428024" y="1430742"/>
                  </a:lnTo>
                  <a:lnTo>
                    <a:pt x="427364" y="1430742"/>
                  </a:lnTo>
                  <a:lnTo>
                    <a:pt x="426703" y="1430742"/>
                  </a:lnTo>
                  <a:lnTo>
                    <a:pt x="426043" y="1430742"/>
                  </a:lnTo>
                  <a:lnTo>
                    <a:pt x="425382" y="1430742"/>
                  </a:lnTo>
                  <a:lnTo>
                    <a:pt x="424722" y="1430742"/>
                  </a:lnTo>
                  <a:lnTo>
                    <a:pt x="424061" y="1430742"/>
                  </a:lnTo>
                  <a:lnTo>
                    <a:pt x="423401" y="1430742"/>
                  </a:lnTo>
                  <a:lnTo>
                    <a:pt x="422740" y="1430742"/>
                  </a:lnTo>
                  <a:lnTo>
                    <a:pt x="422080" y="1430742"/>
                  </a:lnTo>
                  <a:lnTo>
                    <a:pt x="421419" y="1430742"/>
                  </a:lnTo>
                  <a:lnTo>
                    <a:pt x="420758" y="1430742"/>
                  </a:lnTo>
                  <a:lnTo>
                    <a:pt x="420098" y="1430742"/>
                  </a:lnTo>
                  <a:lnTo>
                    <a:pt x="419437" y="1430742"/>
                  </a:lnTo>
                  <a:lnTo>
                    <a:pt x="418777" y="1430742"/>
                  </a:lnTo>
                  <a:lnTo>
                    <a:pt x="418116" y="1430742"/>
                  </a:lnTo>
                  <a:lnTo>
                    <a:pt x="417456" y="1430742"/>
                  </a:lnTo>
                  <a:lnTo>
                    <a:pt x="416795" y="1430742"/>
                  </a:lnTo>
                  <a:lnTo>
                    <a:pt x="416135" y="1430742"/>
                  </a:lnTo>
                  <a:lnTo>
                    <a:pt x="415474" y="1430742"/>
                  </a:lnTo>
                  <a:lnTo>
                    <a:pt x="414814" y="1430742"/>
                  </a:lnTo>
                  <a:lnTo>
                    <a:pt x="414153" y="1430742"/>
                  </a:lnTo>
                  <a:lnTo>
                    <a:pt x="413493" y="1430742"/>
                  </a:lnTo>
                  <a:lnTo>
                    <a:pt x="412832" y="1430742"/>
                  </a:lnTo>
                  <a:lnTo>
                    <a:pt x="412172" y="1430742"/>
                  </a:lnTo>
                  <a:lnTo>
                    <a:pt x="411511" y="1430742"/>
                  </a:lnTo>
                  <a:lnTo>
                    <a:pt x="410850" y="1430742"/>
                  </a:lnTo>
                  <a:lnTo>
                    <a:pt x="410190" y="1430742"/>
                  </a:lnTo>
                  <a:lnTo>
                    <a:pt x="409529" y="1430742"/>
                  </a:lnTo>
                  <a:lnTo>
                    <a:pt x="408869" y="1430742"/>
                  </a:lnTo>
                  <a:lnTo>
                    <a:pt x="408208" y="1430742"/>
                  </a:lnTo>
                  <a:lnTo>
                    <a:pt x="407548" y="1430742"/>
                  </a:lnTo>
                  <a:lnTo>
                    <a:pt x="406887" y="1430742"/>
                  </a:lnTo>
                  <a:lnTo>
                    <a:pt x="406227" y="1430742"/>
                  </a:lnTo>
                  <a:lnTo>
                    <a:pt x="405566" y="1430742"/>
                  </a:lnTo>
                  <a:lnTo>
                    <a:pt x="404906" y="1430742"/>
                  </a:lnTo>
                  <a:lnTo>
                    <a:pt x="404245" y="1430742"/>
                  </a:lnTo>
                  <a:lnTo>
                    <a:pt x="403585" y="1430742"/>
                  </a:lnTo>
                  <a:lnTo>
                    <a:pt x="402924" y="1430742"/>
                  </a:lnTo>
                  <a:lnTo>
                    <a:pt x="402264" y="1430742"/>
                  </a:lnTo>
                  <a:lnTo>
                    <a:pt x="401603" y="1430742"/>
                  </a:lnTo>
                  <a:lnTo>
                    <a:pt x="400942" y="1430742"/>
                  </a:lnTo>
                  <a:lnTo>
                    <a:pt x="400282" y="1430742"/>
                  </a:lnTo>
                  <a:lnTo>
                    <a:pt x="399621" y="1430742"/>
                  </a:lnTo>
                  <a:lnTo>
                    <a:pt x="398961" y="1430742"/>
                  </a:lnTo>
                  <a:lnTo>
                    <a:pt x="398300" y="1430742"/>
                  </a:lnTo>
                  <a:lnTo>
                    <a:pt x="397640" y="1430742"/>
                  </a:lnTo>
                  <a:lnTo>
                    <a:pt x="396979" y="1430742"/>
                  </a:lnTo>
                  <a:lnTo>
                    <a:pt x="396319" y="1430742"/>
                  </a:lnTo>
                  <a:lnTo>
                    <a:pt x="395658" y="1430742"/>
                  </a:lnTo>
                  <a:lnTo>
                    <a:pt x="394998" y="1430742"/>
                  </a:lnTo>
                  <a:lnTo>
                    <a:pt x="394337" y="1430742"/>
                  </a:lnTo>
                  <a:lnTo>
                    <a:pt x="393677" y="1430742"/>
                  </a:lnTo>
                  <a:lnTo>
                    <a:pt x="393016" y="1430742"/>
                  </a:lnTo>
                  <a:lnTo>
                    <a:pt x="392356" y="1430742"/>
                  </a:lnTo>
                  <a:lnTo>
                    <a:pt x="391695" y="1430742"/>
                  </a:lnTo>
                  <a:lnTo>
                    <a:pt x="391035" y="1430742"/>
                  </a:lnTo>
                  <a:lnTo>
                    <a:pt x="390374" y="1430742"/>
                  </a:lnTo>
                  <a:lnTo>
                    <a:pt x="389713" y="1430742"/>
                  </a:lnTo>
                  <a:lnTo>
                    <a:pt x="389053" y="1430742"/>
                  </a:lnTo>
                  <a:lnTo>
                    <a:pt x="388392" y="1430742"/>
                  </a:lnTo>
                  <a:lnTo>
                    <a:pt x="387732" y="1430742"/>
                  </a:lnTo>
                  <a:lnTo>
                    <a:pt x="387071" y="1430742"/>
                  </a:lnTo>
                  <a:lnTo>
                    <a:pt x="386411" y="1430742"/>
                  </a:lnTo>
                  <a:lnTo>
                    <a:pt x="385750" y="1430742"/>
                  </a:lnTo>
                  <a:lnTo>
                    <a:pt x="385090" y="1430742"/>
                  </a:lnTo>
                  <a:lnTo>
                    <a:pt x="384429" y="1430742"/>
                  </a:lnTo>
                  <a:lnTo>
                    <a:pt x="383769" y="1430742"/>
                  </a:lnTo>
                  <a:lnTo>
                    <a:pt x="383108" y="1430742"/>
                  </a:lnTo>
                  <a:lnTo>
                    <a:pt x="382448" y="1430742"/>
                  </a:lnTo>
                  <a:lnTo>
                    <a:pt x="381787" y="1430742"/>
                  </a:lnTo>
                  <a:lnTo>
                    <a:pt x="381127" y="1430742"/>
                  </a:lnTo>
                  <a:lnTo>
                    <a:pt x="380466" y="1430742"/>
                  </a:lnTo>
                  <a:lnTo>
                    <a:pt x="379805" y="1430742"/>
                  </a:lnTo>
                  <a:lnTo>
                    <a:pt x="379145" y="1430742"/>
                  </a:lnTo>
                  <a:lnTo>
                    <a:pt x="378484" y="1430742"/>
                  </a:lnTo>
                  <a:lnTo>
                    <a:pt x="377824" y="1430742"/>
                  </a:lnTo>
                  <a:lnTo>
                    <a:pt x="377163" y="1430742"/>
                  </a:lnTo>
                  <a:lnTo>
                    <a:pt x="376503" y="1430742"/>
                  </a:lnTo>
                  <a:lnTo>
                    <a:pt x="375842" y="1430742"/>
                  </a:lnTo>
                  <a:lnTo>
                    <a:pt x="375182" y="1430742"/>
                  </a:lnTo>
                  <a:lnTo>
                    <a:pt x="374521" y="1430742"/>
                  </a:lnTo>
                  <a:lnTo>
                    <a:pt x="373861" y="1430742"/>
                  </a:lnTo>
                  <a:lnTo>
                    <a:pt x="373200" y="1430742"/>
                  </a:lnTo>
                  <a:lnTo>
                    <a:pt x="372540" y="1430742"/>
                  </a:lnTo>
                  <a:lnTo>
                    <a:pt x="371879" y="1430742"/>
                  </a:lnTo>
                  <a:lnTo>
                    <a:pt x="371219" y="1430742"/>
                  </a:lnTo>
                  <a:lnTo>
                    <a:pt x="370558" y="1430742"/>
                  </a:lnTo>
                  <a:lnTo>
                    <a:pt x="369897" y="1430742"/>
                  </a:lnTo>
                  <a:lnTo>
                    <a:pt x="369237" y="1430742"/>
                  </a:lnTo>
                  <a:lnTo>
                    <a:pt x="368576" y="1430742"/>
                  </a:lnTo>
                  <a:lnTo>
                    <a:pt x="367916" y="1430742"/>
                  </a:lnTo>
                  <a:lnTo>
                    <a:pt x="367255" y="1430742"/>
                  </a:lnTo>
                  <a:lnTo>
                    <a:pt x="366595" y="1430742"/>
                  </a:lnTo>
                  <a:lnTo>
                    <a:pt x="365934" y="1430742"/>
                  </a:lnTo>
                  <a:lnTo>
                    <a:pt x="365274" y="1430742"/>
                  </a:lnTo>
                  <a:lnTo>
                    <a:pt x="364613" y="1430742"/>
                  </a:lnTo>
                  <a:lnTo>
                    <a:pt x="363953" y="1430742"/>
                  </a:lnTo>
                  <a:lnTo>
                    <a:pt x="363292" y="1430742"/>
                  </a:lnTo>
                  <a:lnTo>
                    <a:pt x="362632" y="1430742"/>
                  </a:lnTo>
                  <a:lnTo>
                    <a:pt x="361971" y="1430742"/>
                  </a:lnTo>
                  <a:lnTo>
                    <a:pt x="361311" y="1430742"/>
                  </a:lnTo>
                  <a:lnTo>
                    <a:pt x="360650" y="1430742"/>
                  </a:lnTo>
                  <a:lnTo>
                    <a:pt x="359989" y="1430742"/>
                  </a:lnTo>
                  <a:lnTo>
                    <a:pt x="359329" y="1430742"/>
                  </a:lnTo>
                  <a:lnTo>
                    <a:pt x="358668" y="1430742"/>
                  </a:lnTo>
                  <a:lnTo>
                    <a:pt x="358008" y="1430742"/>
                  </a:lnTo>
                  <a:lnTo>
                    <a:pt x="357347" y="1430742"/>
                  </a:lnTo>
                  <a:lnTo>
                    <a:pt x="356687" y="1430742"/>
                  </a:lnTo>
                  <a:lnTo>
                    <a:pt x="356026" y="1430742"/>
                  </a:lnTo>
                  <a:lnTo>
                    <a:pt x="355366" y="1430742"/>
                  </a:lnTo>
                  <a:lnTo>
                    <a:pt x="354705" y="1430742"/>
                  </a:lnTo>
                  <a:lnTo>
                    <a:pt x="354045" y="1430742"/>
                  </a:lnTo>
                  <a:lnTo>
                    <a:pt x="353384" y="1430742"/>
                  </a:lnTo>
                  <a:lnTo>
                    <a:pt x="352724" y="1430742"/>
                  </a:lnTo>
                  <a:lnTo>
                    <a:pt x="352063" y="1430742"/>
                  </a:lnTo>
                  <a:lnTo>
                    <a:pt x="351403" y="1430742"/>
                  </a:lnTo>
                  <a:lnTo>
                    <a:pt x="350742" y="1430742"/>
                  </a:lnTo>
                  <a:lnTo>
                    <a:pt x="350082" y="1430742"/>
                  </a:lnTo>
                  <a:lnTo>
                    <a:pt x="349421" y="1430742"/>
                  </a:lnTo>
                  <a:lnTo>
                    <a:pt x="348760" y="1430742"/>
                  </a:lnTo>
                  <a:lnTo>
                    <a:pt x="348100" y="1430742"/>
                  </a:lnTo>
                  <a:lnTo>
                    <a:pt x="347439" y="1430742"/>
                  </a:lnTo>
                  <a:lnTo>
                    <a:pt x="346779" y="1430742"/>
                  </a:lnTo>
                  <a:lnTo>
                    <a:pt x="346118" y="1430742"/>
                  </a:lnTo>
                  <a:lnTo>
                    <a:pt x="345458" y="1430742"/>
                  </a:lnTo>
                  <a:lnTo>
                    <a:pt x="344797" y="1430742"/>
                  </a:lnTo>
                  <a:lnTo>
                    <a:pt x="344137" y="1430742"/>
                  </a:lnTo>
                  <a:lnTo>
                    <a:pt x="343476" y="1430742"/>
                  </a:lnTo>
                  <a:lnTo>
                    <a:pt x="342816" y="1430742"/>
                  </a:lnTo>
                  <a:lnTo>
                    <a:pt x="342155" y="1430742"/>
                  </a:lnTo>
                  <a:lnTo>
                    <a:pt x="341495" y="1430742"/>
                  </a:lnTo>
                  <a:lnTo>
                    <a:pt x="340834" y="1430742"/>
                  </a:lnTo>
                  <a:lnTo>
                    <a:pt x="340174" y="1430742"/>
                  </a:lnTo>
                  <a:lnTo>
                    <a:pt x="339513" y="1430742"/>
                  </a:lnTo>
                  <a:lnTo>
                    <a:pt x="338852" y="1430742"/>
                  </a:lnTo>
                  <a:lnTo>
                    <a:pt x="338192" y="1430742"/>
                  </a:lnTo>
                  <a:lnTo>
                    <a:pt x="337531" y="1430742"/>
                  </a:lnTo>
                  <a:lnTo>
                    <a:pt x="336871" y="1430742"/>
                  </a:lnTo>
                  <a:lnTo>
                    <a:pt x="336210" y="1430742"/>
                  </a:lnTo>
                  <a:lnTo>
                    <a:pt x="335550" y="1430742"/>
                  </a:lnTo>
                  <a:lnTo>
                    <a:pt x="334889" y="1430742"/>
                  </a:lnTo>
                  <a:lnTo>
                    <a:pt x="334229" y="1430742"/>
                  </a:lnTo>
                  <a:lnTo>
                    <a:pt x="333568" y="1430742"/>
                  </a:lnTo>
                  <a:lnTo>
                    <a:pt x="332908" y="1430742"/>
                  </a:lnTo>
                  <a:lnTo>
                    <a:pt x="332247" y="1430742"/>
                  </a:lnTo>
                  <a:lnTo>
                    <a:pt x="331587" y="1430742"/>
                  </a:lnTo>
                  <a:lnTo>
                    <a:pt x="330926" y="1430742"/>
                  </a:lnTo>
                  <a:lnTo>
                    <a:pt x="330266" y="1430742"/>
                  </a:lnTo>
                  <a:lnTo>
                    <a:pt x="329605" y="1430742"/>
                  </a:lnTo>
                  <a:lnTo>
                    <a:pt x="328944" y="1430742"/>
                  </a:lnTo>
                  <a:lnTo>
                    <a:pt x="328284" y="1430742"/>
                  </a:lnTo>
                  <a:lnTo>
                    <a:pt x="327623" y="1430742"/>
                  </a:lnTo>
                  <a:lnTo>
                    <a:pt x="326963" y="1430742"/>
                  </a:lnTo>
                  <a:lnTo>
                    <a:pt x="326302" y="1430742"/>
                  </a:lnTo>
                  <a:lnTo>
                    <a:pt x="325642" y="1430742"/>
                  </a:lnTo>
                  <a:lnTo>
                    <a:pt x="324981" y="1430742"/>
                  </a:lnTo>
                  <a:lnTo>
                    <a:pt x="324321" y="1430742"/>
                  </a:lnTo>
                  <a:lnTo>
                    <a:pt x="323660" y="1430742"/>
                  </a:lnTo>
                  <a:lnTo>
                    <a:pt x="323000" y="1430742"/>
                  </a:lnTo>
                  <a:lnTo>
                    <a:pt x="322339" y="1430742"/>
                  </a:lnTo>
                  <a:lnTo>
                    <a:pt x="321679" y="1430742"/>
                  </a:lnTo>
                  <a:lnTo>
                    <a:pt x="321018" y="1430742"/>
                  </a:lnTo>
                  <a:lnTo>
                    <a:pt x="320358" y="1430742"/>
                  </a:lnTo>
                  <a:lnTo>
                    <a:pt x="319697" y="1430742"/>
                  </a:lnTo>
                  <a:lnTo>
                    <a:pt x="319037" y="1430742"/>
                  </a:lnTo>
                  <a:lnTo>
                    <a:pt x="318376" y="1430742"/>
                  </a:lnTo>
                  <a:lnTo>
                    <a:pt x="317715" y="1430742"/>
                  </a:lnTo>
                  <a:lnTo>
                    <a:pt x="317055" y="1430742"/>
                  </a:lnTo>
                  <a:lnTo>
                    <a:pt x="316394" y="1430742"/>
                  </a:lnTo>
                  <a:lnTo>
                    <a:pt x="315734" y="1430742"/>
                  </a:lnTo>
                  <a:lnTo>
                    <a:pt x="315073" y="1430742"/>
                  </a:lnTo>
                  <a:lnTo>
                    <a:pt x="314413" y="1430742"/>
                  </a:lnTo>
                  <a:lnTo>
                    <a:pt x="313752" y="1430742"/>
                  </a:lnTo>
                  <a:lnTo>
                    <a:pt x="313092" y="1430742"/>
                  </a:lnTo>
                  <a:lnTo>
                    <a:pt x="312431" y="1430742"/>
                  </a:lnTo>
                  <a:lnTo>
                    <a:pt x="311771" y="1430742"/>
                  </a:lnTo>
                  <a:lnTo>
                    <a:pt x="311110" y="1430742"/>
                  </a:lnTo>
                  <a:lnTo>
                    <a:pt x="310450" y="1430742"/>
                  </a:lnTo>
                  <a:lnTo>
                    <a:pt x="309789" y="1430742"/>
                  </a:lnTo>
                  <a:lnTo>
                    <a:pt x="309129" y="1430742"/>
                  </a:lnTo>
                  <a:lnTo>
                    <a:pt x="308468" y="1430742"/>
                  </a:lnTo>
                  <a:lnTo>
                    <a:pt x="307807" y="1430742"/>
                  </a:lnTo>
                  <a:lnTo>
                    <a:pt x="307147" y="1430742"/>
                  </a:lnTo>
                  <a:lnTo>
                    <a:pt x="306486" y="1430742"/>
                  </a:lnTo>
                  <a:lnTo>
                    <a:pt x="305826" y="1430742"/>
                  </a:lnTo>
                  <a:lnTo>
                    <a:pt x="305165" y="1430742"/>
                  </a:lnTo>
                  <a:lnTo>
                    <a:pt x="304505" y="1430742"/>
                  </a:lnTo>
                  <a:lnTo>
                    <a:pt x="303844" y="1430742"/>
                  </a:lnTo>
                  <a:lnTo>
                    <a:pt x="303184" y="1430742"/>
                  </a:lnTo>
                  <a:lnTo>
                    <a:pt x="302523" y="1430742"/>
                  </a:lnTo>
                  <a:lnTo>
                    <a:pt x="301863" y="1430742"/>
                  </a:lnTo>
                  <a:lnTo>
                    <a:pt x="301202" y="1430742"/>
                  </a:lnTo>
                  <a:lnTo>
                    <a:pt x="300542" y="1430742"/>
                  </a:lnTo>
                  <a:lnTo>
                    <a:pt x="299881" y="1430742"/>
                  </a:lnTo>
                  <a:lnTo>
                    <a:pt x="299221" y="1430742"/>
                  </a:lnTo>
                  <a:lnTo>
                    <a:pt x="298560" y="1430742"/>
                  </a:lnTo>
                  <a:lnTo>
                    <a:pt x="297899" y="1430742"/>
                  </a:lnTo>
                  <a:lnTo>
                    <a:pt x="297239" y="1430742"/>
                  </a:lnTo>
                  <a:lnTo>
                    <a:pt x="296578" y="1430742"/>
                  </a:lnTo>
                  <a:lnTo>
                    <a:pt x="295918" y="1430742"/>
                  </a:lnTo>
                  <a:lnTo>
                    <a:pt x="295257" y="1430742"/>
                  </a:lnTo>
                  <a:lnTo>
                    <a:pt x="294597" y="1430742"/>
                  </a:lnTo>
                  <a:lnTo>
                    <a:pt x="293936" y="1430742"/>
                  </a:lnTo>
                  <a:lnTo>
                    <a:pt x="293276" y="1430742"/>
                  </a:lnTo>
                  <a:lnTo>
                    <a:pt x="292615" y="1430742"/>
                  </a:lnTo>
                  <a:lnTo>
                    <a:pt x="291955" y="1430742"/>
                  </a:lnTo>
                  <a:lnTo>
                    <a:pt x="291294" y="1430742"/>
                  </a:lnTo>
                  <a:lnTo>
                    <a:pt x="290634" y="1430742"/>
                  </a:lnTo>
                  <a:lnTo>
                    <a:pt x="289973" y="1430742"/>
                  </a:lnTo>
                  <a:lnTo>
                    <a:pt x="289313" y="1430742"/>
                  </a:lnTo>
                  <a:lnTo>
                    <a:pt x="288652" y="1430742"/>
                  </a:lnTo>
                  <a:lnTo>
                    <a:pt x="287991" y="1430742"/>
                  </a:lnTo>
                  <a:lnTo>
                    <a:pt x="287331" y="1430742"/>
                  </a:lnTo>
                  <a:lnTo>
                    <a:pt x="286670" y="1430742"/>
                  </a:lnTo>
                  <a:lnTo>
                    <a:pt x="286010" y="1430742"/>
                  </a:lnTo>
                  <a:lnTo>
                    <a:pt x="285349" y="1430742"/>
                  </a:lnTo>
                  <a:lnTo>
                    <a:pt x="284689" y="1430742"/>
                  </a:lnTo>
                  <a:lnTo>
                    <a:pt x="284028" y="1430742"/>
                  </a:lnTo>
                  <a:lnTo>
                    <a:pt x="283368" y="1430742"/>
                  </a:lnTo>
                  <a:lnTo>
                    <a:pt x="282707" y="1430742"/>
                  </a:lnTo>
                  <a:lnTo>
                    <a:pt x="282047" y="1430742"/>
                  </a:lnTo>
                  <a:lnTo>
                    <a:pt x="281386" y="1430742"/>
                  </a:lnTo>
                  <a:lnTo>
                    <a:pt x="280726" y="1430742"/>
                  </a:lnTo>
                  <a:lnTo>
                    <a:pt x="280065" y="1430742"/>
                  </a:lnTo>
                  <a:lnTo>
                    <a:pt x="279405" y="1430742"/>
                  </a:lnTo>
                  <a:lnTo>
                    <a:pt x="278744" y="1430742"/>
                  </a:lnTo>
                  <a:lnTo>
                    <a:pt x="278084" y="1430742"/>
                  </a:lnTo>
                  <a:lnTo>
                    <a:pt x="277423" y="1430742"/>
                  </a:lnTo>
                  <a:lnTo>
                    <a:pt x="276762" y="1430742"/>
                  </a:lnTo>
                  <a:lnTo>
                    <a:pt x="276102" y="1430742"/>
                  </a:lnTo>
                  <a:lnTo>
                    <a:pt x="275441" y="1430742"/>
                  </a:lnTo>
                  <a:lnTo>
                    <a:pt x="274781" y="1430742"/>
                  </a:lnTo>
                  <a:lnTo>
                    <a:pt x="274120" y="1430742"/>
                  </a:lnTo>
                  <a:lnTo>
                    <a:pt x="273460" y="1430742"/>
                  </a:lnTo>
                  <a:lnTo>
                    <a:pt x="272799" y="1430742"/>
                  </a:lnTo>
                  <a:lnTo>
                    <a:pt x="272139" y="1430742"/>
                  </a:lnTo>
                  <a:lnTo>
                    <a:pt x="271478" y="1430742"/>
                  </a:lnTo>
                  <a:lnTo>
                    <a:pt x="270818" y="1430742"/>
                  </a:lnTo>
                  <a:lnTo>
                    <a:pt x="270157" y="1430742"/>
                  </a:lnTo>
                  <a:lnTo>
                    <a:pt x="269497" y="1430742"/>
                  </a:lnTo>
                  <a:lnTo>
                    <a:pt x="268836" y="1430742"/>
                  </a:lnTo>
                  <a:lnTo>
                    <a:pt x="268176" y="1430742"/>
                  </a:lnTo>
                  <a:lnTo>
                    <a:pt x="267515" y="1430742"/>
                  </a:lnTo>
                  <a:lnTo>
                    <a:pt x="266854" y="1430742"/>
                  </a:lnTo>
                  <a:lnTo>
                    <a:pt x="266194" y="1430742"/>
                  </a:lnTo>
                  <a:lnTo>
                    <a:pt x="265533" y="1430742"/>
                  </a:lnTo>
                  <a:lnTo>
                    <a:pt x="264873" y="1430742"/>
                  </a:lnTo>
                  <a:lnTo>
                    <a:pt x="264212" y="1430742"/>
                  </a:lnTo>
                  <a:lnTo>
                    <a:pt x="263552" y="1430742"/>
                  </a:lnTo>
                  <a:lnTo>
                    <a:pt x="262891" y="1430742"/>
                  </a:lnTo>
                  <a:lnTo>
                    <a:pt x="262231" y="1430742"/>
                  </a:lnTo>
                  <a:lnTo>
                    <a:pt x="261570" y="1430742"/>
                  </a:lnTo>
                  <a:lnTo>
                    <a:pt x="260910" y="1430742"/>
                  </a:lnTo>
                  <a:lnTo>
                    <a:pt x="260249" y="1430742"/>
                  </a:lnTo>
                  <a:lnTo>
                    <a:pt x="259589" y="1430742"/>
                  </a:lnTo>
                  <a:lnTo>
                    <a:pt x="258928" y="1430742"/>
                  </a:lnTo>
                  <a:lnTo>
                    <a:pt x="258268" y="1430742"/>
                  </a:lnTo>
                  <a:lnTo>
                    <a:pt x="257607" y="1430742"/>
                  </a:lnTo>
                  <a:lnTo>
                    <a:pt x="256946" y="1430742"/>
                  </a:lnTo>
                  <a:lnTo>
                    <a:pt x="256286" y="1430742"/>
                  </a:lnTo>
                  <a:lnTo>
                    <a:pt x="255625" y="1430742"/>
                  </a:lnTo>
                  <a:lnTo>
                    <a:pt x="254965" y="1430742"/>
                  </a:lnTo>
                  <a:lnTo>
                    <a:pt x="254304" y="1430742"/>
                  </a:lnTo>
                  <a:lnTo>
                    <a:pt x="253644" y="1430742"/>
                  </a:lnTo>
                  <a:lnTo>
                    <a:pt x="252983" y="1430742"/>
                  </a:lnTo>
                  <a:lnTo>
                    <a:pt x="252323" y="1430742"/>
                  </a:lnTo>
                  <a:lnTo>
                    <a:pt x="251662" y="1430742"/>
                  </a:lnTo>
                  <a:lnTo>
                    <a:pt x="251002" y="1430742"/>
                  </a:lnTo>
                  <a:lnTo>
                    <a:pt x="250341" y="1430742"/>
                  </a:lnTo>
                  <a:lnTo>
                    <a:pt x="249681" y="1430742"/>
                  </a:lnTo>
                  <a:lnTo>
                    <a:pt x="249020" y="1430742"/>
                  </a:lnTo>
                  <a:lnTo>
                    <a:pt x="248360" y="1430742"/>
                  </a:lnTo>
                  <a:lnTo>
                    <a:pt x="247699" y="1430742"/>
                  </a:lnTo>
                  <a:lnTo>
                    <a:pt x="247039" y="1430742"/>
                  </a:lnTo>
                  <a:lnTo>
                    <a:pt x="246378" y="1430742"/>
                  </a:lnTo>
                  <a:lnTo>
                    <a:pt x="245717" y="1430742"/>
                  </a:lnTo>
                  <a:lnTo>
                    <a:pt x="245057" y="1430742"/>
                  </a:lnTo>
                  <a:lnTo>
                    <a:pt x="244396" y="1430742"/>
                  </a:lnTo>
                  <a:lnTo>
                    <a:pt x="243736" y="1430742"/>
                  </a:lnTo>
                  <a:lnTo>
                    <a:pt x="243075" y="1430742"/>
                  </a:lnTo>
                  <a:lnTo>
                    <a:pt x="242415" y="1430742"/>
                  </a:lnTo>
                  <a:lnTo>
                    <a:pt x="241754" y="1430742"/>
                  </a:lnTo>
                  <a:lnTo>
                    <a:pt x="241094" y="1430742"/>
                  </a:lnTo>
                  <a:lnTo>
                    <a:pt x="240433" y="1430742"/>
                  </a:lnTo>
                  <a:lnTo>
                    <a:pt x="239773" y="1430742"/>
                  </a:lnTo>
                  <a:lnTo>
                    <a:pt x="239112" y="1430742"/>
                  </a:lnTo>
                  <a:lnTo>
                    <a:pt x="238452" y="1430742"/>
                  </a:lnTo>
                  <a:lnTo>
                    <a:pt x="237791" y="1430742"/>
                  </a:lnTo>
                  <a:lnTo>
                    <a:pt x="237131" y="1430742"/>
                  </a:lnTo>
                  <a:lnTo>
                    <a:pt x="236470" y="1430742"/>
                  </a:lnTo>
                  <a:lnTo>
                    <a:pt x="235809" y="1430742"/>
                  </a:lnTo>
                  <a:lnTo>
                    <a:pt x="235149" y="1430742"/>
                  </a:lnTo>
                  <a:lnTo>
                    <a:pt x="234488" y="1430742"/>
                  </a:lnTo>
                  <a:lnTo>
                    <a:pt x="233828" y="1430742"/>
                  </a:lnTo>
                  <a:lnTo>
                    <a:pt x="233167" y="1430742"/>
                  </a:lnTo>
                  <a:lnTo>
                    <a:pt x="232507" y="1430742"/>
                  </a:lnTo>
                  <a:lnTo>
                    <a:pt x="231846" y="1430742"/>
                  </a:lnTo>
                  <a:lnTo>
                    <a:pt x="231186" y="1430742"/>
                  </a:lnTo>
                  <a:lnTo>
                    <a:pt x="230525" y="1430742"/>
                  </a:lnTo>
                  <a:lnTo>
                    <a:pt x="229865" y="1430742"/>
                  </a:lnTo>
                  <a:lnTo>
                    <a:pt x="229204" y="1430742"/>
                  </a:lnTo>
                  <a:lnTo>
                    <a:pt x="228544" y="1430742"/>
                  </a:lnTo>
                  <a:lnTo>
                    <a:pt x="227883" y="1430742"/>
                  </a:lnTo>
                  <a:lnTo>
                    <a:pt x="227223" y="1430742"/>
                  </a:lnTo>
                  <a:lnTo>
                    <a:pt x="226562" y="1430742"/>
                  </a:lnTo>
                  <a:lnTo>
                    <a:pt x="225901" y="1430742"/>
                  </a:lnTo>
                  <a:lnTo>
                    <a:pt x="225241" y="1430742"/>
                  </a:lnTo>
                  <a:lnTo>
                    <a:pt x="224580" y="1430742"/>
                  </a:lnTo>
                  <a:lnTo>
                    <a:pt x="223920" y="1430742"/>
                  </a:lnTo>
                  <a:lnTo>
                    <a:pt x="223259" y="1430742"/>
                  </a:lnTo>
                  <a:lnTo>
                    <a:pt x="222599" y="1430742"/>
                  </a:lnTo>
                  <a:lnTo>
                    <a:pt x="221938" y="1430742"/>
                  </a:lnTo>
                  <a:lnTo>
                    <a:pt x="221278" y="1430742"/>
                  </a:lnTo>
                  <a:lnTo>
                    <a:pt x="220617" y="1430742"/>
                  </a:lnTo>
                  <a:lnTo>
                    <a:pt x="219957" y="1430742"/>
                  </a:lnTo>
                  <a:lnTo>
                    <a:pt x="219296" y="1430742"/>
                  </a:lnTo>
                  <a:lnTo>
                    <a:pt x="218636" y="1430742"/>
                  </a:lnTo>
                  <a:lnTo>
                    <a:pt x="217975" y="1430742"/>
                  </a:lnTo>
                  <a:lnTo>
                    <a:pt x="217315" y="1430742"/>
                  </a:lnTo>
                  <a:lnTo>
                    <a:pt x="216654" y="1430742"/>
                  </a:lnTo>
                  <a:lnTo>
                    <a:pt x="215993" y="1430742"/>
                  </a:lnTo>
                  <a:lnTo>
                    <a:pt x="215333" y="1430742"/>
                  </a:lnTo>
                  <a:lnTo>
                    <a:pt x="214672" y="1430742"/>
                  </a:lnTo>
                  <a:lnTo>
                    <a:pt x="214012" y="1430742"/>
                  </a:lnTo>
                  <a:lnTo>
                    <a:pt x="213351" y="1430742"/>
                  </a:lnTo>
                  <a:lnTo>
                    <a:pt x="212691" y="1430742"/>
                  </a:lnTo>
                  <a:lnTo>
                    <a:pt x="212030" y="1430742"/>
                  </a:lnTo>
                  <a:lnTo>
                    <a:pt x="211370" y="1430742"/>
                  </a:lnTo>
                  <a:lnTo>
                    <a:pt x="210709" y="1430742"/>
                  </a:lnTo>
                  <a:lnTo>
                    <a:pt x="210049" y="1430742"/>
                  </a:lnTo>
                  <a:lnTo>
                    <a:pt x="209388" y="1430742"/>
                  </a:lnTo>
                  <a:lnTo>
                    <a:pt x="208728" y="1430742"/>
                  </a:lnTo>
                  <a:lnTo>
                    <a:pt x="208067" y="1430742"/>
                  </a:lnTo>
                  <a:lnTo>
                    <a:pt x="207407" y="1430742"/>
                  </a:lnTo>
                  <a:lnTo>
                    <a:pt x="206746" y="1430742"/>
                  </a:lnTo>
                  <a:lnTo>
                    <a:pt x="206086" y="1430742"/>
                  </a:lnTo>
                  <a:lnTo>
                    <a:pt x="205425" y="1430742"/>
                  </a:lnTo>
                  <a:lnTo>
                    <a:pt x="204764" y="1430742"/>
                  </a:lnTo>
                  <a:lnTo>
                    <a:pt x="204104" y="1430742"/>
                  </a:lnTo>
                  <a:lnTo>
                    <a:pt x="203443" y="1430742"/>
                  </a:lnTo>
                  <a:lnTo>
                    <a:pt x="202783" y="1430742"/>
                  </a:lnTo>
                  <a:lnTo>
                    <a:pt x="202122" y="1430742"/>
                  </a:lnTo>
                  <a:lnTo>
                    <a:pt x="201462" y="1430742"/>
                  </a:lnTo>
                  <a:lnTo>
                    <a:pt x="200801" y="1430742"/>
                  </a:lnTo>
                  <a:lnTo>
                    <a:pt x="200141" y="1430742"/>
                  </a:lnTo>
                  <a:lnTo>
                    <a:pt x="199480" y="1430742"/>
                  </a:lnTo>
                  <a:lnTo>
                    <a:pt x="198820" y="1430742"/>
                  </a:lnTo>
                  <a:lnTo>
                    <a:pt x="198159" y="1430742"/>
                  </a:lnTo>
                  <a:lnTo>
                    <a:pt x="197499" y="1430742"/>
                  </a:lnTo>
                  <a:lnTo>
                    <a:pt x="196838" y="1430742"/>
                  </a:lnTo>
                  <a:lnTo>
                    <a:pt x="196178" y="1430742"/>
                  </a:lnTo>
                  <a:lnTo>
                    <a:pt x="195517" y="1430742"/>
                  </a:lnTo>
                  <a:lnTo>
                    <a:pt x="194856" y="1430742"/>
                  </a:lnTo>
                  <a:lnTo>
                    <a:pt x="194196" y="1430742"/>
                  </a:lnTo>
                  <a:lnTo>
                    <a:pt x="193535" y="1430742"/>
                  </a:lnTo>
                  <a:lnTo>
                    <a:pt x="192875" y="1430742"/>
                  </a:lnTo>
                  <a:lnTo>
                    <a:pt x="192214" y="1430742"/>
                  </a:lnTo>
                  <a:lnTo>
                    <a:pt x="191554" y="1430742"/>
                  </a:lnTo>
                  <a:lnTo>
                    <a:pt x="190893" y="1430742"/>
                  </a:lnTo>
                  <a:lnTo>
                    <a:pt x="190233" y="1430742"/>
                  </a:lnTo>
                  <a:lnTo>
                    <a:pt x="189572" y="1430742"/>
                  </a:lnTo>
                  <a:lnTo>
                    <a:pt x="188912" y="1430742"/>
                  </a:lnTo>
                  <a:lnTo>
                    <a:pt x="188251" y="1430742"/>
                  </a:lnTo>
                  <a:lnTo>
                    <a:pt x="187591" y="1430742"/>
                  </a:lnTo>
                  <a:lnTo>
                    <a:pt x="186930" y="1430742"/>
                  </a:lnTo>
                  <a:lnTo>
                    <a:pt x="186270" y="1430742"/>
                  </a:lnTo>
                  <a:lnTo>
                    <a:pt x="185609" y="1430742"/>
                  </a:lnTo>
                  <a:lnTo>
                    <a:pt x="184948" y="1430742"/>
                  </a:lnTo>
                  <a:lnTo>
                    <a:pt x="184288" y="1430742"/>
                  </a:lnTo>
                  <a:lnTo>
                    <a:pt x="183627" y="1430742"/>
                  </a:lnTo>
                  <a:lnTo>
                    <a:pt x="182967" y="1430742"/>
                  </a:lnTo>
                  <a:lnTo>
                    <a:pt x="182306" y="1430742"/>
                  </a:lnTo>
                  <a:lnTo>
                    <a:pt x="181646" y="1430742"/>
                  </a:lnTo>
                  <a:lnTo>
                    <a:pt x="180985" y="1430742"/>
                  </a:lnTo>
                  <a:lnTo>
                    <a:pt x="180325" y="1430742"/>
                  </a:lnTo>
                  <a:lnTo>
                    <a:pt x="179664" y="1430742"/>
                  </a:lnTo>
                  <a:lnTo>
                    <a:pt x="179004" y="1430742"/>
                  </a:lnTo>
                  <a:lnTo>
                    <a:pt x="178343" y="1430742"/>
                  </a:lnTo>
                  <a:lnTo>
                    <a:pt x="177683" y="1430742"/>
                  </a:lnTo>
                  <a:lnTo>
                    <a:pt x="177022" y="1430742"/>
                  </a:lnTo>
                  <a:lnTo>
                    <a:pt x="176362" y="1430742"/>
                  </a:lnTo>
                  <a:lnTo>
                    <a:pt x="175701" y="1430742"/>
                  </a:lnTo>
                  <a:lnTo>
                    <a:pt x="175041" y="1430742"/>
                  </a:lnTo>
                  <a:lnTo>
                    <a:pt x="174380" y="1430742"/>
                  </a:lnTo>
                  <a:lnTo>
                    <a:pt x="173719" y="1430742"/>
                  </a:lnTo>
                  <a:lnTo>
                    <a:pt x="173059" y="1430742"/>
                  </a:lnTo>
                  <a:lnTo>
                    <a:pt x="172398" y="1430742"/>
                  </a:lnTo>
                  <a:lnTo>
                    <a:pt x="171738" y="1430742"/>
                  </a:lnTo>
                  <a:lnTo>
                    <a:pt x="171077" y="1430742"/>
                  </a:lnTo>
                  <a:lnTo>
                    <a:pt x="170417" y="1430742"/>
                  </a:lnTo>
                  <a:lnTo>
                    <a:pt x="169756" y="1430742"/>
                  </a:lnTo>
                  <a:lnTo>
                    <a:pt x="169096" y="1430742"/>
                  </a:lnTo>
                  <a:lnTo>
                    <a:pt x="168435" y="1430742"/>
                  </a:lnTo>
                  <a:lnTo>
                    <a:pt x="167775" y="1430742"/>
                  </a:lnTo>
                  <a:lnTo>
                    <a:pt x="167114" y="1430742"/>
                  </a:lnTo>
                  <a:lnTo>
                    <a:pt x="166454" y="1430742"/>
                  </a:lnTo>
                  <a:lnTo>
                    <a:pt x="165793" y="1430742"/>
                  </a:lnTo>
                  <a:lnTo>
                    <a:pt x="165133" y="1430742"/>
                  </a:lnTo>
                  <a:lnTo>
                    <a:pt x="164472" y="1430742"/>
                  </a:lnTo>
                  <a:lnTo>
                    <a:pt x="163811" y="1430742"/>
                  </a:lnTo>
                  <a:lnTo>
                    <a:pt x="163151" y="1430742"/>
                  </a:lnTo>
                  <a:lnTo>
                    <a:pt x="162490" y="1430742"/>
                  </a:lnTo>
                  <a:lnTo>
                    <a:pt x="161830" y="1430742"/>
                  </a:lnTo>
                  <a:lnTo>
                    <a:pt x="161169" y="1430742"/>
                  </a:lnTo>
                  <a:lnTo>
                    <a:pt x="160509" y="1430742"/>
                  </a:lnTo>
                  <a:lnTo>
                    <a:pt x="159848" y="1430742"/>
                  </a:lnTo>
                  <a:lnTo>
                    <a:pt x="159188" y="1430742"/>
                  </a:lnTo>
                  <a:lnTo>
                    <a:pt x="158527" y="1430742"/>
                  </a:lnTo>
                  <a:lnTo>
                    <a:pt x="157867" y="1430742"/>
                  </a:lnTo>
                  <a:lnTo>
                    <a:pt x="157206" y="1430742"/>
                  </a:lnTo>
                  <a:lnTo>
                    <a:pt x="156546" y="1430742"/>
                  </a:lnTo>
                  <a:lnTo>
                    <a:pt x="155885" y="1430742"/>
                  </a:lnTo>
                  <a:lnTo>
                    <a:pt x="155225" y="1430742"/>
                  </a:lnTo>
                  <a:lnTo>
                    <a:pt x="154564" y="1430742"/>
                  </a:lnTo>
                  <a:lnTo>
                    <a:pt x="153903" y="1430742"/>
                  </a:lnTo>
                  <a:lnTo>
                    <a:pt x="153243" y="1430742"/>
                  </a:lnTo>
                  <a:lnTo>
                    <a:pt x="152582" y="1430742"/>
                  </a:lnTo>
                  <a:lnTo>
                    <a:pt x="151922" y="1430742"/>
                  </a:lnTo>
                  <a:lnTo>
                    <a:pt x="151261" y="1430742"/>
                  </a:lnTo>
                  <a:lnTo>
                    <a:pt x="150601" y="1430742"/>
                  </a:lnTo>
                  <a:lnTo>
                    <a:pt x="149940" y="1430742"/>
                  </a:lnTo>
                  <a:lnTo>
                    <a:pt x="149280" y="1430742"/>
                  </a:lnTo>
                  <a:lnTo>
                    <a:pt x="148619" y="1430742"/>
                  </a:lnTo>
                  <a:lnTo>
                    <a:pt x="147959" y="1430742"/>
                  </a:lnTo>
                  <a:lnTo>
                    <a:pt x="147298" y="1430742"/>
                  </a:lnTo>
                  <a:lnTo>
                    <a:pt x="146638" y="1430742"/>
                  </a:lnTo>
                  <a:lnTo>
                    <a:pt x="145977" y="1430742"/>
                  </a:lnTo>
                  <a:lnTo>
                    <a:pt x="145317" y="1430742"/>
                  </a:lnTo>
                  <a:lnTo>
                    <a:pt x="144656" y="1430742"/>
                  </a:lnTo>
                  <a:lnTo>
                    <a:pt x="143995" y="1430742"/>
                  </a:lnTo>
                  <a:lnTo>
                    <a:pt x="143335" y="1430742"/>
                  </a:lnTo>
                  <a:lnTo>
                    <a:pt x="142674" y="1430742"/>
                  </a:lnTo>
                  <a:lnTo>
                    <a:pt x="142014" y="1430742"/>
                  </a:lnTo>
                  <a:lnTo>
                    <a:pt x="141353" y="1430742"/>
                  </a:lnTo>
                  <a:lnTo>
                    <a:pt x="140693" y="1430742"/>
                  </a:lnTo>
                  <a:lnTo>
                    <a:pt x="140032" y="1430742"/>
                  </a:lnTo>
                  <a:lnTo>
                    <a:pt x="139372" y="1430742"/>
                  </a:lnTo>
                  <a:lnTo>
                    <a:pt x="138711" y="1430742"/>
                  </a:lnTo>
                  <a:lnTo>
                    <a:pt x="138051" y="1430742"/>
                  </a:lnTo>
                  <a:lnTo>
                    <a:pt x="137390" y="1430742"/>
                  </a:lnTo>
                  <a:lnTo>
                    <a:pt x="136730" y="1430742"/>
                  </a:lnTo>
                  <a:lnTo>
                    <a:pt x="136069" y="1430742"/>
                  </a:lnTo>
                  <a:lnTo>
                    <a:pt x="135409" y="1430742"/>
                  </a:lnTo>
                  <a:lnTo>
                    <a:pt x="134748" y="1430742"/>
                  </a:lnTo>
                  <a:lnTo>
                    <a:pt x="134088" y="1430742"/>
                  </a:lnTo>
                  <a:lnTo>
                    <a:pt x="133427" y="1430742"/>
                  </a:lnTo>
                  <a:lnTo>
                    <a:pt x="132766" y="1430742"/>
                  </a:lnTo>
                  <a:lnTo>
                    <a:pt x="132106" y="1430742"/>
                  </a:lnTo>
                  <a:lnTo>
                    <a:pt x="131445" y="1430742"/>
                  </a:lnTo>
                  <a:lnTo>
                    <a:pt x="130785" y="1430742"/>
                  </a:lnTo>
                  <a:lnTo>
                    <a:pt x="130124" y="1430742"/>
                  </a:lnTo>
                  <a:lnTo>
                    <a:pt x="129464" y="1430742"/>
                  </a:lnTo>
                  <a:lnTo>
                    <a:pt x="128803" y="1430742"/>
                  </a:lnTo>
                  <a:lnTo>
                    <a:pt x="128143" y="1430742"/>
                  </a:lnTo>
                  <a:lnTo>
                    <a:pt x="127482" y="1430742"/>
                  </a:lnTo>
                  <a:lnTo>
                    <a:pt x="126822" y="1430742"/>
                  </a:lnTo>
                  <a:lnTo>
                    <a:pt x="126161" y="1430742"/>
                  </a:lnTo>
                  <a:lnTo>
                    <a:pt x="125501" y="1430742"/>
                  </a:lnTo>
                  <a:lnTo>
                    <a:pt x="124840" y="1430742"/>
                  </a:lnTo>
                  <a:lnTo>
                    <a:pt x="124180" y="1430742"/>
                  </a:lnTo>
                  <a:lnTo>
                    <a:pt x="123519" y="1430742"/>
                  </a:lnTo>
                  <a:lnTo>
                    <a:pt x="122858" y="1430742"/>
                  </a:lnTo>
                  <a:lnTo>
                    <a:pt x="122198" y="1430742"/>
                  </a:lnTo>
                  <a:lnTo>
                    <a:pt x="121537" y="1430742"/>
                  </a:lnTo>
                  <a:lnTo>
                    <a:pt x="120877" y="1430742"/>
                  </a:lnTo>
                  <a:lnTo>
                    <a:pt x="120216" y="1430742"/>
                  </a:lnTo>
                  <a:lnTo>
                    <a:pt x="119556" y="1430742"/>
                  </a:lnTo>
                  <a:lnTo>
                    <a:pt x="118895" y="1430742"/>
                  </a:lnTo>
                  <a:lnTo>
                    <a:pt x="118235" y="1430742"/>
                  </a:lnTo>
                  <a:lnTo>
                    <a:pt x="117574" y="1430742"/>
                  </a:lnTo>
                  <a:lnTo>
                    <a:pt x="116914" y="1430742"/>
                  </a:lnTo>
                  <a:lnTo>
                    <a:pt x="116253" y="1430742"/>
                  </a:lnTo>
                  <a:lnTo>
                    <a:pt x="115593" y="1430742"/>
                  </a:lnTo>
                  <a:lnTo>
                    <a:pt x="114932" y="1430742"/>
                  </a:lnTo>
                  <a:lnTo>
                    <a:pt x="114272" y="1430742"/>
                  </a:lnTo>
                  <a:lnTo>
                    <a:pt x="113611" y="1430742"/>
                  </a:lnTo>
                  <a:lnTo>
                    <a:pt x="112950" y="1430742"/>
                  </a:lnTo>
                  <a:lnTo>
                    <a:pt x="112290" y="1430742"/>
                  </a:lnTo>
                  <a:lnTo>
                    <a:pt x="111629" y="1430742"/>
                  </a:lnTo>
                  <a:lnTo>
                    <a:pt x="110969" y="1430742"/>
                  </a:lnTo>
                  <a:lnTo>
                    <a:pt x="110308" y="1430742"/>
                  </a:lnTo>
                  <a:lnTo>
                    <a:pt x="109648" y="1430742"/>
                  </a:lnTo>
                  <a:lnTo>
                    <a:pt x="108987" y="1430742"/>
                  </a:lnTo>
                  <a:lnTo>
                    <a:pt x="108327" y="1430742"/>
                  </a:lnTo>
                  <a:lnTo>
                    <a:pt x="107666" y="1430742"/>
                  </a:lnTo>
                  <a:lnTo>
                    <a:pt x="107006" y="1430742"/>
                  </a:lnTo>
                  <a:lnTo>
                    <a:pt x="106345" y="1430742"/>
                  </a:lnTo>
                  <a:lnTo>
                    <a:pt x="105685" y="1430742"/>
                  </a:lnTo>
                  <a:lnTo>
                    <a:pt x="105024" y="1430742"/>
                  </a:lnTo>
                  <a:lnTo>
                    <a:pt x="104364" y="1430742"/>
                  </a:lnTo>
                  <a:lnTo>
                    <a:pt x="103703" y="1430742"/>
                  </a:lnTo>
                  <a:lnTo>
                    <a:pt x="103043" y="1430742"/>
                  </a:lnTo>
                  <a:lnTo>
                    <a:pt x="102382" y="1430742"/>
                  </a:lnTo>
                  <a:lnTo>
                    <a:pt x="101721" y="1430742"/>
                  </a:lnTo>
                  <a:lnTo>
                    <a:pt x="101061" y="1430742"/>
                  </a:lnTo>
                  <a:lnTo>
                    <a:pt x="100400" y="1430742"/>
                  </a:lnTo>
                  <a:lnTo>
                    <a:pt x="99740" y="1430742"/>
                  </a:lnTo>
                  <a:lnTo>
                    <a:pt x="99079" y="1430742"/>
                  </a:lnTo>
                  <a:lnTo>
                    <a:pt x="98419" y="1430742"/>
                  </a:lnTo>
                  <a:lnTo>
                    <a:pt x="97758" y="1430742"/>
                  </a:lnTo>
                  <a:lnTo>
                    <a:pt x="97098" y="1430742"/>
                  </a:lnTo>
                  <a:lnTo>
                    <a:pt x="96437" y="1430742"/>
                  </a:lnTo>
                  <a:lnTo>
                    <a:pt x="95777" y="1430742"/>
                  </a:lnTo>
                  <a:lnTo>
                    <a:pt x="95116" y="1430742"/>
                  </a:lnTo>
                  <a:lnTo>
                    <a:pt x="94456" y="1430742"/>
                  </a:lnTo>
                  <a:lnTo>
                    <a:pt x="93795" y="1430742"/>
                  </a:lnTo>
                  <a:lnTo>
                    <a:pt x="93135" y="1430742"/>
                  </a:lnTo>
                  <a:lnTo>
                    <a:pt x="92474" y="1430742"/>
                  </a:lnTo>
                  <a:lnTo>
                    <a:pt x="91813" y="1430742"/>
                  </a:lnTo>
                  <a:lnTo>
                    <a:pt x="91153" y="1430742"/>
                  </a:lnTo>
                  <a:lnTo>
                    <a:pt x="90492" y="1430742"/>
                  </a:lnTo>
                  <a:lnTo>
                    <a:pt x="89832" y="1430742"/>
                  </a:lnTo>
                  <a:lnTo>
                    <a:pt x="89171" y="1430742"/>
                  </a:lnTo>
                  <a:lnTo>
                    <a:pt x="88511" y="1430742"/>
                  </a:lnTo>
                  <a:lnTo>
                    <a:pt x="87850" y="1430742"/>
                  </a:lnTo>
                  <a:lnTo>
                    <a:pt x="87190" y="1430742"/>
                  </a:lnTo>
                  <a:lnTo>
                    <a:pt x="86529" y="1430742"/>
                  </a:lnTo>
                  <a:lnTo>
                    <a:pt x="85869" y="1430742"/>
                  </a:lnTo>
                  <a:lnTo>
                    <a:pt x="85208" y="1430742"/>
                  </a:lnTo>
                  <a:lnTo>
                    <a:pt x="84548" y="1430742"/>
                  </a:lnTo>
                  <a:lnTo>
                    <a:pt x="83887" y="1430742"/>
                  </a:lnTo>
                  <a:lnTo>
                    <a:pt x="83227" y="1430742"/>
                  </a:lnTo>
                  <a:lnTo>
                    <a:pt x="82566" y="1430742"/>
                  </a:lnTo>
                  <a:lnTo>
                    <a:pt x="81905" y="1430742"/>
                  </a:lnTo>
                  <a:lnTo>
                    <a:pt x="81245" y="1430742"/>
                  </a:lnTo>
                  <a:lnTo>
                    <a:pt x="80584" y="1430742"/>
                  </a:lnTo>
                  <a:lnTo>
                    <a:pt x="79924" y="1430742"/>
                  </a:lnTo>
                  <a:lnTo>
                    <a:pt x="79263" y="1430742"/>
                  </a:lnTo>
                  <a:lnTo>
                    <a:pt x="78603" y="1430742"/>
                  </a:lnTo>
                  <a:lnTo>
                    <a:pt x="77942" y="1430742"/>
                  </a:lnTo>
                  <a:lnTo>
                    <a:pt x="77282" y="1430742"/>
                  </a:lnTo>
                  <a:lnTo>
                    <a:pt x="76621" y="1430742"/>
                  </a:lnTo>
                  <a:lnTo>
                    <a:pt x="75961" y="1430742"/>
                  </a:lnTo>
                  <a:lnTo>
                    <a:pt x="75300" y="1430742"/>
                  </a:lnTo>
                  <a:lnTo>
                    <a:pt x="74640" y="1430742"/>
                  </a:lnTo>
                  <a:lnTo>
                    <a:pt x="73979" y="1430742"/>
                  </a:lnTo>
                  <a:lnTo>
                    <a:pt x="73319" y="1430742"/>
                  </a:lnTo>
                  <a:lnTo>
                    <a:pt x="72658" y="1430742"/>
                  </a:lnTo>
                  <a:lnTo>
                    <a:pt x="71997" y="1430742"/>
                  </a:lnTo>
                  <a:lnTo>
                    <a:pt x="71337" y="1430742"/>
                  </a:lnTo>
                  <a:lnTo>
                    <a:pt x="70676" y="1430742"/>
                  </a:lnTo>
                  <a:lnTo>
                    <a:pt x="70016" y="1430742"/>
                  </a:lnTo>
                  <a:lnTo>
                    <a:pt x="69355" y="1430742"/>
                  </a:lnTo>
                  <a:lnTo>
                    <a:pt x="68695" y="1430742"/>
                  </a:lnTo>
                  <a:lnTo>
                    <a:pt x="68034" y="1430742"/>
                  </a:lnTo>
                  <a:lnTo>
                    <a:pt x="67374" y="1430742"/>
                  </a:lnTo>
                  <a:lnTo>
                    <a:pt x="66713" y="1430742"/>
                  </a:lnTo>
                  <a:lnTo>
                    <a:pt x="66053" y="1430742"/>
                  </a:lnTo>
                  <a:lnTo>
                    <a:pt x="65392" y="1430742"/>
                  </a:lnTo>
                  <a:lnTo>
                    <a:pt x="64732" y="1430742"/>
                  </a:lnTo>
                  <a:lnTo>
                    <a:pt x="64071" y="1430742"/>
                  </a:lnTo>
                  <a:lnTo>
                    <a:pt x="63411" y="1430742"/>
                  </a:lnTo>
                  <a:lnTo>
                    <a:pt x="62750" y="1430742"/>
                  </a:lnTo>
                  <a:lnTo>
                    <a:pt x="62090" y="1430742"/>
                  </a:lnTo>
                  <a:lnTo>
                    <a:pt x="61429" y="1430742"/>
                  </a:lnTo>
                  <a:lnTo>
                    <a:pt x="60768" y="1430742"/>
                  </a:lnTo>
                  <a:lnTo>
                    <a:pt x="60108" y="1430742"/>
                  </a:lnTo>
                  <a:lnTo>
                    <a:pt x="59447" y="1430742"/>
                  </a:lnTo>
                  <a:lnTo>
                    <a:pt x="58787" y="1430742"/>
                  </a:lnTo>
                  <a:lnTo>
                    <a:pt x="58126" y="1430742"/>
                  </a:lnTo>
                  <a:lnTo>
                    <a:pt x="57466" y="1430742"/>
                  </a:lnTo>
                  <a:lnTo>
                    <a:pt x="56805" y="1430742"/>
                  </a:lnTo>
                  <a:lnTo>
                    <a:pt x="56145" y="1430742"/>
                  </a:lnTo>
                  <a:lnTo>
                    <a:pt x="55484" y="1430742"/>
                  </a:lnTo>
                  <a:lnTo>
                    <a:pt x="54824" y="1430742"/>
                  </a:lnTo>
                  <a:lnTo>
                    <a:pt x="54163" y="1430742"/>
                  </a:lnTo>
                  <a:lnTo>
                    <a:pt x="53503" y="1430742"/>
                  </a:lnTo>
                  <a:lnTo>
                    <a:pt x="52842" y="1430742"/>
                  </a:lnTo>
                  <a:lnTo>
                    <a:pt x="52182" y="1430742"/>
                  </a:lnTo>
                  <a:lnTo>
                    <a:pt x="51521" y="1430742"/>
                  </a:lnTo>
                  <a:lnTo>
                    <a:pt x="50860" y="1430742"/>
                  </a:lnTo>
                  <a:lnTo>
                    <a:pt x="50200" y="1430742"/>
                  </a:lnTo>
                  <a:lnTo>
                    <a:pt x="49539" y="1430742"/>
                  </a:lnTo>
                  <a:lnTo>
                    <a:pt x="48879" y="1430742"/>
                  </a:lnTo>
                  <a:lnTo>
                    <a:pt x="48218" y="1430742"/>
                  </a:lnTo>
                  <a:lnTo>
                    <a:pt x="47558" y="1430742"/>
                  </a:lnTo>
                  <a:lnTo>
                    <a:pt x="46897" y="1430742"/>
                  </a:lnTo>
                  <a:lnTo>
                    <a:pt x="46237" y="1430742"/>
                  </a:lnTo>
                  <a:lnTo>
                    <a:pt x="45576" y="1430742"/>
                  </a:lnTo>
                  <a:lnTo>
                    <a:pt x="44916" y="1430742"/>
                  </a:lnTo>
                  <a:lnTo>
                    <a:pt x="44255" y="1430742"/>
                  </a:lnTo>
                  <a:lnTo>
                    <a:pt x="43595" y="1430742"/>
                  </a:lnTo>
                  <a:lnTo>
                    <a:pt x="42934" y="1430742"/>
                  </a:lnTo>
                  <a:lnTo>
                    <a:pt x="42274" y="1430742"/>
                  </a:lnTo>
                  <a:lnTo>
                    <a:pt x="41613" y="1430742"/>
                  </a:lnTo>
                  <a:lnTo>
                    <a:pt x="40952" y="1430742"/>
                  </a:lnTo>
                  <a:lnTo>
                    <a:pt x="40292" y="1430742"/>
                  </a:lnTo>
                  <a:lnTo>
                    <a:pt x="39631" y="1430742"/>
                  </a:lnTo>
                  <a:lnTo>
                    <a:pt x="38971" y="1430742"/>
                  </a:lnTo>
                  <a:lnTo>
                    <a:pt x="38310" y="1430742"/>
                  </a:lnTo>
                  <a:lnTo>
                    <a:pt x="37650" y="1430742"/>
                  </a:lnTo>
                  <a:lnTo>
                    <a:pt x="36989" y="1430742"/>
                  </a:lnTo>
                  <a:lnTo>
                    <a:pt x="36329" y="1430742"/>
                  </a:lnTo>
                  <a:lnTo>
                    <a:pt x="35668" y="1430742"/>
                  </a:lnTo>
                  <a:lnTo>
                    <a:pt x="35008" y="1430742"/>
                  </a:lnTo>
                  <a:lnTo>
                    <a:pt x="34347" y="1430742"/>
                  </a:lnTo>
                  <a:lnTo>
                    <a:pt x="33687" y="1430742"/>
                  </a:lnTo>
                  <a:lnTo>
                    <a:pt x="33026" y="1430742"/>
                  </a:lnTo>
                  <a:lnTo>
                    <a:pt x="32366" y="1430742"/>
                  </a:lnTo>
                  <a:lnTo>
                    <a:pt x="31705" y="1430742"/>
                  </a:lnTo>
                  <a:lnTo>
                    <a:pt x="31045" y="1430742"/>
                  </a:lnTo>
                  <a:lnTo>
                    <a:pt x="30384" y="1430742"/>
                  </a:lnTo>
                  <a:lnTo>
                    <a:pt x="29723" y="1430742"/>
                  </a:lnTo>
                  <a:lnTo>
                    <a:pt x="29063" y="1430742"/>
                  </a:lnTo>
                  <a:lnTo>
                    <a:pt x="28402" y="1430742"/>
                  </a:lnTo>
                  <a:lnTo>
                    <a:pt x="27742" y="1430742"/>
                  </a:lnTo>
                  <a:lnTo>
                    <a:pt x="27081" y="1430742"/>
                  </a:lnTo>
                  <a:lnTo>
                    <a:pt x="26421" y="1430742"/>
                  </a:lnTo>
                  <a:lnTo>
                    <a:pt x="25760" y="1430742"/>
                  </a:lnTo>
                  <a:lnTo>
                    <a:pt x="25100" y="1430742"/>
                  </a:lnTo>
                  <a:lnTo>
                    <a:pt x="24439" y="1430742"/>
                  </a:lnTo>
                  <a:lnTo>
                    <a:pt x="23779" y="1430742"/>
                  </a:lnTo>
                  <a:lnTo>
                    <a:pt x="23118" y="1430742"/>
                  </a:lnTo>
                  <a:lnTo>
                    <a:pt x="22458" y="1430742"/>
                  </a:lnTo>
                  <a:lnTo>
                    <a:pt x="21797" y="1430742"/>
                  </a:lnTo>
                  <a:lnTo>
                    <a:pt x="21137" y="1430742"/>
                  </a:lnTo>
                  <a:lnTo>
                    <a:pt x="20476" y="1430742"/>
                  </a:lnTo>
                  <a:lnTo>
                    <a:pt x="19815" y="1430742"/>
                  </a:lnTo>
                  <a:lnTo>
                    <a:pt x="19155" y="1430742"/>
                  </a:lnTo>
                  <a:lnTo>
                    <a:pt x="18494" y="1430742"/>
                  </a:lnTo>
                  <a:lnTo>
                    <a:pt x="17834" y="1430742"/>
                  </a:lnTo>
                  <a:lnTo>
                    <a:pt x="17173" y="1430742"/>
                  </a:lnTo>
                  <a:lnTo>
                    <a:pt x="16513" y="1430742"/>
                  </a:lnTo>
                  <a:lnTo>
                    <a:pt x="15852" y="1430742"/>
                  </a:lnTo>
                  <a:lnTo>
                    <a:pt x="15192" y="1430742"/>
                  </a:lnTo>
                  <a:lnTo>
                    <a:pt x="14531" y="1430742"/>
                  </a:lnTo>
                  <a:lnTo>
                    <a:pt x="13871" y="1430742"/>
                  </a:lnTo>
                  <a:lnTo>
                    <a:pt x="13210" y="1430742"/>
                  </a:lnTo>
                  <a:lnTo>
                    <a:pt x="12550" y="1430742"/>
                  </a:lnTo>
                  <a:lnTo>
                    <a:pt x="11889" y="1430742"/>
                  </a:lnTo>
                  <a:lnTo>
                    <a:pt x="11229" y="1430742"/>
                  </a:lnTo>
                  <a:lnTo>
                    <a:pt x="10568" y="1430742"/>
                  </a:lnTo>
                  <a:lnTo>
                    <a:pt x="9907" y="1430742"/>
                  </a:lnTo>
                  <a:lnTo>
                    <a:pt x="9247" y="1430742"/>
                  </a:lnTo>
                  <a:lnTo>
                    <a:pt x="8586" y="1430742"/>
                  </a:lnTo>
                  <a:lnTo>
                    <a:pt x="7926" y="1430742"/>
                  </a:lnTo>
                  <a:lnTo>
                    <a:pt x="7265" y="1430742"/>
                  </a:lnTo>
                  <a:lnTo>
                    <a:pt x="6605" y="1430742"/>
                  </a:lnTo>
                  <a:lnTo>
                    <a:pt x="5944" y="1430742"/>
                  </a:lnTo>
                  <a:lnTo>
                    <a:pt x="5284" y="1430742"/>
                  </a:lnTo>
                  <a:lnTo>
                    <a:pt x="4623" y="1430742"/>
                  </a:lnTo>
                  <a:lnTo>
                    <a:pt x="3963" y="1430742"/>
                  </a:lnTo>
                  <a:lnTo>
                    <a:pt x="3302" y="1430742"/>
                  </a:lnTo>
                  <a:lnTo>
                    <a:pt x="2642" y="1430742"/>
                  </a:lnTo>
                  <a:lnTo>
                    <a:pt x="1981" y="1430742"/>
                  </a:lnTo>
                  <a:lnTo>
                    <a:pt x="1321" y="1430742"/>
                  </a:lnTo>
                  <a:lnTo>
                    <a:pt x="660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39" y="2821211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2000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70000" y="4527802"/>
              <a:ext cx="6603999" cy="620671"/>
            </a:xfrm>
            <a:custGeom>
              <a:avLst/>
              <a:pathLst>
                <a:path w="6603999" h="620671">
                  <a:moveTo>
                    <a:pt x="0" y="588495"/>
                  </a:moveTo>
                  <a:lnTo>
                    <a:pt x="660" y="588495"/>
                  </a:lnTo>
                  <a:lnTo>
                    <a:pt x="1321" y="592071"/>
                  </a:lnTo>
                  <a:lnTo>
                    <a:pt x="1981" y="592989"/>
                  </a:lnTo>
                  <a:lnTo>
                    <a:pt x="2642" y="585064"/>
                  </a:lnTo>
                  <a:lnTo>
                    <a:pt x="3302" y="571750"/>
                  </a:lnTo>
                  <a:lnTo>
                    <a:pt x="3963" y="571750"/>
                  </a:lnTo>
                  <a:lnTo>
                    <a:pt x="4623" y="588495"/>
                  </a:lnTo>
                  <a:lnTo>
                    <a:pt x="5284" y="592071"/>
                  </a:lnTo>
                  <a:lnTo>
                    <a:pt x="5944" y="578879"/>
                  </a:lnTo>
                  <a:lnTo>
                    <a:pt x="6605" y="585064"/>
                  </a:lnTo>
                  <a:lnTo>
                    <a:pt x="7265" y="588495"/>
                  </a:lnTo>
                  <a:lnTo>
                    <a:pt x="7926" y="550755"/>
                  </a:lnTo>
                  <a:lnTo>
                    <a:pt x="8586" y="551674"/>
                  </a:lnTo>
                  <a:lnTo>
                    <a:pt x="9247" y="555178"/>
                  </a:lnTo>
                  <a:lnTo>
                    <a:pt x="9907" y="555178"/>
                  </a:lnTo>
                  <a:lnTo>
                    <a:pt x="10568" y="574366"/>
                  </a:lnTo>
                  <a:lnTo>
                    <a:pt x="11229" y="566231"/>
                  </a:lnTo>
                  <a:lnTo>
                    <a:pt x="11889" y="556872"/>
                  </a:lnTo>
                  <a:lnTo>
                    <a:pt x="12550" y="563806"/>
                  </a:lnTo>
                  <a:lnTo>
                    <a:pt x="13210" y="562066"/>
                  </a:lnTo>
                  <a:lnTo>
                    <a:pt x="13871" y="558910"/>
                  </a:lnTo>
                  <a:lnTo>
                    <a:pt x="14531" y="571567"/>
                  </a:lnTo>
                  <a:lnTo>
                    <a:pt x="15192" y="561101"/>
                  </a:lnTo>
                  <a:lnTo>
                    <a:pt x="15852" y="548500"/>
                  </a:lnTo>
                  <a:lnTo>
                    <a:pt x="16513" y="558234"/>
                  </a:lnTo>
                  <a:lnTo>
                    <a:pt x="17173" y="577335"/>
                  </a:lnTo>
                  <a:lnTo>
                    <a:pt x="17834" y="557991"/>
                  </a:lnTo>
                  <a:lnTo>
                    <a:pt x="18494" y="542944"/>
                  </a:lnTo>
                  <a:lnTo>
                    <a:pt x="19155" y="551491"/>
                  </a:lnTo>
                  <a:lnTo>
                    <a:pt x="19815" y="563610"/>
                  </a:lnTo>
                  <a:lnTo>
                    <a:pt x="20476" y="558417"/>
                  </a:lnTo>
                  <a:lnTo>
                    <a:pt x="21137" y="567332"/>
                  </a:lnTo>
                  <a:lnTo>
                    <a:pt x="21797" y="563610"/>
                  </a:lnTo>
                  <a:lnTo>
                    <a:pt x="22458" y="558417"/>
                  </a:lnTo>
                  <a:lnTo>
                    <a:pt x="23118" y="578879"/>
                  </a:lnTo>
                  <a:lnTo>
                    <a:pt x="23779" y="582722"/>
                  </a:lnTo>
                  <a:lnTo>
                    <a:pt x="24439" y="578697"/>
                  </a:lnTo>
                  <a:lnTo>
                    <a:pt x="25100" y="555316"/>
                  </a:lnTo>
                  <a:lnTo>
                    <a:pt x="25760" y="564674"/>
                  </a:lnTo>
                  <a:lnTo>
                    <a:pt x="26421" y="562692"/>
                  </a:lnTo>
                  <a:lnTo>
                    <a:pt x="27081" y="548249"/>
                  </a:lnTo>
                  <a:lnTo>
                    <a:pt x="27742" y="545006"/>
                  </a:lnTo>
                  <a:lnTo>
                    <a:pt x="28402" y="516270"/>
                  </a:lnTo>
                  <a:lnTo>
                    <a:pt x="29063" y="461801"/>
                  </a:lnTo>
                  <a:lnTo>
                    <a:pt x="29723" y="453083"/>
                  </a:lnTo>
                  <a:lnTo>
                    <a:pt x="30384" y="453083"/>
                  </a:lnTo>
                  <a:lnTo>
                    <a:pt x="31045" y="453083"/>
                  </a:lnTo>
                  <a:lnTo>
                    <a:pt x="31705" y="453083"/>
                  </a:lnTo>
                  <a:lnTo>
                    <a:pt x="32366" y="453083"/>
                  </a:lnTo>
                  <a:lnTo>
                    <a:pt x="33026" y="453932"/>
                  </a:lnTo>
                  <a:lnTo>
                    <a:pt x="33687" y="461801"/>
                  </a:lnTo>
                  <a:lnTo>
                    <a:pt x="34347" y="577765"/>
                  </a:lnTo>
                  <a:lnTo>
                    <a:pt x="35008" y="611149"/>
                  </a:lnTo>
                  <a:lnTo>
                    <a:pt x="35668" y="614318"/>
                  </a:lnTo>
                  <a:lnTo>
                    <a:pt x="36329" y="585064"/>
                  </a:lnTo>
                  <a:lnTo>
                    <a:pt x="36989" y="596775"/>
                  </a:lnTo>
                  <a:lnTo>
                    <a:pt x="37650" y="610607"/>
                  </a:lnTo>
                  <a:lnTo>
                    <a:pt x="38310" y="602381"/>
                  </a:lnTo>
                  <a:lnTo>
                    <a:pt x="38971" y="592989"/>
                  </a:lnTo>
                  <a:lnTo>
                    <a:pt x="39631" y="598673"/>
                  </a:lnTo>
                  <a:lnTo>
                    <a:pt x="40292" y="592071"/>
                  </a:lnTo>
                  <a:lnTo>
                    <a:pt x="40952" y="592989"/>
                  </a:lnTo>
                  <a:lnTo>
                    <a:pt x="41613" y="582904"/>
                  </a:lnTo>
                  <a:lnTo>
                    <a:pt x="42274" y="564237"/>
                  </a:lnTo>
                  <a:lnTo>
                    <a:pt x="42934" y="569146"/>
                  </a:lnTo>
                  <a:lnTo>
                    <a:pt x="43595" y="585064"/>
                  </a:lnTo>
                  <a:lnTo>
                    <a:pt x="44255" y="599552"/>
                  </a:lnTo>
                  <a:lnTo>
                    <a:pt x="44916" y="612956"/>
                  </a:lnTo>
                  <a:lnTo>
                    <a:pt x="45576" y="591627"/>
                  </a:lnTo>
                  <a:lnTo>
                    <a:pt x="46237" y="587577"/>
                  </a:lnTo>
                  <a:lnTo>
                    <a:pt x="46897" y="588495"/>
                  </a:lnTo>
                  <a:lnTo>
                    <a:pt x="47558" y="614318"/>
                  </a:lnTo>
                  <a:lnTo>
                    <a:pt x="48218" y="616492"/>
                  </a:lnTo>
                  <a:lnTo>
                    <a:pt x="48879" y="592989"/>
                  </a:lnTo>
                  <a:lnTo>
                    <a:pt x="49539" y="579757"/>
                  </a:lnTo>
                  <a:lnTo>
                    <a:pt x="50200" y="599552"/>
                  </a:lnTo>
                  <a:lnTo>
                    <a:pt x="50860" y="604394"/>
                  </a:lnTo>
                  <a:lnTo>
                    <a:pt x="51521" y="582904"/>
                  </a:lnTo>
                  <a:lnTo>
                    <a:pt x="52182" y="612510"/>
                  </a:lnTo>
                  <a:lnTo>
                    <a:pt x="52842" y="609245"/>
                  </a:lnTo>
                  <a:lnTo>
                    <a:pt x="53503" y="582188"/>
                  </a:lnTo>
                  <a:lnTo>
                    <a:pt x="54163" y="588033"/>
                  </a:lnTo>
                  <a:lnTo>
                    <a:pt x="54824" y="606005"/>
                  </a:lnTo>
                  <a:lnTo>
                    <a:pt x="55484" y="602381"/>
                  </a:lnTo>
                  <a:lnTo>
                    <a:pt x="56145" y="608275"/>
                  </a:lnTo>
                  <a:lnTo>
                    <a:pt x="56805" y="578879"/>
                  </a:lnTo>
                  <a:lnTo>
                    <a:pt x="57466" y="578879"/>
                  </a:lnTo>
                  <a:lnTo>
                    <a:pt x="58126" y="584473"/>
                  </a:lnTo>
                  <a:lnTo>
                    <a:pt x="58787" y="581986"/>
                  </a:lnTo>
                  <a:lnTo>
                    <a:pt x="59447" y="585205"/>
                  </a:lnTo>
                  <a:lnTo>
                    <a:pt x="60108" y="598392"/>
                  </a:lnTo>
                  <a:lnTo>
                    <a:pt x="60768" y="596495"/>
                  </a:lnTo>
                  <a:lnTo>
                    <a:pt x="61429" y="590511"/>
                  </a:lnTo>
                  <a:lnTo>
                    <a:pt x="62090" y="589592"/>
                  </a:lnTo>
                  <a:lnTo>
                    <a:pt x="62750" y="579064"/>
                  </a:lnTo>
                  <a:lnTo>
                    <a:pt x="63411" y="567910"/>
                  </a:lnTo>
                  <a:lnTo>
                    <a:pt x="64071" y="560798"/>
                  </a:lnTo>
                  <a:lnTo>
                    <a:pt x="64732" y="565707"/>
                  </a:lnTo>
                  <a:lnTo>
                    <a:pt x="65392" y="574371"/>
                  </a:lnTo>
                  <a:lnTo>
                    <a:pt x="66053" y="559103"/>
                  </a:lnTo>
                  <a:lnTo>
                    <a:pt x="66713" y="556776"/>
                  </a:lnTo>
                  <a:lnTo>
                    <a:pt x="67374" y="574371"/>
                  </a:lnTo>
                  <a:lnTo>
                    <a:pt x="68034" y="581327"/>
                  </a:lnTo>
                  <a:lnTo>
                    <a:pt x="68695" y="579194"/>
                  </a:lnTo>
                  <a:lnTo>
                    <a:pt x="69355" y="578397"/>
                  </a:lnTo>
                  <a:lnTo>
                    <a:pt x="70016" y="567242"/>
                  </a:lnTo>
                  <a:lnTo>
                    <a:pt x="70676" y="565752"/>
                  </a:lnTo>
                  <a:lnTo>
                    <a:pt x="71337" y="562824"/>
                  </a:lnTo>
                  <a:lnTo>
                    <a:pt x="71997" y="578397"/>
                  </a:lnTo>
                  <a:lnTo>
                    <a:pt x="72658" y="581327"/>
                  </a:lnTo>
                  <a:lnTo>
                    <a:pt x="73319" y="578397"/>
                  </a:lnTo>
                  <a:lnTo>
                    <a:pt x="73979" y="575001"/>
                  </a:lnTo>
                  <a:lnTo>
                    <a:pt x="74640" y="575001"/>
                  </a:lnTo>
                  <a:lnTo>
                    <a:pt x="75300" y="577035"/>
                  </a:lnTo>
                  <a:lnTo>
                    <a:pt x="75961" y="574371"/>
                  </a:lnTo>
                  <a:lnTo>
                    <a:pt x="76621" y="588482"/>
                  </a:lnTo>
                  <a:lnTo>
                    <a:pt x="77282" y="557741"/>
                  </a:lnTo>
                  <a:lnTo>
                    <a:pt x="77942" y="536410"/>
                  </a:lnTo>
                  <a:lnTo>
                    <a:pt x="78603" y="538409"/>
                  </a:lnTo>
                  <a:lnTo>
                    <a:pt x="79263" y="573009"/>
                  </a:lnTo>
                  <a:lnTo>
                    <a:pt x="79924" y="573009"/>
                  </a:lnTo>
                  <a:lnTo>
                    <a:pt x="80584" y="565880"/>
                  </a:lnTo>
                  <a:lnTo>
                    <a:pt x="81245" y="557741"/>
                  </a:lnTo>
                  <a:lnTo>
                    <a:pt x="81905" y="554584"/>
                  </a:lnTo>
                  <a:lnTo>
                    <a:pt x="82566" y="554122"/>
                  </a:lnTo>
                  <a:lnTo>
                    <a:pt x="83227" y="583805"/>
                  </a:lnTo>
                  <a:lnTo>
                    <a:pt x="83887" y="547166"/>
                  </a:lnTo>
                  <a:lnTo>
                    <a:pt x="84548" y="525433"/>
                  </a:lnTo>
                  <a:lnTo>
                    <a:pt x="85208" y="560843"/>
                  </a:lnTo>
                  <a:lnTo>
                    <a:pt x="85869" y="567242"/>
                  </a:lnTo>
                  <a:lnTo>
                    <a:pt x="86529" y="559103"/>
                  </a:lnTo>
                  <a:lnTo>
                    <a:pt x="87190" y="555414"/>
                  </a:lnTo>
                  <a:lnTo>
                    <a:pt x="87850" y="545804"/>
                  </a:lnTo>
                  <a:lnTo>
                    <a:pt x="88511" y="545804"/>
                  </a:lnTo>
                  <a:lnTo>
                    <a:pt x="89171" y="567242"/>
                  </a:lnTo>
                  <a:lnTo>
                    <a:pt x="89832" y="570041"/>
                  </a:lnTo>
                  <a:lnTo>
                    <a:pt x="90492" y="576363"/>
                  </a:lnTo>
                  <a:lnTo>
                    <a:pt x="91153" y="595044"/>
                  </a:lnTo>
                  <a:lnTo>
                    <a:pt x="91813" y="592803"/>
                  </a:lnTo>
                  <a:lnTo>
                    <a:pt x="92474" y="585112"/>
                  </a:lnTo>
                  <a:lnTo>
                    <a:pt x="93135" y="582625"/>
                  </a:lnTo>
                  <a:lnTo>
                    <a:pt x="93795" y="582625"/>
                  </a:lnTo>
                  <a:lnTo>
                    <a:pt x="94456" y="581707"/>
                  </a:lnTo>
                  <a:lnTo>
                    <a:pt x="95116" y="597068"/>
                  </a:lnTo>
                  <a:lnTo>
                    <a:pt x="95777" y="584232"/>
                  </a:lnTo>
                  <a:lnTo>
                    <a:pt x="96437" y="587563"/>
                  </a:lnTo>
                  <a:lnTo>
                    <a:pt x="97098" y="583987"/>
                  </a:lnTo>
                  <a:lnTo>
                    <a:pt x="97758" y="583987"/>
                  </a:lnTo>
                  <a:lnTo>
                    <a:pt x="98419" y="588482"/>
                  </a:lnTo>
                  <a:lnTo>
                    <a:pt x="99079" y="598469"/>
                  </a:lnTo>
                  <a:lnTo>
                    <a:pt x="99740" y="598932"/>
                  </a:lnTo>
                  <a:lnTo>
                    <a:pt x="100400" y="599235"/>
                  </a:lnTo>
                  <a:lnTo>
                    <a:pt x="101061" y="588482"/>
                  </a:lnTo>
                  <a:lnTo>
                    <a:pt x="101721" y="578397"/>
                  </a:lnTo>
                  <a:lnTo>
                    <a:pt x="102382" y="598430"/>
                  </a:lnTo>
                  <a:lnTo>
                    <a:pt x="103043" y="609895"/>
                  </a:lnTo>
                  <a:lnTo>
                    <a:pt x="103703" y="578599"/>
                  </a:lnTo>
                  <a:lnTo>
                    <a:pt x="104364" y="577952"/>
                  </a:lnTo>
                  <a:lnTo>
                    <a:pt x="105024" y="596155"/>
                  </a:lnTo>
                  <a:lnTo>
                    <a:pt x="105685" y="574496"/>
                  </a:lnTo>
                  <a:lnTo>
                    <a:pt x="106345" y="571187"/>
                  </a:lnTo>
                  <a:lnTo>
                    <a:pt x="107006" y="571187"/>
                  </a:lnTo>
                  <a:lnTo>
                    <a:pt x="107666" y="571187"/>
                  </a:lnTo>
                  <a:lnTo>
                    <a:pt x="108327" y="580803"/>
                  </a:lnTo>
                  <a:lnTo>
                    <a:pt x="108987" y="576010"/>
                  </a:lnTo>
                  <a:lnTo>
                    <a:pt x="109648" y="573851"/>
                  </a:lnTo>
                  <a:lnTo>
                    <a:pt x="110308" y="583936"/>
                  </a:lnTo>
                  <a:lnTo>
                    <a:pt x="110969" y="609306"/>
                  </a:lnTo>
                  <a:lnTo>
                    <a:pt x="111629" y="598935"/>
                  </a:lnTo>
                  <a:lnTo>
                    <a:pt x="112290" y="583290"/>
                  </a:lnTo>
                  <a:lnTo>
                    <a:pt x="112950" y="566853"/>
                  </a:lnTo>
                  <a:lnTo>
                    <a:pt x="113611" y="582839"/>
                  </a:lnTo>
                  <a:lnTo>
                    <a:pt x="114272" y="592632"/>
                  </a:lnTo>
                  <a:lnTo>
                    <a:pt x="114932" y="577197"/>
                  </a:lnTo>
                  <a:lnTo>
                    <a:pt x="115593" y="559181"/>
                  </a:lnTo>
                  <a:lnTo>
                    <a:pt x="116253" y="567149"/>
                  </a:lnTo>
                  <a:lnTo>
                    <a:pt x="116914" y="561042"/>
                  </a:lnTo>
                  <a:lnTo>
                    <a:pt x="117574" y="557819"/>
                  </a:lnTo>
                  <a:lnTo>
                    <a:pt x="118235" y="557819"/>
                  </a:lnTo>
                  <a:lnTo>
                    <a:pt x="118895" y="562010"/>
                  </a:lnTo>
                  <a:lnTo>
                    <a:pt x="119556" y="567351"/>
                  </a:lnTo>
                  <a:lnTo>
                    <a:pt x="120216" y="572739"/>
                  </a:lnTo>
                  <a:lnTo>
                    <a:pt x="120877" y="565115"/>
                  </a:lnTo>
                  <a:lnTo>
                    <a:pt x="121537" y="555087"/>
                  </a:lnTo>
                  <a:lnTo>
                    <a:pt x="122198" y="549549"/>
                  </a:lnTo>
                  <a:lnTo>
                    <a:pt x="122858" y="565876"/>
                  </a:lnTo>
                  <a:lnTo>
                    <a:pt x="123519" y="578742"/>
                  </a:lnTo>
                  <a:lnTo>
                    <a:pt x="124180" y="578742"/>
                  </a:lnTo>
                  <a:lnTo>
                    <a:pt x="124840" y="585079"/>
                  </a:lnTo>
                  <a:lnTo>
                    <a:pt x="125501" y="550372"/>
                  </a:lnTo>
                  <a:lnTo>
                    <a:pt x="126161" y="533392"/>
                  </a:lnTo>
                  <a:lnTo>
                    <a:pt x="126822" y="535157"/>
                  </a:lnTo>
                  <a:lnTo>
                    <a:pt x="127482" y="531319"/>
                  </a:lnTo>
                  <a:lnTo>
                    <a:pt x="128143" y="536076"/>
                  </a:lnTo>
                  <a:lnTo>
                    <a:pt x="128803" y="542576"/>
                  </a:lnTo>
                  <a:lnTo>
                    <a:pt x="129464" y="533603"/>
                  </a:lnTo>
                  <a:lnTo>
                    <a:pt x="130124" y="541264"/>
                  </a:lnTo>
                  <a:lnTo>
                    <a:pt x="130785" y="534521"/>
                  </a:lnTo>
                  <a:lnTo>
                    <a:pt x="131445" y="525127"/>
                  </a:lnTo>
                  <a:lnTo>
                    <a:pt x="132106" y="532756"/>
                  </a:lnTo>
                  <a:lnTo>
                    <a:pt x="132766" y="538208"/>
                  </a:lnTo>
                  <a:lnTo>
                    <a:pt x="133427" y="534521"/>
                  </a:lnTo>
                  <a:lnTo>
                    <a:pt x="134088" y="532756"/>
                  </a:lnTo>
                  <a:lnTo>
                    <a:pt x="134748" y="531419"/>
                  </a:lnTo>
                  <a:lnTo>
                    <a:pt x="135409" y="452024"/>
                  </a:lnTo>
                  <a:lnTo>
                    <a:pt x="136069" y="435063"/>
                  </a:lnTo>
                  <a:lnTo>
                    <a:pt x="136730" y="428501"/>
                  </a:lnTo>
                  <a:lnTo>
                    <a:pt x="137390" y="427388"/>
                  </a:lnTo>
                  <a:lnTo>
                    <a:pt x="138051" y="438719"/>
                  </a:lnTo>
                  <a:lnTo>
                    <a:pt x="138711" y="456474"/>
                  </a:lnTo>
                  <a:lnTo>
                    <a:pt x="139372" y="438719"/>
                  </a:lnTo>
                  <a:lnTo>
                    <a:pt x="140032" y="422317"/>
                  </a:lnTo>
                  <a:lnTo>
                    <a:pt x="140693" y="420836"/>
                  </a:lnTo>
                  <a:lnTo>
                    <a:pt x="141353" y="420836"/>
                  </a:lnTo>
                  <a:lnTo>
                    <a:pt x="142014" y="422813"/>
                  </a:lnTo>
                  <a:lnTo>
                    <a:pt x="142674" y="479393"/>
                  </a:lnTo>
                  <a:lnTo>
                    <a:pt x="143335" y="525961"/>
                  </a:lnTo>
                  <a:lnTo>
                    <a:pt x="143995" y="543705"/>
                  </a:lnTo>
                  <a:lnTo>
                    <a:pt x="144656" y="557654"/>
                  </a:lnTo>
                  <a:lnTo>
                    <a:pt x="145317" y="567466"/>
                  </a:lnTo>
                  <a:lnTo>
                    <a:pt x="145977" y="562793"/>
                  </a:lnTo>
                  <a:lnTo>
                    <a:pt x="146638" y="565396"/>
                  </a:lnTo>
                  <a:lnTo>
                    <a:pt x="147298" y="575085"/>
                  </a:lnTo>
                  <a:lnTo>
                    <a:pt x="147959" y="569746"/>
                  </a:lnTo>
                  <a:lnTo>
                    <a:pt x="148619" y="577092"/>
                  </a:lnTo>
                  <a:lnTo>
                    <a:pt x="149280" y="569746"/>
                  </a:lnTo>
                  <a:lnTo>
                    <a:pt x="149940" y="553584"/>
                  </a:lnTo>
                  <a:lnTo>
                    <a:pt x="150601" y="539807"/>
                  </a:lnTo>
                  <a:lnTo>
                    <a:pt x="151261" y="551650"/>
                  </a:lnTo>
                  <a:lnTo>
                    <a:pt x="151922" y="564358"/>
                  </a:lnTo>
                  <a:lnTo>
                    <a:pt x="152582" y="567086"/>
                  </a:lnTo>
                  <a:lnTo>
                    <a:pt x="153243" y="567909"/>
                  </a:lnTo>
                  <a:lnTo>
                    <a:pt x="153903" y="564953"/>
                  </a:lnTo>
                  <a:lnTo>
                    <a:pt x="154564" y="573723"/>
                  </a:lnTo>
                  <a:lnTo>
                    <a:pt x="155225" y="559347"/>
                  </a:lnTo>
                  <a:lnTo>
                    <a:pt x="155885" y="550801"/>
                  </a:lnTo>
                  <a:lnTo>
                    <a:pt x="156546" y="544544"/>
                  </a:lnTo>
                  <a:lnTo>
                    <a:pt x="157206" y="550984"/>
                  </a:lnTo>
                  <a:lnTo>
                    <a:pt x="157867" y="550393"/>
                  </a:lnTo>
                  <a:lnTo>
                    <a:pt x="158527" y="549622"/>
                  </a:lnTo>
                  <a:lnTo>
                    <a:pt x="159188" y="558392"/>
                  </a:lnTo>
                  <a:lnTo>
                    <a:pt x="159848" y="579459"/>
                  </a:lnTo>
                  <a:lnTo>
                    <a:pt x="160509" y="574875"/>
                  </a:lnTo>
                  <a:lnTo>
                    <a:pt x="161169" y="550984"/>
                  </a:lnTo>
                  <a:lnTo>
                    <a:pt x="161830" y="553497"/>
                  </a:lnTo>
                  <a:lnTo>
                    <a:pt x="162490" y="566802"/>
                  </a:lnTo>
                  <a:lnTo>
                    <a:pt x="163151" y="575749"/>
                  </a:lnTo>
                  <a:lnTo>
                    <a:pt x="163811" y="550984"/>
                  </a:lnTo>
                  <a:lnTo>
                    <a:pt x="164472" y="558873"/>
                  </a:lnTo>
                  <a:lnTo>
                    <a:pt x="165133" y="549027"/>
                  </a:lnTo>
                  <a:lnTo>
                    <a:pt x="165793" y="540857"/>
                  </a:lnTo>
                  <a:lnTo>
                    <a:pt x="166454" y="545677"/>
                  </a:lnTo>
                  <a:lnTo>
                    <a:pt x="167114" y="565410"/>
                  </a:lnTo>
                  <a:lnTo>
                    <a:pt x="167775" y="566802"/>
                  </a:lnTo>
                  <a:lnTo>
                    <a:pt x="168435" y="547462"/>
                  </a:lnTo>
                  <a:lnTo>
                    <a:pt x="169096" y="564048"/>
                  </a:lnTo>
                  <a:lnTo>
                    <a:pt x="169756" y="575305"/>
                  </a:lnTo>
                  <a:lnTo>
                    <a:pt x="170417" y="532278"/>
                  </a:lnTo>
                  <a:lnTo>
                    <a:pt x="171077" y="503263"/>
                  </a:lnTo>
                  <a:lnTo>
                    <a:pt x="171738" y="498626"/>
                  </a:lnTo>
                  <a:lnTo>
                    <a:pt x="172398" y="526230"/>
                  </a:lnTo>
                  <a:lnTo>
                    <a:pt x="173059" y="566046"/>
                  </a:lnTo>
                  <a:lnTo>
                    <a:pt x="173719" y="552539"/>
                  </a:lnTo>
                  <a:lnTo>
                    <a:pt x="174380" y="554608"/>
                  </a:lnTo>
                  <a:lnTo>
                    <a:pt x="175041" y="565566"/>
                  </a:lnTo>
                  <a:lnTo>
                    <a:pt x="175701" y="542521"/>
                  </a:lnTo>
                  <a:lnTo>
                    <a:pt x="176362" y="556947"/>
                  </a:lnTo>
                  <a:lnTo>
                    <a:pt x="177022" y="530883"/>
                  </a:lnTo>
                  <a:lnTo>
                    <a:pt x="177683" y="519646"/>
                  </a:lnTo>
                  <a:lnTo>
                    <a:pt x="178343" y="511793"/>
                  </a:lnTo>
                  <a:lnTo>
                    <a:pt x="179004" y="514101"/>
                  </a:lnTo>
                  <a:lnTo>
                    <a:pt x="179664" y="509718"/>
                  </a:lnTo>
                  <a:lnTo>
                    <a:pt x="180325" y="516420"/>
                  </a:lnTo>
                  <a:lnTo>
                    <a:pt x="180985" y="510832"/>
                  </a:lnTo>
                  <a:lnTo>
                    <a:pt x="181646" y="513661"/>
                  </a:lnTo>
                  <a:lnTo>
                    <a:pt x="182306" y="513661"/>
                  </a:lnTo>
                  <a:lnTo>
                    <a:pt x="182967" y="506886"/>
                  </a:lnTo>
                  <a:lnTo>
                    <a:pt x="183627" y="506886"/>
                  </a:lnTo>
                  <a:lnTo>
                    <a:pt x="184288" y="520594"/>
                  </a:lnTo>
                  <a:lnTo>
                    <a:pt x="184948" y="552654"/>
                  </a:lnTo>
                  <a:lnTo>
                    <a:pt x="185609" y="521491"/>
                  </a:lnTo>
                  <a:lnTo>
                    <a:pt x="186270" y="481343"/>
                  </a:lnTo>
                  <a:lnTo>
                    <a:pt x="186930" y="477530"/>
                  </a:lnTo>
                  <a:lnTo>
                    <a:pt x="187591" y="482812"/>
                  </a:lnTo>
                  <a:lnTo>
                    <a:pt x="188251" y="464042"/>
                  </a:lnTo>
                  <a:lnTo>
                    <a:pt x="188912" y="444706"/>
                  </a:lnTo>
                  <a:lnTo>
                    <a:pt x="189572" y="431733"/>
                  </a:lnTo>
                  <a:lnTo>
                    <a:pt x="190233" y="463067"/>
                  </a:lnTo>
                  <a:lnTo>
                    <a:pt x="190893" y="451080"/>
                  </a:lnTo>
                  <a:lnTo>
                    <a:pt x="191554" y="414998"/>
                  </a:lnTo>
                  <a:lnTo>
                    <a:pt x="192214" y="395893"/>
                  </a:lnTo>
                  <a:lnTo>
                    <a:pt x="192875" y="389827"/>
                  </a:lnTo>
                  <a:lnTo>
                    <a:pt x="193535" y="366324"/>
                  </a:lnTo>
                  <a:lnTo>
                    <a:pt x="194196" y="313751"/>
                  </a:lnTo>
                  <a:lnTo>
                    <a:pt x="194856" y="313774"/>
                  </a:lnTo>
                  <a:lnTo>
                    <a:pt x="195517" y="295091"/>
                  </a:lnTo>
                  <a:lnTo>
                    <a:pt x="196178" y="268740"/>
                  </a:lnTo>
                  <a:lnTo>
                    <a:pt x="196838" y="214061"/>
                  </a:lnTo>
                  <a:lnTo>
                    <a:pt x="197499" y="198133"/>
                  </a:lnTo>
                  <a:lnTo>
                    <a:pt x="198159" y="195927"/>
                  </a:lnTo>
                  <a:lnTo>
                    <a:pt x="198820" y="195544"/>
                  </a:lnTo>
                  <a:lnTo>
                    <a:pt x="199480" y="230235"/>
                  </a:lnTo>
                  <a:lnTo>
                    <a:pt x="200141" y="261059"/>
                  </a:lnTo>
                  <a:lnTo>
                    <a:pt x="200801" y="271771"/>
                  </a:lnTo>
                  <a:lnTo>
                    <a:pt x="201462" y="303947"/>
                  </a:lnTo>
                  <a:lnTo>
                    <a:pt x="202122" y="336959"/>
                  </a:lnTo>
                  <a:lnTo>
                    <a:pt x="202783" y="382326"/>
                  </a:lnTo>
                  <a:lnTo>
                    <a:pt x="203443" y="428940"/>
                  </a:lnTo>
                  <a:lnTo>
                    <a:pt x="204104" y="424152"/>
                  </a:lnTo>
                  <a:lnTo>
                    <a:pt x="204764" y="407666"/>
                  </a:lnTo>
                  <a:lnTo>
                    <a:pt x="205425" y="450784"/>
                  </a:lnTo>
                  <a:lnTo>
                    <a:pt x="206086" y="482493"/>
                  </a:lnTo>
                  <a:lnTo>
                    <a:pt x="206746" y="488270"/>
                  </a:lnTo>
                  <a:lnTo>
                    <a:pt x="207407" y="520040"/>
                  </a:lnTo>
                  <a:lnTo>
                    <a:pt x="208067" y="540296"/>
                  </a:lnTo>
                  <a:lnTo>
                    <a:pt x="208728" y="543629"/>
                  </a:lnTo>
                  <a:lnTo>
                    <a:pt x="209388" y="526407"/>
                  </a:lnTo>
                  <a:lnTo>
                    <a:pt x="210049" y="525302"/>
                  </a:lnTo>
                  <a:lnTo>
                    <a:pt x="210709" y="554704"/>
                  </a:lnTo>
                  <a:lnTo>
                    <a:pt x="211370" y="569383"/>
                  </a:lnTo>
                  <a:lnTo>
                    <a:pt x="212030" y="524747"/>
                  </a:lnTo>
                  <a:lnTo>
                    <a:pt x="212691" y="565900"/>
                  </a:lnTo>
                  <a:lnTo>
                    <a:pt x="213351" y="577852"/>
                  </a:lnTo>
                  <a:lnTo>
                    <a:pt x="214012" y="518292"/>
                  </a:lnTo>
                  <a:lnTo>
                    <a:pt x="214672" y="508333"/>
                  </a:lnTo>
                  <a:lnTo>
                    <a:pt x="215333" y="516295"/>
                  </a:lnTo>
                  <a:lnTo>
                    <a:pt x="215993" y="516295"/>
                  </a:lnTo>
                  <a:lnTo>
                    <a:pt x="216654" y="501633"/>
                  </a:lnTo>
                  <a:lnTo>
                    <a:pt x="217315" y="496488"/>
                  </a:lnTo>
                  <a:lnTo>
                    <a:pt x="217975" y="510398"/>
                  </a:lnTo>
                  <a:lnTo>
                    <a:pt x="218636" y="541079"/>
                  </a:lnTo>
                  <a:lnTo>
                    <a:pt x="219296" y="570235"/>
                  </a:lnTo>
                  <a:lnTo>
                    <a:pt x="219957" y="545140"/>
                  </a:lnTo>
                  <a:lnTo>
                    <a:pt x="220617" y="536784"/>
                  </a:lnTo>
                  <a:lnTo>
                    <a:pt x="221278" y="540020"/>
                  </a:lnTo>
                  <a:lnTo>
                    <a:pt x="221938" y="567726"/>
                  </a:lnTo>
                  <a:lnTo>
                    <a:pt x="222599" y="575207"/>
                  </a:lnTo>
                  <a:lnTo>
                    <a:pt x="223259" y="572431"/>
                  </a:lnTo>
                  <a:lnTo>
                    <a:pt x="223920" y="562108"/>
                  </a:lnTo>
                  <a:lnTo>
                    <a:pt x="224580" y="570411"/>
                  </a:lnTo>
                  <a:lnTo>
                    <a:pt x="225241" y="562108"/>
                  </a:lnTo>
                  <a:lnTo>
                    <a:pt x="225901" y="552059"/>
                  </a:lnTo>
                  <a:lnTo>
                    <a:pt x="226562" y="554989"/>
                  </a:lnTo>
                  <a:lnTo>
                    <a:pt x="227223" y="568644"/>
                  </a:lnTo>
                  <a:lnTo>
                    <a:pt x="227883" y="552059"/>
                  </a:lnTo>
                  <a:lnTo>
                    <a:pt x="228544" y="548428"/>
                  </a:lnTo>
                  <a:lnTo>
                    <a:pt x="229204" y="552059"/>
                  </a:lnTo>
                  <a:lnTo>
                    <a:pt x="229865" y="561008"/>
                  </a:lnTo>
                  <a:lnTo>
                    <a:pt x="230525" y="569747"/>
                  </a:lnTo>
                  <a:lnTo>
                    <a:pt x="231186" y="549981"/>
                  </a:lnTo>
                  <a:lnTo>
                    <a:pt x="231846" y="544211"/>
                  </a:lnTo>
                  <a:lnTo>
                    <a:pt x="232507" y="548236"/>
                  </a:lnTo>
                  <a:lnTo>
                    <a:pt x="233167" y="532855"/>
                  </a:lnTo>
                  <a:lnTo>
                    <a:pt x="233828" y="570166"/>
                  </a:lnTo>
                  <a:lnTo>
                    <a:pt x="234488" y="585354"/>
                  </a:lnTo>
                  <a:lnTo>
                    <a:pt x="235149" y="551990"/>
                  </a:lnTo>
                  <a:lnTo>
                    <a:pt x="235809" y="575188"/>
                  </a:lnTo>
                  <a:lnTo>
                    <a:pt x="236470" y="572966"/>
                  </a:lnTo>
                  <a:lnTo>
                    <a:pt x="237131" y="584911"/>
                  </a:lnTo>
                  <a:lnTo>
                    <a:pt x="237791" y="586112"/>
                  </a:lnTo>
                  <a:lnTo>
                    <a:pt x="238452" y="575601"/>
                  </a:lnTo>
                  <a:lnTo>
                    <a:pt x="239112" y="576747"/>
                  </a:lnTo>
                  <a:lnTo>
                    <a:pt x="239773" y="560515"/>
                  </a:lnTo>
                  <a:lnTo>
                    <a:pt x="240433" y="553545"/>
                  </a:lnTo>
                  <a:lnTo>
                    <a:pt x="241094" y="558578"/>
                  </a:lnTo>
                  <a:lnTo>
                    <a:pt x="241754" y="574857"/>
                  </a:lnTo>
                  <a:lnTo>
                    <a:pt x="242415" y="563862"/>
                  </a:lnTo>
                  <a:lnTo>
                    <a:pt x="243075" y="560027"/>
                  </a:lnTo>
                  <a:lnTo>
                    <a:pt x="243736" y="566733"/>
                  </a:lnTo>
                  <a:lnTo>
                    <a:pt x="244396" y="577285"/>
                  </a:lnTo>
                  <a:lnTo>
                    <a:pt x="245057" y="590915"/>
                  </a:lnTo>
                  <a:lnTo>
                    <a:pt x="245717" y="581970"/>
                  </a:lnTo>
                  <a:lnTo>
                    <a:pt x="246378" y="562061"/>
                  </a:lnTo>
                  <a:lnTo>
                    <a:pt x="247039" y="552408"/>
                  </a:lnTo>
                  <a:lnTo>
                    <a:pt x="247699" y="543784"/>
                  </a:lnTo>
                  <a:lnTo>
                    <a:pt x="248360" y="556367"/>
                  </a:lnTo>
                  <a:lnTo>
                    <a:pt x="249020" y="579031"/>
                  </a:lnTo>
                  <a:lnTo>
                    <a:pt x="249681" y="556367"/>
                  </a:lnTo>
                  <a:lnTo>
                    <a:pt x="250341" y="580946"/>
                  </a:lnTo>
                  <a:lnTo>
                    <a:pt x="251002" y="564221"/>
                  </a:lnTo>
                  <a:lnTo>
                    <a:pt x="251662" y="558036"/>
                  </a:lnTo>
                  <a:lnTo>
                    <a:pt x="252323" y="578647"/>
                  </a:lnTo>
                  <a:lnTo>
                    <a:pt x="252983" y="578647"/>
                  </a:lnTo>
                  <a:lnTo>
                    <a:pt x="253644" y="558036"/>
                  </a:lnTo>
                  <a:lnTo>
                    <a:pt x="254304" y="581924"/>
                  </a:lnTo>
                  <a:lnTo>
                    <a:pt x="254965" y="582857"/>
                  </a:lnTo>
                  <a:lnTo>
                    <a:pt x="255625" y="581964"/>
                  </a:lnTo>
                  <a:lnTo>
                    <a:pt x="256286" y="570912"/>
                  </a:lnTo>
                  <a:lnTo>
                    <a:pt x="256946" y="570912"/>
                  </a:lnTo>
                  <a:lnTo>
                    <a:pt x="257607" y="584984"/>
                  </a:lnTo>
                  <a:lnTo>
                    <a:pt x="258268" y="570748"/>
                  </a:lnTo>
                  <a:lnTo>
                    <a:pt x="258928" y="562263"/>
                  </a:lnTo>
                  <a:lnTo>
                    <a:pt x="259589" y="564221"/>
                  </a:lnTo>
                  <a:lnTo>
                    <a:pt x="260249" y="567652"/>
                  </a:lnTo>
                  <a:lnTo>
                    <a:pt x="260910" y="567652"/>
                  </a:lnTo>
                  <a:lnTo>
                    <a:pt x="261570" y="555207"/>
                  </a:lnTo>
                  <a:lnTo>
                    <a:pt x="262231" y="555207"/>
                  </a:lnTo>
                  <a:lnTo>
                    <a:pt x="262891" y="553639"/>
                  </a:lnTo>
                  <a:lnTo>
                    <a:pt x="263552" y="546582"/>
                  </a:lnTo>
                  <a:lnTo>
                    <a:pt x="264212" y="553639"/>
                  </a:lnTo>
                  <a:lnTo>
                    <a:pt x="264873" y="586522"/>
                  </a:lnTo>
                  <a:lnTo>
                    <a:pt x="265533" y="598639"/>
                  </a:lnTo>
                  <a:lnTo>
                    <a:pt x="266194" y="585403"/>
                  </a:lnTo>
                  <a:lnTo>
                    <a:pt x="266854" y="564073"/>
                  </a:lnTo>
                  <a:lnTo>
                    <a:pt x="267515" y="564992"/>
                  </a:lnTo>
                  <a:lnTo>
                    <a:pt x="268176" y="562061"/>
                  </a:lnTo>
                  <a:lnTo>
                    <a:pt x="268836" y="555207"/>
                  </a:lnTo>
                  <a:lnTo>
                    <a:pt x="269497" y="559918"/>
                  </a:lnTo>
                  <a:lnTo>
                    <a:pt x="270157" y="580172"/>
                  </a:lnTo>
                  <a:lnTo>
                    <a:pt x="270818" y="584345"/>
                  </a:lnTo>
                  <a:lnTo>
                    <a:pt x="271478" y="591122"/>
                  </a:lnTo>
                  <a:lnTo>
                    <a:pt x="272139" y="578647"/>
                  </a:lnTo>
                  <a:lnTo>
                    <a:pt x="272799" y="598098"/>
                  </a:lnTo>
                  <a:lnTo>
                    <a:pt x="273460" y="576603"/>
                  </a:lnTo>
                  <a:lnTo>
                    <a:pt x="274120" y="539866"/>
                  </a:lnTo>
                  <a:lnTo>
                    <a:pt x="274781" y="526768"/>
                  </a:lnTo>
                  <a:lnTo>
                    <a:pt x="275441" y="529102"/>
                  </a:lnTo>
                  <a:lnTo>
                    <a:pt x="276102" y="531429"/>
                  </a:lnTo>
                  <a:lnTo>
                    <a:pt x="276762" y="519492"/>
                  </a:lnTo>
                  <a:lnTo>
                    <a:pt x="277423" y="545196"/>
                  </a:lnTo>
                  <a:lnTo>
                    <a:pt x="278084" y="554157"/>
                  </a:lnTo>
                  <a:lnTo>
                    <a:pt x="278744" y="555702"/>
                  </a:lnTo>
                  <a:lnTo>
                    <a:pt x="279405" y="547187"/>
                  </a:lnTo>
                  <a:lnTo>
                    <a:pt x="280065" y="576782"/>
                  </a:lnTo>
                  <a:lnTo>
                    <a:pt x="280726" y="574969"/>
                  </a:lnTo>
                  <a:lnTo>
                    <a:pt x="281386" y="554157"/>
                  </a:lnTo>
                  <a:lnTo>
                    <a:pt x="282047" y="549424"/>
                  </a:lnTo>
                  <a:lnTo>
                    <a:pt x="282707" y="539568"/>
                  </a:lnTo>
                  <a:lnTo>
                    <a:pt x="283368" y="537578"/>
                  </a:lnTo>
                  <a:lnTo>
                    <a:pt x="284028" y="544795"/>
                  </a:lnTo>
                  <a:lnTo>
                    <a:pt x="284689" y="562146"/>
                  </a:lnTo>
                  <a:lnTo>
                    <a:pt x="285349" y="590609"/>
                  </a:lnTo>
                  <a:lnTo>
                    <a:pt x="286010" y="596673"/>
                  </a:lnTo>
                  <a:lnTo>
                    <a:pt x="286670" y="569125"/>
                  </a:lnTo>
                  <a:lnTo>
                    <a:pt x="287331" y="551273"/>
                  </a:lnTo>
                  <a:lnTo>
                    <a:pt x="287991" y="548977"/>
                  </a:lnTo>
                  <a:lnTo>
                    <a:pt x="288652" y="547432"/>
                  </a:lnTo>
                  <a:lnTo>
                    <a:pt x="289313" y="576596"/>
                  </a:lnTo>
                  <a:lnTo>
                    <a:pt x="289973" y="591561"/>
                  </a:lnTo>
                  <a:lnTo>
                    <a:pt x="290634" y="571300"/>
                  </a:lnTo>
                  <a:lnTo>
                    <a:pt x="291294" y="582968"/>
                  </a:lnTo>
                  <a:lnTo>
                    <a:pt x="291955" y="582968"/>
                  </a:lnTo>
                  <a:lnTo>
                    <a:pt x="292615" y="577728"/>
                  </a:lnTo>
                  <a:lnTo>
                    <a:pt x="293276" y="597952"/>
                  </a:lnTo>
                  <a:lnTo>
                    <a:pt x="293936" y="589248"/>
                  </a:lnTo>
                  <a:lnTo>
                    <a:pt x="294597" y="575277"/>
                  </a:lnTo>
                  <a:lnTo>
                    <a:pt x="295257" y="583847"/>
                  </a:lnTo>
                  <a:lnTo>
                    <a:pt x="295918" y="605541"/>
                  </a:lnTo>
                  <a:lnTo>
                    <a:pt x="296578" y="603826"/>
                  </a:lnTo>
                  <a:lnTo>
                    <a:pt x="297239" y="594493"/>
                  </a:lnTo>
                  <a:lnTo>
                    <a:pt x="297899" y="608173"/>
                  </a:lnTo>
                  <a:lnTo>
                    <a:pt x="298560" y="607208"/>
                  </a:lnTo>
                  <a:lnTo>
                    <a:pt x="299221" y="592938"/>
                  </a:lnTo>
                  <a:lnTo>
                    <a:pt x="299881" y="567466"/>
                  </a:lnTo>
                  <a:lnTo>
                    <a:pt x="300542" y="564953"/>
                  </a:lnTo>
                  <a:lnTo>
                    <a:pt x="301202" y="555733"/>
                  </a:lnTo>
                  <a:lnTo>
                    <a:pt x="301863" y="552383"/>
                  </a:lnTo>
                  <a:lnTo>
                    <a:pt x="302523" y="569358"/>
                  </a:lnTo>
                  <a:lnTo>
                    <a:pt x="303184" y="595611"/>
                  </a:lnTo>
                  <a:lnTo>
                    <a:pt x="303844" y="591854"/>
                  </a:lnTo>
                  <a:lnTo>
                    <a:pt x="304505" y="574204"/>
                  </a:lnTo>
                  <a:lnTo>
                    <a:pt x="305165" y="577092"/>
                  </a:lnTo>
                  <a:lnTo>
                    <a:pt x="305826" y="577092"/>
                  </a:lnTo>
                  <a:lnTo>
                    <a:pt x="306486" y="596220"/>
                  </a:lnTo>
                  <a:lnTo>
                    <a:pt x="307147" y="581083"/>
                  </a:lnTo>
                  <a:lnTo>
                    <a:pt x="307807" y="597596"/>
                  </a:lnTo>
                  <a:lnTo>
                    <a:pt x="308468" y="590342"/>
                  </a:lnTo>
                  <a:lnTo>
                    <a:pt x="309129" y="559801"/>
                  </a:lnTo>
                  <a:lnTo>
                    <a:pt x="309789" y="545640"/>
                  </a:lnTo>
                  <a:lnTo>
                    <a:pt x="310450" y="553779"/>
                  </a:lnTo>
                  <a:lnTo>
                    <a:pt x="311110" y="550782"/>
                  </a:lnTo>
                  <a:lnTo>
                    <a:pt x="311771" y="556967"/>
                  </a:lnTo>
                  <a:lnTo>
                    <a:pt x="312431" y="575037"/>
                  </a:lnTo>
                  <a:lnTo>
                    <a:pt x="313092" y="554807"/>
                  </a:lnTo>
                  <a:lnTo>
                    <a:pt x="313752" y="576069"/>
                  </a:lnTo>
                  <a:lnTo>
                    <a:pt x="314413" y="595252"/>
                  </a:lnTo>
                  <a:lnTo>
                    <a:pt x="315073" y="563738"/>
                  </a:lnTo>
                  <a:lnTo>
                    <a:pt x="315734" y="559268"/>
                  </a:lnTo>
                  <a:lnTo>
                    <a:pt x="316394" y="582214"/>
                  </a:lnTo>
                  <a:lnTo>
                    <a:pt x="317055" y="595850"/>
                  </a:lnTo>
                  <a:lnTo>
                    <a:pt x="317715" y="584810"/>
                  </a:lnTo>
                  <a:lnTo>
                    <a:pt x="318376" y="580766"/>
                  </a:lnTo>
                  <a:lnTo>
                    <a:pt x="319037" y="599881"/>
                  </a:lnTo>
                  <a:lnTo>
                    <a:pt x="319697" y="577727"/>
                  </a:lnTo>
                  <a:lnTo>
                    <a:pt x="320358" y="578525"/>
                  </a:lnTo>
                  <a:lnTo>
                    <a:pt x="321018" y="573248"/>
                  </a:lnTo>
                  <a:lnTo>
                    <a:pt x="321679" y="579887"/>
                  </a:lnTo>
                  <a:lnTo>
                    <a:pt x="322339" y="572805"/>
                  </a:lnTo>
                  <a:lnTo>
                    <a:pt x="323000" y="552635"/>
                  </a:lnTo>
                  <a:lnTo>
                    <a:pt x="323660" y="557105"/>
                  </a:lnTo>
                  <a:lnTo>
                    <a:pt x="324321" y="542057"/>
                  </a:lnTo>
                  <a:lnTo>
                    <a:pt x="324981" y="552433"/>
                  </a:lnTo>
                  <a:lnTo>
                    <a:pt x="325642" y="569019"/>
                  </a:lnTo>
                  <a:lnTo>
                    <a:pt x="326302" y="542780"/>
                  </a:lnTo>
                  <a:lnTo>
                    <a:pt x="326963" y="525051"/>
                  </a:lnTo>
                  <a:lnTo>
                    <a:pt x="327623" y="542652"/>
                  </a:lnTo>
                  <a:lnTo>
                    <a:pt x="328284" y="555954"/>
                  </a:lnTo>
                  <a:lnTo>
                    <a:pt x="328944" y="541662"/>
                  </a:lnTo>
                  <a:lnTo>
                    <a:pt x="329605" y="538316"/>
                  </a:lnTo>
                  <a:lnTo>
                    <a:pt x="330266" y="593165"/>
                  </a:lnTo>
                  <a:lnTo>
                    <a:pt x="330926" y="596592"/>
                  </a:lnTo>
                  <a:lnTo>
                    <a:pt x="331587" y="582000"/>
                  </a:lnTo>
                  <a:lnTo>
                    <a:pt x="332247" y="572805"/>
                  </a:lnTo>
                  <a:lnTo>
                    <a:pt x="332908" y="572216"/>
                  </a:lnTo>
                  <a:lnTo>
                    <a:pt x="333568" y="553795"/>
                  </a:lnTo>
                  <a:lnTo>
                    <a:pt x="334229" y="585223"/>
                  </a:lnTo>
                  <a:lnTo>
                    <a:pt x="334889" y="594825"/>
                  </a:lnTo>
                  <a:lnTo>
                    <a:pt x="335550" y="570573"/>
                  </a:lnTo>
                  <a:lnTo>
                    <a:pt x="336210" y="560940"/>
                  </a:lnTo>
                  <a:lnTo>
                    <a:pt x="336871" y="583998"/>
                  </a:lnTo>
                  <a:lnTo>
                    <a:pt x="337531" y="591810"/>
                  </a:lnTo>
                  <a:lnTo>
                    <a:pt x="338192" y="591775"/>
                  </a:lnTo>
                  <a:lnTo>
                    <a:pt x="338852" y="593371"/>
                  </a:lnTo>
                  <a:lnTo>
                    <a:pt x="339513" y="590617"/>
                  </a:lnTo>
                  <a:lnTo>
                    <a:pt x="340174" y="566592"/>
                  </a:lnTo>
                  <a:lnTo>
                    <a:pt x="340834" y="534202"/>
                  </a:lnTo>
                  <a:lnTo>
                    <a:pt x="341495" y="527802"/>
                  </a:lnTo>
                  <a:lnTo>
                    <a:pt x="342155" y="561864"/>
                  </a:lnTo>
                  <a:lnTo>
                    <a:pt x="342816" y="583839"/>
                  </a:lnTo>
                  <a:lnTo>
                    <a:pt x="343476" y="564201"/>
                  </a:lnTo>
                  <a:lnTo>
                    <a:pt x="344137" y="576763"/>
                  </a:lnTo>
                  <a:lnTo>
                    <a:pt x="344797" y="553316"/>
                  </a:lnTo>
                  <a:lnTo>
                    <a:pt x="345458" y="555552"/>
                  </a:lnTo>
                  <a:lnTo>
                    <a:pt x="346118" y="555552"/>
                  </a:lnTo>
                  <a:lnTo>
                    <a:pt x="346779" y="539871"/>
                  </a:lnTo>
                  <a:lnTo>
                    <a:pt x="347439" y="542700"/>
                  </a:lnTo>
                  <a:lnTo>
                    <a:pt x="348100" y="590421"/>
                  </a:lnTo>
                  <a:lnTo>
                    <a:pt x="348760" y="590446"/>
                  </a:lnTo>
                  <a:lnTo>
                    <a:pt x="349421" y="573707"/>
                  </a:lnTo>
                  <a:lnTo>
                    <a:pt x="350082" y="546927"/>
                  </a:lnTo>
                  <a:lnTo>
                    <a:pt x="350742" y="546927"/>
                  </a:lnTo>
                  <a:lnTo>
                    <a:pt x="351403" y="570573"/>
                  </a:lnTo>
                  <a:lnTo>
                    <a:pt x="352063" y="587405"/>
                  </a:lnTo>
                  <a:lnTo>
                    <a:pt x="352724" y="590671"/>
                  </a:lnTo>
                  <a:lnTo>
                    <a:pt x="353384" y="560022"/>
                  </a:lnTo>
                  <a:lnTo>
                    <a:pt x="354045" y="584916"/>
                  </a:lnTo>
                  <a:lnTo>
                    <a:pt x="354705" y="560022"/>
                  </a:lnTo>
                  <a:lnTo>
                    <a:pt x="355366" y="585223"/>
                  </a:lnTo>
                  <a:lnTo>
                    <a:pt x="356026" y="581184"/>
                  </a:lnTo>
                  <a:lnTo>
                    <a:pt x="356687" y="601325"/>
                  </a:lnTo>
                  <a:lnTo>
                    <a:pt x="357347" y="595814"/>
                  </a:lnTo>
                  <a:lnTo>
                    <a:pt x="358008" y="552320"/>
                  </a:lnTo>
                  <a:lnTo>
                    <a:pt x="358668" y="551467"/>
                  </a:lnTo>
                  <a:lnTo>
                    <a:pt x="359329" y="576409"/>
                  </a:lnTo>
                  <a:lnTo>
                    <a:pt x="359989" y="561201"/>
                  </a:lnTo>
                  <a:lnTo>
                    <a:pt x="360650" y="583734"/>
                  </a:lnTo>
                  <a:lnTo>
                    <a:pt x="361311" y="548577"/>
                  </a:lnTo>
                  <a:lnTo>
                    <a:pt x="361971" y="566747"/>
                  </a:lnTo>
                  <a:lnTo>
                    <a:pt x="362632" y="575430"/>
                  </a:lnTo>
                  <a:lnTo>
                    <a:pt x="363292" y="554524"/>
                  </a:lnTo>
                  <a:lnTo>
                    <a:pt x="363953" y="563639"/>
                  </a:lnTo>
                  <a:lnTo>
                    <a:pt x="364613" y="538026"/>
                  </a:lnTo>
                  <a:lnTo>
                    <a:pt x="365274" y="549939"/>
                  </a:lnTo>
                  <a:lnTo>
                    <a:pt x="365934" y="548577"/>
                  </a:lnTo>
                  <a:lnTo>
                    <a:pt x="366595" y="542303"/>
                  </a:lnTo>
                  <a:lnTo>
                    <a:pt x="367255" y="543414"/>
                  </a:lnTo>
                  <a:lnTo>
                    <a:pt x="367916" y="509024"/>
                  </a:lnTo>
                  <a:lnTo>
                    <a:pt x="368576" y="522714"/>
                  </a:lnTo>
                  <a:lnTo>
                    <a:pt x="369237" y="536664"/>
                  </a:lnTo>
                  <a:lnTo>
                    <a:pt x="369897" y="548577"/>
                  </a:lnTo>
                  <a:lnTo>
                    <a:pt x="370558" y="548577"/>
                  </a:lnTo>
                  <a:lnTo>
                    <a:pt x="371219" y="537583"/>
                  </a:lnTo>
                  <a:lnTo>
                    <a:pt x="371879" y="506215"/>
                  </a:lnTo>
                  <a:lnTo>
                    <a:pt x="372540" y="506215"/>
                  </a:lnTo>
                  <a:lnTo>
                    <a:pt x="373200" y="514790"/>
                  </a:lnTo>
                  <a:lnTo>
                    <a:pt x="373861" y="522931"/>
                  </a:lnTo>
                  <a:lnTo>
                    <a:pt x="374521" y="551452"/>
                  </a:lnTo>
                  <a:lnTo>
                    <a:pt x="375182" y="549939"/>
                  </a:lnTo>
                  <a:lnTo>
                    <a:pt x="375842" y="574380"/>
                  </a:lnTo>
                  <a:lnTo>
                    <a:pt x="376503" y="566639"/>
                  </a:lnTo>
                  <a:lnTo>
                    <a:pt x="377163" y="538892"/>
                  </a:lnTo>
                  <a:lnTo>
                    <a:pt x="377824" y="505061"/>
                  </a:lnTo>
                  <a:lnTo>
                    <a:pt x="378484" y="488989"/>
                  </a:lnTo>
                  <a:lnTo>
                    <a:pt x="379145" y="512432"/>
                  </a:lnTo>
                  <a:lnTo>
                    <a:pt x="379805" y="536402"/>
                  </a:lnTo>
                  <a:lnTo>
                    <a:pt x="380466" y="488149"/>
                  </a:lnTo>
                  <a:lnTo>
                    <a:pt x="381127" y="497005"/>
                  </a:lnTo>
                  <a:lnTo>
                    <a:pt x="381787" y="467053"/>
                  </a:lnTo>
                  <a:lnTo>
                    <a:pt x="382448" y="448722"/>
                  </a:lnTo>
                  <a:lnTo>
                    <a:pt x="383108" y="456709"/>
                  </a:lnTo>
                  <a:lnTo>
                    <a:pt x="383769" y="460120"/>
                  </a:lnTo>
                  <a:lnTo>
                    <a:pt x="384429" y="460120"/>
                  </a:lnTo>
                  <a:lnTo>
                    <a:pt x="385090" y="457640"/>
                  </a:lnTo>
                  <a:lnTo>
                    <a:pt x="385750" y="467455"/>
                  </a:lnTo>
                  <a:lnTo>
                    <a:pt x="386411" y="458957"/>
                  </a:lnTo>
                  <a:lnTo>
                    <a:pt x="387071" y="457526"/>
                  </a:lnTo>
                  <a:lnTo>
                    <a:pt x="387732" y="448424"/>
                  </a:lnTo>
                  <a:lnTo>
                    <a:pt x="388392" y="449600"/>
                  </a:lnTo>
                  <a:lnTo>
                    <a:pt x="389053" y="472856"/>
                  </a:lnTo>
                  <a:lnTo>
                    <a:pt x="389713" y="489400"/>
                  </a:lnTo>
                  <a:lnTo>
                    <a:pt x="390374" y="464190"/>
                  </a:lnTo>
                  <a:lnTo>
                    <a:pt x="391035" y="437185"/>
                  </a:lnTo>
                  <a:lnTo>
                    <a:pt x="391695" y="418060"/>
                  </a:lnTo>
                  <a:lnTo>
                    <a:pt x="392356" y="395783"/>
                  </a:lnTo>
                  <a:lnTo>
                    <a:pt x="393016" y="404756"/>
                  </a:lnTo>
                  <a:lnTo>
                    <a:pt x="393677" y="379268"/>
                  </a:lnTo>
                  <a:lnTo>
                    <a:pt x="394337" y="343355"/>
                  </a:lnTo>
                  <a:lnTo>
                    <a:pt x="394998" y="354362"/>
                  </a:lnTo>
                  <a:lnTo>
                    <a:pt x="395658" y="327194"/>
                  </a:lnTo>
                  <a:lnTo>
                    <a:pt x="396319" y="275667"/>
                  </a:lnTo>
                  <a:lnTo>
                    <a:pt x="396979" y="245844"/>
                  </a:lnTo>
                  <a:lnTo>
                    <a:pt x="397640" y="227760"/>
                  </a:lnTo>
                  <a:lnTo>
                    <a:pt x="398300" y="185056"/>
                  </a:lnTo>
                  <a:lnTo>
                    <a:pt x="398961" y="183608"/>
                  </a:lnTo>
                  <a:lnTo>
                    <a:pt x="399621" y="181233"/>
                  </a:lnTo>
                  <a:lnTo>
                    <a:pt x="400282" y="183608"/>
                  </a:lnTo>
                  <a:lnTo>
                    <a:pt x="400942" y="193702"/>
                  </a:lnTo>
                  <a:lnTo>
                    <a:pt x="401603" y="187195"/>
                  </a:lnTo>
                  <a:lnTo>
                    <a:pt x="402264" y="187952"/>
                  </a:lnTo>
                  <a:lnTo>
                    <a:pt x="402924" y="189930"/>
                  </a:lnTo>
                  <a:lnTo>
                    <a:pt x="403585" y="220101"/>
                  </a:lnTo>
                  <a:lnTo>
                    <a:pt x="404245" y="234600"/>
                  </a:lnTo>
                  <a:lnTo>
                    <a:pt x="404906" y="268656"/>
                  </a:lnTo>
                  <a:lnTo>
                    <a:pt x="405566" y="297164"/>
                  </a:lnTo>
                  <a:lnTo>
                    <a:pt x="406227" y="303022"/>
                  </a:lnTo>
                  <a:lnTo>
                    <a:pt x="406887" y="291118"/>
                  </a:lnTo>
                  <a:lnTo>
                    <a:pt x="407548" y="336573"/>
                  </a:lnTo>
                  <a:lnTo>
                    <a:pt x="408208" y="310037"/>
                  </a:lnTo>
                  <a:lnTo>
                    <a:pt x="408869" y="323328"/>
                  </a:lnTo>
                  <a:lnTo>
                    <a:pt x="409529" y="346233"/>
                  </a:lnTo>
                  <a:lnTo>
                    <a:pt x="410190" y="330297"/>
                  </a:lnTo>
                  <a:lnTo>
                    <a:pt x="410850" y="339490"/>
                  </a:lnTo>
                  <a:lnTo>
                    <a:pt x="411511" y="364443"/>
                  </a:lnTo>
                  <a:lnTo>
                    <a:pt x="412172" y="368246"/>
                  </a:lnTo>
                  <a:lnTo>
                    <a:pt x="412832" y="371254"/>
                  </a:lnTo>
                  <a:lnTo>
                    <a:pt x="413493" y="379280"/>
                  </a:lnTo>
                  <a:lnTo>
                    <a:pt x="414153" y="393123"/>
                  </a:lnTo>
                  <a:lnTo>
                    <a:pt x="414814" y="402835"/>
                  </a:lnTo>
                  <a:lnTo>
                    <a:pt x="415474" y="402835"/>
                  </a:lnTo>
                  <a:lnTo>
                    <a:pt x="416135" y="394788"/>
                  </a:lnTo>
                  <a:lnTo>
                    <a:pt x="416795" y="400118"/>
                  </a:lnTo>
                  <a:lnTo>
                    <a:pt x="417456" y="412301"/>
                  </a:lnTo>
                  <a:lnTo>
                    <a:pt x="418116" y="406893"/>
                  </a:lnTo>
                  <a:lnTo>
                    <a:pt x="418777" y="409618"/>
                  </a:lnTo>
                  <a:lnTo>
                    <a:pt x="419437" y="420568"/>
                  </a:lnTo>
                  <a:lnTo>
                    <a:pt x="420098" y="422548"/>
                  </a:lnTo>
                  <a:lnTo>
                    <a:pt x="420758" y="422709"/>
                  </a:lnTo>
                  <a:lnTo>
                    <a:pt x="421419" y="432880"/>
                  </a:lnTo>
                  <a:lnTo>
                    <a:pt x="422080" y="437757"/>
                  </a:lnTo>
                  <a:lnTo>
                    <a:pt x="422740" y="427968"/>
                  </a:lnTo>
                  <a:lnTo>
                    <a:pt x="423401" y="432603"/>
                  </a:lnTo>
                  <a:lnTo>
                    <a:pt x="424061" y="430614"/>
                  </a:lnTo>
                  <a:lnTo>
                    <a:pt x="424722" y="429904"/>
                  </a:lnTo>
                  <a:lnTo>
                    <a:pt x="425382" y="428416"/>
                  </a:lnTo>
                  <a:lnTo>
                    <a:pt x="426043" y="445941"/>
                  </a:lnTo>
                  <a:lnTo>
                    <a:pt x="426703" y="451095"/>
                  </a:lnTo>
                  <a:lnTo>
                    <a:pt x="427364" y="490514"/>
                  </a:lnTo>
                  <a:lnTo>
                    <a:pt x="428024" y="484568"/>
                  </a:lnTo>
                  <a:lnTo>
                    <a:pt x="428685" y="488162"/>
                  </a:lnTo>
                  <a:lnTo>
                    <a:pt x="429345" y="479528"/>
                  </a:lnTo>
                  <a:lnTo>
                    <a:pt x="430006" y="454461"/>
                  </a:lnTo>
                  <a:lnTo>
                    <a:pt x="430666" y="441833"/>
                  </a:lnTo>
                  <a:lnTo>
                    <a:pt x="431327" y="441833"/>
                  </a:lnTo>
                  <a:lnTo>
                    <a:pt x="431987" y="421091"/>
                  </a:lnTo>
                  <a:lnTo>
                    <a:pt x="432648" y="420263"/>
                  </a:lnTo>
                  <a:lnTo>
                    <a:pt x="433309" y="415001"/>
                  </a:lnTo>
                  <a:lnTo>
                    <a:pt x="433969" y="415199"/>
                  </a:lnTo>
                  <a:lnTo>
                    <a:pt x="434630" y="350397"/>
                  </a:lnTo>
                  <a:lnTo>
                    <a:pt x="435290" y="339269"/>
                  </a:lnTo>
                  <a:lnTo>
                    <a:pt x="435951" y="321138"/>
                  </a:lnTo>
                  <a:lnTo>
                    <a:pt x="436611" y="328956"/>
                  </a:lnTo>
                  <a:lnTo>
                    <a:pt x="437272" y="326646"/>
                  </a:lnTo>
                  <a:lnTo>
                    <a:pt x="437932" y="298212"/>
                  </a:lnTo>
                  <a:lnTo>
                    <a:pt x="438593" y="296908"/>
                  </a:lnTo>
                  <a:lnTo>
                    <a:pt x="439253" y="266197"/>
                  </a:lnTo>
                  <a:lnTo>
                    <a:pt x="439914" y="241115"/>
                  </a:lnTo>
                  <a:lnTo>
                    <a:pt x="440574" y="190986"/>
                  </a:lnTo>
                  <a:lnTo>
                    <a:pt x="441235" y="156058"/>
                  </a:lnTo>
                  <a:lnTo>
                    <a:pt x="441895" y="196369"/>
                  </a:lnTo>
                  <a:lnTo>
                    <a:pt x="442556" y="151833"/>
                  </a:lnTo>
                  <a:lnTo>
                    <a:pt x="443217" y="137605"/>
                  </a:lnTo>
                  <a:lnTo>
                    <a:pt x="443877" y="137578"/>
                  </a:lnTo>
                  <a:lnTo>
                    <a:pt x="444538" y="140227"/>
                  </a:lnTo>
                  <a:lnTo>
                    <a:pt x="445198" y="141644"/>
                  </a:lnTo>
                  <a:lnTo>
                    <a:pt x="445859" y="176897"/>
                  </a:lnTo>
                  <a:lnTo>
                    <a:pt x="446519" y="206811"/>
                  </a:lnTo>
                  <a:lnTo>
                    <a:pt x="447180" y="227046"/>
                  </a:lnTo>
                  <a:lnTo>
                    <a:pt x="447840" y="249287"/>
                  </a:lnTo>
                  <a:lnTo>
                    <a:pt x="448501" y="273375"/>
                  </a:lnTo>
                  <a:lnTo>
                    <a:pt x="449161" y="311425"/>
                  </a:lnTo>
                  <a:lnTo>
                    <a:pt x="449822" y="318755"/>
                  </a:lnTo>
                  <a:lnTo>
                    <a:pt x="450482" y="368557"/>
                  </a:lnTo>
                  <a:lnTo>
                    <a:pt x="451143" y="376364"/>
                  </a:lnTo>
                  <a:lnTo>
                    <a:pt x="451803" y="372300"/>
                  </a:lnTo>
                  <a:lnTo>
                    <a:pt x="452464" y="390898"/>
                  </a:lnTo>
                  <a:lnTo>
                    <a:pt x="453125" y="388042"/>
                  </a:lnTo>
                  <a:lnTo>
                    <a:pt x="453785" y="401232"/>
                  </a:lnTo>
                  <a:lnTo>
                    <a:pt x="454446" y="393662"/>
                  </a:lnTo>
                  <a:lnTo>
                    <a:pt x="455106" y="409553"/>
                  </a:lnTo>
                  <a:lnTo>
                    <a:pt x="455767" y="397321"/>
                  </a:lnTo>
                  <a:lnTo>
                    <a:pt x="456427" y="398616"/>
                  </a:lnTo>
                  <a:lnTo>
                    <a:pt x="457088" y="382229"/>
                  </a:lnTo>
                  <a:lnTo>
                    <a:pt x="457748" y="385776"/>
                  </a:lnTo>
                  <a:lnTo>
                    <a:pt x="458409" y="407678"/>
                  </a:lnTo>
                  <a:lnTo>
                    <a:pt x="459069" y="394573"/>
                  </a:lnTo>
                  <a:lnTo>
                    <a:pt x="459730" y="426547"/>
                  </a:lnTo>
                  <a:lnTo>
                    <a:pt x="460390" y="387296"/>
                  </a:lnTo>
                  <a:lnTo>
                    <a:pt x="461051" y="385938"/>
                  </a:lnTo>
                  <a:lnTo>
                    <a:pt x="461711" y="370220"/>
                  </a:lnTo>
                  <a:lnTo>
                    <a:pt x="462372" y="359868"/>
                  </a:lnTo>
                  <a:lnTo>
                    <a:pt x="463033" y="361227"/>
                  </a:lnTo>
                  <a:lnTo>
                    <a:pt x="463693" y="381579"/>
                  </a:lnTo>
                  <a:lnTo>
                    <a:pt x="464354" y="371580"/>
                  </a:lnTo>
                  <a:lnTo>
                    <a:pt x="465014" y="355378"/>
                  </a:lnTo>
                  <a:lnTo>
                    <a:pt x="465675" y="353294"/>
                  </a:lnTo>
                  <a:lnTo>
                    <a:pt x="466335" y="367158"/>
                  </a:lnTo>
                  <a:lnTo>
                    <a:pt x="466996" y="386540"/>
                  </a:lnTo>
                  <a:lnTo>
                    <a:pt x="467656" y="337707"/>
                  </a:lnTo>
                  <a:lnTo>
                    <a:pt x="468317" y="354621"/>
                  </a:lnTo>
                  <a:lnTo>
                    <a:pt x="468977" y="320216"/>
                  </a:lnTo>
                  <a:lnTo>
                    <a:pt x="469638" y="322933"/>
                  </a:lnTo>
                  <a:lnTo>
                    <a:pt x="470298" y="310748"/>
                  </a:lnTo>
                  <a:lnTo>
                    <a:pt x="470959" y="265122"/>
                  </a:lnTo>
                  <a:lnTo>
                    <a:pt x="471619" y="226241"/>
                  </a:lnTo>
                  <a:lnTo>
                    <a:pt x="472280" y="143533"/>
                  </a:lnTo>
                  <a:lnTo>
                    <a:pt x="472940" y="108073"/>
                  </a:lnTo>
                  <a:lnTo>
                    <a:pt x="473601" y="61640"/>
                  </a:lnTo>
                  <a:lnTo>
                    <a:pt x="474262" y="43893"/>
                  </a:lnTo>
                  <a:lnTo>
                    <a:pt x="474922" y="20615"/>
                  </a:lnTo>
                  <a:lnTo>
                    <a:pt x="475583" y="3461"/>
                  </a:lnTo>
                  <a:lnTo>
                    <a:pt x="476243" y="0"/>
                  </a:lnTo>
                  <a:lnTo>
                    <a:pt x="476904" y="107"/>
                  </a:lnTo>
                  <a:lnTo>
                    <a:pt x="477564" y="15344"/>
                  </a:lnTo>
                  <a:lnTo>
                    <a:pt x="478225" y="28631"/>
                  </a:lnTo>
                  <a:lnTo>
                    <a:pt x="478885" y="36957"/>
                  </a:lnTo>
                  <a:lnTo>
                    <a:pt x="479546" y="45914"/>
                  </a:lnTo>
                  <a:lnTo>
                    <a:pt x="480206" y="73693"/>
                  </a:lnTo>
                  <a:lnTo>
                    <a:pt x="480867" y="142523"/>
                  </a:lnTo>
                  <a:lnTo>
                    <a:pt x="481527" y="178073"/>
                  </a:lnTo>
                  <a:lnTo>
                    <a:pt x="482188" y="203376"/>
                  </a:lnTo>
                  <a:lnTo>
                    <a:pt x="482848" y="226257"/>
                  </a:lnTo>
                  <a:lnTo>
                    <a:pt x="483509" y="226257"/>
                  </a:lnTo>
                  <a:lnTo>
                    <a:pt x="484170" y="291907"/>
                  </a:lnTo>
                  <a:lnTo>
                    <a:pt x="484830" y="299379"/>
                  </a:lnTo>
                  <a:lnTo>
                    <a:pt x="485491" y="321135"/>
                  </a:lnTo>
                  <a:lnTo>
                    <a:pt x="486151" y="360495"/>
                  </a:lnTo>
                  <a:lnTo>
                    <a:pt x="486812" y="362010"/>
                  </a:lnTo>
                  <a:lnTo>
                    <a:pt x="487472" y="362010"/>
                  </a:lnTo>
                  <a:lnTo>
                    <a:pt x="488133" y="364115"/>
                  </a:lnTo>
                  <a:lnTo>
                    <a:pt x="488793" y="359120"/>
                  </a:lnTo>
                  <a:lnTo>
                    <a:pt x="489454" y="324484"/>
                  </a:lnTo>
                  <a:lnTo>
                    <a:pt x="490114" y="293543"/>
                  </a:lnTo>
                  <a:lnTo>
                    <a:pt x="490775" y="216978"/>
                  </a:lnTo>
                  <a:lnTo>
                    <a:pt x="491435" y="205440"/>
                  </a:lnTo>
                  <a:lnTo>
                    <a:pt x="492096" y="186163"/>
                  </a:lnTo>
                  <a:lnTo>
                    <a:pt x="492756" y="162643"/>
                  </a:lnTo>
                  <a:lnTo>
                    <a:pt x="493417" y="116749"/>
                  </a:lnTo>
                  <a:lnTo>
                    <a:pt x="494078" y="115267"/>
                  </a:lnTo>
                  <a:lnTo>
                    <a:pt x="494738" y="118197"/>
                  </a:lnTo>
                  <a:lnTo>
                    <a:pt x="495399" y="131984"/>
                  </a:lnTo>
                  <a:lnTo>
                    <a:pt x="496059" y="150763"/>
                  </a:lnTo>
                  <a:lnTo>
                    <a:pt x="496720" y="193257"/>
                  </a:lnTo>
                  <a:lnTo>
                    <a:pt x="497380" y="256259"/>
                  </a:lnTo>
                  <a:lnTo>
                    <a:pt x="498041" y="313838"/>
                  </a:lnTo>
                  <a:lnTo>
                    <a:pt x="498701" y="355812"/>
                  </a:lnTo>
                  <a:lnTo>
                    <a:pt x="499362" y="399003"/>
                  </a:lnTo>
                  <a:lnTo>
                    <a:pt x="500022" y="457322"/>
                  </a:lnTo>
                  <a:lnTo>
                    <a:pt x="500683" y="420900"/>
                  </a:lnTo>
                  <a:lnTo>
                    <a:pt x="501343" y="437392"/>
                  </a:lnTo>
                  <a:lnTo>
                    <a:pt x="502004" y="457791"/>
                  </a:lnTo>
                  <a:lnTo>
                    <a:pt x="502664" y="453832"/>
                  </a:lnTo>
                  <a:lnTo>
                    <a:pt x="503325" y="408858"/>
                  </a:lnTo>
                  <a:lnTo>
                    <a:pt x="503985" y="428611"/>
                  </a:lnTo>
                  <a:lnTo>
                    <a:pt x="504646" y="432714"/>
                  </a:lnTo>
                  <a:lnTo>
                    <a:pt x="505307" y="434982"/>
                  </a:lnTo>
                  <a:lnTo>
                    <a:pt x="505967" y="441391"/>
                  </a:lnTo>
                  <a:lnTo>
                    <a:pt x="506628" y="451959"/>
                  </a:lnTo>
                  <a:lnTo>
                    <a:pt x="507288" y="467317"/>
                  </a:lnTo>
                  <a:lnTo>
                    <a:pt x="507949" y="500219"/>
                  </a:lnTo>
                  <a:lnTo>
                    <a:pt x="508609" y="510269"/>
                  </a:lnTo>
                  <a:lnTo>
                    <a:pt x="509270" y="500367"/>
                  </a:lnTo>
                  <a:lnTo>
                    <a:pt x="509930" y="547776"/>
                  </a:lnTo>
                  <a:lnTo>
                    <a:pt x="510591" y="522243"/>
                  </a:lnTo>
                  <a:lnTo>
                    <a:pt x="511251" y="528818"/>
                  </a:lnTo>
                  <a:lnTo>
                    <a:pt x="511912" y="504871"/>
                  </a:lnTo>
                  <a:lnTo>
                    <a:pt x="512572" y="559410"/>
                  </a:lnTo>
                  <a:lnTo>
                    <a:pt x="513233" y="551656"/>
                  </a:lnTo>
                  <a:lnTo>
                    <a:pt x="513893" y="497382"/>
                  </a:lnTo>
                  <a:lnTo>
                    <a:pt x="514554" y="507835"/>
                  </a:lnTo>
                  <a:lnTo>
                    <a:pt x="515215" y="516092"/>
                  </a:lnTo>
                  <a:lnTo>
                    <a:pt x="515875" y="521002"/>
                  </a:lnTo>
                  <a:lnTo>
                    <a:pt x="516536" y="530973"/>
                  </a:lnTo>
                  <a:lnTo>
                    <a:pt x="517196" y="552189"/>
                  </a:lnTo>
                  <a:lnTo>
                    <a:pt x="517857" y="517786"/>
                  </a:lnTo>
                  <a:lnTo>
                    <a:pt x="518517" y="519383"/>
                  </a:lnTo>
                  <a:lnTo>
                    <a:pt x="519178" y="498192"/>
                  </a:lnTo>
                  <a:lnTo>
                    <a:pt x="519838" y="507204"/>
                  </a:lnTo>
                  <a:lnTo>
                    <a:pt x="520499" y="518553"/>
                  </a:lnTo>
                  <a:lnTo>
                    <a:pt x="521159" y="487647"/>
                  </a:lnTo>
                  <a:lnTo>
                    <a:pt x="521820" y="427028"/>
                  </a:lnTo>
                  <a:lnTo>
                    <a:pt x="522480" y="421487"/>
                  </a:lnTo>
                  <a:lnTo>
                    <a:pt x="523141" y="457723"/>
                  </a:lnTo>
                  <a:lnTo>
                    <a:pt x="523801" y="479232"/>
                  </a:lnTo>
                  <a:lnTo>
                    <a:pt x="524462" y="529491"/>
                  </a:lnTo>
                  <a:lnTo>
                    <a:pt x="525123" y="553311"/>
                  </a:lnTo>
                  <a:lnTo>
                    <a:pt x="525783" y="557967"/>
                  </a:lnTo>
                  <a:lnTo>
                    <a:pt x="526444" y="534311"/>
                  </a:lnTo>
                  <a:lnTo>
                    <a:pt x="527104" y="564992"/>
                  </a:lnTo>
                  <a:lnTo>
                    <a:pt x="527765" y="577759"/>
                  </a:lnTo>
                  <a:lnTo>
                    <a:pt x="528425" y="550706"/>
                  </a:lnTo>
                  <a:lnTo>
                    <a:pt x="529086" y="556044"/>
                  </a:lnTo>
                  <a:lnTo>
                    <a:pt x="529746" y="547087"/>
                  </a:lnTo>
                  <a:lnTo>
                    <a:pt x="530407" y="578012"/>
                  </a:lnTo>
                  <a:lnTo>
                    <a:pt x="531067" y="549154"/>
                  </a:lnTo>
                  <a:lnTo>
                    <a:pt x="531728" y="542300"/>
                  </a:lnTo>
                  <a:lnTo>
                    <a:pt x="532388" y="549154"/>
                  </a:lnTo>
                  <a:lnTo>
                    <a:pt x="533049" y="558722"/>
                  </a:lnTo>
                  <a:lnTo>
                    <a:pt x="533709" y="554745"/>
                  </a:lnTo>
                  <a:lnTo>
                    <a:pt x="534370" y="574359"/>
                  </a:lnTo>
                  <a:lnTo>
                    <a:pt x="535031" y="591863"/>
                  </a:lnTo>
                  <a:lnTo>
                    <a:pt x="535691" y="608213"/>
                  </a:lnTo>
                  <a:lnTo>
                    <a:pt x="536352" y="608751"/>
                  </a:lnTo>
                  <a:lnTo>
                    <a:pt x="537012" y="595470"/>
                  </a:lnTo>
                  <a:lnTo>
                    <a:pt x="537673" y="536988"/>
                  </a:lnTo>
                  <a:lnTo>
                    <a:pt x="538333" y="541434"/>
                  </a:lnTo>
                  <a:lnTo>
                    <a:pt x="538994" y="554317"/>
                  </a:lnTo>
                  <a:lnTo>
                    <a:pt x="539654" y="596527"/>
                  </a:lnTo>
                  <a:lnTo>
                    <a:pt x="540315" y="595956"/>
                  </a:lnTo>
                  <a:lnTo>
                    <a:pt x="540975" y="570573"/>
                  </a:lnTo>
                  <a:lnTo>
                    <a:pt x="541636" y="583135"/>
                  </a:lnTo>
                  <a:lnTo>
                    <a:pt x="542296" y="577182"/>
                  </a:lnTo>
                  <a:lnTo>
                    <a:pt x="542957" y="551661"/>
                  </a:lnTo>
                  <a:lnTo>
                    <a:pt x="543617" y="564718"/>
                  </a:lnTo>
                  <a:lnTo>
                    <a:pt x="544278" y="534202"/>
                  </a:lnTo>
                  <a:lnTo>
                    <a:pt x="544938" y="520869"/>
                  </a:lnTo>
                  <a:lnTo>
                    <a:pt x="545599" y="523736"/>
                  </a:lnTo>
                  <a:lnTo>
                    <a:pt x="546260" y="520869"/>
                  </a:lnTo>
                  <a:lnTo>
                    <a:pt x="546920" y="526248"/>
                  </a:lnTo>
                  <a:lnTo>
                    <a:pt x="547581" y="516790"/>
                  </a:lnTo>
                  <a:lnTo>
                    <a:pt x="548241" y="506047"/>
                  </a:lnTo>
                  <a:lnTo>
                    <a:pt x="548902" y="515441"/>
                  </a:lnTo>
                  <a:lnTo>
                    <a:pt x="549562" y="577045"/>
                  </a:lnTo>
                  <a:lnTo>
                    <a:pt x="550223" y="563362"/>
                  </a:lnTo>
                  <a:lnTo>
                    <a:pt x="550883" y="538316"/>
                  </a:lnTo>
                  <a:lnTo>
                    <a:pt x="551544" y="545170"/>
                  </a:lnTo>
                  <a:lnTo>
                    <a:pt x="552204" y="555954"/>
                  </a:lnTo>
                  <a:lnTo>
                    <a:pt x="552865" y="546941"/>
                  </a:lnTo>
                  <a:lnTo>
                    <a:pt x="553525" y="536628"/>
                  </a:lnTo>
                  <a:lnTo>
                    <a:pt x="554186" y="525051"/>
                  </a:lnTo>
                  <a:lnTo>
                    <a:pt x="554846" y="522184"/>
                  </a:lnTo>
                  <a:lnTo>
                    <a:pt x="555507" y="548313"/>
                  </a:lnTo>
                  <a:lnTo>
                    <a:pt x="556168" y="582917"/>
                  </a:lnTo>
                  <a:lnTo>
                    <a:pt x="556828" y="578019"/>
                  </a:lnTo>
                  <a:lnTo>
                    <a:pt x="557489" y="542960"/>
                  </a:lnTo>
                  <a:lnTo>
                    <a:pt x="558149" y="462774"/>
                  </a:lnTo>
                  <a:lnTo>
                    <a:pt x="558810" y="438343"/>
                  </a:lnTo>
                  <a:lnTo>
                    <a:pt x="559470" y="487027"/>
                  </a:lnTo>
                  <a:lnTo>
                    <a:pt x="560131" y="517046"/>
                  </a:lnTo>
                  <a:lnTo>
                    <a:pt x="560791" y="510387"/>
                  </a:lnTo>
                  <a:lnTo>
                    <a:pt x="561452" y="510387"/>
                  </a:lnTo>
                  <a:lnTo>
                    <a:pt x="562112" y="550850"/>
                  </a:lnTo>
                  <a:lnTo>
                    <a:pt x="562773" y="548051"/>
                  </a:lnTo>
                  <a:lnTo>
                    <a:pt x="563433" y="548408"/>
                  </a:lnTo>
                  <a:lnTo>
                    <a:pt x="564094" y="569115"/>
                  </a:lnTo>
                  <a:lnTo>
                    <a:pt x="564754" y="557032"/>
                  </a:lnTo>
                  <a:lnTo>
                    <a:pt x="565415" y="556990"/>
                  </a:lnTo>
                  <a:lnTo>
                    <a:pt x="566076" y="561862"/>
                  </a:lnTo>
                  <a:lnTo>
                    <a:pt x="566736" y="563931"/>
                  </a:lnTo>
                  <a:lnTo>
                    <a:pt x="567397" y="564986"/>
                  </a:lnTo>
                  <a:lnTo>
                    <a:pt x="568057" y="558133"/>
                  </a:lnTo>
                  <a:lnTo>
                    <a:pt x="568718" y="562953"/>
                  </a:lnTo>
                  <a:lnTo>
                    <a:pt x="569378" y="552779"/>
                  </a:lnTo>
                  <a:lnTo>
                    <a:pt x="570039" y="552779"/>
                  </a:lnTo>
                  <a:lnTo>
                    <a:pt x="570699" y="556003"/>
                  </a:lnTo>
                  <a:lnTo>
                    <a:pt x="571360" y="533216"/>
                  </a:lnTo>
                  <a:lnTo>
                    <a:pt x="572020" y="523707"/>
                  </a:lnTo>
                  <a:lnTo>
                    <a:pt x="572681" y="527211"/>
                  </a:lnTo>
                  <a:lnTo>
                    <a:pt x="573341" y="520583"/>
                  </a:lnTo>
                  <a:lnTo>
                    <a:pt x="574002" y="507019"/>
                  </a:lnTo>
                  <a:lnTo>
                    <a:pt x="574662" y="509845"/>
                  </a:lnTo>
                  <a:lnTo>
                    <a:pt x="575323" y="517467"/>
                  </a:lnTo>
                  <a:lnTo>
                    <a:pt x="575983" y="514588"/>
                  </a:lnTo>
                  <a:lnTo>
                    <a:pt x="576644" y="507449"/>
                  </a:lnTo>
                  <a:lnTo>
                    <a:pt x="577305" y="524631"/>
                  </a:lnTo>
                  <a:lnTo>
                    <a:pt x="577965" y="518237"/>
                  </a:lnTo>
                  <a:lnTo>
                    <a:pt x="578626" y="547863"/>
                  </a:lnTo>
                  <a:lnTo>
                    <a:pt x="579286" y="530067"/>
                  </a:lnTo>
                  <a:lnTo>
                    <a:pt x="579947" y="521790"/>
                  </a:lnTo>
                  <a:lnTo>
                    <a:pt x="580607" y="546319"/>
                  </a:lnTo>
                  <a:lnTo>
                    <a:pt x="581268" y="565556"/>
                  </a:lnTo>
                  <a:lnTo>
                    <a:pt x="581928" y="549797"/>
                  </a:lnTo>
                  <a:lnTo>
                    <a:pt x="582589" y="581640"/>
                  </a:lnTo>
                  <a:lnTo>
                    <a:pt x="583249" y="560281"/>
                  </a:lnTo>
                  <a:lnTo>
                    <a:pt x="583910" y="536654"/>
                  </a:lnTo>
                  <a:lnTo>
                    <a:pt x="584570" y="513503"/>
                  </a:lnTo>
                  <a:lnTo>
                    <a:pt x="585231" y="513503"/>
                  </a:lnTo>
                  <a:lnTo>
                    <a:pt x="585891" y="541173"/>
                  </a:lnTo>
                  <a:lnTo>
                    <a:pt x="586552" y="595469"/>
                  </a:lnTo>
                  <a:lnTo>
                    <a:pt x="587213" y="596534"/>
                  </a:lnTo>
                  <a:lnTo>
                    <a:pt x="587873" y="572932"/>
                  </a:lnTo>
                  <a:lnTo>
                    <a:pt x="588534" y="563316"/>
                  </a:lnTo>
                  <a:lnTo>
                    <a:pt x="589194" y="525216"/>
                  </a:lnTo>
                  <a:lnTo>
                    <a:pt x="589855" y="518320"/>
                  </a:lnTo>
                  <a:lnTo>
                    <a:pt x="590515" y="512730"/>
                  </a:lnTo>
                  <a:lnTo>
                    <a:pt x="591176" y="525593"/>
                  </a:lnTo>
                  <a:lnTo>
                    <a:pt x="591836" y="528584"/>
                  </a:lnTo>
                  <a:lnTo>
                    <a:pt x="592497" y="554633"/>
                  </a:lnTo>
                  <a:lnTo>
                    <a:pt x="593157" y="568906"/>
                  </a:lnTo>
                  <a:lnTo>
                    <a:pt x="593818" y="537093"/>
                  </a:lnTo>
                  <a:lnTo>
                    <a:pt x="594478" y="523217"/>
                  </a:lnTo>
                  <a:lnTo>
                    <a:pt x="595139" y="521962"/>
                  </a:lnTo>
                  <a:lnTo>
                    <a:pt x="595799" y="516533"/>
                  </a:lnTo>
                  <a:lnTo>
                    <a:pt x="596460" y="505402"/>
                  </a:lnTo>
                  <a:lnTo>
                    <a:pt x="597121" y="521429"/>
                  </a:lnTo>
                  <a:lnTo>
                    <a:pt x="597781" y="521429"/>
                  </a:lnTo>
                  <a:lnTo>
                    <a:pt x="598442" y="521429"/>
                  </a:lnTo>
                  <a:lnTo>
                    <a:pt x="599102" y="583559"/>
                  </a:lnTo>
                  <a:lnTo>
                    <a:pt x="599763" y="597130"/>
                  </a:lnTo>
                  <a:lnTo>
                    <a:pt x="600423" y="560281"/>
                  </a:lnTo>
                  <a:lnTo>
                    <a:pt x="601084" y="540477"/>
                  </a:lnTo>
                  <a:lnTo>
                    <a:pt x="601744" y="559051"/>
                  </a:lnTo>
                  <a:lnTo>
                    <a:pt x="602405" y="573376"/>
                  </a:lnTo>
                  <a:lnTo>
                    <a:pt x="603065" y="589788"/>
                  </a:lnTo>
                  <a:lnTo>
                    <a:pt x="603726" y="593382"/>
                  </a:lnTo>
                  <a:lnTo>
                    <a:pt x="604386" y="585961"/>
                  </a:lnTo>
                  <a:lnTo>
                    <a:pt x="605047" y="585426"/>
                  </a:lnTo>
                  <a:lnTo>
                    <a:pt x="605707" y="581640"/>
                  </a:lnTo>
                  <a:lnTo>
                    <a:pt x="606368" y="564678"/>
                  </a:lnTo>
                  <a:lnTo>
                    <a:pt x="607029" y="555023"/>
                  </a:lnTo>
                  <a:lnTo>
                    <a:pt x="607689" y="529825"/>
                  </a:lnTo>
                  <a:lnTo>
                    <a:pt x="608350" y="549880"/>
                  </a:lnTo>
                  <a:lnTo>
                    <a:pt x="609010" y="578602"/>
                  </a:lnTo>
                  <a:lnTo>
                    <a:pt x="609671" y="594579"/>
                  </a:lnTo>
                  <a:lnTo>
                    <a:pt x="610331" y="567875"/>
                  </a:lnTo>
                  <a:lnTo>
                    <a:pt x="610992" y="573263"/>
                  </a:lnTo>
                  <a:lnTo>
                    <a:pt x="611652" y="568914"/>
                  </a:lnTo>
                  <a:lnTo>
                    <a:pt x="612313" y="551012"/>
                  </a:lnTo>
                  <a:lnTo>
                    <a:pt x="612973" y="517796"/>
                  </a:lnTo>
                  <a:lnTo>
                    <a:pt x="613634" y="524691"/>
                  </a:lnTo>
                  <a:lnTo>
                    <a:pt x="614294" y="523437"/>
                  </a:lnTo>
                  <a:lnTo>
                    <a:pt x="614955" y="528037"/>
                  </a:lnTo>
                  <a:lnTo>
                    <a:pt x="615615" y="534780"/>
                  </a:lnTo>
                  <a:lnTo>
                    <a:pt x="616276" y="510418"/>
                  </a:lnTo>
                  <a:lnTo>
                    <a:pt x="616936" y="516008"/>
                  </a:lnTo>
                  <a:lnTo>
                    <a:pt x="617597" y="510418"/>
                  </a:lnTo>
                  <a:lnTo>
                    <a:pt x="618258" y="510951"/>
                  </a:lnTo>
                  <a:lnTo>
                    <a:pt x="618918" y="522692"/>
                  </a:lnTo>
                  <a:lnTo>
                    <a:pt x="619579" y="524691"/>
                  </a:lnTo>
                  <a:lnTo>
                    <a:pt x="620239" y="543325"/>
                  </a:lnTo>
                  <a:lnTo>
                    <a:pt x="620900" y="556658"/>
                  </a:lnTo>
                  <a:lnTo>
                    <a:pt x="621560" y="537243"/>
                  </a:lnTo>
                  <a:lnTo>
                    <a:pt x="622221" y="529825"/>
                  </a:lnTo>
                  <a:lnTo>
                    <a:pt x="622881" y="551446"/>
                  </a:lnTo>
                  <a:lnTo>
                    <a:pt x="623542" y="548114"/>
                  </a:lnTo>
                  <a:lnTo>
                    <a:pt x="624202" y="527796"/>
                  </a:lnTo>
                  <a:lnTo>
                    <a:pt x="624863" y="520663"/>
                  </a:lnTo>
                  <a:lnTo>
                    <a:pt x="625523" y="527796"/>
                  </a:lnTo>
                  <a:lnTo>
                    <a:pt x="626184" y="539733"/>
                  </a:lnTo>
                  <a:lnTo>
                    <a:pt x="626844" y="590983"/>
                  </a:lnTo>
                  <a:lnTo>
                    <a:pt x="627505" y="607187"/>
                  </a:lnTo>
                  <a:lnTo>
                    <a:pt x="628166" y="607858"/>
                  </a:lnTo>
                  <a:lnTo>
                    <a:pt x="628826" y="594231"/>
                  </a:lnTo>
                  <a:lnTo>
                    <a:pt x="629487" y="550672"/>
                  </a:lnTo>
                  <a:lnTo>
                    <a:pt x="630147" y="535215"/>
                  </a:lnTo>
                  <a:lnTo>
                    <a:pt x="630808" y="535215"/>
                  </a:lnTo>
                  <a:lnTo>
                    <a:pt x="631468" y="531483"/>
                  </a:lnTo>
                  <a:lnTo>
                    <a:pt x="632129" y="557525"/>
                  </a:lnTo>
                  <a:lnTo>
                    <a:pt x="632789" y="582793"/>
                  </a:lnTo>
                  <a:lnTo>
                    <a:pt x="633450" y="579702"/>
                  </a:lnTo>
                  <a:lnTo>
                    <a:pt x="634110" y="588067"/>
                  </a:lnTo>
                  <a:lnTo>
                    <a:pt x="634771" y="592616"/>
                  </a:lnTo>
                  <a:lnTo>
                    <a:pt x="635431" y="568828"/>
                  </a:lnTo>
                  <a:lnTo>
                    <a:pt x="636092" y="568828"/>
                  </a:lnTo>
                  <a:lnTo>
                    <a:pt x="636752" y="587723"/>
                  </a:lnTo>
                  <a:lnTo>
                    <a:pt x="637413" y="589481"/>
                  </a:lnTo>
                  <a:lnTo>
                    <a:pt x="638074" y="591692"/>
                  </a:lnTo>
                  <a:lnTo>
                    <a:pt x="638734" y="590628"/>
                  </a:lnTo>
                  <a:lnTo>
                    <a:pt x="639395" y="586201"/>
                  </a:lnTo>
                  <a:lnTo>
                    <a:pt x="640055" y="576869"/>
                  </a:lnTo>
                  <a:lnTo>
                    <a:pt x="640716" y="569523"/>
                  </a:lnTo>
                  <a:lnTo>
                    <a:pt x="641376" y="538193"/>
                  </a:lnTo>
                  <a:lnTo>
                    <a:pt x="642037" y="536843"/>
                  </a:lnTo>
                  <a:lnTo>
                    <a:pt x="642697" y="547242"/>
                  </a:lnTo>
                  <a:lnTo>
                    <a:pt x="643358" y="529942"/>
                  </a:lnTo>
                  <a:lnTo>
                    <a:pt x="644018" y="529107"/>
                  </a:lnTo>
                  <a:lnTo>
                    <a:pt x="644679" y="540736"/>
                  </a:lnTo>
                  <a:lnTo>
                    <a:pt x="645339" y="517078"/>
                  </a:lnTo>
                  <a:lnTo>
                    <a:pt x="646000" y="511488"/>
                  </a:lnTo>
                  <a:lnTo>
                    <a:pt x="646660" y="523795"/>
                  </a:lnTo>
                  <a:lnTo>
                    <a:pt x="647321" y="543438"/>
                  </a:lnTo>
                  <a:lnTo>
                    <a:pt x="647981" y="571444"/>
                  </a:lnTo>
                  <a:lnTo>
                    <a:pt x="648642" y="569126"/>
                  </a:lnTo>
                  <a:lnTo>
                    <a:pt x="649303" y="579211"/>
                  </a:lnTo>
                  <a:lnTo>
                    <a:pt x="649963" y="569889"/>
                  </a:lnTo>
                  <a:lnTo>
                    <a:pt x="650624" y="569731"/>
                  </a:lnTo>
                  <a:lnTo>
                    <a:pt x="651284" y="579530"/>
                  </a:lnTo>
                  <a:lnTo>
                    <a:pt x="651945" y="592939"/>
                  </a:lnTo>
                  <a:lnTo>
                    <a:pt x="652605" y="591942"/>
                  </a:lnTo>
                  <a:lnTo>
                    <a:pt x="653266" y="576375"/>
                  </a:lnTo>
                  <a:lnTo>
                    <a:pt x="653926" y="573017"/>
                  </a:lnTo>
                  <a:lnTo>
                    <a:pt x="654587" y="573017"/>
                  </a:lnTo>
                  <a:lnTo>
                    <a:pt x="655247" y="575337"/>
                  </a:lnTo>
                  <a:lnTo>
                    <a:pt x="655908" y="577406"/>
                  </a:lnTo>
                  <a:lnTo>
                    <a:pt x="656568" y="599238"/>
                  </a:lnTo>
                  <a:lnTo>
                    <a:pt x="657229" y="605883"/>
                  </a:lnTo>
                  <a:lnTo>
                    <a:pt x="657889" y="589599"/>
                  </a:lnTo>
                  <a:lnTo>
                    <a:pt x="658550" y="582664"/>
                  </a:lnTo>
                  <a:lnTo>
                    <a:pt x="659211" y="601670"/>
                  </a:lnTo>
                  <a:lnTo>
                    <a:pt x="659871" y="594364"/>
                  </a:lnTo>
                  <a:lnTo>
                    <a:pt x="660532" y="576258"/>
                  </a:lnTo>
                  <a:lnTo>
                    <a:pt x="661192" y="570218"/>
                  </a:lnTo>
                  <a:lnTo>
                    <a:pt x="661853" y="590782"/>
                  </a:lnTo>
                  <a:lnTo>
                    <a:pt x="662513" y="592612"/>
                  </a:lnTo>
                  <a:lnTo>
                    <a:pt x="663174" y="578613"/>
                  </a:lnTo>
                  <a:lnTo>
                    <a:pt x="663834" y="573941"/>
                  </a:lnTo>
                  <a:lnTo>
                    <a:pt x="664495" y="554412"/>
                  </a:lnTo>
                  <a:lnTo>
                    <a:pt x="665155" y="576767"/>
                  </a:lnTo>
                  <a:lnTo>
                    <a:pt x="665816" y="591619"/>
                  </a:lnTo>
                  <a:lnTo>
                    <a:pt x="666476" y="562970"/>
                  </a:lnTo>
                  <a:lnTo>
                    <a:pt x="667137" y="560734"/>
                  </a:lnTo>
                  <a:lnTo>
                    <a:pt x="667797" y="573561"/>
                  </a:lnTo>
                  <a:lnTo>
                    <a:pt x="668458" y="574043"/>
                  </a:lnTo>
                  <a:lnTo>
                    <a:pt x="669119" y="575298"/>
                  </a:lnTo>
                  <a:lnTo>
                    <a:pt x="669779" y="562288"/>
                  </a:lnTo>
                  <a:lnTo>
                    <a:pt x="670440" y="572217"/>
                  </a:lnTo>
                  <a:lnTo>
                    <a:pt x="671100" y="586088"/>
                  </a:lnTo>
                  <a:lnTo>
                    <a:pt x="671761" y="586005"/>
                  </a:lnTo>
                  <a:lnTo>
                    <a:pt x="672421" y="599853"/>
                  </a:lnTo>
                  <a:lnTo>
                    <a:pt x="673082" y="598117"/>
                  </a:lnTo>
                  <a:lnTo>
                    <a:pt x="673742" y="580779"/>
                  </a:lnTo>
                  <a:lnTo>
                    <a:pt x="674403" y="603897"/>
                  </a:lnTo>
                  <a:lnTo>
                    <a:pt x="675063" y="600051"/>
                  </a:lnTo>
                  <a:lnTo>
                    <a:pt x="675724" y="577666"/>
                  </a:lnTo>
                  <a:lnTo>
                    <a:pt x="676384" y="606232"/>
                  </a:lnTo>
                  <a:lnTo>
                    <a:pt x="677045" y="591007"/>
                  </a:lnTo>
                  <a:lnTo>
                    <a:pt x="677705" y="579338"/>
                  </a:lnTo>
                  <a:lnTo>
                    <a:pt x="678366" y="565583"/>
                  </a:lnTo>
                  <a:lnTo>
                    <a:pt x="679027" y="580052"/>
                  </a:lnTo>
                  <a:lnTo>
                    <a:pt x="679687" y="573705"/>
                  </a:lnTo>
                  <a:lnTo>
                    <a:pt x="680348" y="523488"/>
                  </a:lnTo>
                  <a:lnTo>
                    <a:pt x="681008" y="519803"/>
                  </a:lnTo>
                  <a:lnTo>
                    <a:pt x="681669" y="525253"/>
                  </a:lnTo>
                  <a:lnTo>
                    <a:pt x="682329" y="535119"/>
                  </a:lnTo>
                  <a:lnTo>
                    <a:pt x="682990" y="575493"/>
                  </a:lnTo>
                  <a:lnTo>
                    <a:pt x="683650" y="595453"/>
                  </a:lnTo>
                  <a:lnTo>
                    <a:pt x="684311" y="587769"/>
                  </a:lnTo>
                  <a:lnTo>
                    <a:pt x="684971" y="573135"/>
                  </a:lnTo>
                  <a:lnTo>
                    <a:pt x="685632" y="587465"/>
                  </a:lnTo>
                  <a:lnTo>
                    <a:pt x="686292" y="577015"/>
                  </a:lnTo>
                  <a:lnTo>
                    <a:pt x="686953" y="569741"/>
                  </a:lnTo>
                  <a:lnTo>
                    <a:pt x="687613" y="583310"/>
                  </a:lnTo>
                  <a:lnTo>
                    <a:pt x="688274" y="571743"/>
                  </a:lnTo>
                  <a:lnTo>
                    <a:pt x="688934" y="579225"/>
                  </a:lnTo>
                  <a:lnTo>
                    <a:pt x="689595" y="590856"/>
                  </a:lnTo>
                  <a:lnTo>
                    <a:pt x="690256" y="584534"/>
                  </a:lnTo>
                  <a:lnTo>
                    <a:pt x="690916" y="559508"/>
                  </a:lnTo>
                  <a:lnTo>
                    <a:pt x="691577" y="594439"/>
                  </a:lnTo>
                  <a:lnTo>
                    <a:pt x="692237" y="601747"/>
                  </a:lnTo>
                  <a:lnTo>
                    <a:pt x="692898" y="595148"/>
                  </a:lnTo>
                  <a:lnTo>
                    <a:pt x="693558" y="578142"/>
                  </a:lnTo>
                  <a:lnTo>
                    <a:pt x="694219" y="580149"/>
                  </a:lnTo>
                  <a:lnTo>
                    <a:pt x="694879" y="583935"/>
                  </a:lnTo>
                  <a:lnTo>
                    <a:pt x="695540" y="591195"/>
                  </a:lnTo>
                  <a:lnTo>
                    <a:pt x="696200" y="604362"/>
                  </a:lnTo>
                  <a:lnTo>
                    <a:pt x="696861" y="592388"/>
                  </a:lnTo>
                  <a:lnTo>
                    <a:pt x="697521" y="574283"/>
                  </a:lnTo>
                  <a:lnTo>
                    <a:pt x="698182" y="599694"/>
                  </a:lnTo>
                  <a:lnTo>
                    <a:pt x="698842" y="585297"/>
                  </a:lnTo>
                  <a:lnTo>
                    <a:pt x="699503" y="560272"/>
                  </a:lnTo>
                  <a:lnTo>
                    <a:pt x="700164" y="571426"/>
                  </a:lnTo>
                  <a:lnTo>
                    <a:pt x="700824" y="575180"/>
                  </a:lnTo>
                  <a:lnTo>
                    <a:pt x="701485" y="566039"/>
                  </a:lnTo>
                  <a:lnTo>
                    <a:pt x="702145" y="566039"/>
                  </a:lnTo>
                  <a:lnTo>
                    <a:pt x="702806" y="572223"/>
                  </a:lnTo>
                  <a:lnTo>
                    <a:pt x="703466" y="568030"/>
                  </a:lnTo>
                  <a:lnTo>
                    <a:pt x="704127" y="562393"/>
                  </a:lnTo>
                  <a:lnTo>
                    <a:pt x="704787" y="577258"/>
                  </a:lnTo>
                  <a:lnTo>
                    <a:pt x="705448" y="582388"/>
                  </a:lnTo>
                  <a:lnTo>
                    <a:pt x="706108" y="588959"/>
                  </a:lnTo>
                  <a:lnTo>
                    <a:pt x="706769" y="598083"/>
                  </a:lnTo>
                  <a:lnTo>
                    <a:pt x="707429" y="581945"/>
                  </a:lnTo>
                  <a:lnTo>
                    <a:pt x="708090" y="578812"/>
                  </a:lnTo>
                  <a:lnTo>
                    <a:pt x="708750" y="583307"/>
                  </a:lnTo>
                  <a:lnTo>
                    <a:pt x="709411" y="579001"/>
                  </a:lnTo>
                  <a:lnTo>
                    <a:pt x="710072" y="579057"/>
                  </a:lnTo>
                  <a:lnTo>
                    <a:pt x="710732" y="572303"/>
                  </a:lnTo>
                  <a:lnTo>
                    <a:pt x="711393" y="572062"/>
                  </a:lnTo>
                  <a:lnTo>
                    <a:pt x="712053" y="585731"/>
                  </a:lnTo>
                  <a:lnTo>
                    <a:pt x="712714" y="581945"/>
                  </a:lnTo>
                  <a:lnTo>
                    <a:pt x="713374" y="581945"/>
                  </a:lnTo>
                  <a:lnTo>
                    <a:pt x="714035" y="585731"/>
                  </a:lnTo>
                  <a:lnTo>
                    <a:pt x="714695" y="581945"/>
                  </a:lnTo>
                  <a:lnTo>
                    <a:pt x="715356" y="589644"/>
                  </a:lnTo>
                  <a:lnTo>
                    <a:pt x="716016" y="588072"/>
                  </a:lnTo>
                  <a:lnTo>
                    <a:pt x="716677" y="585821"/>
                  </a:lnTo>
                  <a:lnTo>
                    <a:pt x="717337" y="578667"/>
                  </a:lnTo>
                  <a:lnTo>
                    <a:pt x="717998" y="581327"/>
                  </a:lnTo>
                  <a:lnTo>
                    <a:pt x="718658" y="584277"/>
                  </a:lnTo>
                  <a:lnTo>
                    <a:pt x="719319" y="571711"/>
                  </a:lnTo>
                  <a:lnTo>
                    <a:pt x="719979" y="556691"/>
                  </a:lnTo>
                  <a:lnTo>
                    <a:pt x="720640" y="544161"/>
                  </a:lnTo>
                  <a:lnTo>
                    <a:pt x="721301" y="544161"/>
                  </a:lnTo>
                  <a:lnTo>
                    <a:pt x="721961" y="532479"/>
                  </a:lnTo>
                  <a:lnTo>
                    <a:pt x="722622" y="543049"/>
                  </a:lnTo>
                  <a:lnTo>
                    <a:pt x="723282" y="555707"/>
                  </a:lnTo>
                  <a:lnTo>
                    <a:pt x="723943" y="567008"/>
                  </a:lnTo>
                  <a:lnTo>
                    <a:pt x="724603" y="590501"/>
                  </a:lnTo>
                  <a:lnTo>
                    <a:pt x="725264" y="585683"/>
                  </a:lnTo>
                  <a:lnTo>
                    <a:pt x="725924" y="536311"/>
                  </a:lnTo>
                  <a:lnTo>
                    <a:pt x="726585" y="528171"/>
                  </a:lnTo>
                  <a:lnTo>
                    <a:pt x="727245" y="535800"/>
                  </a:lnTo>
                  <a:lnTo>
                    <a:pt x="727906" y="549557"/>
                  </a:lnTo>
                  <a:lnTo>
                    <a:pt x="728566" y="570955"/>
                  </a:lnTo>
                  <a:lnTo>
                    <a:pt x="729227" y="576051"/>
                  </a:lnTo>
                  <a:lnTo>
                    <a:pt x="729887" y="576051"/>
                  </a:lnTo>
                  <a:lnTo>
                    <a:pt x="730548" y="580078"/>
                  </a:lnTo>
                  <a:lnTo>
                    <a:pt x="731209" y="580996"/>
                  </a:lnTo>
                  <a:lnTo>
                    <a:pt x="731869" y="593189"/>
                  </a:lnTo>
                  <a:lnTo>
                    <a:pt x="732530" y="596475"/>
                  </a:lnTo>
                  <a:lnTo>
                    <a:pt x="733190" y="580521"/>
                  </a:lnTo>
                  <a:lnTo>
                    <a:pt x="733851" y="576051"/>
                  </a:lnTo>
                  <a:lnTo>
                    <a:pt x="734511" y="575608"/>
                  </a:lnTo>
                  <a:lnTo>
                    <a:pt x="735172" y="573732"/>
                  </a:lnTo>
                  <a:lnTo>
                    <a:pt x="735832" y="549557"/>
                  </a:lnTo>
                  <a:lnTo>
                    <a:pt x="736493" y="574249"/>
                  </a:lnTo>
                  <a:lnTo>
                    <a:pt x="737153" y="582602"/>
                  </a:lnTo>
                  <a:lnTo>
                    <a:pt x="737814" y="592158"/>
                  </a:lnTo>
                  <a:lnTo>
                    <a:pt x="738474" y="577208"/>
                  </a:lnTo>
                  <a:lnTo>
                    <a:pt x="739135" y="550966"/>
                  </a:lnTo>
                  <a:lnTo>
                    <a:pt x="739795" y="541767"/>
                  </a:lnTo>
                  <a:lnTo>
                    <a:pt x="740456" y="585288"/>
                  </a:lnTo>
                  <a:lnTo>
                    <a:pt x="741117" y="597806"/>
                  </a:lnTo>
                  <a:lnTo>
                    <a:pt x="741777" y="566006"/>
                  </a:lnTo>
                  <a:lnTo>
                    <a:pt x="742438" y="574980"/>
                  </a:lnTo>
                  <a:lnTo>
                    <a:pt x="743098" y="575677"/>
                  </a:lnTo>
                  <a:lnTo>
                    <a:pt x="743759" y="560624"/>
                  </a:lnTo>
                  <a:lnTo>
                    <a:pt x="744419" y="561739"/>
                  </a:lnTo>
                  <a:lnTo>
                    <a:pt x="745080" y="576045"/>
                  </a:lnTo>
                  <a:lnTo>
                    <a:pt x="745740" y="567763"/>
                  </a:lnTo>
                  <a:lnTo>
                    <a:pt x="746401" y="549082"/>
                  </a:lnTo>
                  <a:lnTo>
                    <a:pt x="747061" y="561419"/>
                  </a:lnTo>
                  <a:lnTo>
                    <a:pt x="747722" y="554274"/>
                  </a:lnTo>
                  <a:lnTo>
                    <a:pt x="748382" y="517593"/>
                  </a:lnTo>
                  <a:lnTo>
                    <a:pt x="749043" y="504704"/>
                  </a:lnTo>
                  <a:lnTo>
                    <a:pt x="749703" y="528941"/>
                  </a:lnTo>
                  <a:lnTo>
                    <a:pt x="750364" y="518751"/>
                  </a:lnTo>
                  <a:lnTo>
                    <a:pt x="751025" y="417413"/>
                  </a:lnTo>
                  <a:lnTo>
                    <a:pt x="751685" y="368793"/>
                  </a:lnTo>
                  <a:lnTo>
                    <a:pt x="752346" y="368793"/>
                  </a:lnTo>
                  <a:lnTo>
                    <a:pt x="753006" y="369325"/>
                  </a:lnTo>
                  <a:lnTo>
                    <a:pt x="753667" y="370580"/>
                  </a:lnTo>
                  <a:lnTo>
                    <a:pt x="754327" y="369749"/>
                  </a:lnTo>
                  <a:lnTo>
                    <a:pt x="754988" y="457441"/>
                  </a:lnTo>
                  <a:lnTo>
                    <a:pt x="755648" y="516791"/>
                  </a:lnTo>
                  <a:lnTo>
                    <a:pt x="756309" y="539730"/>
                  </a:lnTo>
                  <a:lnTo>
                    <a:pt x="756969" y="532707"/>
                  </a:lnTo>
                  <a:lnTo>
                    <a:pt x="757630" y="502824"/>
                  </a:lnTo>
                  <a:lnTo>
                    <a:pt x="758290" y="547878"/>
                  </a:lnTo>
                  <a:lnTo>
                    <a:pt x="758951" y="568907"/>
                  </a:lnTo>
                  <a:lnTo>
                    <a:pt x="759611" y="577017"/>
                  </a:lnTo>
                  <a:lnTo>
                    <a:pt x="760272" y="579174"/>
                  </a:lnTo>
                  <a:lnTo>
                    <a:pt x="760932" y="579200"/>
                  </a:lnTo>
                  <a:lnTo>
                    <a:pt x="761593" y="584306"/>
                  </a:lnTo>
                  <a:lnTo>
                    <a:pt x="762254" y="606022"/>
                  </a:lnTo>
                  <a:lnTo>
                    <a:pt x="762914" y="543402"/>
                  </a:lnTo>
                  <a:lnTo>
                    <a:pt x="763575" y="519601"/>
                  </a:lnTo>
                  <a:lnTo>
                    <a:pt x="764235" y="530562"/>
                  </a:lnTo>
                  <a:lnTo>
                    <a:pt x="764896" y="536656"/>
                  </a:lnTo>
                  <a:lnTo>
                    <a:pt x="765556" y="553427"/>
                  </a:lnTo>
                  <a:lnTo>
                    <a:pt x="766217" y="556668"/>
                  </a:lnTo>
                  <a:lnTo>
                    <a:pt x="766877" y="560957"/>
                  </a:lnTo>
                  <a:lnTo>
                    <a:pt x="767538" y="567785"/>
                  </a:lnTo>
                  <a:lnTo>
                    <a:pt x="768198" y="589932"/>
                  </a:lnTo>
                  <a:lnTo>
                    <a:pt x="768859" y="599720"/>
                  </a:lnTo>
                  <a:lnTo>
                    <a:pt x="769519" y="574449"/>
                  </a:lnTo>
                  <a:lnTo>
                    <a:pt x="770180" y="534594"/>
                  </a:lnTo>
                  <a:lnTo>
                    <a:pt x="770840" y="536360"/>
                  </a:lnTo>
                  <a:lnTo>
                    <a:pt x="771501" y="545970"/>
                  </a:lnTo>
                  <a:lnTo>
                    <a:pt x="772162" y="554946"/>
                  </a:lnTo>
                  <a:lnTo>
                    <a:pt x="772822" y="571257"/>
                  </a:lnTo>
                  <a:lnTo>
                    <a:pt x="773483" y="586865"/>
                  </a:lnTo>
                  <a:lnTo>
                    <a:pt x="774143" y="582309"/>
                  </a:lnTo>
                  <a:lnTo>
                    <a:pt x="774804" y="573530"/>
                  </a:lnTo>
                  <a:lnTo>
                    <a:pt x="775464" y="573087"/>
                  </a:lnTo>
                  <a:lnTo>
                    <a:pt x="776125" y="591626"/>
                  </a:lnTo>
                  <a:lnTo>
                    <a:pt x="776785" y="588872"/>
                  </a:lnTo>
                  <a:lnTo>
                    <a:pt x="777446" y="579433"/>
                  </a:lnTo>
                  <a:lnTo>
                    <a:pt x="778106" y="584821"/>
                  </a:lnTo>
                  <a:lnTo>
                    <a:pt x="778767" y="585278"/>
                  </a:lnTo>
                  <a:lnTo>
                    <a:pt x="779427" y="572178"/>
                  </a:lnTo>
                  <a:lnTo>
                    <a:pt x="780088" y="593102"/>
                  </a:lnTo>
                  <a:lnTo>
                    <a:pt x="780748" y="596991"/>
                  </a:lnTo>
                  <a:lnTo>
                    <a:pt x="781409" y="584823"/>
                  </a:lnTo>
                  <a:lnTo>
                    <a:pt x="782070" y="589317"/>
                  </a:lnTo>
                  <a:lnTo>
                    <a:pt x="782730" y="584348"/>
                  </a:lnTo>
                  <a:lnTo>
                    <a:pt x="783391" y="590634"/>
                  </a:lnTo>
                  <a:lnTo>
                    <a:pt x="784051" y="598333"/>
                  </a:lnTo>
                  <a:lnTo>
                    <a:pt x="784712" y="599465"/>
                  </a:lnTo>
                  <a:lnTo>
                    <a:pt x="785372" y="591790"/>
                  </a:lnTo>
                  <a:lnTo>
                    <a:pt x="786033" y="582592"/>
                  </a:lnTo>
                  <a:lnTo>
                    <a:pt x="786693" y="574707"/>
                  </a:lnTo>
                  <a:lnTo>
                    <a:pt x="787354" y="604944"/>
                  </a:lnTo>
                  <a:lnTo>
                    <a:pt x="788014" y="608964"/>
                  </a:lnTo>
                  <a:lnTo>
                    <a:pt x="788675" y="603973"/>
                  </a:lnTo>
                  <a:lnTo>
                    <a:pt x="789335" y="602734"/>
                  </a:lnTo>
                  <a:lnTo>
                    <a:pt x="789996" y="596234"/>
                  </a:lnTo>
                  <a:lnTo>
                    <a:pt x="790656" y="591681"/>
                  </a:lnTo>
                  <a:lnTo>
                    <a:pt x="791317" y="584783"/>
                  </a:lnTo>
                  <a:lnTo>
                    <a:pt x="791977" y="574268"/>
                  </a:lnTo>
                  <a:lnTo>
                    <a:pt x="792638" y="578598"/>
                  </a:lnTo>
                  <a:lnTo>
                    <a:pt x="793299" y="581464"/>
                  </a:lnTo>
                  <a:lnTo>
                    <a:pt x="793959" y="576664"/>
                  </a:lnTo>
                  <a:lnTo>
                    <a:pt x="794620" y="582097"/>
                  </a:lnTo>
                  <a:lnTo>
                    <a:pt x="795280" y="607192"/>
                  </a:lnTo>
                  <a:lnTo>
                    <a:pt x="795941" y="610110"/>
                  </a:lnTo>
                  <a:lnTo>
                    <a:pt x="796601" y="602752"/>
                  </a:lnTo>
                  <a:lnTo>
                    <a:pt x="797262" y="601797"/>
                  </a:lnTo>
                  <a:lnTo>
                    <a:pt x="797922" y="591346"/>
                  </a:lnTo>
                  <a:lnTo>
                    <a:pt x="798583" y="583421"/>
                  </a:lnTo>
                  <a:lnTo>
                    <a:pt x="799243" y="591346"/>
                  </a:lnTo>
                  <a:lnTo>
                    <a:pt x="799904" y="605280"/>
                  </a:lnTo>
                  <a:lnTo>
                    <a:pt x="800564" y="610113"/>
                  </a:lnTo>
                  <a:lnTo>
                    <a:pt x="801225" y="603973"/>
                  </a:lnTo>
                  <a:lnTo>
                    <a:pt x="801885" y="582826"/>
                  </a:lnTo>
                  <a:lnTo>
                    <a:pt x="802546" y="577236"/>
                  </a:lnTo>
                  <a:lnTo>
                    <a:pt x="803207" y="602817"/>
                  </a:lnTo>
                  <a:lnTo>
                    <a:pt x="803867" y="603973"/>
                  </a:lnTo>
                  <a:lnTo>
                    <a:pt x="804528" y="591346"/>
                  </a:lnTo>
                  <a:lnTo>
                    <a:pt x="805188" y="599908"/>
                  </a:lnTo>
                  <a:lnTo>
                    <a:pt x="805849" y="582623"/>
                  </a:lnTo>
                  <a:lnTo>
                    <a:pt x="806509" y="605335"/>
                  </a:lnTo>
                  <a:lnTo>
                    <a:pt x="807170" y="602734"/>
                  </a:lnTo>
                  <a:lnTo>
                    <a:pt x="807830" y="593599"/>
                  </a:lnTo>
                  <a:lnTo>
                    <a:pt x="808491" y="593179"/>
                  </a:lnTo>
                  <a:lnTo>
                    <a:pt x="809151" y="589339"/>
                  </a:lnTo>
                  <a:lnTo>
                    <a:pt x="809812" y="592189"/>
                  </a:lnTo>
                  <a:lnTo>
                    <a:pt x="810472" y="552884"/>
                  </a:lnTo>
                  <a:lnTo>
                    <a:pt x="811133" y="540283"/>
                  </a:lnTo>
                  <a:lnTo>
                    <a:pt x="811793" y="550017"/>
                  </a:lnTo>
                  <a:lnTo>
                    <a:pt x="812454" y="563578"/>
                  </a:lnTo>
                  <a:lnTo>
                    <a:pt x="813115" y="574268"/>
                  </a:lnTo>
                  <a:lnTo>
                    <a:pt x="813775" y="588214"/>
                  </a:lnTo>
                  <a:lnTo>
                    <a:pt x="814436" y="571469"/>
                  </a:lnTo>
                  <a:lnTo>
                    <a:pt x="815096" y="558234"/>
                  </a:lnTo>
                  <a:lnTo>
                    <a:pt x="815757" y="557373"/>
                  </a:lnTo>
                  <a:lnTo>
                    <a:pt x="816417" y="556603"/>
                  </a:lnTo>
                  <a:lnTo>
                    <a:pt x="817078" y="571871"/>
                  </a:lnTo>
                  <a:lnTo>
                    <a:pt x="817738" y="588495"/>
                  </a:lnTo>
                  <a:lnTo>
                    <a:pt x="818399" y="598343"/>
                  </a:lnTo>
                  <a:lnTo>
                    <a:pt x="819059" y="594991"/>
                  </a:lnTo>
                  <a:lnTo>
                    <a:pt x="819720" y="600190"/>
                  </a:lnTo>
                  <a:lnTo>
                    <a:pt x="820380" y="601576"/>
                  </a:lnTo>
                  <a:lnTo>
                    <a:pt x="821041" y="581542"/>
                  </a:lnTo>
                  <a:lnTo>
                    <a:pt x="821701" y="586872"/>
                  </a:lnTo>
                  <a:lnTo>
                    <a:pt x="822362" y="564742"/>
                  </a:lnTo>
                  <a:lnTo>
                    <a:pt x="823023" y="575897"/>
                  </a:lnTo>
                  <a:lnTo>
                    <a:pt x="823683" y="586872"/>
                  </a:lnTo>
                  <a:lnTo>
                    <a:pt x="824344" y="597626"/>
                  </a:lnTo>
                  <a:lnTo>
                    <a:pt x="825004" y="592071"/>
                  </a:lnTo>
                  <a:lnTo>
                    <a:pt x="825665" y="588495"/>
                  </a:lnTo>
                  <a:lnTo>
                    <a:pt x="826325" y="584865"/>
                  </a:lnTo>
                  <a:lnTo>
                    <a:pt x="826986" y="567541"/>
                  </a:lnTo>
                  <a:lnTo>
                    <a:pt x="827646" y="548352"/>
                  </a:lnTo>
                  <a:lnTo>
                    <a:pt x="828307" y="551226"/>
                  </a:lnTo>
                  <a:lnTo>
                    <a:pt x="828967" y="554094"/>
                  </a:lnTo>
                  <a:lnTo>
                    <a:pt x="829628" y="558343"/>
                  </a:lnTo>
                  <a:lnTo>
                    <a:pt x="830288" y="586872"/>
                  </a:lnTo>
                  <a:lnTo>
                    <a:pt x="830949" y="608584"/>
                  </a:lnTo>
                  <a:lnTo>
                    <a:pt x="831609" y="605549"/>
                  </a:lnTo>
                  <a:lnTo>
                    <a:pt x="832270" y="586912"/>
                  </a:lnTo>
                  <a:lnTo>
                    <a:pt x="832930" y="598383"/>
                  </a:lnTo>
                  <a:lnTo>
                    <a:pt x="833591" y="618330"/>
                  </a:lnTo>
                  <a:lnTo>
                    <a:pt x="834252" y="618402"/>
                  </a:lnTo>
                  <a:lnTo>
                    <a:pt x="834912" y="613219"/>
                  </a:lnTo>
                  <a:lnTo>
                    <a:pt x="835573" y="618200"/>
                  </a:lnTo>
                  <a:lnTo>
                    <a:pt x="836233" y="610403"/>
                  </a:lnTo>
                  <a:lnTo>
                    <a:pt x="836894" y="605560"/>
                  </a:lnTo>
                  <a:lnTo>
                    <a:pt x="837554" y="615379"/>
                  </a:lnTo>
                  <a:lnTo>
                    <a:pt x="838215" y="612552"/>
                  </a:lnTo>
                  <a:lnTo>
                    <a:pt x="838875" y="602730"/>
                  </a:lnTo>
                  <a:lnTo>
                    <a:pt x="839536" y="564600"/>
                  </a:lnTo>
                  <a:lnTo>
                    <a:pt x="840196" y="589483"/>
                  </a:lnTo>
                  <a:lnTo>
                    <a:pt x="840857" y="612068"/>
                  </a:lnTo>
                  <a:lnTo>
                    <a:pt x="841517" y="608595"/>
                  </a:lnTo>
                  <a:lnTo>
                    <a:pt x="842178" y="602730"/>
                  </a:lnTo>
                  <a:lnTo>
                    <a:pt x="842838" y="604138"/>
                  </a:lnTo>
                  <a:lnTo>
                    <a:pt x="843499" y="602730"/>
                  </a:lnTo>
                  <a:lnTo>
                    <a:pt x="844160" y="602730"/>
                  </a:lnTo>
                  <a:lnTo>
                    <a:pt x="844820" y="586730"/>
                  </a:lnTo>
                  <a:lnTo>
                    <a:pt x="845481" y="586730"/>
                  </a:lnTo>
                  <a:lnTo>
                    <a:pt x="846141" y="589483"/>
                  </a:lnTo>
                  <a:lnTo>
                    <a:pt x="846802" y="594429"/>
                  </a:lnTo>
                  <a:lnTo>
                    <a:pt x="847462" y="590516"/>
                  </a:lnTo>
                  <a:lnTo>
                    <a:pt x="848123" y="594429"/>
                  </a:lnTo>
                  <a:lnTo>
                    <a:pt x="848783" y="595031"/>
                  </a:lnTo>
                  <a:lnTo>
                    <a:pt x="849444" y="586912"/>
                  </a:lnTo>
                  <a:lnTo>
                    <a:pt x="850104" y="596861"/>
                  </a:lnTo>
                  <a:lnTo>
                    <a:pt x="850765" y="607869"/>
                  </a:lnTo>
                  <a:lnTo>
                    <a:pt x="851425" y="609595"/>
                  </a:lnTo>
                  <a:lnTo>
                    <a:pt x="852086" y="573903"/>
                  </a:lnTo>
                  <a:lnTo>
                    <a:pt x="852746" y="538895"/>
                  </a:lnTo>
                  <a:lnTo>
                    <a:pt x="853407" y="551267"/>
                  </a:lnTo>
                  <a:lnTo>
                    <a:pt x="854068" y="594429"/>
                  </a:lnTo>
                  <a:lnTo>
                    <a:pt x="854728" y="586730"/>
                  </a:lnTo>
                  <a:lnTo>
                    <a:pt x="855389" y="571729"/>
                  </a:lnTo>
                  <a:lnTo>
                    <a:pt x="856049" y="567399"/>
                  </a:lnTo>
                  <a:lnTo>
                    <a:pt x="856710" y="573721"/>
                  </a:lnTo>
                  <a:lnTo>
                    <a:pt x="857370" y="584024"/>
                  </a:lnTo>
                  <a:lnTo>
                    <a:pt x="858031" y="586912"/>
                  </a:lnTo>
                  <a:lnTo>
                    <a:pt x="858691" y="578200"/>
                  </a:lnTo>
                  <a:lnTo>
                    <a:pt x="859352" y="585104"/>
                  </a:lnTo>
                  <a:lnTo>
                    <a:pt x="860012" y="602421"/>
                  </a:lnTo>
                  <a:lnTo>
                    <a:pt x="860673" y="584024"/>
                  </a:lnTo>
                  <a:lnTo>
                    <a:pt x="861333" y="593475"/>
                  </a:lnTo>
                  <a:lnTo>
                    <a:pt x="861994" y="615659"/>
                  </a:lnTo>
                  <a:lnTo>
                    <a:pt x="862654" y="614089"/>
                  </a:lnTo>
                  <a:lnTo>
                    <a:pt x="863315" y="605656"/>
                  </a:lnTo>
                  <a:lnTo>
                    <a:pt x="863975" y="585875"/>
                  </a:lnTo>
                  <a:lnTo>
                    <a:pt x="864636" y="604166"/>
                  </a:lnTo>
                  <a:lnTo>
                    <a:pt x="865297" y="606963"/>
                  </a:lnTo>
                  <a:lnTo>
                    <a:pt x="865957" y="582945"/>
                  </a:lnTo>
                  <a:lnTo>
                    <a:pt x="866618" y="585875"/>
                  </a:lnTo>
                  <a:lnTo>
                    <a:pt x="867278" y="612996"/>
                  </a:lnTo>
                  <a:lnTo>
                    <a:pt x="867939" y="611189"/>
                  </a:lnTo>
                  <a:lnTo>
                    <a:pt x="868599" y="588535"/>
                  </a:lnTo>
                  <a:lnTo>
                    <a:pt x="869260" y="587617"/>
                  </a:lnTo>
                  <a:lnTo>
                    <a:pt x="869920" y="602059"/>
                  </a:lnTo>
                  <a:lnTo>
                    <a:pt x="870581" y="602421"/>
                  </a:lnTo>
                  <a:lnTo>
                    <a:pt x="871241" y="582418"/>
                  </a:lnTo>
                  <a:lnTo>
                    <a:pt x="871902" y="590699"/>
                  </a:lnTo>
                  <a:lnTo>
                    <a:pt x="872562" y="598383"/>
                  </a:lnTo>
                  <a:lnTo>
                    <a:pt x="873223" y="564600"/>
                  </a:lnTo>
                  <a:lnTo>
                    <a:pt x="873883" y="556460"/>
                  </a:lnTo>
                  <a:lnTo>
                    <a:pt x="874544" y="578096"/>
                  </a:lnTo>
                  <a:lnTo>
                    <a:pt x="875205" y="600230"/>
                  </a:lnTo>
                  <a:lnTo>
                    <a:pt x="875865" y="600729"/>
                  </a:lnTo>
                  <a:lnTo>
                    <a:pt x="876526" y="583147"/>
                  </a:lnTo>
                  <a:lnTo>
                    <a:pt x="877186" y="614591"/>
                  </a:lnTo>
                  <a:lnTo>
                    <a:pt x="877847" y="612097"/>
                  </a:lnTo>
                  <a:lnTo>
                    <a:pt x="878507" y="606720"/>
                  </a:lnTo>
                  <a:lnTo>
                    <a:pt x="879168" y="601452"/>
                  </a:lnTo>
                  <a:lnTo>
                    <a:pt x="879828" y="579314"/>
                  </a:lnTo>
                  <a:lnTo>
                    <a:pt x="880489" y="580911"/>
                  </a:lnTo>
                  <a:lnTo>
                    <a:pt x="881149" y="602759"/>
                  </a:lnTo>
                  <a:lnTo>
                    <a:pt x="881810" y="610431"/>
                  </a:lnTo>
                  <a:lnTo>
                    <a:pt x="882470" y="601452"/>
                  </a:lnTo>
                  <a:lnTo>
                    <a:pt x="883131" y="595031"/>
                  </a:lnTo>
                  <a:lnTo>
                    <a:pt x="883791" y="594421"/>
                  </a:lnTo>
                  <a:lnTo>
                    <a:pt x="884452" y="574589"/>
                  </a:lnTo>
                  <a:lnTo>
                    <a:pt x="885113" y="574589"/>
                  </a:lnTo>
                  <a:lnTo>
                    <a:pt x="885773" y="584905"/>
                  </a:lnTo>
                  <a:lnTo>
                    <a:pt x="886434" y="602759"/>
                  </a:lnTo>
                  <a:lnTo>
                    <a:pt x="887094" y="597666"/>
                  </a:lnTo>
                  <a:lnTo>
                    <a:pt x="887755" y="594429"/>
                  </a:lnTo>
                  <a:lnTo>
                    <a:pt x="888415" y="590699"/>
                  </a:lnTo>
                  <a:lnTo>
                    <a:pt x="889076" y="596861"/>
                  </a:lnTo>
                  <a:lnTo>
                    <a:pt x="889736" y="604294"/>
                  </a:lnTo>
                  <a:lnTo>
                    <a:pt x="890397" y="591668"/>
                  </a:lnTo>
                  <a:lnTo>
                    <a:pt x="891057" y="605965"/>
                  </a:lnTo>
                  <a:lnTo>
                    <a:pt x="891718" y="610878"/>
                  </a:lnTo>
                  <a:lnTo>
                    <a:pt x="892378" y="585104"/>
                  </a:lnTo>
                  <a:lnTo>
                    <a:pt x="893039" y="579797"/>
                  </a:lnTo>
                  <a:lnTo>
                    <a:pt x="893699" y="568268"/>
                  </a:lnTo>
                  <a:lnTo>
                    <a:pt x="894360" y="566468"/>
                  </a:lnTo>
                  <a:lnTo>
                    <a:pt x="895021" y="593475"/>
                  </a:lnTo>
                  <a:lnTo>
                    <a:pt x="895681" y="610431"/>
                  </a:lnTo>
                  <a:lnTo>
                    <a:pt x="896342" y="617757"/>
                  </a:lnTo>
                  <a:lnTo>
                    <a:pt x="897002" y="617472"/>
                  </a:lnTo>
                  <a:lnTo>
                    <a:pt x="897663" y="615408"/>
                  </a:lnTo>
                  <a:lnTo>
                    <a:pt x="898323" y="618430"/>
                  </a:lnTo>
                  <a:lnTo>
                    <a:pt x="898984" y="618228"/>
                  </a:lnTo>
                  <a:lnTo>
                    <a:pt x="899644" y="610431"/>
                  </a:lnTo>
                  <a:lnTo>
                    <a:pt x="900305" y="615408"/>
                  </a:lnTo>
                  <a:lnTo>
                    <a:pt x="900965" y="612097"/>
                  </a:lnTo>
                  <a:lnTo>
                    <a:pt x="901626" y="592111"/>
                  </a:lnTo>
                  <a:lnTo>
                    <a:pt x="902286" y="583147"/>
                  </a:lnTo>
                  <a:lnTo>
                    <a:pt x="902947" y="588535"/>
                  </a:lnTo>
                  <a:lnTo>
                    <a:pt x="903607" y="593030"/>
                  </a:lnTo>
                  <a:lnTo>
                    <a:pt x="904268" y="588535"/>
                  </a:lnTo>
                  <a:lnTo>
                    <a:pt x="904928" y="593475"/>
                  </a:lnTo>
                  <a:lnTo>
                    <a:pt x="905589" y="592596"/>
                  </a:lnTo>
                  <a:lnTo>
                    <a:pt x="906250" y="592111"/>
                  </a:lnTo>
                  <a:lnTo>
                    <a:pt x="906910" y="587617"/>
                  </a:lnTo>
                  <a:lnTo>
                    <a:pt x="907571" y="587617"/>
                  </a:lnTo>
                  <a:lnTo>
                    <a:pt x="908231" y="587617"/>
                  </a:lnTo>
                  <a:lnTo>
                    <a:pt x="908892" y="583147"/>
                  </a:lnTo>
                  <a:lnTo>
                    <a:pt x="909552" y="580911"/>
                  </a:lnTo>
                  <a:lnTo>
                    <a:pt x="910213" y="578919"/>
                  </a:lnTo>
                  <a:lnTo>
                    <a:pt x="910873" y="580911"/>
                  </a:lnTo>
                  <a:lnTo>
                    <a:pt x="911534" y="593030"/>
                  </a:lnTo>
                  <a:lnTo>
                    <a:pt x="912194" y="587617"/>
                  </a:lnTo>
                  <a:lnTo>
                    <a:pt x="912855" y="583147"/>
                  </a:lnTo>
                  <a:lnTo>
                    <a:pt x="913515" y="599592"/>
                  </a:lnTo>
                  <a:lnTo>
                    <a:pt x="914176" y="609376"/>
                  </a:lnTo>
                  <a:lnTo>
                    <a:pt x="914836" y="603138"/>
                  </a:lnTo>
                  <a:lnTo>
                    <a:pt x="915497" y="606619"/>
                  </a:lnTo>
                  <a:lnTo>
                    <a:pt x="916158" y="587173"/>
                  </a:lnTo>
                  <a:lnTo>
                    <a:pt x="916818" y="569186"/>
                  </a:lnTo>
                  <a:lnTo>
                    <a:pt x="917479" y="583147"/>
                  </a:lnTo>
                  <a:lnTo>
                    <a:pt x="918139" y="614819"/>
                  </a:lnTo>
                  <a:lnTo>
                    <a:pt x="918800" y="618430"/>
                  </a:lnTo>
                  <a:lnTo>
                    <a:pt x="919460" y="618430"/>
                  </a:lnTo>
                  <a:lnTo>
                    <a:pt x="920121" y="618301"/>
                  </a:lnTo>
                  <a:lnTo>
                    <a:pt x="920781" y="608595"/>
                  </a:lnTo>
                  <a:lnTo>
                    <a:pt x="921442" y="618200"/>
                  </a:lnTo>
                  <a:lnTo>
                    <a:pt x="922102" y="619863"/>
                  </a:lnTo>
                  <a:lnTo>
                    <a:pt x="922763" y="612581"/>
                  </a:lnTo>
                  <a:lnTo>
                    <a:pt x="923423" y="608624"/>
                  </a:lnTo>
                  <a:lnTo>
                    <a:pt x="924084" y="588535"/>
                  </a:lnTo>
                  <a:lnTo>
                    <a:pt x="924744" y="604500"/>
                  </a:lnTo>
                  <a:lnTo>
                    <a:pt x="925405" y="614089"/>
                  </a:lnTo>
                  <a:lnTo>
                    <a:pt x="926066" y="616477"/>
                  </a:lnTo>
                  <a:lnTo>
                    <a:pt x="926726" y="613248"/>
                  </a:lnTo>
                  <a:lnTo>
                    <a:pt x="927387" y="605366"/>
                  </a:lnTo>
                  <a:lnTo>
                    <a:pt x="928047" y="604294"/>
                  </a:lnTo>
                  <a:lnTo>
                    <a:pt x="928708" y="592111"/>
                  </a:lnTo>
                  <a:lnTo>
                    <a:pt x="929368" y="605951"/>
                  </a:lnTo>
                  <a:lnTo>
                    <a:pt x="930029" y="597351"/>
                  </a:lnTo>
                  <a:lnTo>
                    <a:pt x="930689" y="612996"/>
                  </a:lnTo>
                  <a:lnTo>
                    <a:pt x="931350" y="618321"/>
                  </a:lnTo>
                  <a:lnTo>
                    <a:pt x="932010" y="606954"/>
                  </a:lnTo>
                  <a:lnTo>
                    <a:pt x="932671" y="608154"/>
                  </a:lnTo>
                  <a:lnTo>
                    <a:pt x="933331" y="597351"/>
                  </a:lnTo>
                  <a:lnTo>
                    <a:pt x="933992" y="599786"/>
                  </a:lnTo>
                  <a:lnTo>
                    <a:pt x="934652" y="587617"/>
                  </a:lnTo>
                  <a:lnTo>
                    <a:pt x="935313" y="578919"/>
                  </a:lnTo>
                  <a:lnTo>
                    <a:pt x="935973" y="597351"/>
                  </a:lnTo>
                  <a:lnTo>
                    <a:pt x="936634" y="606720"/>
                  </a:lnTo>
                  <a:lnTo>
                    <a:pt x="937295" y="597666"/>
                  </a:lnTo>
                  <a:lnTo>
                    <a:pt x="937955" y="606691"/>
                  </a:lnTo>
                  <a:lnTo>
                    <a:pt x="938616" y="615598"/>
                  </a:lnTo>
                  <a:lnTo>
                    <a:pt x="939276" y="611160"/>
                  </a:lnTo>
                  <a:lnTo>
                    <a:pt x="939937" y="619845"/>
                  </a:lnTo>
                  <a:lnTo>
                    <a:pt x="940597" y="620073"/>
                  </a:lnTo>
                  <a:lnTo>
                    <a:pt x="941258" y="615813"/>
                  </a:lnTo>
                  <a:lnTo>
                    <a:pt x="941918" y="588073"/>
                  </a:lnTo>
                  <a:lnTo>
                    <a:pt x="942579" y="583147"/>
                  </a:lnTo>
                  <a:lnTo>
                    <a:pt x="943239" y="609516"/>
                  </a:lnTo>
                  <a:lnTo>
                    <a:pt x="943900" y="609516"/>
                  </a:lnTo>
                  <a:lnTo>
                    <a:pt x="944560" y="600729"/>
                  </a:lnTo>
                  <a:lnTo>
                    <a:pt x="945221" y="600729"/>
                  </a:lnTo>
                  <a:lnTo>
                    <a:pt x="945881" y="581583"/>
                  </a:lnTo>
                  <a:lnTo>
                    <a:pt x="946542" y="578879"/>
                  </a:lnTo>
                  <a:lnTo>
                    <a:pt x="947203" y="582229"/>
                  </a:lnTo>
                  <a:lnTo>
                    <a:pt x="947863" y="576887"/>
                  </a:lnTo>
                  <a:lnTo>
                    <a:pt x="948524" y="588780"/>
                  </a:lnTo>
                  <a:lnTo>
                    <a:pt x="949184" y="604294"/>
                  </a:lnTo>
                  <a:lnTo>
                    <a:pt x="949845" y="599786"/>
                  </a:lnTo>
                  <a:lnTo>
                    <a:pt x="950505" y="616615"/>
                  </a:lnTo>
                  <a:lnTo>
                    <a:pt x="951166" y="616477"/>
                  </a:lnTo>
                  <a:lnTo>
                    <a:pt x="951826" y="604294"/>
                  </a:lnTo>
                  <a:lnTo>
                    <a:pt x="952487" y="607869"/>
                  </a:lnTo>
                  <a:lnTo>
                    <a:pt x="953147" y="608624"/>
                  </a:lnTo>
                  <a:lnTo>
                    <a:pt x="953808" y="611385"/>
                  </a:lnTo>
                  <a:lnTo>
                    <a:pt x="954468" y="597637"/>
                  </a:lnTo>
                  <a:lnTo>
                    <a:pt x="955129" y="616448"/>
                  </a:lnTo>
                  <a:lnTo>
                    <a:pt x="955789" y="618200"/>
                  </a:lnTo>
                  <a:lnTo>
                    <a:pt x="956450" y="615379"/>
                  </a:lnTo>
                  <a:lnTo>
                    <a:pt x="957111" y="610865"/>
                  </a:lnTo>
                  <a:lnTo>
                    <a:pt x="957771" y="604166"/>
                  </a:lnTo>
                  <a:lnTo>
                    <a:pt x="958432" y="576501"/>
                  </a:lnTo>
                  <a:lnTo>
                    <a:pt x="959092" y="577806"/>
                  </a:lnTo>
                  <a:lnTo>
                    <a:pt x="959753" y="577806"/>
                  </a:lnTo>
                  <a:lnTo>
                    <a:pt x="960413" y="582945"/>
                  </a:lnTo>
                  <a:lnTo>
                    <a:pt x="961074" y="600230"/>
                  </a:lnTo>
                  <a:lnTo>
                    <a:pt x="961734" y="614089"/>
                  </a:lnTo>
                  <a:lnTo>
                    <a:pt x="962395" y="610431"/>
                  </a:lnTo>
                  <a:lnTo>
                    <a:pt x="963055" y="613988"/>
                  </a:lnTo>
                  <a:lnTo>
                    <a:pt x="963716" y="611189"/>
                  </a:lnTo>
                  <a:lnTo>
                    <a:pt x="964376" y="615408"/>
                  </a:lnTo>
                  <a:lnTo>
                    <a:pt x="965037" y="605366"/>
                  </a:lnTo>
                  <a:lnTo>
                    <a:pt x="965697" y="606720"/>
                  </a:lnTo>
                  <a:lnTo>
                    <a:pt x="966358" y="605366"/>
                  </a:lnTo>
                  <a:lnTo>
                    <a:pt x="967019" y="594611"/>
                  </a:lnTo>
                  <a:lnTo>
                    <a:pt x="967679" y="587617"/>
                  </a:lnTo>
                  <a:lnTo>
                    <a:pt x="968340" y="583147"/>
                  </a:lnTo>
                  <a:lnTo>
                    <a:pt x="969000" y="604500"/>
                  </a:lnTo>
                  <a:lnTo>
                    <a:pt x="969661" y="618321"/>
                  </a:lnTo>
                  <a:lnTo>
                    <a:pt x="970321" y="617147"/>
                  </a:lnTo>
                  <a:lnTo>
                    <a:pt x="970982" y="608624"/>
                  </a:lnTo>
                  <a:lnTo>
                    <a:pt x="971642" y="592413"/>
                  </a:lnTo>
                  <a:lnTo>
                    <a:pt x="972303" y="584723"/>
                  </a:lnTo>
                  <a:lnTo>
                    <a:pt x="972963" y="606691"/>
                  </a:lnTo>
                  <a:lnTo>
                    <a:pt x="973624" y="618099"/>
                  </a:lnTo>
                  <a:lnTo>
                    <a:pt x="974284" y="617379"/>
                  </a:lnTo>
                  <a:lnTo>
                    <a:pt x="974945" y="616448"/>
                  </a:lnTo>
                  <a:lnTo>
                    <a:pt x="975605" y="620073"/>
                  </a:lnTo>
                  <a:lnTo>
                    <a:pt x="976266" y="619602"/>
                  </a:lnTo>
                  <a:lnTo>
                    <a:pt x="976926" y="604294"/>
                  </a:lnTo>
                  <a:lnTo>
                    <a:pt x="977587" y="591668"/>
                  </a:lnTo>
                  <a:lnTo>
                    <a:pt x="978248" y="611189"/>
                  </a:lnTo>
                  <a:lnTo>
                    <a:pt x="978908" y="616615"/>
                  </a:lnTo>
                  <a:lnTo>
                    <a:pt x="979569" y="615969"/>
                  </a:lnTo>
                  <a:lnTo>
                    <a:pt x="980229" y="605656"/>
                  </a:lnTo>
                  <a:lnTo>
                    <a:pt x="980890" y="593030"/>
                  </a:lnTo>
                  <a:lnTo>
                    <a:pt x="981550" y="600729"/>
                  </a:lnTo>
                  <a:lnTo>
                    <a:pt x="982211" y="579314"/>
                  </a:lnTo>
                  <a:lnTo>
                    <a:pt x="982871" y="603138"/>
                  </a:lnTo>
                  <a:lnTo>
                    <a:pt x="983532" y="612581"/>
                  </a:lnTo>
                  <a:lnTo>
                    <a:pt x="984192" y="608624"/>
                  </a:lnTo>
                  <a:lnTo>
                    <a:pt x="984853" y="604138"/>
                  </a:lnTo>
                  <a:lnTo>
                    <a:pt x="985513" y="600202"/>
                  </a:lnTo>
                  <a:lnTo>
                    <a:pt x="986174" y="612552"/>
                  </a:lnTo>
                  <a:lnTo>
                    <a:pt x="986834" y="616103"/>
                  </a:lnTo>
                  <a:lnTo>
                    <a:pt x="987495" y="604992"/>
                  </a:lnTo>
                  <a:lnTo>
                    <a:pt x="988156" y="602385"/>
                  </a:lnTo>
                  <a:lnTo>
                    <a:pt x="988816" y="607495"/>
                  </a:lnTo>
                  <a:lnTo>
                    <a:pt x="989477" y="611039"/>
                  </a:lnTo>
                  <a:lnTo>
                    <a:pt x="990137" y="609221"/>
                  </a:lnTo>
                  <a:lnTo>
                    <a:pt x="990798" y="608221"/>
                  </a:lnTo>
                  <a:lnTo>
                    <a:pt x="991458" y="613714"/>
                  </a:lnTo>
                  <a:lnTo>
                    <a:pt x="992119" y="618056"/>
                  </a:lnTo>
                  <a:lnTo>
                    <a:pt x="992779" y="617383"/>
                  </a:lnTo>
                  <a:lnTo>
                    <a:pt x="993440" y="599367"/>
                  </a:lnTo>
                  <a:lnTo>
                    <a:pt x="994100" y="606954"/>
                  </a:lnTo>
                  <a:lnTo>
                    <a:pt x="994761" y="617854"/>
                  </a:lnTo>
                  <a:lnTo>
                    <a:pt x="995421" y="618056"/>
                  </a:lnTo>
                  <a:lnTo>
                    <a:pt x="996082" y="605489"/>
                  </a:lnTo>
                  <a:lnTo>
                    <a:pt x="996742" y="571790"/>
                  </a:lnTo>
                  <a:lnTo>
                    <a:pt x="997403" y="602296"/>
                  </a:lnTo>
                  <a:lnTo>
                    <a:pt x="998064" y="612873"/>
                  </a:lnTo>
                  <a:lnTo>
                    <a:pt x="998724" y="596816"/>
                  </a:lnTo>
                  <a:lnTo>
                    <a:pt x="999385" y="588535"/>
                  </a:lnTo>
                  <a:lnTo>
                    <a:pt x="1000045" y="600729"/>
                  </a:lnTo>
                  <a:lnTo>
                    <a:pt x="1000706" y="598713"/>
                  </a:lnTo>
                  <a:lnTo>
                    <a:pt x="1001366" y="615146"/>
                  </a:lnTo>
                  <a:lnTo>
                    <a:pt x="1002027" y="615737"/>
                  </a:lnTo>
                  <a:lnTo>
                    <a:pt x="1002687" y="587617"/>
                  </a:lnTo>
                  <a:lnTo>
                    <a:pt x="1003348" y="595783"/>
                  </a:lnTo>
                  <a:lnTo>
                    <a:pt x="1004008" y="612996"/>
                  </a:lnTo>
                  <a:lnTo>
                    <a:pt x="1004669" y="619602"/>
                  </a:lnTo>
                  <a:lnTo>
                    <a:pt x="1005329" y="620073"/>
                  </a:lnTo>
                  <a:lnTo>
                    <a:pt x="1005990" y="618321"/>
                  </a:lnTo>
                  <a:lnTo>
                    <a:pt x="1006650" y="604435"/>
                  </a:lnTo>
                  <a:lnTo>
                    <a:pt x="1007311" y="605656"/>
                  </a:lnTo>
                  <a:lnTo>
                    <a:pt x="1007971" y="616089"/>
                  </a:lnTo>
                  <a:lnTo>
                    <a:pt x="1008632" y="606954"/>
                  </a:lnTo>
                  <a:lnTo>
                    <a:pt x="1009293" y="599367"/>
                  </a:lnTo>
                  <a:lnTo>
                    <a:pt x="1009953" y="587617"/>
                  </a:lnTo>
                  <a:lnTo>
                    <a:pt x="1010614" y="608154"/>
                  </a:lnTo>
                  <a:lnTo>
                    <a:pt x="1011274" y="619602"/>
                  </a:lnTo>
                  <a:lnTo>
                    <a:pt x="1011935" y="618321"/>
                  </a:lnTo>
                  <a:lnTo>
                    <a:pt x="1012595" y="598713"/>
                  </a:lnTo>
                  <a:lnTo>
                    <a:pt x="1013256" y="582945"/>
                  </a:lnTo>
                  <a:lnTo>
                    <a:pt x="1013916" y="599592"/>
                  </a:lnTo>
                  <a:lnTo>
                    <a:pt x="1014577" y="585875"/>
                  </a:lnTo>
                  <a:lnTo>
                    <a:pt x="1015237" y="586698"/>
                  </a:lnTo>
                  <a:lnTo>
                    <a:pt x="1015898" y="602421"/>
                  </a:lnTo>
                  <a:lnTo>
                    <a:pt x="1016558" y="592111"/>
                  </a:lnTo>
                  <a:lnTo>
                    <a:pt x="1017219" y="604294"/>
                  </a:lnTo>
                  <a:lnTo>
                    <a:pt x="1017879" y="615034"/>
                  </a:lnTo>
                  <a:lnTo>
                    <a:pt x="1018540" y="616773"/>
                  </a:lnTo>
                  <a:lnTo>
                    <a:pt x="1019201" y="617069"/>
                  </a:lnTo>
                  <a:lnTo>
                    <a:pt x="1019861" y="612178"/>
                  </a:lnTo>
                  <a:lnTo>
                    <a:pt x="1020522" y="603763"/>
                  </a:lnTo>
                  <a:lnTo>
                    <a:pt x="1021182" y="575765"/>
                  </a:lnTo>
                  <a:lnTo>
                    <a:pt x="1021843" y="573529"/>
                  </a:lnTo>
                  <a:lnTo>
                    <a:pt x="1022503" y="589660"/>
                  </a:lnTo>
                  <a:lnTo>
                    <a:pt x="1023164" y="599786"/>
                  </a:lnTo>
                  <a:lnTo>
                    <a:pt x="1023824" y="603792"/>
                  </a:lnTo>
                  <a:lnTo>
                    <a:pt x="1024485" y="594237"/>
                  </a:lnTo>
                  <a:lnTo>
                    <a:pt x="1025145" y="584186"/>
                  </a:lnTo>
                  <a:lnTo>
                    <a:pt x="1025806" y="598230"/>
                  </a:lnTo>
                  <a:lnTo>
                    <a:pt x="1026466" y="593100"/>
                  </a:lnTo>
                  <a:lnTo>
                    <a:pt x="1027127" y="567207"/>
                  </a:lnTo>
                  <a:lnTo>
                    <a:pt x="1027787" y="586538"/>
                  </a:lnTo>
                  <a:lnTo>
                    <a:pt x="1028448" y="597292"/>
                  </a:lnTo>
                  <a:lnTo>
                    <a:pt x="1029109" y="602385"/>
                  </a:lnTo>
                  <a:lnTo>
                    <a:pt x="1029769" y="599367"/>
                  </a:lnTo>
                  <a:lnTo>
                    <a:pt x="1030430" y="601616"/>
                  </a:lnTo>
                  <a:lnTo>
                    <a:pt x="1031090" y="597292"/>
                  </a:lnTo>
                  <a:lnTo>
                    <a:pt x="1031751" y="580911"/>
                  </a:lnTo>
                  <a:lnTo>
                    <a:pt x="1032411" y="599592"/>
                  </a:lnTo>
                  <a:lnTo>
                    <a:pt x="1033072" y="607177"/>
                  </a:lnTo>
                  <a:lnTo>
                    <a:pt x="1033732" y="585104"/>
                  </a:lnTo>
                  <a:lnTo>
                    <a:pt x="1034393" y="613714"/>
                  </a:lnTo>
                  <a:lnTo>
                    <a:pt x="1035053" y="618056"/>
                  </a:lnTo>
                  <a:lnTo>
                    <a:pt x="1035714" y="607495"/>
                  </a:lnTo>
                  <a:lnTo>
                    <a:pt x="1036374" y="591668"/>
                  </a:lnTo>
                  <a:lnTo>
                    <a:pt x="1037035" y="570428"/>
                  </a:lnTo>
                  <a:lnTo>
                    <a:pt x="1037695" y="577952"/>
                  </a:lnTo>
                  <a:lnTo>
                    <a:pt x="1038356" y="605602"/>
                  </a:lnTo>
                  <a:lnTo>
                    <a:pt x="1039017" y="617854"/>
                  </a:lnTo>
                  <a:lnTo>
                    <a:pt x="1039677" y="618141"/>
                  </a:lnTo>
                  <a:lnTo>
                    <a:pt x="1040338" y="607177"/>
                  </a:lnTo>
                  <a:lnTo>
                    <a:pt x="1040998" y="599592"/>
                  </a:lnTo>
                  <a:lnTo>
                    <a:pt x="1041659" y="613714"/>
                  </a:lnTo>
                  <a:lnTo>
                    <a:pt x="1042319" y="602385"/>
                  </a:lnTo>
                  <a:lnTo>
                    <a:pt x="1042980" y="610434"/>
                  </a:lnTo>
                  <a:lnTo>
                    <a:pt x="1043640" y="611189"/>
                  </a:lnTo>
                  <a:lnTo>
                    <a:pt x="1044301" y="605077"/>
                  </a:lnTo>
                  <a:lnTo>
                    <a:pt x="1044961" y="615034"/>
                  </a:lnTo>
                  <a:lnTo>
                    <a:pt x="1045622" y="617182"/>
                  </a:lnTo>
                  <a:lnTo>
                    <a:pt x="1046282" y="614662"/>
                  </a:lnTo>
                  <a:lnTo>
                    <a:pt x="1046943" y="591668"/>
                  </a:lnTo>
                  <a:lnTo>
                    <a:pt x="1047603" y="602421"/>
                  </a:lnTo>
                  <a:lnTo>
                    <a:pt x="1048264" y="617711"/>
                  </a:lnTo>
                  <a:lnTo>
                    <a:pt x="1048924" y="617383"/>
                  </a:lnTo>
                  <a:lnTo>
                    <a:pt x="1049585" y="617383"/>
                  </a:lnTo>
                  <a:lnTo>
                    <a:pt x="1050246" y="618056"/>
                  </a:lnTo>
                  <a:lnTo>
                    <a:pt x="1050906" y="617097"/>
                  </a:lnTo>
                  <a:lnTo>
                    <a:pt x="1051567" y="606346"/>
                  </a:lnTo>
                  <a:lnTo>
                    <a:pt x="1052227" y="588535"/>
                  </a:lnTo>
                  <a:lnTo>
                    <a:pt x="1052888" y="606963"/>
                  </a:lnTo>
                  <a:lnTo>
                    <a:pt x="1053548" y="616103"/>
                  </a:lnTo>
                  <a:lnTo>
                    <a:pt x="1054209" y="616773"/>
                  </a:lnTo>
                  <a:lnTo>
                    <a:pt x="1054869" y="610057"/>
                  </a:lnTo>
                  <a:lnTo>
                    <a:pt x="1055530" y="610491"/>
                  </a:lnTo>
                  <a:lnTo>
                    <a:pt x="1056190" y="606346"/>
                  </a:lnTo>
                  <a:lnTo>
                    <a:pt x="1056851" y="604992"/>
                  </a:lnTo>
                  <a:lnTo>
                    <a:pt x="1057511" y="598901"/>
                  </a:lnTo>
                  <a:lnTo>
                    <a:pt x="1058172" y="581861"/>
                  </a:lnTo>
                  <a:lnTo>
                    <a:pt x="1058832" y="594628"/>
                  </a:lnTo>
                  <a:lnTo>
                    <a:pt x="1059493" y="616074"/>
                  </a:lnTo>
                  <a:lnTo>
                    <a:pt x="1060154" y="617069"/>
                  </a:lnTo>
                  <a:lnTo>
                    <a:pt x="1060814" y="616159"/>
                  </a:lnTo>
                  <a:lnTo>
                    <a:pt x="1061475" y="617439"/>
                  </a:lnTo>
                  <a:lnTo>
                    <a:pt x="1062135" y="616074"/>
                  </a:lnTo>
                  <a:lnTo>
                    <a:pt x="1062796" y="616773"/>
                  </a:lnTo>
                  <a:lnTo>
                    <a:pt x="1063456" y="617383"/>
                  </a:lnTo>
                  <a:lnTo>
                    <a:pt x="1064117" y="609285"/>
                  </a:lnTo>
                  <a:lnTo>
                    <a:pt x="1064777" y="604294"/>
                  </a:lnTo>
                  <a:lnTo>
                    <a:pt x="1065438" y="615119"/>
                  </a:lnTo>
                  <a:lnTo>
                    <a:pt x="1066098" y="615284"/>
                  </a:lnTo>
                  <a:lnTo>
                    <a:pt x="1066759" y="605602"/>
                  </a:lnTo>
                  <a:lnTo>
                    <a:pt x="1067419" y="587617"/>
                  </a:lnTo>
                  <a:lnTo>
                    <a:pt x="1068080" y="602421"/>
                  </a:lnTo>
                  <a:lnTo>
                    <a:pt x="1068740" y="606346"/>
                  </a:lnTo>
                  <a:lnTo>
                    <a:pt x="1069401" y="613714"/>
                  </a:lnTo>
                  <a:lnTo>
                    <a:pt x="1070062" y="617488"/>
                  </a:lnTo>
                  <a:lnTo>
                    <a:pt x="1070722" y="606317"/>
                  </a:lnTo>
                  <a:lnTo>
                    <a:pt x="1071383" y="575380"/>
                  </a:lnTo>
                  <a:lnTo>
                    <a:pt x="1072043" y="572232"/>
                  </a:lnTo>
                  <a:lnTo>
                    <a:pt x="1072704" y="594237"/>
                  </a:lnTo>
                  <a:lnTo>
                    <a:pt x="1073364" y="609221"/>
                  </a:lnTo>
                  <a:lnTo>
                    <a:pt x="1074025" y="609221"/>
                  </a:lnTo>
                  <a:lnTo>
                    <a:pt x="1074685" y="615284"/>
                  </a:lnTo>
                  <a:lnTo>
                    <a:pt x="1075346" y="605602"/>
                  </a:lnTo>
                  <a:lnTo>
                    <a:pt x="1076006" y="602865"/>
                  </a:lnTo>
                  <a:lnTo>
                    <a:pt x="1076667" y="599810"/>
                  </a:lnTo>
                  <a:lnTo>
                    <a:pt x="1077327" y="579797"/>
                  </a:lnTo>
                  <a:lnTo>
                    <a:pt x="1077988" y="588535"/>
                  </a:lnTo>
                  <a:lnTo>
                    <a:pt x="1078648" y="614375"/>
                  </a:lnTo>
                  <a:lnTo>
                    <a:pt x="1079309" y="611722"/>
                  </a:lnTo>
                  <a:lnTo>
                    <a:pt x="1079969" y="598946"/>
                  </a:lnTo>
                  <a:lnTo>
                    <a:pt x="1080630" y="599367"/>
                  </a:lnTo>
                  <a:lnTo>
                    <a:pt x="1081291" y="612873"/>
                  </a:lnTo>
                  <a:lnTo>
                    <a:pt x="1081951" y="611722"/>
                  </a:lnTo>
                  <a:lnTo>
                    <a:pt x="1082612" y="612873"/>
                  </a:lnTo>
                  <a:lnTo>
                    <a:pt x="1083272" y="596654"/>
                  </a:lnTo>
                  <a:lnTo>
                    <a:pt x="1083933" y="587173"/>
                  </a:lnTo>
                  <a:lnTo>
                    <a:pt x="1084593" y="590142"/>
                  </a:lnTo>
                  <a:lnTo>
                    <a:pt x="1085254" y="578919"/>
                  </a:lnTo>
                  <a:lnTo>
                    <a:pt x="1085914" y="582945"/>
                  </a:lnTo>
                  <a:lnTo>
                    <a:pt x="1086575" y="613978"/>
                  </a:lnTo>
                  <a:lnTo>
                    <a:pt x="1087235" y="614240"/>
                  </a:lnTo>
                  <a:lnTo>
                    <a:pt x="1087896" y="604992"/>
                  </a:lnTo>
                  <a:lnTo>
                    <a:pt x="1088556" y="603792"/>
                  </a:lnTo>
                  <a:lnTo>
                    <a:pt x="1089217" y="597292"/>
                  </a:lnTo>
                  <a:lnTo>
                    <a:pt x="1089877" y="608920"/>
                  </a:lnTo>
                  <a:lnTo>
                    <a:pt x="1090538" y="596816"/>
                  </a:lnTo>
                  <a:lnTo>
                    <a:pt x="1091199" y="617058"/>
                  </a:lnTo>
                  <a:lnTo>
                    <a:pt x="1091859" y="617488"/>
                  </a:lnTo>
                  <a:lnTo>
                    <a:pt x="1092520" y="616858"/>
                  </a:lnTo>
                  <a:lnTo>
                    <a:pt x="1093180" y="617408"/>
                  </a:lnTo>
                  <a:lnTo>
                    <a:pt x="1093841" y="591668"/>
                  </a:lnTo>
                  <a:lnTo>
                    <a:pt x="1094501" y="590104"/>
                  </a:lnTo>
                  <a:lnTo>
                    <a:pt x="1095162" y="601616"/>
                  </a:lnTo>
                  <a:lnTo>
                    <a:pt x="1095822" y="616089"/>
                  </a:lnTo>
                  <a:lnTo>
                    <a:pt x="1096483" y="615813"/>
                  </a:lnTo>
                  <a:lnTo>
                    <a:pt x="1097143" y="603073"/>
                  </a:lnTo>
                  <a:lnTo>
                    <a:pt x="1097804" y="604294"/>
                  </a:lnTo>
                  <a:lnTo>
                    <a:pt x="1098464" y="592111"/>
                  </a:lnTo>
                  <a:lnTo>
                    <a:pt x="1099125" y="598713"/>
                  </a:lnTo>
                  <a:lnTo>
                    <a:pt x="1099785" y="593030"/>
                  </a:lnTo>
                  <a:lnTo>
                    <a:pt x="1100446" y="610434"/>
                  </a:lnTo>
                  <a:lnTo>
                    <a:pt x="1101107" y="612873"/>
                  </a:lnTo>
                  <a:lnTo>
                    <a:pt x="1101767" y="602385"/>
                  </a:lnTo>
                  <a:lnTo>
                    <a:pt x="1102428" y="611189"/>
                  </a:lnTo>
                  <a:lnTo>
                    <a:pt x="1103088" y="611632"/>
                  </a:lnTo>
                  <a:lnTo>
                    <a:pt x="1103749" y="582945"/>
                  </a:lnTo>
                  <a:lnTo>
                    <a:pt x="1104409" y="585875"/>
                  </a:lnTo>
                  <a:lnTo>
                    <a:pt x="1105070" y="612160"/>
                  </a:lnTo>
                  <a:lnTo>
                    <a:pt x="1105730" y="616773"/>
                  </a:lnTo>
                  <a:lnTo>
                    <a:pt x="1106391" y="610057"/>
                  </a:lnTo>
                  <a:lnTo>
                    <a:pt x="1107051" y="597980"/>
                  </a:lnTo>
                  <a:lnTo>
                    <a:pt x="1107712" y="601049"/>
                  </a:lnTo>
                  <a:lnTo>
                    <a:pt x="1108372" y="616074"/>
                  </a:lnTo>
                  <a:lnTo>
                    <a:pt x="1109033" y="615034"/>
                  </a:lnTo>
                  <a:lnTo>
                    <a:pt x="1109693" y="602421"/>
                  </a:lnTo>
                  <a:lnTo>
                    <a:pt x="1110354" y="591668"/>
                  </a:lnTo>
                  <a:lnTo>
                    <a:pt x="1111015" y="602421"/>
                  </a:lnTo>
                  <a:lnTo>
                    <a:pt x="1111675" y="612996"/>
                  </a:lnTo>
                  <a:lnTo>
                    <a:pt x="1112336" y="599810"/>
                  </a:lnTo>
                  <a:lnTo>
                    <a:pt x="1112996" y="580911"/>
                  </a:lnTo>
                  <a:lnTo>
                    <a:pt x="1113657" y="602978"/>
                  </a:lnTo>
                  <a:lnTo>
                    <a:pt x="1114317" y="591022"/>
                  </a:lnTo>
                  <a:lnTo>
                    <a:pt x="1114978" y="608250"/>
                  </a:lnTo>
                  <a:lnTo>
                    <a:pt x="1115638" y="615034"/>
                  </a:lnTo>
                  <a:lnTo>
                    <a:pt x="1116299" y="611795"/>
                  </a:lnTo>
                  <a:lnTo>
                    <a:pt x="1116959" y="603792"/>
                  </a:lnTo>
                  <a:lnTo>
                    <a:pt x="1117620" y="601078"/>
                  </a:lnTo>
                  <a:lnTo>
                    <a:pt x="1118280" y="608250"/>
                  </a:lnTo>
                  <a:lnTo>
                    <a:pt x="1118941" y="607495"/>
                  </a:lnTo>
                  <a:lnTo>
                    <a:pt x="1119601" y="571790"/>
                  </a:lnTo>
                  <a:lnTo>
                    <a:pt x="1120262" y="530937"/>
                  </a:lnTo>
                  <a:lnTo>
                    <a:pt x="1120922" y="498939"/>
                  </a:lnTo>
                  <a:lnTo>
                    <a:pt x="1121583" y="497452"/>
                  </a:lnTo>
                  <a:lnTo>
                    <a:pt x="1122244" y="496045"/>
                  </a:lnTo>
                  <a:lnTo>
                    <a:pt x="1122904" y="555218"/>
                  </a:lnTo>
                  <a:lnTo>
                    <a:pt x="1123565" y="591929"/>
                  </a:lnTo>
                  <a:lnTo>
                    <a:pt x="1124225" y="616060"/>
                  </a:lnTo>
                  <a:lnTo>
                    <a:pt x="1124886" y="620073"/>
                  </a:lnTo>
                  <a:lnTo>
                    <a:pt x="1125546" y="611039"/>
                  </a:lnTo>
                  <a:lnTo>
                    <a:pt x="1126207" y="590142"/>
                  </a:lnTo>
                  <a:lnTo>
                    <a:pt x="1126867" y="591022"/>
                  </a:lnTo>
                  <a:lnTo>
                    <a:pt x="1127528" y="616103"/>
                  </a:lnTo>
                  <a:lnTo>
                    <a:pt x="1128188" y="615119"/>
                  </a:lnTo>
                  <a:lnTo>
                    <a:pt x="1128849" y="612120"/>
                  </a:lnTo>
                  <a:lnTo>
                    <a:pt x="1129509" y="612950"/>
                  </a:lnTo>
                  <a:lnTo>
                    <a:pt x="1130170" y="596313"/>
                  </a:lnTo>
                  <a:lnTo>
                    <a:pt x="1130830" y="616190"/>
                  </a:lnTo>
                  <a:lnTo>
                    <a:pt x="1131491" y="617141"/>
                  </a:lnTo>
                  <a:lnTo>
                    <a:pt x="1132152" y="619744"/>
                  </a:lnTo>
                  <a:lnTo>
                    <a:pt x="1132812" y="615768"/>
                  </a:lnTo>
                  <a:lnTo>
                    <a:pt x="1133473" y="604077"/>
                  </a:lnTo>
                  <a:lnTo>
                    <a:pt x="1134133" y="611885"/>
                  </a:lnTo>
                  <a:lnTo>
                    <a:pt x="1134794" y="607833"/>
                  </a:lnTo>
                  <a:lnTo>
                    <a:pt x="1135454" y="614163"/>
                  </a:lnTo>
                  <a:lnTo>
                    <a:pt x="1136115" y="617167"/>
                  </a:lnTo>
                  <a:lnTo>
                    <a:pt x="1136775" y="598352"/>
                  </a:lnTo>
                  <a:lnTo>
                    <a:pt x="1137436" y="602100"/>
                  </a:lnTo>
                  <a:lnTo>
                    <a:pt x="1138096" y="597030"/>
                  </a:lnTo>
                  <a:lnTo>
                    <a:pt x="1138757" y="597909"/>
                  </a:lnTo>
                  <a:lnTo>
                    <a:pt x="1139417" y="602752"/>
                  </a:lnTo>
                  <a:lnTo>
                    <a:pt x="1140078" y="601295"/>
                  </a:lnTo>
                  <a:lnTo>
                    <a:pt x="1140738" y="614779"/>
                  </a:lnTo>
                  <a:lnTo>
                    <a:pt x="1141399" y="610514"/>
                  </a:lnTo>
                  <a:lnTo>
                    <a:pt x="1142060" y="589339"/>
                  </a:lnTo>
                  <a:lnTo>
                    <a:pt x="1142720" y="608964"/>
                  </a:lnTo>
                  <a:lnTo>
                    <a:pt x="1143381" y="604114"/>
                  </a:lnTo>
                  <a:lnTo>
                    <a:pt x="1144041" y="585554"/>
                  </a:lnTo>
                  <a:lnTo>
                    <a:pt x="1144702" y="606818"/>
                  </a:lnTo>
                  <a:lnTo>
                    <a:pt x="1145362" y="615665"/>
                  </a:lnTo>
                  <a:lnTo>
                    <a:pt x="1146023" y="616624"/>
                  </a:lnTo>
                  <a:lnTo>
                    <a:pt x="1146683" y="615922"/>
                  </a:lnTo>
                  <a:lnTo>
                    <a:pt x="1147344" y="616422"/>
                  </a:lnTo>
                  <a:lnTo>
                    <a:pt x="1148004" y="617141"/>
                  </a:lnTo>
                  <a:lnTo>
                    <a:pt x="1148665" y="604914"/>
                  </a:lnTo>
                  <a:lnTo>
                    <a:pt x="1149325" y="602360"/>
                  </a:lnTo>
                  <a:lnTo>
                    <a:pt x="1149986" y="602360"/>
                  </a:lnTo>
                  <a:lnTo>
                    <a:pt x="1150646" y="587859"/>
                  </a:lnTo>
                  <a:lnTo>
                    <a:pt x="1151307" y="616721"/>
                  </a:lnTo>
                  <a:lnTo>
                    <a:pt x="1151967" y="612808"/>
                  </a:lnTo>
                  <a:lnTo>
                    <a:pt x="1152628" y="602277"/>
                  </a:lnTo>
                  <a:lnTo>
                    <a:pt x="1153289" y="603260"/>
                  </a:lnTo>
                  <a:lnTo>
                    <a:pt x="1153949" y="612675"/>
                  </a:lnTo>
                  <a:lnTo>
                    <a:pt x="1154610" y="610124"/>
                  </a:lnTo>
                  <a:lnTo>
                    <a:pt x="1155270" y="606063"/>
                  </a:lnTo>
                  <a:lnTo>
                    <a:pt x="1155931" y="593224"/>
                  </a:lnTo>
                  <a:lnTo>
                    <a:pt x="1156591" y="592805"/>
                  </a:lnTo>
                  <a:lnTo>
                    <a:pt x="1157252" y="602331"/>
                  </a:lnTo>
                  <a:lnTo>
                    <a:pt x="1157912" y="608122"/>
                  </a:lnTo>
                  <a:lnTo>
                    <a:pt x="1158573" y="615521"/>
                  </a:lnTo>
                  <a:lnTo>
                    <a:pt x="1159233" y="608958"/>
                  </a:lnTo>
                  <a:lnTo>
                    <a:pt x="1159894" y="595576"/>
                  </a:lnTo>
                  <a:lnTo>
                    <a:pt x="1160554" y="591346"/>
                  </a:lnTo>
                  <a:lnTo>
                    <a:pt x="1161215" y="596193"/>
                  </a:lnTo>
                  <a:lnTo>
                    <a:pt x="1161875" y="602693"/>
                  </a:lnTo>
                  <a:lnTo>
                    <a:pt x="1162536" y="593138"/>
                  </a:lnTo>
                  <a:lnTo>
                    <a:pt x="1163197" y="584184"/>
                  </a:lnTo>
                  <a:lnTo>
                    <a:pt x="1163857" y="612333"/>
                  </a:lnTo>
                  <a:lnTo>
                    <a:pt x="1164518" y="615998"/>
                  </a:lnTo>
                  <a:lnTo>
                    <a:pt x="1165178" y="602693"/>
                  </a:lnTo>
                  <a:lnTo>
                    <a:pt x="1165839" y="576623"/>
                  </a:lnTo>
                  <a:lnTo>
                    <a:pt x="1166499" y="583864"/>
                  </a:lnTo>
                  <a:lnTo>
                    <a:pt x="1167160" y="591346"/>
                  </a:lnTo>
                  <a:lnTo>
                    <a:pt x="1167820" y="585439"/>
                  </a:lnTo>
                  <a:lnTo>
                    <a:pt x="1168481" y="601136"/>
                  </a:lnTo>
                  <a:lnTo>
                    <a:pt x="1169141" y="610153"/>
                  </a:lnTo>
                  <a:lnTo>
                    <a:pt x="1169802" y="609636"/>
                  </a:lnTo>
                  <a:lnTo>
                    <a:pt x="1170462" y="599837"/>
                  </a:lnTo>
                  <a:lnTo>
                    <a:pt x="1171123" y="588367"/>
                  </a:lnTo>
                  <a:lnTo>
                    <a:pt x="1171783" y="598306"/>
                  </a:lnTo>
                  <a:lnTo>
                    <a:pt x="1172444" y="603262"/>
                  </a:lnTo>
                  <a:lnTo>
                    <a:pt x="1173105" y="606666"/>
                  </a:lnTo>
                  <a:lnTo>
                    <a:pt x="1173765" y="579003"/>
                  </a:lnTo>
                  <a:lnTo>
                    <a:pt x="1174426" y="590966"/>
                  </a:lnTo>
                  <a:lnTo>
                    <a:pt x="1175086" y="591366"/>
                  </a:lnTo>
                  <a:lnTo>
                    <a:pt x="1175747" y="592587"/>
                  </a:lnTo>
                  <a:lnTo>
                    <a:pt x="1176407" y="588036"/>
                  </a:lnTo>
                  <a:lnTo>
                    <a:pt x="1177068" y="584761"/>
                  </a:lnTo>
                  <a:lnTo>
                    <a:pt x="1177728" y="601778"/>
                  </a:lnTo>
                  <a:lnTo>
                    <a:pt x="1178389" y="598714"/>
                  </a:lnTo>
                  <a:lnTo>
                    <a:pt x="1179049" y="579388"/>
                  </a:lnTo>
                  <a:lnTo>
                    <a:pt x="1179710" y="577149"/>
                  </a:lnTo>
                  <a:lnTo>
                    <a:pt x="1180370" y="563056"/>
                  </a:lnTo>
                  <a:lnTo>
                    <a:pt x="1181031" y="560100"/>
                  </a:lnTo>
                  <a:lnTo>
                    <a:pt x="1181691" y="552201"/>
                  </a:lnTo>
                  <a:lnTo>
                    <a:pt x="1182352" y="544070"/>
                  </a:lnTo>
                  <a:lnTo>
                    <a:pt x="1183013" y="488528"/>
                  </a:lnTo>
                  <a:lnTo>
                    <a:pt x="1183673" y="506771"/>
                  </a:lnTo>
                  <a:lnTo>
                    <a:pt x="1184334" y="528142"/>
                  </a:lnTo>
                  <a:lnTo>
                    <a:pt x="1184994" y="495250"/>
                  </a:lnTo>
                  <a:lnTo>
                    <a:pt x="1185655" y="382416"/>
                  </a:lnTo>
                  <a:lnTo>
                    <a:pt x="1186315" y="361380"/>
                  </a:lnTo>
                  <a:lnTo>
                    <a:pt x="1186976" y="361380"/>
                  </a:lnTo>
                  <a:lnTo>
                    <a:pt x="1187636" y="361380"/>
                  </a:lnTo>
                  <a:lnTo>
                    <a:pt x="1188297" y="362634"/>
                  </a:lnTo>
                  <a:lnTo>
                    <a:pt x="1188957" y="381308"/>
                  </a:lnTo>
                  <a:lnTo>
                    <a:pt x="1189618" y="476728"/>
                  </a:lnTo>
                  <a:lnTo>
                    <a:pt x="1190278" y="481896"/>
                  </a:lnTo>
                  <a:lnTo>
                    <a:pt x="1190939" y="474879"/>
                  </a:lnTo>
                  <a:lnTo>
                    <a:pt x="1191599" y="526865"/>
                  </a:lnTo>
                  <a:lnTo>
                    <a:pt x="1192260" y="540451"/>
                  </a:lnTo>
                  <a:lnTo>
                    <a:pt x="1192920" y="558041"/>
                  </a:lnTo>
                  <a:lnTo>
                    <a:pt x="1193581" y="567877"/>
                  </a:lnTo>
                  <a:lnTo>
                    <a:pt x="1194242" y="561158"/>
                  </a:lnTo>
                  <a:lnTo>
                    <a:pt x="1194902" y="521147"/>
                  </a:lnTo>
                  <a:lnTo>
                    <a:pt x="1195563" y="543285"/>
                  </a:lnTo>
                  <a:lnTo>
                    <a:pt x="1196223" y="588921"/>
                  </a:lnTo>
                  <a:lnTo>
                    <a:pt x="1196884" y="599322"/>
                  </a:lnTo>
                  <a:lnTo>
                    <a:pt x="1197544" y="587316"/>
                  </a:lnTo>
                  <a:lnTo>
                    <a:pt x="1198205" y="559085"/>
                  </a:lnTo>
                  <a:lnTo>
                    <a:pt x="1198865" y="571601"/>
                  </a:lnTo>
                  <a:lnTo>
                    <a:pt x="1199526" y="601439"/>
                  </a:lnTo>
                  <a:lnTo>
                    <a:pt x="1200186" y="609775"/>
                  </a:lnTo>
                  <a:lnTo>
                    <a:pt x="1200847" y="589241"/>
                  </a:lnTo>
                  <a:lnTo>
                    <a:pt x="1201507" y="581542"/>
                  </a:lnTo>
                  <a:lnTo>
                    <a:pt x="1202168" y="580278"/>
                  </a:lnTo>
                  <a:lnTo>
                    <a:pt x="1202828" y="576403"/>
                  </a:lnTo>
                  <a:lnTo>
                    <a:pt x="1203489" y="591929"/>
                  </a:lnTo>
                  <a:lnTo>
                    <a:pt x="1204150" y="605128"/>
                  </a:lnTo>
                  <a:lnTo>
                    <a:pt x="1204810" y="600630"/>
                  </a:lnTo>
                  <a:lnTo>
                    <a:pt x="1205471" y="580521"/>
                  </a:lnTo>
                  <a:lnTo>
                    <a:pt x="1206131" y="579483"/>
                  </a:lnTo>
                  <a:lnTo>
                    <a:pt x="1206792" y="574963"/>
                  </a:lnTo>
                  <a:lnTo>
                    <a:pt x="1207452" y="585191"/>
                  </a:lnTo>
                  <a:lnTo>
                    <a:pt x="1208113" y="599102"/>
                  </a:lnTo>
                  <a:lnTo>
                    <a:pt x="1208773" y="610504"/>
                  </a:lnTo>
                  <a:lnTo>
                    <a:pt x="1209434" y="588976"/>
                  </a:lnTo>
                  <a:lnTo>
                    <a:pt x="1210094" y="590338"/>
                  </a:lnTo>
                  <a:lnTo>
                    <a:pt x="1210755" y="576560"/>
                  </a:lnTo>
                  <a:lnTo>
                    <a:pt x="1211415" y="587851"/>
                  </a:lnTo>
                  <a:lnTo>
                    <a:pt x="1212076" y="594769"/>
                  </a:lnTo>
                  <a:lnTo>
                    <a:pt x="1212736" y="590983"/>
                  </a:lnTo>
                  <a:lnTo>
                    <a:pt x="1213397" y="576873"/>
                  </a:lnTo>
                  <a:lnTo>
                    <a:pt x="1214058" y="579660"/>
                  </a:lnTo>
                  <a:lnTo>
                    <a:pt x="1214718" y="591854"/>
                  </a:lnTo>
                  <a:lnTo>
                    <a:pt x="1215379" y="595625"/>
                  </a:lnTo>
                  <a:lnTo>
                    <a:pt x="1216039" y="596667"/>
                  </a:lnTo>
                  <a:lnTo>
                    <a:pt x="1216700" y="580898"/>
                  </a:lnTo>
                  <a:lnTo>
                    <a:pt x="1217360" y="584743"/>
                  </a:lnTo>
                  <a:lnTo>
                    <a:pt x="1218021" y="603197"/>
                  </a:lnTo>
                  <a:lnTo>
                    <a:pt x="1218681" y="614978"/>
                  </a:lnTo>
                  <a:lnTo>
                    <a:pt x="1219342" y="616261"/>
                  </a:lnTo>
                  <a:lnTo>
                    <a:pt x="1220002" y="616261"/>
                  </a:lnTo>
                  <a:lnTo>
                    <a:pt x="1220663" y="619388"/>
                  </a:lnTo>
                  <a:lnTo>
                    <a:pt x="1221323" y="608600"/>
                  </a:lnTo>
                  <a:lnTo>
                    <a:pt x="1221984" y="601737"/>
                  </a:lnTo>
                  <a:lnTo>
                    <a:pt x="1222644" y="589457"/>
                  </a:lnTo>
                  <a:lnTo>
                    <a:pt x="1223305" y="569992"/>
                  </a:lnTo>
                  <a:lnTo>
                    <a:pt x="1223965" y="592345"/>
                  </a:lnTo>
                  <a:lnTo>
                    <a:pt x="1224626" y="612312"/>
                  </a:lnTo>
                  <a:lnTo>
                    <a:pt x="1225287" y="606269"/>
                  </a:lnTo>
                  <a:lnTo>
                    <a:pt x="1225947" y="590983"/>
                  </a:lnTo>
                  <a:lnTo>
                    <a:pt x="1226608" y="604792"/>
                  </a:lnTo>
                  <a:lnTo>
                    <a:pt x="1227268" y="586932"/>
                  </a:lnTo>
                  <a:lnTo>
                    <a:pt x="1227929" y="577121"/>
                  </a:lnTo>
                  <a:lnTo>
                    <a:pt x="1228589" y="584420"/>
                  </a:lnTo>
                  <a:lnTo>
                    <a:pt x="1229250" y="587851"/>
                  </a:lnTo>
                  <a:lnTo>
                    <a:pt x="1229910" y="586970"/>
                  </a:lnTo>
                  <a:lnTo>
                    <a:pt x="1230571" y="585608"/>
                  </a:lnTo>
                  <a:lnTo>
                    <a:pt x="1231231" y="591021"/>
                  </a:lnTo>
                  <a:lnTo>
                    <a:pt x="1231892" y="586527"/>
                  </a:lnTo>
                  <a:lnTo>
                    <a:pt x="1232552" y="591464"/>
                  </a:lnTo>
                  <a:lnTo>
                    <a:pt x="1233213" y="582298"/>
                  </a:lnTo>
                  <a:lnTo>
                    <a:pt x="1233873" y="598066"/>
                  </a:lnTo>
                  <a:lnTo>
                    <a:pt x="1234534" y="597661"/>
                  </a:lnTo>
                  <a:lnTo>
                    <a:pt x="1235195" y="583291"/>
                  </a:lnTo>
                  <a:lnTo>
                    <a:pt x="1235855" y="577253"/>
                  </a:lnTo>
                  <a:lnTo>
                    <a:pt x="1236516" y="591021"/>
                  </a:lnTo>
                  <a:lnTo>
                    <a:pt x="1237176" y="598720"/>
                  </a:lnTo>
                  <a:lnTo>
                    <a:pt x="1237837" y="604955"/>
                  </a:lnTo>
                  <a:lnTo>
                    <a:pt x="1238497" y="594807"/>
                  </a:lnTo>
                  <a:lnTo>
                    <a:pt x="1239158" y="595136"/>
                  </a:lnTo>
                  <a:lnTo>
                    <a:pt x="1239818" y="558486"/>
                  </a:lnTo>
                  <a:lnTo>
                    <a:pt x="1240479" y="489091"/>
                  </a:lnTo>
                  <a:lnTo>
                    <a:pt x="1241139" y="489219"/>
                  </a:lnTo>
                  <a:lnTo>
                    <a:pt x="1241800" y="491962"/>
                  </a:lnTo>
                  <a:lnTo>
                    <a:pt x="1242460" y="510609"/>
                  </a:lnTo>
                  <a:lnTo>
                    <a:pt x="1243121" y="516149"/>
                  </a:lnTo>
                  <a:lnTo>
                    <a:pt x="1243781" y="528291"/>
                  </a:lnTo>
                  <a:lnTo>
                    <a:pt x="1244442" y="586970"/>
                  </a:lnTo>
                  <a:lnTo>
                    <a:pt x="1245103" y="611149"/>
                  </a:lnTo>
                  <a:lnTo>
                    <a:pt x="1245763" y="584766"/>
                  </a:lnTo>
                  <a:lnTo>
                    <a:pt x="1246424" y="581379"/>
                  </a:lnTo>
                  <a:lnTo>
                    <a:pt x="1247084" y="603648"/>
                  </a:lnTo>
                  <a:lnTo>
                    <a:pt x="1247745" y="600082"/>
                  </a:lnTo>
                  <a:lnTo>
                    <a:pt x="1248405" y="581379"/>
                  </a:lnTo>
                  <a:lnTo>
                    <a:pt x="1249066" y="600516"/>
                  </a:lnTo>
                  <a:lnTo>
                    <a:pt x="1249726" y="608638"/>
                  </a:lnTo>
                  <a:lnTo>
                    <a:pt x="1250387" y="603648"/>
                  </a:lnTo>
                  <a:lnTo>
                    <a:pt x="1251047" y="589457"/>
                  </a:lnTo>
                  <a:lnTo>
                    <a:pt x="1251708" y="603136"/>
                  </a:lnTo>
                  <a:lnTo>
                    <a:pt x="1252368" y="592383"/>
                  </a:lnTo>
                  <a:lnTo>
                    <a:pt x="1253029" y="578667"/>
                  </a:lnTo>
                  <a:lnTo>
                    <a:pt x="1253689" y="596169"/>
                  </a:lnTo>
                  <a:lnTo>
                    <a:pt x="1254350" y="612349"/>
                  </a:lnTo>
                  <a:lnTo>
                    <a:pt x="1255011" y="603648"/>
                  </a:lnTo>
                  <a:lnTo>
                    <a:pt x="1255671" y="610542"/>
                  </a:lnTo>
                  <a:lnTo>
                    <a:pt x="1256332" y="611854"/>
                  </a:lnTo>
                  <a:lnTo>
                    <a:pt x="1256992" y="606751"/>
                  </a:lnTo>
                  <a:lnTo>
                    <a:pt x="1257653" y="584457"/>
                  </a:lnTo>
                  <a:lnTo>
                    <a:pt x="1258313" y="582298"/>
                  </a:lnTo>
                  <a:lnTo>
                    <a:pt x="1258974" y="582298"/>
                  </a:lnTo>
                  <a:lnTo>
                    <a:pt x="1259634" y="581836"/>
                  </a:lnTo>
                  <a:lnTo>
                    <a:pt x="1260295" y="597661"/>
                  </a:lnTo>
                  <a:lnTo>
                    <a:pt x="1260955" y="603974"/>
                  </a:lnTo>
                  <a:lnTo>
                    <a:pt x="1261616" y="589495"/>
                  </a:lnTo>
                  <a:lnTo>
                    <a:pt x="1262276" y="603136"/>
                  </a:lnTo>
                  <a:lnTo>
                    <a:pt x="1262937" y="617292"/>
                  </a:lnTo>
                  <a:lnTo>
                    <a:pt x="1263597" y="616736"/>
                  </a:lnTo>
                  <a:lnTo>
                    <a:pt x="1264258" y="613679"/>
                  </a:lnTo>
                  <a:lnTo>
                    <a:pt x="1264918" y="611513"/>
                  </a:lnTo>
                  <a:lnTo>
                    <a:pt x="1265579" y="600082"/>
                  </a:lnTo>
                  <a:lnTo>
                    <a:pt x="1266240" y="584457"/>
                  </a:lnTo>
                  <a:lnTo>
                    <a:pt x="1266900" y="600082"/>
                  </a:lnTo>
                  <a:lnTo>
                    <a:pt x="1267561" y="594807"/>
                  </a:lnTo>
                  <a:lnTo>
                    <a:pt x="1268221" y="592383"/>
                  </a:lnTo>
                  <a:lnTo>
                    <a:pt x="1268882" y="592383"/>
                  </a:lnTo>
                  <a:lnTo>
                    <a:pt x="1269542" y="591921"/>
                  </a:lnTo>
                  <a:lnTo>
                    <a:pt x="1270203" y="601915"/>
                  </a:lnTo>
                  <a:lnTo>
                    <a:pt x="1270863" y="590376"/>
                  </a:lnTo>
                  <a:lnTo>
                    <a:pt x="1271524" y="587888"/>
                  </a:lnTo>
                  <a:lnTo>
                    <a:pt x="1272184" y="583096"/>
                  </a:lnTo>
                  <a:lnTo>
                    <a:pt x="1272845" y="573942"/>
                  </a:lnTo>
                  <a:lnTo>
                    <a:pt x="1273505" y="582500"/>
                  </a:lnTo>
                  <a:lnTo>
                    <a:pt x="1274166" y="584457"/>
                  </a:lnTo>
                  <a:lnTo>
                    <a:pt x="1274826" y="582298"/>
                  </a:lnTo>
                  <a:lnTo>
                    <a:pt x="1275487" y="592383"/>
                  </a:lnTo>
                  <a:lnTo>
                    <a:pt x="1276148" y="612349"/>
                  </a:lnTo>
                  <a:lnTo>
                    <a:pt x="1276808" y="618122"/>
                  </a:lnTo>
                  <a:lnTo>
                    <a:pt x="1277469" y="615442"/>
                  </a:lnTo>
                  <a:lnTo>
                    <a:pt x="1278129" y="608638"/>
                  </a:lnTo>
                  <a:lnTo>
                    <a:pt x="1278790" y="617675"/>
                  </a:lnTo>
                  <a:lnTo>
                    <a:pt x="1279450" y="611149"/>
                  </a:lnTo>
                  <a:lnTo>
                    <a:pt x="1280111" y="578273"/>
                  </a:lnTo>
                  <a:lnTo>
                    <a:pt x="1280771" y="578273"/>
                  </a:lnTo>
                  <a:lnTo>
                    <a:pt x="1281432" y="610000"/>
                  </a:lnTo>
                  <a:lnTo>
                    <a:pt x="1282092" y="615442"/>
                  </a:lnTo>
                  <a:lnTo>
                    <a:pt x="1282753" y="597583"/>
                  </a:lnTo>
                  <a:lnTo>
                    <a:pt x="1283413" y="608638"/>
                  </a:lnTo>
                  <a:lnTo>
                    <a:pt x="1284074" y="614499"/>
                  </a:lnTo>
                  <a:lnTo>
                    <a:pt x="1284734" y="607507"/>
                  </a:lnTo>
                  <a:lnTo>
                    <a:pt x="1285395" y="601775"/>
                  </a:lnTo>
                  <a:lnTo>
                    <a:pt x="1286056" y="603648"/>
                  </a:lnTo>
                  <a:lnTo>
                    <a:pt x="1286716" y="619426"/>
                  </a:lnTo>
                  <a:lnTo>
                    <a:pt x="1287377" y="614862"/>
                  </a:lnTo>
                  <a:lnTo>
                    <a:pt x="1288037" y="598945"/>
                  </a:lnTo>
                  <a:lnTo>
                    <a:pt x="1288698" y="599163"/>
                  </a:lnTo>
                  <a:lnTo>
                    <a:pt x="1289358" y="616340"/>
                  </a:lnTo>
                  <a:lnTo>
                    <a:pt x="1290019" y="619426"/>
                  </a:lnTo>
                  <a:lnTo>
                    <a:pt x="1290679" y="619426"/>
                  </a:lnTo>
                  <a:lnTo>
                    <a:pt x="1291340" y="614499"/>
                  </a:lnTo>
                  <a:lnTo>
                    <a:pt x="1292000" y="608638"/>
                  </a:lnTo>
                  <a:lnTo>
                    <a:pt x="1292661" y="592383"/>
                  </a:lnTo>
                  <a:lnTo>
                    <a:pt x="1293321" y="587888"/>
                  </a:lnTo>
                  <a:lnTo>
                    <a:pt x="1293982" y="607507"/>
                  </a:lnTo>
                  <a:lnTo>
                    <a:pt x="1294642" y="617494"/>
                  </a:lnTo>
                  <a:lnTo>
                    <a:pt x="1295303" y="602870"/>
                  </a:lnTo>
                  <a:lnTo>
                    <a:pt x="1295963" y="603648"/>
                  </a:lnTo>
                  <a:lnTo>
                    <a:pt x="1296624" y="616736"/>
                  </a:lnTo>
                  <a:lnTo>
                    <a:pt x="1297285" y="611171"/>
                  </a:lnTo>
                  <a:lnTo>
                    <a:pt x="1297945" y="584605"/>
                  </a:lnTo>
                  <a:lnTo>
                    <a:pt x="1298606" y="599966"/>
                  </a:lnTo>
                  <a:lnTo>
                    <a:pt x="1299266" y="607866"/>
                  </a:lnTo>
                  <a:lnTo>
                    <a:pt x="1299927" y="593581"/>
                  </a:lnTo>
                  <a:lnTo>
                    <a:pt x="1300587" y="585882"/>
                  </a:lnTo>
                  <a:lnTo>
                    <a:pt x="1301248" y="581831"/>
                  </a:lnTo>
                  <a:lnTo>
                    <a:pt x="1301908" y="587244"/>
                  </a:lnTo>
                  <a:lnTo>
                    <a:pt x="1302569" y="590913"/>
                  </a:lnTo>
                  <a:lnTo>
                    <a:pt x="1303229" y="576241"/>
                  </a:lnTo>
                  <a:lnTo>
                    <a:pt x="1303890" y="580913"/>
                  </a:lnTo>
                  <a:lnTo>
                    <a:pt x="1304550" y="580159"/>
                  </a:lnTo>
                  <a:lnTo>
                    <a:pt x="1305211" y="577271"/>
                  </a:lnTo>
                  <a:lnTo>
                    <a:pt x="1305871" y="580159"/>
                  </a:lnTo>
                  <a:lnTo>
                    <a:pt x="1306532" y="600579"/>
                  </a:lnTo>
                  <a:lnTo>
                    <a:pt x="1307193" y="602233"/>
                  </a:lnTo>
                  <a:lnTo>
                    <a:pt x="1307853" y="589998"/>
                  </a:lnTo>
                  <a:lnTo>
                    <a:pt x="1308514" y="580159"/>
                  </a:lnTo>
                  <a:lnTo>
                    <a:pt x="1309174" y="580159"/>
                  </a:lnTo>
                  <a:lnTo>
                    <a:pt x="1309835" y="557712"/>
                  </a:lnTo>
                  <a:lnTo>
                    <a:pt x="1310495" y="557712"/>
                  </a:lnTo>
                  <a:lnTo>
                    <a:pt x="1311156" y="573134"/>
                  </a:lnTo>
                  <a:lnTo>
                    <a:pt x="1311816" y="573134"/>
                  </a:lnTo>
                  <a:lnTo>
                    <a:pt x="1312477" y="579319"/>
                  </a:lnTo>
                  <a:lnTo>
                    <a:pt x="1313137" y="582433"/>
                  </a:lnTo>
                  <a:lnTo>
                    <a:pt x="1313798" y="595830"/>
                  </a:lnTo>
                  <a:lnTo>
                    <a:pt x="1314458" y="581388"/>
                  </a:lnTo>
                  <a:lnTo>
                    <a:pt x="1315119" y="580344"/>
                  </a:lnTo>
                  <a:lnTo>
                    <a:pt x="1315779" y="576443"/>
                  </a:lnTo>
                  <a:lnTo>
                    <a:pt x="1316440" y="559605"/>
                  </a:lnTo>
                  <a:lnTo>
                    <a:pt x="1317101" y="566005"/>
                  </a:lnTo>
                  <a:lnTo>
                    <a:pt x="1317761" y="582750"/>
                  </a:lnTo>
                  <a:lnTo>
                    <a:pt x="1318422" y="596753"/>
                  </a:lnTo>
                  <a:lnTo>
                    <a:pt x="1319082" y="597287"/>
                  </a:lnTo>
                  <a:lnTo>
                    <a:pt x="1319743" y="590112"/>
                  </a:lnTo>
                  <a:lnTo>
                    <a:pt x="1320403" y="585882"/>
                  </a:lnTo>
                  <a:lnTo>
                    <a:pt x="1321064" y="579841"/>
                  </a:lnTo>
                  <a:lnTo>
                    <a:pt x="1321724" y="596125"/>
                  </a:lnTo>
                  <a:lnTo>
                    <a:pt x="1322385" y="588636"/>
                  </a:lnTo>
                  <a:lnTo>
                    <a:pt x="1323045" y="602233"/>
                  </a:lnTo>
                  <a:lnTo>
                    <a:pt x="1323706" y="585882"/>
                  </a:lnTo>
                  <a:lnTo>
                    <a:pt x="1324366" y="593806"/>
                  </a:lnTo>
                  <a:lnTo>
                    <a:pt x="1325027" y="587244"/>
                  </a:lnTo>
                  <a:lnTo>
                    <a:pt x="1325687" y="600936"/>
                  </a:lnTo>
                  <a:lnTo>
                    <a:pt x="1326348" y="607953"/>
                  </a:lnTo>
                  <a:lnTo>
                    <a:pt x="1327009" y="593581"/>
                  </a:lnTo>
                  <a:lnTo>
                    <a:pt x="1327669" y="575347"/>
                  </a:lnTo>
                  <a:lnTo>
                    <a:pt x="1328330" y="592444"/>
                  </a:lnTo>
                  <a:lnTo>
                    <a:pt x="1328990" y="585882"/>
                  </a:lnTo>
                  <a:lnTo>
                    <a:pt x="1329651" y="594001"/>
                  </a:lnTo>
                  <a:lnTo>
                    <a:pt x="1330311" y="607509"/>
                  </a:lnTo>
                  <a:lnTo>
                    <a:pt x="1330972" y="615312"/>
                  </a:lnTo>
                  <a:lnTo>
                    <a:pt x="1331632" y="604565"/>
                  </a:lnTo>
                  <a:lnTo>
                    <a:pt x="1332293" y="586326"/>
                  </a:lnTo>
                  <a:lnTo>
                    <a:pt x="1332953" y="574011"/>
                  </a:lnTo>
                  <a:lnTo>
                    <a:pt x="1333614" y="593806"/>
                  </a:lnTo>
                  <a:lnTo>
                    <a:pt x="1334274" y="581831"/>
                  </a:lnTo>
                  <a:lnTo>
                    <a:pt x="1334935" y="589668"/>
                  </a:lnTo>
                  <a:lnTo>
                    <a:pt x="1335595" y="590595"/>
                  </a:lnTo>
                  <a:lnTo>
                    <a:pt x="1336256" y="582750"/>
                  </a:lnTo>
                  <a:lnTo>
                    <a:pt x="1336916" y="582750"/>
                  </a:lnTo>
                  <a:lnTo>
                    <a:pt x="1337577" y="608117"/>
                  </a:lnTo>
                  <a:lnTo>
                    <a:pt x="1338238" y="593581"/>
                  </a:lnTo>
                  <a:lnTo>
                    <a:pt x="1338898" y="594943"/>
                  </a:lnTo>
                  <a:lnTo>
                    <a:pt x="1339559" y="574011"/>
                  </a:lnTo>
                  <a:lnTo>
                    <a:pt x="1340219" y="574011"/>
                  </a:lnTo>
                  <a:lnTo>
                    <a:pt x="1340880" y="586326"/>
                  </a:lnTo>
                  <a:lnTo>
                    <a:pt x="1341540" y="585882"/>
                  </a:lnTo>
                  <a:lnTo>
                    <a:pt x="1342201" y="580469"/>
                  </a:lnTo>
                  <a:lnTo>
                    <a:pt x="1342861" y="603433"/>
                  </a:lnTo>
                  <a:lnTo>
                    <a:pt x="1343522" y="611067"/>
                  </a:lnTo>
                  <a:lnTo>
                    <a:pt x="1344182" y="603659"/>
                  </a:lnTo>
                  <a:lnTo>
                    <a:pt x="1344843" y="589998"/>
                  </a:lnTo>
                  <a:lnTo>
                    <a:pt x="1345503" y="581831"/>
                  </a:lnTo>
                  <a:lnTo>
                    <a:pt x="1346164" y="604565"/>
                  </a:lnTo>
                  <a:lnTo>
                    <a:pt x="1346824" y="573802"/>
                  </a:lnTo>
                  <a:lnTo>
                    <a:pt x="1347485" y="532069"/>
                  </a:lnTo>
                  <a:lnTo>
                    <a:pt x="1348146" y="530259"/>
                  </a:lnTo>
                  <a:lnTo>
                    <a:pt x="1348806" y="525617"/>
                  </a:lnTo>
                  <a:lnTo>
                    <a:pt x="1349467" y="524112"/>
                  </a:lnTo>
                  <a:lnTo>
                    <a:pt x="1350127" y="543041"/>
                  </a:lnTo>
                  <a:lnTo>
                    <a:pt x="1350788" y="559605"/>
                  </a:lnTo>
                  <a:lnTo>
                    <a:pt x="1351448" y="566005"/>
                  </a:lnTo>
                  <a:lnTo>
                    <a:pt x="1352109" y="537635"/>
                  </a:lnTo>
                  <a:lnTo>
                    <a:pt x="1352769" y="541322"/>
                  </a:lnTo>
                  <a:lnTo>
                    <a:pt x="1353430" y="551312"/>
                  </a:lnTo>
                  <a:lnTo>
                    <a:pt x="1354090" y="535825"/>
                  </a:lnTo>
                  <a:lnTo>
                    <a:pt x="1354751" y="533768"/>
                  </a:lnTo>
                  <a:lnTo>
                    <a:pt x="1355411" y="551312"/>
                  </a:lnTo>
                  <a:lnTo>
                    <a:pt x="1356072" y="576953"/>
                  </a:lnTo>
                  <a:lnTo>
                    <a:pt x="1356732" y="566005"/>
                  </a:lnTo>
                  <a:lnTo>
                    <a:pt x="1357393" y="563153"/>
                  </a:lnTo>
                  <a:lnTo>
                    <a:pt x="1358054" y="547245"/>
                  </a:lnTo>
                  <a:lnTo>
                    <a:pt x="1358714" y="564841"/>
                  </a:lnTo>
                  <a:lnTo>
                    <a:pt x="1359375" y="560510"/>
                  </a:lnTo>
                  <a:lnTo>
                    <a:pt x="1360035" y="542569"/>
                  </a:lnTo>
                  <a:lnTo>
                    <a:pt x="1360696" y="532835"/>
                  </a:lnTo>
                  <a:lnTo>
                    <a:pt x="1361356" y="545436"/>
                  </a:lnTo>
                  <a:lnTo>
                    <a:pt x="1362017" y="539512"/>
                  </a:lnTo>
                  <a:lnTo>
                    <a:pt x="1362677" y="527244"/>
                  </a:lnTo>
                  <a:lnTo>
                    <a:pt x="1363338" y="543244"/>
                  </a:lnTo>
                  <a:lnTo>
                    <a:pt x="1363998" y="573537"/>
                  </a:lnTo>
                  <a:lnTo>
                    <a:pt x="1364659" y="547762"/>
                  </a:lnTo>
                  <a:lnTo>
                    <a:pt x="1365319" y="527172"/>
                  </a:lnTo>
                  <a:lnTo>
                    <a:pt x="1365980" y="527244"/>
                  </a:lnTo>
                  <a:lnTo>
                    <a:pt x="1366640" y="538481"/>
                  </a:lnTo>
                  <a:lnTo>
                    <a:pt x="1367301" y="544405"/>
                  </a:lnTo>
                  <a:lnTo>
                    <a:pt x="1367961" y="597529"/>
                  </a:lnTo>
                  <a:lnTo>
                    <a:pt x="1368622" y="602632"/>
                  </a:lnTo>
                  <a:lnTo>
                    <a:pt x="1369283" y="534795"/>
                  </a:lnTo>
                  <a:lnTo>
                    <a:pt x="1369943" y="526214"/>
                  </a:lnTo>
                  <a:lnTo>
                    <a:pt x="1370604" y="526141"/>
                  </a:lnTo>
                  <a:lnTo>
                    <a:pt x="1371264" y="522228"/>
                  </a:lnTo>
                  <a:lnTo>
                    <a:pt x="1371925" y="522410"/>
                  </a:lnTo>
                  <a:lnTo>
                    <a:pt x="1372585" y="533614"/>
                  </a:lnTo>
                  <a:lnTo>
                    <a:pt x="1373246" y="564974"/>
                  </a:lnTo>
                  <a:lnTo>
                    <a:pt x="1373906" y="572103"/>
                  </a:lnTo>
                  <a:lnTo>
                    <a:pt x="1374567" y="556681"/>
                  </a:lnTo>
                  <a:lnTo>
                    <a:pt x="1375227" y="567773"/>
                  </a:lnTo>
                  <a:lnTo>
                    <a:pt x="1375888" y="567773"/>
                  </a:lnTo>
                  <a:lnTo>
                    <a:pt x="1376548" y="574095"/>
                  </a:lnTo>
                  <a:lnTo>
                    <a:pt x="1377209" y="586213"/>
                  </a:lnTo>
                  <a:lnTo>
                    <a:pt x="1377869" y="576507"/>
                  </a:lnTo>
                  <a:lnTo>
                    <a:pt x="1378530" y="561931"/>
                  </a:lnTo>
                  <a:lnTo>
                    <a:pt x="1379191" y="530042"/>
                  </a:lnTo>
                  <a:lnTo>
                    <a:pt x="1379851" y="530733"/>
                  </a:lnTo>
                  <a:lnTo>
                    <a:pt x="1380512" y="531408"/>
                  </a:lnTo>
                  <a:lnTo>
                    <a:pt x="1381172" y="545862"/>
                  </a:lnTo>
                  <a:lnTo>
                    <a:pt x="1381833" y="552262"/>
                  </a:lnTo>
                  <a:lnTo>
                    <a:pt x="1382493" y="527676"/>
                  </a:lnTo>
                  <a:lnTo>
                    <a:pt x="1383154" y="523990"/>
                  </a:lnTo>
                  <a:lnTo>
                    <a:pt x="1383814" y="520757"/>
                  </a:lnTo>
                  <a:lnTo>
                    <a:pt x="1384475" y="518948"/>
                  </a:lnTo>
                  <a:lnTo>
                    <a:pt x="1385135" y="515723"/>
                  </a:lnTo>
                  <a:lnTo>
                    <a:pt x="1385796" y="510070"/>
                  </a:lnTo>
                  <a:lnTo>
                    <a:pt x="1386456" y="510070"/>
                  </a:lnTo>
                  <a:lnTo>
                    <a:pt x="1387117" y="552551"/>
                  </a:lnTo>
                  <a:lnTo>
                    <a:pt x="1387777" y="525395"/>
                  </a:lnTo>
                  <a:lnTo>
                    <a:pt x="1388438" y="515661"/>
                  </a:lnTo>
                  <a:lnTo>
                    <a:pt x="1389099" y="539162"/>
                  </a:lnTo>
                  <a:lnTo>
                    <a:pt x="1389759" y="537422"/>
                  </a:lnTo>
                  <a:lnTo>
                    <a:pt x="1390420" y="530588"/>
                  </a:lnTo>
                  <a:lnTo>
                    <a:pt x="1391080" y="530588"/>
                  </a:lnTo>
                  <a:lnTo>
                    <a:pt x="1391741" y="526070"/>
                  </a:lnTo>
                  <a:lnTo>
                    <a:pt x="1392401" y="522338"/>
                  </a:lnTo>
                  <a:lnTo>
                    <a:pt x="1393062" y="534643"/>
                  </a:lnTo>
                  <a:lnTo>
                    <a:pt x="1393722" y="585525"/>
                  </a:lnTo>
                  <a:lnTo>
                    <a:pt x="1394383" y="584762"/>
                  </a:lnTo>
                  <a:lnTo>
                    <a:pt x="1395043" y="564161"/>
                  </a:lnTo>
                  <a:lnTo>
                    <a:pt x="1395704" y="562298"/>
                  </a:lnTo>
                  <a:lnTo>
                    <a:pt x="1396364" y="528769"/>
                  </a:lnTo>
                  <a:lnTo>
                    <a:pt x="1397025" y="509604"/>
                  </a:lnTo>
                  <a:lnTo>
                    <a:pt x="1397685" y="511026"/>
                  </a:lnTo>
                  <a:lnTo>
                    <a:pt x="1398346" y="534470"/>
                  </a:lnTo>
                  <a:lnTo>
                    <a:pt x="1399007" y="575973"/>
                  </a:lnTo>
                  <a:lnTo>
                    <a:pt x="1399667" y="551743"/>
                  </a:lnTo>
                  <a:lnTo>
                    <a:pt x="1400328" y="545674"/>
                  </a:lnTo>
                  <a:lnTo>
                    <a:pt x="1400988" y="533158"/>
                  </a:lnTo>
                  <a:lnTo>
                    <a:pt x="1401649" y="521118"/>
                  </a:lnTo>
                  <a:lnTo>
                    <a:pt x="1402309" y="542935"/>
                  </a:lnTo>
                  <a:lnTo>
                    <a:pt x="1402970" y="534045"/>
                  </a:lnTo>
                  <a:lnTo>
                    <a:pt x="1403630" y="511919"/>
                  </a:lnTo>
                  <a:lnTo>
                    <a:pt x="1404291" y="510179"/>
                  </a:lnTo>
                  <a:lnTo>
                    <a:pt x="1404951" y="496699"/>
                  </a:lnTo>
                  <a:lnTo>
                    <a:pt x="1405612" y="490546"/>
                  </a:lnTo>
                  <a:lnTo>
                    <a:pt x="1406272" y="496463"/>
                  </a:lnTo>
                  <a:lnTo>
                    <a:pt x="1406933" y="495678"/>
                  </a:lnTo>
                  <a:lnTo>
                    <a:pt x="1407593" y="491030"/>
                  </a:lnTo>
                  <a:lnTo>
                    <a:pt x="1408254" y="503174"/>
                  </a:lnTo>
                  <a:lnTo>
                    <a:pt x="1408914" y="556250"/>
                  </a:lnTo>
                  <a:lnTo>
                    <a:pt x="1409575" y="521930"/>
                  </a:lnTo>
                  <a:lnTo>
                    <a:pt x="1410236" y="555717"/>
                  </a:lnTo>
                  <a:lnTo>
                    <a:pt x="1410896" y="538471"/>
                  </a:lnTo>
                  <a:lnTo>
                    <a:pt x="1411557" y="532980"/>
                  </a:lnTo>
                  <a:lnTo>
                    <a:pt x="1412217" y="541751"/>
                  </a:lnTo>
                  <a:lnTo>
                    <a:pt x="1412878" y="501967"/>
                  </a:lnTo>
                  <a:lnTo>
                    <a:pt x="1413538" y="466534"/>
                  </a:lnTo>
                  <a:lnTo>
                    <a:pt x="1414199" y="502137"/>
                  </a:lnTo>
                  <a:lnTo>
                    <a:pt x="1414859" y="473493"/>
                  </a:lnTo>
                  <a:lnTo>
                    <a:pt x="1415520" y="419164"/>
                  </a:lnTo>
                  <a:lnTo>
                    <a:pt x="1416180" y="401741"/>
                  </a:lnTo>
                  <a:lnTo>
                    <a:pt x="1416841" y="414926"/>
                  </a:lnTo>
                  <a:lnTo>
                    <a:pt x="1417501" y="348236"/>
                  </a:lnTo>
                  <a:lnTo>
                    <a:pt x="1418162" y="337986"/>
                  </a:lnTo>
                  <a:lnTo>
                    <a:pt x="1418822" y="294110"/>
                  </a:lnTo>
                  <a:lnTo>
                    <a:pt x="1419483" y="247635"/>
                  </a:lnTo>
                  <a:lnTo>
                    <a:pt x="1420144" y="255111"/>
                  </a:lnTo>
                  <a:lnTo>
                    <a:pt x="1420804" y="227604"/>
                  </a:lnTo>
                  <a:lnTo>
                    <a:pt x="1421465" y="214930"/>
                  </a:lnTo>
                  <a:lnTo>
                    <a:pt x="1422125" y="248184"/>
                  </a:lnTo>
                  <a:lnTo>
                    <a:pt x="1422786" y="262394"/>
                  </a:lnTo>
                  <a:lnTo>
                    <a:pt x="1423446" y="295980"/>
                  </a:lnTo>
                  <a:lnTo>
                    <a:pt x="1424107" y="335746"/>
                  </a:lnTo>
                  <a:lnTo>
                    <a:pt x="1424767" y="343529"/>
                  </a:lnTo>
                  <a:lnTo>
                    <a:pt x="1425428" y="339142"/>
                  </a:lnTo>
                  <a:lnTo>
                    <a:pt x="1426088" y="373992"/>
                  </a:lnTo>
                  <a:lnTo>
                    <a:pt x="1426749" y="387313"/>
                  </a:lnTo>
                  <a:lnTo>
                    <a:pt x="1427409" y="428209"/>
                  </a:lnTo>
                  <a:lnTo>
                    <a:pt x="1428070" y="456241"/>
                  </a:lnTo>
                  <a:lnTo>
                    <a:pt x="1428730" y="446951"/>
                  </a:lnTo>
                  <a:lnTo>
                    <a:pt x="1429391" y="441368"/>
                  </a:lnTo>
                  <a:lnTo>
                    <a:pt x="1430052" y="459138"/>
                  </a:lnTo>
                  <a:lnTo>
                    <a:pt x="1430712" y="475295"/>
                  </a:lnTo>
                  <a:lnTo>
                    <a:pt x="1431373" y="466739"/>
                  </a:lnTo>
                  <a:lnTo>
                    <a:pt x="1432033" y="468205"/>
                  </a:lnTo>
                  <a:lnTo>
                    <a:pt x="1432694" y="487129"/>
                  </a:lnTo>
                  <a:lnTo>
                    <a:pt x="1433354" y="488177"/>
                  </a:lnTo>
                  <a:lnTo>
                    <a:pt x="1434015" y="483659"/>
                  </a:lnTo>
                  <a:lnTo>
                    <a:pt x="1434675" y="526620"/>
                  </a:lnTo>
                  <a:lnTo>
                    <a:pt x="1435336" y="509285"/>
                  </a:lnTo>
                  <a:lnTo>
                    <a:pt x="1435996" y="487488"/>
                  </a:lnTo>
                  <a:lnTo>
                    <a:pt x="1436657" y="509110"/>
                  </a:lnTo>
                  <a:lnTo>
                    <a:pt x="1437317" y="510507"/>
                  </a:lnTo>
                  <a:lnTo>
                    <a:pt x="1437978" y="527272"/>
                  </a:lnTo>
                  <a:lnTo>
                    <a:pt x="1438638" y="499625"/>
                  </a:lnTo>
                  <a:lnTo>
                    <a:pt x="1439299" y="470848"/>
                  </a:lnTo>
                  <a:lnTo>
                    <a:pt x="1439959" y="482912"/>
                  </a:lnTo>
                  <a:lnTo>
                    <a:pt x="1440620" y="497006"/>
                  </a:lnTo>
                  <a:lnTo>
                    <a:pt x="1441281" y="507845"/>
                  </a:lnTo>
                  <a:lnTo>
                    <a:pt x="1441941" y="507192"/>
                  </a:lnTo>
                  <a:lnTo>
                    <a:pt x="1442602" y="515331"/>
                  </a:lnTo>
                  <a:lnTo>
                    <a:pt x="1443262" y="520164"/>
                  </a:lnTo>
                  <a:lnTo>
                    <a:pt x="1443923" y="545897"/>
                  </a:lnTo>
                  <a:lnTo>
                    <a:pt x="1444583" y="550880"/>
                  </a:lnTo>
                  <a:lnTo>
                    <a:pt x="1445244" y="522719"/>
                  </a:lnTo>
                  <a:lnTo>
                    <a:pt x="1445904" y="503552"/>
                  </a:lnTo>
                  <a:lnTo>
                    <a:pt x="1446565" y="479575"/>
                  </a:lnTo>
                  <a:lnTo>
                    <a:pt x="1447225" y="494221"/>
                  </a:lnTo>
                  <a:lnTo>
                    <a:pt x="1447886" y="499927"/>
                  </a:lnTo>
                  <a:lnTo>
                    <a:pt x="1448546" y="488550"/>
                  </a:lnTo>
                  <a:lnTo>
                    <a:pt x="1449207" y="494538"/>
                  </a:lnTo>
                  <a:lnTo>
                    <a:pt x="1449867" y="499751"/>
                  </a:lnTo>
                  <a:lnTo>
                    <a:pt x="1450528" y="494538"/>
                  </a:lnTo>
                  <a:lnTo>
                    <a:pt x="1451189" y="499751"/>
                  </a:lnTo>
                  <a:lnTo>
                    <a:pt x="1451849" y="550674"/>
                  </a:lnTo>
                  <a:lnTo>
                    <a:pt x="1452510" y="547410"/>
                  </a:lnTo>
                  <a:lnTo>
                    <a:pt x="1453170" y="573157"/>
                  </a:lnTo>
                  <a:lnTo>
                    <a:pt x="1453831" y="569551"/>
                  </a:lnTo>
                  <a:lnTo>
                    <a:pt x="1454491" y="528370"/>
                  </a:lnTo>
                  <a:lnTo>
                    <a:pt x="1455152" y="490942"/>
                  </a:lnTo>
                  <a:lnTo>
                    <a:pt x="1455812" y="492162"/>
                  </a:lnTo>
                  <a:lnTo>
                    <a:pt x="1456473" y="481899"/>
                  </a:lnTo>
                  <a:lnTo>
                    <a:pt x="1457133" y="476576"/>
                  </a:lnTo>
                  <a:lnTo>
                    <a:pt x="1457794" y="476151"/>
                  </a:lnTo>
                  <a:lnTo>
                    <a:pt x="1458454" y="467049"/>
                  </a:lnTo>
                  <a:lnTo>
                    <a:pt x="1459115" y="444649"/>
                  </a:lnTo>
                  <a:lnTo>
                    <a:pt x="1459775" y="448316"/>
                  </a:lnTo>
                  <a:lnTo>
                    <a:pt x="1460436" y="436333"/>
                  </a:lnTo>
                  <a:lnTo>
                    <a:pt x="1461097" y="490540"/>
                  </a:lnTo>
                  <a:lnTo>
                    <a:pt x="1461757" y="481065"/>
                  </a:lnTo>
                  <a:lnTo>
                    <a:pt x="1462418" y="445983"/>
                  </a:lnTo>
                  <a:lnTo>
                    <a:pt x="1463078" y="470455"/>
                  </a:lnTo>
                  <a:lnTo>
                    <a:pt x="1463739" y="451904"/>
                  </a:lnTo>
                  <a:lnTo>
                    <a:pt x="1464399" y="389721"/>
                  </a:lnTo>
                  <a:lnTo>
                    <a:pt x="1465060" y="364402"/>
                  </a:lnTo>
                  <a:lnTo>
                    <a:pt x="1465720" y="342981"/>
                  </a:lnTo>
                  <a:lnTo>
                    <a:pt x="1466381" y="317375"/>
                  </a:lnTo>
                  <a:lnTo>
                    <a:pt x="1467041" y="271225"/>
                  </a:lnTo>
                  <a:lnTo>
                    <a:pt x="1467702" y="236191"/>
                  </a:lnTo>
                  <a:lnTo>
                    <a:pt x="1468362" y="236191"/>
                  </a:lnTo>
                  <a:lnTo>
                    <a:pt x="1469023" y="232256"/>
                  </a:lnTo>
                  <a:lnTo>
                    <a:pt x="1469683" y="232256"/>
                  </a:lnTo>
                  <a:lnTo>
                    <a:pt x="1470344" y="278220"/>
                  </a:lnTo>
                  <a:lnTo>
                    <a:pt x="1471005" y="317375"/>
                  </a:lnTo>
                  <a:lnTo>
                    <a:pt x="1471665" y="351329"/>
                  </a:lnTo>
                  <a:lnTo>
                    <a:pt x="1472326" y="364402"/>
                  </a:lnTo>
                  <a:lnTo>
                    <a:pt x="1472986" y="389721"/>
                  </a:lnTo>
                  <a:lnTo>
                    <a:pt x="1473647" y="417980"/>
                  </a:lnTo>
                  <a:lnTo>
                    <a:pt x="1474307" y="474294"/>
                  </a:lnTo>
                  <a:lnTo>
                    <a:pt x="1474968" y="441281"/>
                  </a:lnTo>
                  <a:lnTo>
                    <a:pt x="1475628" y="446377"/>
                  </a:lnTo>
                  <a:lnTo>
                    <a:pt x="1476289" y="458201"/>
                  </a:lnTo>
                  <a:lnTo>
                    <a:pt x="1476949" y="451632"/>
                  </a:lnTo>
                  <a:lnTo>
                    <a:pt x="1477610" y="424946"/>
                  </a:lnTo>
                  <a:lnTo>
                    <a:pt x="1478270" y="441662"/>
                  </a:lnTo>
                  <a:lnTo>
                    <a:pt x="1478931" y="450980"/>
                  </a:lnTo>
                  <a:lnTo>
                    <a:pt x="1479591" y="450895"/>
                  </a:lnTo>
                  <a:lnTo>
                    <a:pt x="1480252" y="450786"/>
                  </a:lnTo>
                  <a:lnTo>
                    <a:pt x="1480912" y="463861"/>
                  </a:lnTo>
                  <a:lnTo>
                    <a:pt x="1481573" y="468658"/>
                  </a:lnTo>
                  <a:lnTo>
                    <a:pt x="1482234" y="467955"/>
                  </a:lnTo>
                  <a:lnTo>
                    <a:pt x="1482894" y="478419"/>
                  </a:lnTo>
                  <a:lnTo>
                    <a:pt x="1483555" y="479999"/>
                  </a:lnTo>
                  <a:lnTo>
                    <a:pt x="1484215" y="454025"/>
                  </a:lnTo>
                  <a:lnTo>
                    <a:pt x="1484876" y="474713"/>
                  </a:lnTo>
                  <a:lnTo>
                    <a:pt x="1485536" y="480702"/>
                  </a:lnTo>
                  <a:lnTo>
                    <a:pt x="1486197" y="480428"/>
                  </a:lnTo>
                  <a:lnTo>
                    <a:pt x="1486857" y="475958"/>
                  </a:lnTo>
                  <a:lnTo>
                    <a:pt x="1487518" y="481408"/>
                  </a:lnTo>
                  <a:lnTo>
                    <a:pt x="1488178" y="477408"/>
                  </a:lnTo>
                  <a:lnTo>
                    <a:pt x="1488839" y="485806"/>
                  </a:lnTo>
                  <a:lnTo>
                    <a:pt x="1489499" y="532438"/>
                  </a:lnTo>
                  <a:lnTo>
                    <a:pt x="1490160" y="520786"/>
                  </a:lnTo>
                  <a:lnTo>
                    <a:pt x="1490820" y="500709"/>
                  </a:lnTo>
                  <a:lnTo>
                    <a:pt x="1491481" y="500985"/>
                  </a:lnTo>
                  <a:lnTo>
                    <a:pt x="1492142" y="502141"/>
                  </a:lnTo>
                  <a:lnTo>
                    <a:pt x="1492802" y="502619"/>
                  </a:lnTo>
                  <a:lnTo>
                    <a:pt x="1493463" y="505194"/>
                  </a:lnTo>
                  <a:lnTo>
                    <a:pt x="1494123" y="508861"/>
                  </a:lnTo>
                  <a:lnTo>
                    <a:pt x="1494784" y="509555"/>
                  </a:lnTo>
                  <a:lnTo>
                    <a:pt x="1495444" y="519289"/>
                  </a:lnTo>
                  <a:lnTo>
                    <a:pt x="1496105" y="509942"/>
                  </a:lnTo>
                  <a:lnTo>
                    <a:pt x="1496765" y="504728"/>
                  </a:lnTo>
                  <a:lnTo>
                    <a:pt x="1497426" y="508359"/>
                  </a:lnTo>
                  <a:lnTo>
                    <a:pt x="1498086" y="506857"/>
                  </a:lnTo>
                  <a:lnTo>
                    <a:pt x="1498747" y="506163"/>
                  </a:lnTo>
                  <a:lnTo>
                    <a:pt x="1499407" y="516865"/>
                  </a:lnTo>
                  <a:lnTo>
                    <a:pt x="1500068" y="516591"/>
                  </a:lnTo>
                  <a:lnTo>
                    <a:pt x="1500728" y="501503"/>
                  </a:lnTo>
                  <a:lnTo>
                    <a:pt x="1501389" y="498782"/>
                  </a:lnTo>
                  <a:lnTo>
                    <a:pt x="1502050" y="509291"/>
                  </a:lnTo>
                  <a:lnTo>
                    <a:pt x="1502710" y="512976"/>
                  </a:lnTo>
                  <a:lnTo>
                    <a:pt x="1503371" y="534849"/>
                  </a:lnTo>
                  <a:lnTo>
                    <a:pt x="1504031" y="543129"/>
                  </a:lnTo>
                  <a:lnTo>
                    <a:pt x="1504692" y="524913"/>
                  </a:lnTo>
                  <a:lnTo>
                    <a:pt x="1505352" y="509608"/>
                  </a:lnTo>
                  <a:lnTo>
                    <a:pt x="1506013" y="510557"/>
                  </a:lnTo>
                  <a:lnTo>
                    <a:pt x="1506673" y="508693"/>
                  </a:lnTo>
                  <a:lnTo>
                    <a:pt x="1507334" y="507443"/>
                  </a:lnTo>
                  <a:lnTo>
                    <a:pt x="1507994" y="512729"/>
                  </a:lnTo>
                  <a:lnTo>
                    <a:pt x="1508655" y="516097"/>
                  </a:lnTo>
                  <a:lnTo>
                    <a:pt x="1509315" y="516333"/>
                  </a:lnTo>
                  <a:lnTo>
                    <a:pt x="1509976" y="535926"/>
                  </a:lnTo>
                  <a:lnTo>
                    <a:pt x="1510636" y="550088"/>
                  </a:lnTo>
                  <a:lnTo>
                    <a:pt x="1511297" y="585599"/>
                  </a:lnTo>
                  <a:lnTo>
                    <a:pt x="1511957" y="580083"/>
                  </a:lnTo>
                  <a:lnTo>
                    <a:pt x="1512618" y="579639"/>
                  </a:lnTo>
                  <a:lnTo>
                    <a:pt x="1513279" y="586202"/>
                  </a:lnTo>
                  <a:lnTo>
                    <a:pt x="1513939" y="577201"/>
                  </a:lnTo>
                  <a:lnTo>
                    <a:pt x="1514600" y="579282"/>
                  </a:lnTo>
                  <a:lnTo>
                    <a:pt x="1515260" y="562623"/>
                  </a:lnTo>
                  <a:lnTo>
                    <a:pt x="1515921" y="552970"/>
                  </a:lnTo>
                  <a:lnTo>
                    <a:pt x="1516581" y="569104"/>
                  </a:lnTo>
                  <a:lnTo>
                    <a:pt x="1517242" y="564783"/>
                  </a:lnTo>
                  <a:lnTo>
                    <a:pt x="1517902" y="562826"/>
                  </a:lnTo>
                  <a:lnTo>
                    <a:pt x="1518563" y="562623"/>
                  </a:lnTo>
                  <a:lnTo>
                    <a:pt x="1519223" y="540312"/>
                  </a:lnTo>
                  <a:lnTo>
                    <a:pt x="1519884" y="558411"/>
                  </a:lnTo>
                  <a:lnTo>
                    <a:pt x="1520544" y="562826"/>
                  </a:lnTo>
                  <a:lnTo>
                    <a:pt x="1521205" y="548552"/>
                  </a:lnTo>
                  <a:lnTo>
                    <a:pt x="1521865" y="564783"/>
                  </a:lnTo>
                  <a:lnTo>
                    <a:pt x="1522526" y="562826"/>
                  </a:lnTo>
                  <a:lnTo>
                    <a:pt x="1523187" y="582393"/>
                  </a:lnTo>
                  <a:lnTo>
                    <a:pt x="1523847" y="573516"/>
                  </a:lnTo>
                  <a:lnTo>
                    <a:pt x="1524508" y="578663"/>
                  </a:lnTo>
                  <a:lnTo>
                    <a:pt x="1525168" y="586316"/>
                  </a:lnTo>
                  <a:lnTo>
                    <a:pt x="1525829" y="580632"/>
                  </a:lnTo>
                  <a:lnTo>
                    <a:pt x="1526489" y="543568"/>
                  </a:lnTo>
                  <a:lnTo>
                    <a:pt x="1527150" y="528682"/>
                  </a:lnTo>
                  <a:lnTo>
                    <a:pt x="1527810" y="539997"/>
                  </a:lnTo>
                  <a:lnTo>
                    <a:pt x="1528471" y="560760"/>
                  </a:lnTo>
                  <a:lnTo>
                    <a:pt x="1529131" y="544667"/>
                  </a:lnTo>
                  <a:lnTo>
                    <a:pt x="1529792" y="535056"/>
                  </a:lnTo>
                  <a:lnTo>
                    <a:pt x="1530452" y="527428"/>
                  </a:lnTo>
                  <a:lnTo>
                    <a:pt x="1531113" y="546993"/>
                  </a:lnTo>
                  <a:lnTo>
                    <a:pt x="1531773" y="566945"/>
                  </a:lnTo>
                  <a:lnTo>
                    <a:pt x="1532434" y="546993"/>
                  </a:lnTo>
                  <a:lnTo>
                    <a:pt x="1533095" y="584033"/>
                  </a:lnTo>
                  <a:lnTo>
                    <a:pt x="1533755" y="599099"/>
                  </a:lnTo>
                  <a:lnTo>
                    <a:pt x="1534416" y="548248"/>
                  </a:lnTo>
                  <a:lnTo>
                    <a:pt x="1535076" y="554897"/>
                  </a:lnTo>
                  <a:lnTo>
                    <a:pt x="1535737" y="539997"/>
                  </a:lnTo>
                  <a:lnTo>
                    <a:pt x="1536397" y="556387"/>
                  </a:lnTo>
                  <a:lnTo>
                    <a:pt x="1537058" y="579523"/>
                  </a:lnTo>
                  <a:lnTo>
                    <a:pt x="1537718" y="579079"/>
                  </a:lnTo>
                  <a:lnTo>
                    <a:pt x="1538379" y="564006"/>
                  </a:lnTo>
                  <a:lnTo>
                    <a:pt x="1539039" y="566040"/>
                  </a:lnTo>
                  <a:lnTo>
                    <a:pt x="1539700" y="556387"/>
                  </a:lnTo>
                  <a:lnTo>
                    <a:pt x="1540360" y="544063"/>
                  </a:lnTo>
                  <a:lnTo>
                    <a:pt x="1541021" y="536644"/>
                  </a:lnTo>
                  <a:lnTo>
                    <a:pt x="1541681" y="556720"/>
                  </a:lnTo>
                  <a:lnTo>
                    <a:pt x="1542342" y="563085"/>
                  </a:lnTo>
                  <a:lnTo>
                    <a:pt x="1543003" y="549066"/>
                  </a:lnTo>
                  <a:lnTo>
                    <a:pt x="1543663" y="558265"/>
                  </a:lnTo>
                  <a:lnTo>
                    <a:pt x="1544324" y="571600"/>
                  </a:lnTo>
                  <a:lnTo>
                    <a:pt x="1544984" y="584366"/>
                  </a:lnTo>
                  <a:lnTo>
                    <a:pt x="1545645" y="594417"/>
                  </a:lnTo>
                  <a:lnTo>
                    <a:pt x="1546305" y="551799"/>
                  </a:lnTo>
                  <a:lnTo>
                    <a:pt x="1546966" y="545400"/>
                  </a:lnTo>
                  <a:lnTo>
                    <a:pt x="1547626" y="553054"/>
                  </a:lnTo>
                  <a:lnTo>
                    <a:pt x="1548287" y="595518"/>
                  </a:lnTo>
                  <a:lnTo>
                    <a:pt x="1548947" y="608355"/>
                  </a:lnTo>
                  <a:lnTo>
                    <a:pt x="1549608" y="591692"/>
                  </a:lnTo>
                  <a:lnTo>
                    <a:pt x="1550268" y="583574"/>
                  </a:lnTo>
                  <a:lnTo>
                    <a:pt x="1550929" y="594771"/>
                  </a:lnTo>
                  <a:lnTo>
                    <a:pt x="1551589" y="583032"/>
                  </a:lnTo>
                  <a:lnTo>
                    <a:pt x="1552250" y="544651"/>
                  </a:lnTo>
                  <a:lnTo>
                    <a:pt x="1552910" y="543168"/>
                  </a:lnTo>
                  <a:lnTo>
                    <a:pt x="1553571" y="563616"/>
                  </a:lnTo>
                  <a:lnTo>
                    <a:pt x="1554232" y="546427"/>
                  </a:lnTo>
                  <a:lnTo>
                    <a:pt x="1554892" y="539493"/>
                  </a:lnTo>
                  <a:lnTo>
                    <a:pt x="1555553" y="525543"/>
                  </a:lnTo>
                  <a:lnTo>
                    <a:pt x="1556213" y="525543"/>
                  </a:lnTo>
                  <a:lnTo>
                    <a:pt x="1556874" y="529230"/>
                  </a:lnTo>
                  <a:lnTo>
                    <a:pt x="1557534" y="542219"/>
                  </a:lnTo>
                  <a:lnTo>
                    <a:pt x="1558195" y="559895"/>
                  </a:lnTo>
                  <a:lnTo>
                    <a:pt x="1558855" y="573785"/>
                  </a:lnTo>
                  <a:lnTo>
                    <a:pt x="1559516" y="574132"/>
                  </a:lnTo>
                  <a:lnTo>
                    <a:pt x="1560176" y="568448"/>
                  </a:lnTo>
                  <a:lnTo>
                    <a:pt x="1560837" y="569585"/>
                  </a:lnTo>
                  <a:lnTo>
                    <a:pt x="1561497" y="520310"/>
                  </a:lnTo>
                  <a:lnTo>
                    <a:pt x="1562158" y="524068"/>
                  </a:lnTo>
                  <a:lnTo>
                    <a:pt x="1562818" y="541358"/>
                  </a:lnTo>
                  <a:lnTo>
                    <a:pt x="1563479" y="519457"/>
                  </a:lnTo>
                  <a:lnTo>
                    <a:pt x="1564140" y="514912"/>
                  </a:lnTo>
                  <a:lnTo>
                    <a:pt x="1564800" y="500445"/>
                  </a:lnTo>
                  <a:lnTo>
                    <a:pt x="1565461" y="526415"/>
                  </a:lnTo>
                  <a:lnTo>
                    <a:pt x="1566121" y="518066"/>
                  </a:lnTo>
                  <a:lnTo>
                    <a:pt x="1566782" y="461904"/>
                  </a:lnTo>
                  <a:lnTo>
                    <a:pt x="1567442" y="403348"/>
                  </a:lnTo>
                  <a:lnTo>
                    <a:pt x="1568103" y="362123"/>
                  </a:lnTo>
                  <a:lnTo>
                    <a:pt x="1568763" y="402540"/>
                  </a:lnTo>
                  <a:lnTo>
                    <a:pt x="1569424" y="549530"/>
                  </a:lnTo>
                  <a:lnTo>
                    <a:pt x="1570084" y="544129"/>
                  </a:lnTo>
                  <a:lnTo>
                    <a:pt x="1570745" y="501830"/>
                  </a:lnTo>
                  <a:lnTo>
                    <a:pt x="1571405" y="511216"/>
                  </a:lnTo>
                  <a:lnTo>
                    <a:pt x="1572066" y="545962"/>
                  </a:lnTo>
                  <a:lnTo>
                    <a:pt x="1572726" y="515176"/>
                  </a:lnTo>
                  <a:lnTo>
                    <a:pt x="1573387" y="561301"/>
                  </a:lnTo>
                  <a:lnTo>
                    <a:pt x="1574048" y="562224"/>
                  </a:lnTo>
                  <a:lnTo>
                    <a:pt x="1574708" y="570749"/>
                  </a:lnTo>
                  <a:lnTo>
                    <a:pt x="1575369" y="516397"/>
                  </a:lnTo>
                  <a:lnTo>
                    <a:pt x="1576029" y="509106"/>
                  </a:lnTo>
                  <a:lnTo>
                    <a:pt x="1576690" y="523777"/>
                  </a:lnTo>
                  <a:lnTo>
                    <a:pt x="1577350" y="556334"/>
                  </a:lnTo>
                  <a:lnTo>
                    <a:pt x="1578011" y="589553"/>
                  </a:lnTo>
                  <a:lnTo>
                    <a:pt x="1578671" y="575819"/>
                  </a:lnTo>
                  <a:lnTo>
                    <a:pt x="1579332" y="591122"/>
                  </a:lnTo>
                  <a:lnTo>
                    <a:pt x="1579992" y="585258"/>
                  </a:lnTo>
                  <a:lnTo>
                    <a:pt x="1580653" y="581128"/>
                  </a:lnTo>
                  <a:lnTo>
                    <a:pt x="1581313" y="570471"/>
                  </a:lnTo>
                  <a:lnTo>
                    <a:pt x="1581974" y="576327"/>
                  </a:lnTo>
                  <a:lnTo>
                    <a:pt x="1582634" y="600425"/>
                  </a:lnTo>
                  <a:lnTo>
                    <a:pt x="1583295" y="613778"/>
                  </a:lnTo>
                  <a:lnTo>
                    <a:pt x="1583955" y="606074"/>
                  </a:lnTo>
                  <a:lnTo>
                    <a:pt x="1584616" y="594206"/>
                  </a:lnTo>
                  <a:lnTo>
                    <a:pt x="1585277" y="599740"/>
                  </a:lnTo>
                  <a:lnTo>
                    <a:pt x="1585937" y="598219"/>
                  </a:lnTo>
                  <a:lnTo>
                    <a:pt x="1586598" y="562834"/>
                  </a:lnTo>
                  <a:lnTo>
                    <a:pt x="1587258" y="555704"/>
                  </a:lnTo>
                  <a:lnTo>
                    <a:pt x="1587919" y="574570"/>
                  </a:lnTo>
                  <a:lnTo>
                    <a:pt x="1588579" y="599330"/>
                  </a:lnTo>
                  <a:lnTo>
                    <a:pt x="1589240" y="586401"/>
                  </a:lnTo>
                  <a:lnTo>
                    <a:pt x="1589900" y="573799"/>
                  </a:lnTo>
                  <a:lnTo>
                    <a:pt x="1590561" y="571842"/>
                  </a:lnTo>
                  <a:lnTo>
                    <a:pt x="1591221" y="574742"/>
                  </a:lnTo>
                  <a:lnTo>
                    <a:pt x="1591882" y="563776"/>
                  </a:lnTo>
                  <a:lnTo>
                    <a:pt x="1592542" y="559446"/>
                  </a:lnTo>
                  <a:lnTo>
                    <a:pt x="1593203" y="572582"/>
                  </a:lnTo>
                  <a:lnTo>
                    <a:pt x="1593863" y="550962"/>
                  </a:lnTo>
                  <a:lnTo>
                    <a:pt x="1594524" y="546758"/>
                  </a:lnTo>
                  <a:lnTo>
                    <a:pt x="1595185" y="555028"/>
                  </a:lnTo>
                  <a:lnTo>
                    <a:pt x="1595845" y="568557"/>
                  </a:lnTo>
                  <a:lnTo>
                    <a:pt x="1596506" y="550628"/>
                  </a:lnTo>
                  <a:lnTo>
                    <a:pt x="1597166" y="539282"/>
                  </a:lnTo>
                  <a:lnTo>
                    <a:pt x="1597827" y="549016"/>
                  </a:lnTo>
                  <a:lnTo>
                    <a:pt x="1598487" y="565148"/>
                  </a:lnTo>
                  <a:lnTo>
                    <a:pt x="1599148" y="581591"/>
                  </a:lnTo>
                  <a:lnTo>
                    <a:pt x="1599808" y="590720"/>
                  </a:lnTo>
                  <a:lnTo>
                    <a:pt x="1600469" y="590720"/>
                  </a:lnTo>
                  <a:lnTo>
                    <a:pt x="1601129" y="603346"/>
                  </a:lnTo>
                  <a:lnTo>
                    <a:pt x="1601790" y="601436"/>
                  </a:lnTo>
                  <a:lnTo>
                    <a:pt x="1602450" y="590720"/>
                  </a:lnTo>
                  <a:lnTo>
                    <a:pt x="1603111" y="598419"/>
                  </a:lnTo>
                  <a:lnTo>
                    <a:pt x="1603771" y="596403"/>
                  </a:lnTo>
                  <a:lnTo>
                    <a:pt x="1604432" y="590720"/>
                  </a:lnTo>
                  <a:lnTo>
                    <a:pt x="1605093" y="596403"/>
                  </a:lnTo>
                  <a:lnTo>
                    <a:pt x="1605753" y="573503"/>
                  </a:lnTo>
                  <a:lnTo>
                    <a:pt x="1606414" y="565148"/>
                  </a:lnTo>
                  <a:lnTo>
                    <a:pt x="1607074" y="575480"/>
                  </a:lnTo>
                  <a:lnTo>
                    <a:pt x="1607735" y="561095"/>
                  </a:lnTo>
                  <a:lnTo>
                    <a:pt x="1608395" y="554695"/>
                  </a:lnTo>
                  <a:lnTo>
                    <a:pt x="1609056" y="554695"/>
                  </a:lnTo>
                  <a:lnTo>
                    <a:pt x="1609716" y="552955"/>
                  </a:lnTo>
                  <a:lnTo>
                    <a:pt x="1610377" y="568618"/>
                  </a:lnTo>
                  <a:lnTo>
                    <a:pt x="1611037" y="585978"/>
                  </a:lnTo>
                  <a:lnTo>
                    <a:pt x="1611698" y="580336"/>
                  </a:lnTo>
                  <a:lnTo>
                    <a:pt x="1612358" y="578730"/>
                  </a:lnTo>
                  <a:lnTo>
                    <a:pt x="1613019" y="602687"/>
                  </a:lnTo>
                  <a:lnTo>
                    <a:pt x="1613679" y="604041"/>
                  </a:lnTo>
                  <a:lnTo>
                    <a:pt x="1614340" y="594132"/>
                  </a:lnTo>
                  <a:lnTo>
                    <a:pt x="1615001" y="607348"/>
                  </a:lnTo>
                  <a:lnTo>
                    <a:pt x="1615661" y="612181"/>
                  </a:lnTo>
                  <a:lnTo>
                    <a:pt x="1616322" y="609699"/>
                  </a:lnTo>
                  <a:lnTo>
                    <a:pt x="1616982" y="577971"/>
                  </a:lnTo>
                  <a:lnTo>
                    <a:pt x="1617643" y="562349"/>
                  </a:lnTo>
                  <a:lnTo>
                    <a:pt x="1618303" y="573503"/>
                  </a:lnTo>
                  <a:lnTo>
                    <a:pt x="1618964" y="596238"/>
                  </a:lnTo>
                  <a:lnTo>
                    <a:pt x="1619624" y="606749"/>
                  </a:lnTo>
                  <a:lnTo>
                    <a:pt x="1620285" y="613713"/>
                  </a:lnTo>
                  <a:lnTo>
                    <a:pt x="1620945" y="599019"/>
                  </a:lnTo>
                  <a:lnTo>
                    <a:pt x="1621606" y="601473"/>
                  </a:lnTo>
                  <a:lnTo>
                    <a:pt x="1622266" y="604867"/>
                  </a:lnTo>
                  <a:lnTo>
                    <a:pt x="1622927" y="610814"/>
                  </a:lnTo>
                  <a:lnTo>
                    <a:pt x="1623587" y="615997"/>
                  </a:lnTo>
                  <a:lnTo>
                    <a:pt x="1624248" y="615997"/>
                  </a:lnTo>
                  <a:lnTo>
                    <a:pt x="1624908" y="615997"/>
                  </a:lnTo>
                  <a:lnTo>
                    <a:pt x="1625569" y="614198"/>
                  </a:lnTo>
                  <a:lnTo>
                    <a:pt x="1626230" y="601473"/>
                  </a:lnTo>
                  <a:lnTo>
                    <a:pt x="1626890" y="609109"/>
                  </a:lnTo>
                  <a:lnTo>
                    <a:pt x="1627551" y="612037"/>
                  </a:lnTo>
                  <a:lnTo>
                    <a:pt x="1628211" y="610814"/>
                  </a:lnTo>
                  <a:lnTo>
                    <a:pt x="1628872" y="597918"/>
                  </a:lnTo>
                  <a:lnTo>
                    <a:pt x="1629532" y="606749"/>
                  </a:lnTo>
                  <a:lnTo>
                    <a:pt x="1630193" y="613747"/>
                  </a:lnTo>
                  <a:lnTo>
                    <a:pt x="1630853" y="614312"/>
                  </a:lnTo>
                  <a:lnTo>
                    <a:pt x="1631514" y="614588"/>
                  </a:lnTo>
                  <a:lnTo>
                    <a:pt x="1632174" y="606162"/>
                  </a:lnTo>
                  <a:lnTo>
                    <a:pt x="1632835" y="605953"/>
                  </a:lnTo>
                  <a:lnTo>
                    <a:pt x="1633495" y="601733"/>
                  </a:lnTo>
                  <a:lnTo>
                    <a:pt x="1634156" y="597282"/>
                  </a:lnTo>
                  <a:lnTo>
                    <a:pt x="1634816" y="603346"/>
                  </a:lnTo>
                  <a:lnTo>
                    <a:pt x="1635477" y="612699"/>
                  </a:lnTo>
                  <a:lnTo>
                    <a:pt x="1636138" y="588712"/>
                  </a:lnTo>
                  <a:lnTo>
                    <a:pt x="1636798" y="590720"/>
                  </a:lnTo>
                  <a:lnTo>
                    <a:pt x="1637459" y="607998"/>
                  </a:lnTo>
                  <a:lnTo>
                    <a:pt x="1638119" y="610814"/>
                  </a:lnTo>
                  <a:lnTo>
                    <a:pt x="1638780" y="614053"/>
                  </a:lnTo>
                  <a:lnTo>
                    <a:pt x="1639440" y="615667"/>
                  </a:lnTo>
                  <a:lnTo>
                    <a:pt x="1640101" y="609109"/>
                  </a:lnTo>
                  <a:lnTo>
                    <a:pt x="1640761" y="578366"/>
                  </a:lnTo>
                  <a:lnTo>
                    <a:pt x="1641422" y="573641"/>
                  </a:lnTo>
                  <a:lnTo>
                    <a:pt x="1642082" y="579985"/>
                  </a:lnTo>
                  <a:lnTo>
                    <a:pt x="1642743" y="583694"/>
                  </a:lnTo>
                  <a:lnTo>
                    <a:pt x="1643403" y="577971"/>
                  </a:lnTo>
                  <a:lnTo>
                    <a:pt x="1644064" y="582794"/>
                  </a:lnTo>
                  <a:lnTo>
                    <a:pt x="1644724" y="606840"/>
                  </a:lnTo>
                  <a:lnTo>
                    <a:pt x="1645385" y="610148"/>
                  </a:lnTo>
                  <a:lnTo>
                    <a:pt x="1646046" y="601733"/>
                  </a:lnTo>
                  <a:lnTo>
                    <a:pt x="1646706" y="604287"/>
                  </a:lnTo>
                  <a:lnTo>
                    <a:pt x="1647367" y="609377"/>
                  </a:lnTo>
                  <a:lnTo>
                    <a:pt x="1648027" y="600539"/>
                  </a:lnTo>
                  <a:lnTo>
                    <a:pt x="1648688" y="598644"/>
                  </a:lnTo>
                  <a:lnTo>
                    <a:pt x="1649348" y="586669"/>
                  </a:lnTo>
                  <a:lnTo>
                    <a:pt x="1650009" y="606217"/>
                  </a:lnTo>
                  <a:lnTo>
                    <a:pt x="1650669" y="600668"/>
                  </a:lnTo>
                  <a:lnTo>
                    <a:pt x="1651330" y="607206"/>
                  </a:lnTo>
                  <a:lnTo>
                    <a:pt x="1651990" y="612975"/>
                  </a:lnTo>
                  <a:lnTo>
                    <a:pt x="1652651" y="594506"/>
                  </a:lnTo>
                  <a:lnTo>
                    <a:pt x="1653311" y="607206"/>
                  </a:lnTo>
                  <a:lnTo>
                    <a:pt x="1653972" y="614864"/>
                  </a:lnTo>
                  <a:lnTo>
                    <a:pt x="1654632" y="594506"/>
                  </a:lnTo>
                  <a:lnTo>
                    <a:pt x="1655293" y="602933"/>
                  </a:lnTo>
                  <a:lnTo>
                    <a:pt x="1655953" y="612975"/>
                  </a:lnTo>
                  <a:lnTo>
                    <a:pt x="1656614" y="604287"/>
                  </a:lnTo>
                  <a:lnTo>
                    <a:pt x="1657275" y="599225"/>
                  </a:lnTo>
                  <a:lnTo>
                    <a:pt x="1657935" y="594849"/>
                  </a:lnTo>
                  <a:lnTo>
                    <a:pt x="1658596" y="583224"/>
                  </a:lnTo>
                  <a:lnTo>
                    <a:pt x="1659256" y="587011"/>
                  </a:lnTo>
                  <a:lnTo>
                    <a:pt x="1659917" y="602687"/>
                  </a:lnTo>
                  <a:lnTo>
                    <a:pt x="1660577" y="610706"/>
                  </a:lnTo>
                  <a:lnTo>
                    <a:pt x="1661238" y="604041"/>
                  </a:lnTo>
                  <a:lnTo>
                    <a:pt x="1661898" y="609252"/>
                  </a:lnTo>
                  <a:lnTo>
                    <a:pt x="1662559" y="600214"/>
                  </a:lnTo>
                  <a:lnTo>
                    <a:pt x="1663219" y="599780"/>
                  </a:lnTo>
                  <a:lnTo>
                    <a:pt x="1663880" y="584156"/>
                  </a:lnTo>
                  <a:lnTo>
                    <a:pt x="1664540" y="607368"/>
                  </a:lnTo>
                  <a:lnTo>
                    <a:pt x="1665201" y="617373"/>
                  </a:lnTo>
                  <a:lnTo>
                    <a:pt x="1665861" y="610241"/>
                  </a:lnTo>
                  <a:lnTo>
                    <a:pt x="1666522" y="601170"/>
                  </a:lnTo>
                  <a:lnTo>
                    <a:pt x="1667183" y="591163"/>
                  </a:lnTo>
                  <a:lnTo>
                    <a:pt x="1667843" y="595868"/>
                  </a:lnTo>
                  <a:lnTo>
                    <a:pt x="1668504" y="589193"/>
                  </a:lnTo>
                  <a:lnTo>
                    <a:pt x="1669164" y="614864"/>
                  </a:lnTo>
                  <a:lnTo>
                    <a:pt x="1669825" y="618897"/>
                  </a:lnTo>
                  <a:lnTo>
                    <a:pt x="1670485" y="614864"/>
                  </a:lnTo>
                  <a:lnTo>
                    <a:pt x="1671146" y="604267"/>
                  </a:lnTo>
                  <a:lnTo>
                    <a:pt x="1671806" y="598419"/>
                  </a:lnTo>
                  <a:lnTo>
                    <a:pt x="1672467" y="597725"/>
                  </a:lnTo>
                  <a:lnTo>
                    <a:pt x="1673127" y="603487"/>
                  </a:lnTo>
                  <a:lnTo>
                    <a:pt x="1673788" y="590720"/>
                  </a:lnTo>
                  <a:lnTo>
                    <a:pt x="1674448" y="613030"/>
                  </a:lnTo>
                  <a:lnTo>
                    <a:pt x="1675109" y="619124"/>
                  </a:lnTo>
                  <a:lnTo>
                    <a:pt x="1675769" y="616460"/>
                  </a:lnTo>
                  <a:lnTo>
                    <a:pt x="1676430" y="618654"/>
                  </a:lnTo>
                  <a:lnTo>
                    <a:pt x="1677091" y="616711"/>
                  </a:lnTo>
                  <a:lnTo>
                    <a:pt x="1677751" y="612048"/>
                  </a:lnTo>
                  <a:lnTo>
                    <a:pt x="1678412" y="605017"/>
                  </a:lnTo>
                  <a:lnTo>
                    <a:pt x="1679072" y="593708"/>
                  </a:lnTo>
                  <a:lnTo>
                    <a:pt x="1679733" y="582199"/>
                  </a:lnTo>
                  <a:lnTo>
                    <a:pt x="1680393" y="591163"/>
                  </a:lnTo>
                  <a:lnTo>
                    <a:pt x="1681054" y="614678"/>
                  </a:lnTo>
                  <a:lnTo>
                    <a:pt x="1681714" y="616435"/>
                  </a:lnTo>
                  <a:lnTo>
                    <a:pt x="1682375" y="612181"/>
                  </a:lnTo>
                  <a:lnTo>
                    <a:pt x="1683035" y="610148"/>
                  </a:lnTo>
                  <a:lnTo>
                    <a:pt x="1683696" y="602634"/>
                  </a:lnTo>
                  <a:lnTo>
                    <a:pt x="1684356" y="579963"/>
                  </a:lnTo>
                  <a:lnTo>
                    <a:pt x="1685017" y="571263"/>
                  </a:lnTo>
                  <a:lnTo>
                    <a:pt x="1685677" y="594427"/>
                  </a:lnTo>
                  <a:lnTo>
                    <a:pt x="1686338" y="608497"/>
                  </a:lnTo>
                  <a:lnTo>
                    <a:pt x="1686998" y="605436"/>
                  </a:lnTo>
                  <a:lnTo>
                    <a:pt x="1687659" y="603346"/>
                  </a:lnTo>
                  <a:lnTo>
                    <a:pt x="1688320" y="591163"/>
                  </a:lnTo>
                  <a:lnTo>
                    <a:pt x="1688980" y="577508"/>
                  </a:lnTo>
                  <a:lnTo>
                    <a:pt x="1689641" y="573503"/>
                  </a:lnTo>
                  <a:lnTo>
                    <a:pt x="1690301" y="589676"/>
                  </a:lnTo>
                  <a:lnTo>
                    <a:pt x="1690962" y="604041"/>
                  </a:lnTo>
                  <a:lnTo>
                    <a:pt x="1691622" y="599438"/>
                  </a:lnTo>
                  <a:lnTo>
                    <a:pt x="1692283" y="591343"/>
                  </a:lnTo>
                  <a:lnTo>
                    <a:pt x="1692943" y="596696"/>
                  </a:lnTo>
                  <a:lnTo>
                    <a:pt x="1693604" y="594849"/>
                  </a:lnTo>
                  <a:lnTo>
                    <a:pt x="1694264" y="612214"/>
                  </a:lnTo>
                  <a:lnTo>
                    <a:pt x="1694925" y="612214"/>
                  </a:lnTo>
                  <a:lnTo>
                    <a:pt x="1695585" y="583224"/>
                  </a:lnTo>
                  <a:lnTo>
                    <a:pt x="1696246" y="589787"/>
                  </a:lnTo>
                  <a:lnTo>
                    <a:pt x="1696906" y="616126"/>
                  </a:lnTo>
                  <a:lnTo>
                    <a:pt x="1697567" y="616555"/>
                  </a:lnTo>
                  <a:lnTo>
                    <a:pt x="1698228" y="606749"/>
                  </a:lnTo>
                  <a:lnTo>
                    <a:pt x="1698888" y="591497"/>
                  </a:lnTo>
                  <a:lnTo>
                    <a:pt x="1699549" y="548437"/>
                  </a:lnTo>
                  <a:lnTo>
                    <a:pt x="1700209" y="538027"/>
                  </a:lnTo>
                  <a:lnTo>
                    <a:pt x="1700870" y="572249"/>
                  </a:lnTo>
                  <a:lnTo>
                    <a:pt x="1701530" y="578730"/>
                  </a:lnTo>
                  <a:lnTo>
                    <a:pt x="1702191" y="588354"/>
                  </a:lnTo>
                  <a:lnTo>
                    <a:pt x="1702851" y="609323"/>
                  </a:lnTo>
                  <a:lnTo>
                    <a:pt x="1703512" y="601135"/>
                  </a:lnTo>
                  <a:lnTo>
                    <a:pt x="1704172" y="577099"/>
                  </a:lnTo>
                  <a:lnTo>
                    <a:pt x="1704833" y="583224"/>
                  </a:lnTo>
                  <a:lnTo>
                    <a:pt x="1705493" y="612704"/>
                  </a:lnTo>
                  <a:lnTo>
                    <a:pt x="1706154" y="615231"/>
                  </a:lnTo>
                  <a:lnTo>
                    <a:pt x="1706814" y="606015"/>
                  </a:lnTo>
                  <a:lnTo>
                    <a:pt x="1707475" y="592081"/>
                  </a:lnTo>
                  <a:lnTo>
                    <a:pt x="1708136" y="592178"/>
                  </a:lnTo>
                  <a:lnTo>
                    <a:pt x="1708796" y="575663"/>
                  </a:lnTo>
                  <a:lnTo>
                    <a:pt x="1709457" y="554210"/>
                  </a:lnTo>
                  <a:lnTo>
                    <a:pt x="1710117" y="541018"/>
                  </a:lnTo>
                  <a:lnTo>
                    <a:pt x="1710778" y="538027"/>
                  </a:lnTo>
                  <a:lnTo>
                    <a:pt x="1711438" y="554695"/>
                  </a:lnTo>
                  <a:lnTo>
                    <a:pt x="1712099" y="561095"/>
                  </a:lnTo>
                  <a:lnTo>
                    <a:pt x="1712759" y="561095"/>
                  </a:lnTo>
                  <a:lnTo>
                    <a:pt x="1713420" y="591497"/>
                  </a:lnTo>
                  <a:lnTo>
                    <a:pt x="1714080" y="612740"/>
                  </a:lnTo>
                  <a:lnTo>
                    <a:pt x="1714741" y="616555"/>
                  </a:lnTo>
                  <a:lnTo>
                    <a:pt x="1715401" y="616640"/>
                  </a:lnTo>
                  <a:lnTo>
                    <a:pt x="1716062" y="618572"/>
                  </a:lnTo>
                  <a:lnTo>
                    <a:pt x="1716722" y="616555"/>
                  </a:lnTo>
                  <a:lnTo>
                    <a:pt x="1717383" y="616514"/>
                  </a:lnTo>
                  <a:lnTo>
                    <a:pt x="1718044" y="615997"/>
                  </a:lnTo>
                  <a:lnTo>
                    <a:pt x="1718704" y="615667"/>
                  </a:lnTo>
                  <a:lnTo>
                    <a:pt x="1719365" y="587587"/>
                  </a:lnTo>
                  <a:lnTo>
                    <a:pt x="1720025" y="585307"/>
                  </a:lnTo>
                  <a:lnTo>
                    <a:pt x="1720686" y="608337"/>
                  </a:lnTo>
                  <a:lnTo>
                    <a:pt x="1721346" y="616435"/>
                  </a:lnTo>
                  <a:lnTo>
                    <a:pt x="1722007" y="599019"/>
                  </a:lnTo>
                  <a:lnTo>
                    <a:pt x="1722667" y="562167"/>
                  </a:lnTo>
                  <a:lnTo>
                    <a:pt x="1723328" y="583224"/>
                  </a:lnTo>
                  <a:lnTo>
                    <a:pt x="1723988" y="614602"/>
                  </a:lnTo>
                  <a:lnTo>
                    <a:pt x="1724649" y="616555"/>
                  </a:lnTo>
                  <a:lnTo>
                    <a:pt x="1725309" y="612740"/>
                  </a:lnTo>
                  <a:lnTo>
                    <a:pt x="1725970" y="574408"/>
                  </a:lnTo>
                  <a:lnTo>
                    <a:pt x="1726630" y="535452"/>
                  </a:lnTo>
                  <a:lnTo>
                    <a:pt x="1727291" y="539138"/>
                  </a:lnTo>
                  <a:lnTo>
                    <a:pt x="1727951" y="547323"/>
                  </a:lnTo>
                  <a:lnTo>
                    <a:pt x="1728612" y="547815"/>
                  </a:lnTo>
                  <a:lnTo>
                    <a:pt x="1729273" y="593341"/>
                  </a:lnTo>
                  <a:lnTo>
                    <a:pt x="1729933" y="613533"/>
                  </a:lnTo>
                  <a:lnTo>
                    <a:pt x="1730594" y="605994"/>
                  </a:lnTo>
                  <a:lnTo>
                    <a:pt x="1731254" y="578730"/>
                  </a:lnTo>
                  <a:lnTo>
                    <a:pt x="1731915" y="562780"/>
                  </a:lnTo>
                  <a:lnTo>
                    <a:pt x="1732575" y="553581"/>
                  </a:lnTo>
                  <a:lnTo>
                    <a:pt x="1733236" y="551841"/>
                  </a:lnTo>
                  <a:lnTo>
                    <a:pt x="1733896" y="551841"/>
                  </a:lnTo>
                  <a:lnTo>
                    <a:pt x="1734557" y="562780"/>
                  </a:lnTo>
                  <a:lnTo>
                    <a:pt x="1735217" y="590923"/>
                  </a:lnTo>
                  <a:lnTo>
                    <a:pt x="1735878" y="594849"/>
                  </a:lnTo>
                  <a:lnTo>
                    <a:pt x="1736538" y="583224"/>
                  </a:lnTo>
                  <a:lnTo>
                    <a:pt x="1737199" y="570215"/>
                  </a:lnTo>
                  <a:lnTo>
                    <a:pt x="1737859" y="572451"/>
                  </a:lnTo>
                  <a:lnTo>
                    <a:pt x="1738520" y="583224"/>
                  </a:lnTo>
                  <a:lnTo>
                    <a:pt x="1739181" y="578730"/>
                  </a:lnTo>
                  <a:lnTo>
                    <a:pt x="1739841" y="568224"/>
                  </a:lnTo>
                  <a:lnTo>
                    <a:pt x="1740502" y="556677"/>
                  </a:lnTo>
                  <a:lnTo>
                    <a:pt x="1741162" y="599225"/>
                  </a:lnTo>
                  <a:lnTo>
                    <a:pt x="1741823" y="615272"/>
                  </a:lnTo>
                  <a:lnTo>
                    <a:pt x="1742483" y="616555"/>
                  </a:lnTo>
                  <a:lnTo>
                    <a:pt x="1743144" y="616353"/>
                  </a:lnTo>
                  <a:lnTo>
                    <a:pt x="1743804" y="596696"/>
                  </a:lnTo>
                  <a:lnTo>
                    <a:pt x="1744465" y="578730"/>
                  </a:lnTo>
                  <a:lnTo>
                    <a:pt x="1745125" y="570215"/>
                  </a:lnTo>
                  <a:lnTo>
                    <a:pt x="1745786" y="570215"/>
                  </a:lnTo>
                  <a:lnTo>
                    <a:pt x="1746446" y="568618"/>
                  </a:lnTo>
                  <a:lnTo>
                    <a:pt x="1747107" y="561095"/>
                  </a:lnTo>
                  <a:lnTo>
                    <a:pt x="1747767" y="570215"/>
                  </a:lnTo>
                  <a:lnTo>
                    <a:pt x="1748428" y="583224"/>
                  </a:lnTo>
                  <a:lnTo>
                    <a:pt x="1749089" y="599438"/>
                  </a:lnTo>
                  <a:lnTo>
                    <a:pt x="1749749" y="610706"/>
                  </a:lnTo>
                  <a:lnTo>
                    <a:pt x="1750410" y="597918"/>
                  </a:lnTo>
                  <a:lnTo>
                    <a:pt x="1751070" y="612214"/>
                  </a:lnTo>
                  <a:lnTo>
                    <a:pt x="1751731" y="600632"/>
                  </a:lnTo>
                  <a:lnTo>
                    <a:pt x="1752391" y="572249"/>
                  </a:lnTo>
                  <a:lnTo>
                    <a:pt x="1753052" y="563893"/>
                  </a:lnTo>
                  <a:lnTo>
                    <a:pt x="1753712" y="568618"/>
                  </a:lnTo>
                  <a:lnTo>
                    <a:pt x="1754373" y="591343"/>
                  </a:lnTo>
                  <a:lnTo>
                    <a:pt x="1755033" y="611496"/>
                  </a:lnTo>
                  <a:lnTo>
                    <a:pt x="1755694" y="601135"/>
                  </a:lnTo>
                  <a:lnTo>
                    <a:pt x="1756354" y="583860"/>
                  </a:lnTo>
                  <a:lnTo>
                    <a:pt x="1757015" y="583224"/>
                  </a:lnTo>
                  <a:lnTo>
                    <a:pt x="1757675" y="577185"/>
                  </a:lnTo>
                  <a:lnTo>
                    <a:pt x="1758336" y="574408"/>
                  </a:lnTo>
                  <a:lnTo>
                    <a:pt x="1758996" y="583224"/>
                  </a:lnTo>
                  <a:lnTo>
                    <a:pt x="1759657" y="580759"/>
                  </a:lnTo>
                  <a:lnTo>
                    <a:pt x="1760318" y="608877"/>
                  </a:lnTo>
                  <a:lnTo>
                    <a:pt x="1760978" y="616876"/>
                  </a:lnTo>
                  <a:lnTo>
                    <a:pt x="1761639" y="616876"/>
                  </a:lnTo>
                  <a:lnTo>
                    <a:pt x="1762299" y="616876"/>
                  </a:lnTo>
                  <a:lnTo>
                    <a:pt x="1762960" y="616876"/>
                  </a:lnTo>
                  <a:lnTo>
                    <a:pt x="1763620" y="609312"/>
                  </a:lnTo>
                  <a:lnTo>
                    <a:pt x="1764281" y="605166"/>
                  </a:lnTo>
                  <a:lnTo>
                    <a:pt x="1764941" y="608041"/>
                  </a:lnTo>
                  <a:lnTo>
                    <a:pt x="1765602" y="616962"/>
                  </a:lnTo>
                  <a:lnTo>
                    <a:pt x="1766262" y="616876"/>
                  </a:lnTo>
                  <a:lnTo>
                    <a:pt x="1766923" y="611694"/>
                  </a:lnTo>
                  <a:lnTo>
                    <a:pt x="1767583" y="580710"/>
                  </a:lnTo>
                  <a:lnTo>
                    <a:pt x="1768244" y="579165"/>
                  </a:lnTo>
                  <a:lnTo>
                    <a:pt x="1768904" y="564760"/>
                  </a:lnTo>
                  <a:lnTo>
                    <a:pt x="1769565" y="551495"/>
                  </a:lnTo>
                  <a:lnTo>
                    <a:pt x="1770226" y="574432"/>
                  </a:lnTo>
                  <a:lnTo>
                    <a:pt x="1770886" y="613854"/>
                  </a:lnTo>
                  <a:lnTo>
                    <a:pt x="1771547" y="601205"/>
                  </a:lnTo>
                  <a:lnTo>
                    <a:pt x="1772207" y="590888"/>
                  </a:lnTo>
                  <a:lnTo>
                    <a:pt x="1772868" y="596141"/>
                  </a:lnTo>
                  <a:lnTo>
                    <a:pt x="1773528" y="606344"/>
                  </a:lnTo>
                  <a:lnTo>
                    <a:pt x="1774189" y="613883"/>
                  </a:lnTo>
                  <a:lnTo>
                    <a:pt x="1774849" y="590517"/>
                  </a:lnTo>
                  <a:lnTo>
                    <a:pt x="1775510" y="600967"/>
                  </a:lnTo>
                  <a:lnTo>
                    <a:pt x="1776170" y="591950"/>
                  </a:lnTo>
                  <a:lnTo>
                    <a:pt x="1776831" y="598705"/>
                  </a:lnTo>
                  <a:lnTo>
                    <a:pt x="1777491" y="601419"/>
                  </a:lnTo>
                  <a:lnTo>
                    <a:pt x="1778152" y="602612"/>
                  </a:lnTo>
                  <a:lnTo>
                    <a:pt x="1778812" y="585205"/>
                  </a:lnTo>
                  <a:lnTo>
                    <a:pt x="1779473" y="605166"/>
                  </a:lnTo>
                  <a:lnTo>
                    <a:pt x="1780134" y="611027"/>
                  </a:lnTo>
                  <a:lnTo>
                    <a:pt x="1780794" y="607070"/>
                  </a:lnTo>
                  <a:lnTo>
                    <a:pt x="1781455" y="609860"/>
                  </a:lnTo>
                  <a:lnTo>
                    <a:pt x="1782115" y="605166"/>
                  </a:lnTo>
                  <a:lnTo>
                    <a:pt x="1782776" y="602612"/>
                  </a:lnTo>
                  <a:lnTo>
                    <a:pt x="1783436" y="601419"/>
                  </a:lnTo>
                  <a:lnTo>
                    <a:pt x="1784097" y="607070"/>
                  </a:lnTo>
                  <a:lnTo>
                    <a:pt x="1784757" y="618893"/>
                  </a:lnTo>
                  <a:lnTo>
                    <a:pt x="1785418" y="617090"/>
                  </a:lnTo>
                  <a:lnTo>
                    <a:pt x="1786078" y="617090"/>
                  </a:lnTo>
                  <a:lnTo>
                    <a:pt x="1786739" y="616289"/>
                  </a:lnTo>
                  <a:lnTo>
                    <a:pt x="1787399" y="598676"/>
                  </a:lnTo>
                  <a:lnTo>
                    <a:pt x="1788060" y="599898"/>
                  </a:lnTo>
                  <a:lnTo>
                    <a:pt x="1788720" y="615240"/>
                  </a:lnTo>
                  <a:lnTo>
                    <a:pt x="1789381" y="616876"/>
                  </a:lnTo>
                  <a:lnTo>
                    <a:pt x="1790042" y="616876"/>
                  </a:lnTo>
                  <a:lnTo>
                    <a:pt x="1790702" y="617090"/>
                  </a:lnTo>
                  <a:lnTo>
                    <a:pt x="1791363" y="618262"/>
                  </a:lnTo>
                  <a:lnTo>
                    <a:pt x="1792023" y="616876"/>
                  </a:lnTo>
                  <a:lnTo>
                    <a:pt x="1792684" y="616876"/>
                  </a:lnTo>
                  <a:lnTo>
                    <a:pt x="1793344" y="618893"/>
                  </a:lnTo>
                  <a:lnTo>
                    <a:pt x="1794005" y="608105"/>
                  </a:lnTo>
                  <a:lnTo>
                    <a:pt x="1794665" y="606974"/>
                  </a:lnTo>
                  <a:lnTo>
                    <a:pt x="1795326" y="612251"/>
                  </a:lnTo>
                  <a:lnTo>
                    <a:pt x="1795986" y="616257"/>
                  </a:lnTo>
                  <a:lnTo>
                    <a:pt x="1796647" y="615464"/>
                  </a:lnTo>
                  <a:lnTo>
                    <a:pt x="1797307" y="601410"/>
                  </a:lnTo>
                  <a:lnTo>
                    <a:pt x="1797968" y="586466"/>
                  </a:lnTo>
                  <a:lnTo>
                    <a:pt x="1798628" y="607165"/>
                  </a:lnTo>
                  <a:lnTo>
                    <a:pt x="1799289" y="613995"/>
                  </a:lnTo>
                  <a:lnTo>
                    <a:pt x="1799949" y="614938"/>
                  </a:lnTo>
                  <a:lnTo>
                    <a:pt x="1800610" y="613966"/>
                  </a:lnTo>
                  <a:lnTo>
                    <a:pt x="1801271" y="612799"/>
                  </a:lnTo>
                  <a:lnTo>
                    <a:pt x="1801931" y="614633"/>
                  </a:lnTo>
                  <a:lnTo>
                    <a:pt x="1802592" y="612799"/>
                  </a:lnTo>
                  <a:lnTo>
                    <a:pt x="1803252" y="611817"/>
                  </a:lnTo>
                  <a:lnTo>
                    <a:pt x="1803913" y="616229"/>
                  </a:lnTo>
                  <a:lnTo>
                    <a:pt x="1804573" y="616229"/>
                  </a:lnTo>
                  <a:lnTo>
                    <a:pt x="1805234" y="614633"/>
                  </a:lnTo>
                  <a:lnTo>
                    <a:pt x="1805894" y="612799"/>
                  </a:lnTo>
                  <a:lnTo>
                    <a:pt x="1806555" y="613236"/>
                  </a:lnTo>
                  <a:lnTo>
                    <a:pt x="1807215" y="613522"/>
                  </a:lnTo>
                  <a:lnTo>
                    <a:pt x="1807876" y="611857"/>
                  </a:lnTo>
                  <a:lnTo>
                    <a:pt x="1808536" y="613265"/>
                  </a:lnTo>
                  <a:lnTo>
                    <a:pt x="1809197" y="610078"/>
                  </a:lnTo>
                  <a:lnTo>
                    <a:pt x="1809857" y="600505"/>
                  </a:lnTo>
                  <a:lnTo>
                    <a:pt x="1810518" y="590557"/>
                  </a:lnTo>
                  <a:lnTo>
                    <a:pt x="1811179" y="611440"/>
                  </a:lnTo>
                  <a:lnTo>
                    <a:pt x="1811839" y="608405"/>
                  </a:lnTo>
                  <a:lnTo>
                    <a:pt x="1812500" y="602673"/>
                  </a:lnTo>
                  <a:lnTo>
                    <a:pt x="1813160" y="583664"/>
                  </a:lnTo>
                  <a:lnTo>
                    <a:pt x="1813821" y="569579"/>
                  </a:lnTo>
                  <a:lnTo>
                    <a:pt x="1814481" y="562736"/>
                  </a:lnTo>
                  <a:lnTo>
                    <a:pt x="1815142" y="562736"/>
                  </a:lnTo>
                  <a:lnTo>
                    <a:pt x="1815802" y="582449"/>
                  </a:lnTo>
                  <a:lnTo>
                    <a:pt x="1816463" y="585245"/>
                  </a:lnTo>
                  <a:lnTo>
                    <a:pt x="1817123" y="563115"/>
                  </a:lnTo>
                  <a:lnTo>
                    <a:pt x="1817784" y="563115"/>
                  </a:lnTo>
                  <a:lnTo>
                    <a:pt x="1818444" y="574269"/>
                  </a:lnTo>
                  <a:lnTo>
                    <a:pt x="1819105" y="580751"/>
                  </a:lnTo>
                  <a:lnTo>
                    <a:pt x="1819765" y="589031"/>
                  </a:lnTo>
                  <a:lnTo>
                    <a:pt x="1820426" y="589031"/>
                  </a:lnTo>
                  <a:lnTo>
                    <a:pt x="1821087" y="583238"/>
                  </a:lnTo>
                  <a:lnTo>
                    <a:pt x="1821747" y="585245"/>
                  </a:lnTo>
                  <a:lnTo>
                    <a:pt x="1822408" y="591807"/>
                  </a:lnTo>
                  <a:lnTo>
                    <a:pt x="1823068" y="611067"/>
                  </a:lnTo>
                  <a:lnTo>
                    <a:pt x="1823729" y="616917"/>
                  </a:lnTo>
                  <a:lnTo>
                    <a:pt x="1824389" y="616917"/>
                  </a:lnTo>
                  <a:lnTo>
                    <a:pt x="1825050" y="607110"/>
                  </a:lnTo>
                  <a:lnTo>
                    <a:pt x="1825710" y="549782"/>
                  </a:lnTo>
                  <a:lnTo>
                    <a:pt x="1826371" y="535410"/>
                  </a:lnTo>
                  <a:lnTo>
                    <a:pt x="1827031" y="546725"/>
                  </a:lnTo>
                  <a:lnTo>
                    <a:pt x="1827692" y="554976"/>
                  </a:lnTo>
                  <a:lnTo>
                    <a:pt x="1828352" y="580751"/>
                  </a:lnTo>
                  <a:lnTo>
                    <a:pt x="1829013" y="600023"/>
                  </a:lnTo>
                  <a:lnTo>
                    <a:pt x="1829673" y="607110"/>
                  </a:lnTo>
                  <a:lnTo>
                    <a:pt x="1830334" y="614963"/>
                  </a:lnTo>
                  <a:lnTo>
                    <a:pt x="1830994" y="614963"/>
                  </a:lnTo>
                  <a:lnTo>
                    <a:pt x="1831655" y="616715"/>
                  </a:lnTo>
                  <a:lnTo>
                    <a:pt x="1832316" y="616917"/>
                  </a:lnTo>
                  <a:lnTo>
                    <a:pt x="1832976" y="616917"/>
                  </a:lnTo>
                  <a:lnTo>
                    <a:pt x="1833637" y="616516"/>
                  </a:lnTo>
                  <a:lnTo>
                    <a:pt x="1834297" y="611763"/>
                  </a:lnTo>
                  <a:lnTo>
                    <a:pt x="1834958" y="599618"/>
                  </a:lnTo>
                  <a:lnTo>
                    <a:pt x="1835618" y="598481"/>
                  </a:lnTo>
                  <a:lnTo>
                    <a:pt x="1836279" y="591919"/>
                  </a:lnTo>
                  <a:lnTo>
                    <a:pt x="1836939" y="579800"/>
                  </a:lnTo>
                  <a:lnTo>
                    <a:pt x="1837600" y="585427"/>
                  </a:lnTo>
                  <a:lnTo>
                    <a:pt x="1838260" y="607139"/>
                  </a:lnTo>
                  <a:lnTo>
                    <a:pt x="1838921" y="612604"/>
                  </a:lnTo>
                  <a:lnTo>
                    <a:pt x="1839581" y="614963"/>
                  </a:lnTo>
                  <a:lnTo>
                    <a:pt x="1840242" y="608918"/>
                  </a:lnTo>
                  <a:lnTo>
                    <a:pt x="1840902" y="601274"/>
                  </a:lnTo>
                  <a:lnTo>
                    <a:pt x="1841563" y="608946"/>
                  </a:lnTo>
                  <a:lnTo>
                    <a:pt x="1842224" y="610612"/>
                  </a:lnTo>
                  <a:lnTo>
                    <a:pt x="1842884" y="597119"/>
                  </a:lnTo>
                  <a:lnTo>
                    <a:pt x="1843545" y="590557"/>
                  </a:lnTo>
                  <a:lnTo>
                    <a:pt x="1844205" y="594343"/>
                  </a:lnTo>
                  <a:lnTo>
                    <a:pt x="1844866" y="604704"/>
                  </a:lnTo>
                  <a:lnTo>
                    <a:pt x="1845526" y="611763"/>
                  </a:lnTo>
                  <a:lnTo>
                    <a:pt x="1846187" y="603881"/>
                  </a:lnTo>
                  <a:lnTo>
                    <a:pt x="1846847" y="591807"/>
                  </a:lnTo>
                  <a:lnTo>
                    <a:pt x="1847508" y="579205"/>
                  </a:lnTo>
                  <a:lnTo>
                    <a:pt x="1848168" y="579205"/>
                  </a:lnTo>
                  <a:lnTo>
                    <a:pt x="1848829" y="606356"/>
                  </a:lnTo>
                  <a:lnTo>
                    <a:pt x="1849489" y="605207"/>
                  </a:lnTo>
                  <a:lnTo>
                    <a:pt x="1850150" y="596152"/>
                  </a:lnTo>
                  <a:lnTo>
                    <a:pt x="1850810" y="590928"/>
                  </a:lnTo>
                  <a:lnTo>
                    <a:pt x="1851471" y="599938"/>
                  </a:lnTo>
                  <a:lnTo>
                    <a:pt x="1852132" y="607110"/>
                  </a:lnTo>
                  <a:lnTo>
                    <a:pt x="1852792" y="596869"/>
                  </a:lnTo>
                  <a:lnTo>
                    <a:pt x="1853453" y="601245"/>
                  </a:lnTo>
                  <a:lnTo>
                    <a:pt x="1854113" y="601245"/>
                  </a:lnTo>
                  <a:lnTo>
                    <a:pt x="1854774" y="593363"/>
                  </a:lnTo>
                  <a:lnTo>
                    <a:pt x="1855434" y="585245"/>
                  </a:lnTo>
                  <a:lnTo>
                    <a:pt x="1856095" y="574269"/>
                  </a:lnTo>
                  <a:lnTo>
                    <a:pt x="1856755" y="574269"/>
                  </a:lnTo>
                  <a:lnTo>
                    <a:pt x="1857416" y="563115"/>
                  </a:lnTo>
                  <a:lnTo>
                    <a:pt x="1858076" y="565914"/>
                  </a:lnTo>
                  <a:lnTo>
                    <a:pt x="1858737" y="585245"/>
                  </a:lnTo>
                  <a:lnTo>
                    <a:pt x="1859397" y="605207"/>
                  </a:lnTo>
                  <a:lnTo>
                    <a:pt x="1860058" y="614456"/>
                  </a:lnTo>
                  <a:lnTo>
                    <a:pt x="1860718" y="616917"/>
                  </a:lnTo>
                  <a:lnTo>
                    <a:pt x="1861379" y="608918"/>
                  </a:lnTo>
                  <a:lnTo>
                    <a:pt x="1862040" y="579205"/>
                  </a:lnTo>
                  <a:lnTo>
                    <a:pt x="1862700" y="593517"/>
                  </a:lnTo>
                  <a:lnTo>
                    <a:pt x="1863361" y="596152"/>
                  </a:lnTo>
                  <a:lnTo>
                    <a:pt x="1864021" y="585245"/>
                  </a:lnTo>
                  <a:lnTo>
                    <a:pt x="1864682" y="611067"/>
                  </a:lnTo>
                  <a:lnTo>
                    <a:pt x="1865342" y="614963"/>
                  </a:lnTo>
                  <a:lnTo>
                    <a:pt x="1866003" y="616800"/>
                  </a:lnTo>
                  <a:lnTo>
                    <a:pt x="1866663" y="616917"/>
                  </a:lnTo>
                  <a:lnTo>
                    <a:pt x="1867324" y="616917"/>
                  </a:lnTo>
                  <a:lnTo>
                    <a:pt x="1867984" y="616917"/>
                  </a:lnTo>
                  <a:lnTo>
                    <a:pt x="1868645" y="605207"/>
                  </a:lnTo>
                  <a:lnTo>
                    <a:pt x="1869305" y="564800"/>
                  </a:lnTo>
                  <a:lnTo>
                    <a:pt x="1869966" y="574472"/>
                  </a:lnTo>
                  <a:lnTo>
                    <a:pt x="1870626" y="590928"/>
                  </a:lnTo>
                  <a:lnTo>
                    <a:pt x="1871287" y="585245"/>
                  </a:lnTo>
                  <a:lnTo>
                    <a:pt x="1871947" y="574472"/>
                  </a:lnTo>
                  <a:lnTo>
                    <a:pt x="1872608" y="549343"/>
                  </a:lnTo>
                  <a:lnTo>
                    <a:pt x="1873269" y="546864"/>
                  </a:lnTo>
                  <a:lnTo>
                    <a:pt x="1873929" y="556735"/>
                  </a:lnTo>
                  <a:lnTo>
                    <a:pt x="1874590" y="563115"/>
                  </a:lnTo>
                  <a:lnTo>
                    <a:pt x="1875250" y="592944"/>
                  </a:lnTo>
                  <a:lnTo>
                    <a:pt x="1875911" y="603155"/>
                  </a:lnTo>
                  <a:lnTo>
                    <a:pt x="1876571" y="605985"/>
                  </a:lnTo>
                  <a:lnTo>
                    <a:pt x="1877232" y="607015"/>
                  </a:lnTo>
                  <a:lnTo>
                    <a:pt x="1877892" y="589031"/>
                  </a:lnTo>
                  <a:lnTo>
                    <a:pt x="1878553" y="585245"/>
                  </a:lnTo>
                  <a:lnTo>
                    <a:pt x="1879213" y="587999"/>
                  </a:lnTo>
                  <a:lnTo>
                    <a:pt x="1879874" y="601245"/>
                  </a:lnTo>
                  <a:lnTo>
                    <a:pt x="1880534" y="618933"/>
                  </a:lnTo>
                  <a:lnTo>
                    <a:pt x="1881195" y="618177"/>
                  </a:lnTo>
                  <a:lnTo>
                    <a:pt x="1881855" y="616520"/>
                  </a:lnTo>
                  <a:lnTo>
                    <a:pt x="1882516" y="616830"/>
                  </a:lnTo>
                  <a:lnTo>
                    <a:pt x="1883177" y="610297"/>
                  </a:lnTo>
                  <a:lnTo>
                    <a:pt x="1883837" y="613923"/>
                  </a:lnTo>
                  <a:lnTo>
                    <a:pt x="1884498" y="616743"/>
                  </a:lnTo>
                  <a:lnTo>
                    <a:pt x="1885158" y="589214"/>
                  </a:lnTo>
                  <a:lnTo>
                    <a:pt x="1885819" y="573479"/>
                  </a:lnTo>
                  <a:lnTo>
                    <a:pt x="1886479" y="591001"/>
                  </a:lnTo>
                  <a:lnTo>
                    <a:pt x="1887140" y="610612"/>
                  </a:lnTo>
                  <a:lnTo>
                    <a:pt x="1887800" y="585427"/>
                  </a:lnTo>
                  <a:lnTo>
                    <a:pt x="1888461" y="572236"/>
                  </a:lnTo>
                  <a:lnTo>
                    <a:pt x="1889121" y="565914"/>
                  </a:lnTo>
                  <a:lnTo>
                    <a:pt x="1889782" y="579205"/>
                  </a:lnTo>
                  <a:lnTo>
                    <a:pt x="1890442" y="585245"/>
                  </a:lnTo>
                  <a:lnTo>
                    <a:pt x="1891103" y="583420"/>
                  </a:lnTo>
                  <a:lnTo>
                    <a:pt x="1891763" y="595376"/>
                  </a:lnTo>
                  <a:lnTo>
                    <a:pt x="1892424" y="601007"/>
                  </a:lnTo>
                  <a:lnTo>
                    <a:pt x="1893085" y="590557"/>
                  </a:lnTo>
                  <a:lnTo>
                    <a:pt x="1893745" y="585427"/>
                  </a:lnTo>
                  <a:lnTo>
                    <a:pt x="1894406" y="595376"/>
                  </a:lnTo>
                  <a:lnTo>
                    <a:pt x="1895066" y="585427"/>
                  </a:lnTo>
                  <a:lnTo>
                    <a:pt x="1895727" y="609900"/>
                  </a:lnTo>
                  <a:lnTo>
                    <a:pt x="1896387" y="618933"/>
                  </a:lnTo>
                  <a:lnTo>
                    <a:pt x="1897048" y="618463"/>
                  </a:lnTo>
                  <a:lnTo>
                    <a:pt x="1897708" y="617182"/>
                  </a:lnTo>
                  <a:lnTo>
                    <a:pt x="1898369" y="618177"/>
                  </a:lnTo>
                  <a:lnTo>
                    <a:pt x="1899029" y="617182"/>
                  </a:lnTo>
                  <a:lnTo>
                    <a:pt x="1899690" y="611067"/>
                  </a:lnTo>
                  <a:lnTo>
                    <a:pt x="1900350" y="611067"/>
                  </a:lnTo>
                  <a:lnTo>
                    <a:pt x="1901011" y="609900"/>
                  </a:lnTo>
                  <a:lnTo>
                    <a:pt x="1901671" y="599938"/>
                  </a:lnTo>
                  <a:lnTo>
                    <a:pt x="1902332" y="580751"/>
                  </a:lnTo>
                  <a:lnTo>
                    <a:pt x="1902992" y="579205"/>
                  </a:lnTo>
                  <a:lnTo>
                    <a:pt x="1903653" y="570244"/>
                  </a:lnTo>
                  <a:lnTo>
                    <a:pt x="1904314" y="585245"/>
                  </a:lnTo>
                  <a:lnTo>
                    <a:pt x="1904974" y="615987"/>
                  </a:lnTo>
                  <a:lnTo>
                    <a:pt x="1905635" y="616945"/>
                  </a:lnTo>
                  <a:lnTo>
                    <a:pt x="1906295" y="616945"/>
                  </a:lnTo>
                  <a:lnTo>
                    <a:pt x="1906956" y="603184"/>
                  </a:lnTo>
                  <a:lnTo>
                    <a:pt x="1907616" y="598676"/>
                  </a:lnTo>
                  <a:lnTo>
                    <a:pt x="1908277" y="597790"/>
                  </a:lnTo>
                  <a:lnTo>
                    <a:pt x="1908937" y="572418"/>
                  </a:lnTo>
                  <a:lnTo>
                    <a:pt x="1909598" y="565914"/>
                  </a:lnTo>
                  <a:lnTo>
                    <a:pt x="1910258" y="558697"/>
                  </a:lnTo>
                  <a:lnTo>
                    <a:pt x="1910919" y="563115"/>
                  </a:lnTo>
                  <a:lnTo>
                    <a:pt x="1911579" y="563115"/>
                  </a:lnTo>
                  <a:lnTo>
                    <a:pt x="1912240" y="556715"/>
                  </a:lnTo>
                  <a:lnTo>
                    <a:pt x="1912900" y="546908"/>
                  </a:lnTo>
                  <a:lnTo>
                    <a:pt x="1913561" y="572418"/>
                  </a:lnTo>
                  <a:lnTo>
                    <a:pt x="1914222" y="583994"/>
                  </a:lnTo>
                  <a:lnTo>
                    <a:pt x="1914882" y="589031"/>
                  </a:lnTo>
                  <a:lnTo>
                    <a:pt x="1915543" y="601274"/>
                  </a:lnTo>
                  <a:lnTo>
                    <a:pt x="1916203" y="576611"/>
                  </a:lnTo>
                  <a:lnTo>
                    <a:pt x="1916864" y="589214"/>
                  </a:lnTo>
                  <a:lnTo>
                    <a:pt x="1917524" y="585245"/>
                  </a:lnTo>
                  <a:lnTo>
                    <a:pt x="1918185" y="574472"/>
                  </a:lnTo>
                  <a:lnTo>
                    <a:pt x="1918845" y="556715"/>
                  </a:lnTo>
                  <a:lnTo>
                    <a:pt x="1919506" y="574269"/>
                  </a:lnTo>
                  <a:lnTo>
                    <a:pt x="1920166" y="585245"/>
                  </a:lnTo>
                  <a:lnTo>
                    <a:pt x="1920827" y="593517"/>
                  </a:lnTo>
                  <a:lnTo>
                    <a:pt x="1921487" y="602653"/>
                  </a:lnTo>
                  <a:lnTo>
                    <a:pt x="1922148" y="601459"/>
                  </a:lnTo>
                  <a:lnTo>
                    <a:pt x="1922808" y="616273"/>
                  </a:lnTo>
                  <a:lnTo>
                    <a:pt x="1923469" y="616945"/>
                  </a:lnTo>
                  <a:lnTo>
                    <a:pt x="1924130" y="617672"/>
                  </a:lnTo>
                  <a:lnTo>
                    <a:pt x="1924790" y="598676"/>
                  </a:lnTo>
                  <a:lnTo>
                    <a:pt x="1925451" y="614035"/>
                  </a:lnTo>
                  <a:lnTo>
                    <a:pt x="1926111" y="613130"/>
                  </a:lnTo>
                  <a:lnTo>
                    <a:pt x="1926772" y="585427"/>
                  </a:lnTo>
                  <a:lnTo>
                    <a:pt x="1927432" y="585427"/>
                  </a:lnTo>
                  <a:lnTo>
                    <a:pt x="1928093" y="590557"/>
                  </a:lnTo>
                  <a:lnTo>
                    <a:pt x="1928753" y="602406"/>
                  </a:lnTo>
                  <a:lnTo>
                    <a:pt x="1929414" y="608618"/>
                  </a:lnTo>
                  <a:lnTo>
                    <a:pt x="1930074" y="606014"/>
                  </a:lnTo>
                  <a:lnTo>
                    <a:pt x="1930735" y="612689"/>
                  </a:lnTo>
                  <a:lnTo>
                    <a:pt x="1931395" y="614456"/>
                  </a:lnTo>
                  <a:lnTo>
                    <a:pt x="1932056" y="616349"/>
                  </a:lnTo>
                  <a:lnTo>
                    <a:pt x="1932716" y="616329"/>
                  </a:lnTo>
                  <a:lnTo>
                    <a:pt x="1933377" y="612890"/>
                  </a:lnTo>
                  <a:lnTo>
                    <a:pt x="1934038" y="607891"/>
                  </a:lnTo>
                  <a:lnTo>
                    <a:pt x="1934698" y="599087"/>
                  </a:lnTo>
                  <a:lnTo>
                    <a:pt x="1935359" y="599087"/>
                  </a:lnTo>
                  <a:lnTo>
                    <a:pt x="1936019" y="609575"/>
                  </a:lnTo>
                  <a:lnTo>
                    <a:pt x="1936680" y="611821"/>
                  </a:lnTo>
                  <a:lnTo>
                    <a:pt x="1937340" y="601917"/>
                  </a:lnTo>
                  <a:lnTo>
                    <a:pt x="1938001" y="592783"/>
                  </a:lnTo>
                  <a:lnTo>
                    <a:pt x="1938661" y="597780"/>
                  </a:lnTo>
                  <a:lnTo>
                    <a:pt x="1939322" y="608909"/>
                  </a:lnTo>
                  <a:lnTo>
                    <a:pt x="1939982" y="601779"/>
                  </a:lnTo>
                  <a:lnTo>
                    <a:pt x="1940643" y="604490"/>
                  </a:lnTo>
                  <a:lnTo>
                    <a:pt x="1941303" y="607741"/>
                  </a:lnTo>
                  <a:lnTo>
                    <a:pt x="1941964" y="599087"/>
                  </a:lnTo>
                  <a:lnTo>
                    <a:pt x="1942624" y="599123"/>
                  </a:lnTo>
                  <a:lnTo>
                    <a:pt x="1943285" y="604856"/>
                  </a:lnTo>
                  <a:lnTo>
                    <a:pt x="1943945" y="597865"/>
                  </a:lnTo>
                  <a:lnTo>
                    <a:pt x="1944606" y="608710"/>
                  </a:lnTo>
                  <a:lnTo>
                    <a:pt x="1945267" y="613018"/>
                  </a:lnTo>
                  <a:lnTo>
                    <a:pt x="1945927" y="609687"/>
                  </a:lnTo>
                  <a:lnTo>
                    <a:pt x="1946588" y="606759"/>
                  </a:lnTo>
                  <a:lnTo>
                    <a:pt x="1947248" y="611848"/>
                  </a:lnTo>
                  <a:lnTo>
                    <a:pt x="1947909" y="601779"/>
                  </a:lnTo>
                  <a:lnTo>
                    <a:pt x="1948569" y="578592"/>
                  </a:lnTo>
                  <a:lnTo>
                    <a:pt x="1949230" y="578592"/>
                  </a:lnTo>
                  <a:lnTo>
                    <a:pt x="1949890" y="588770"/>
                  </a:lnTo>
                  <a:lnTo>
                    <a:pt x="1950551" y="578592"/>
                  </a:lnTo>
                  <a:lnTo>
                    <a:pt x="1951211" y="572111"/>
                  </a:lnTo>
                  <a:lnTo>
                    <a:pt x="1951872" y="563755"/>
                  </a:lnTo>
                  <a:lnTo>
                    <a:pt x="1952532" y="570083"/>
                  </a:lnTo>
                  <a:lnTo>
                    <a:pt x="1953193" y="574270"/>
                  </a:lnTo>
                  <a:lnTo>
                    <a:pt x="1953853" y="593217"/>
                  </a:lnTo>
                  <a:lnTo>
                    <a:pt x="1954514" y="613504"/>
                  </a:lnTo>
                  <a:lnTo>
                    <a:pt x="1955175" y="611764"/>
                  </a:lnTo>
                  <a:lnTo>
                    <a:pt x="1955835" y="600523"/>
                  </a:lnTo>
                  <a:lnTo>
                    <a:pt x="1956496" y="580381"/>
                  </a:lnTo>
                  <a:lnTo>
                    <a:pt x="1957156" y="567549"/>
                  </a:lnTo>
                  <a:lnTo>
                    <a:pt x="1957817" y="586872"/>
                  </a:lnTo>
                  <a:lnTo>
                    <a:pt x="1958477" y="601694"/>
                  </a:lnTo>
                  <a:lnTo>
                    <a:pt x="1959138" y="614585"/>
                  </a:lnTo>
                  <a:lnTo>
                    <a:pt x="1959798" y="614872"/>
                  </a:lnTo>
                  <a:lnTo>
                    <a:pt x="1960459" y="614787"/>
                  </a:lnTo>
                  <a:lnTo>
                    <a:pt x="1961119" y="599804"/>
                  </a:lnTo>
                  <a:lnTo>
                    <a:pt x="1961780" y="574469"/>
                  </a:lnTo>
                  <a:lnTo>
                    <a:pt x="1962440" y="588398"/>
                  </a:lnTo>
                  <a:lnTo>
                    <a:pt x="1963101" y="600523"/>
                  </a:lnTo>
                  <a:lnTo>
                    <a:pt x="1963761" y="583269"/>
                  </a:lnTo>
                  <a:lnTo>
                    <a:pt x="1964422" y="604980"/>
                  </a:lnTo>
                  <a:lnTo>
                    <a:pt x="1965083" y="614328"/>
                  </a:lnTo>
                  <a:lnTo>
                    <a:pt x="1965743" y="596558"/>
                  </a:lnTo>
                  <a:lnTo>
                    <a:pt x="1966404" y="552817"/>
                  </a:lnTo>
                  <a:lnTo>
                    <a:pt x="1967064" y="578592"/>
                  </a:lnTo>
                  <a:lnTo>
                    <a:pt x="1967725" y="597808"/>
                  </a:lnTo>
                  <a:lnTo>
                    <a:pt x="1968385" y="597808"/>
                  </a:lnTo>
                  <a:lnTo>
                    <a:pt x="1969046" y="597459"/>
                  </a:lnTo>
                  <a:lnTo>
                    <a:pt x="1969706" y="583429"/>
                  </a:lnTo>
                  <a:lnTo>
                    <a:pt x="1970367" y="599115"/>
                  </a:lnTo>
                  <a:lnTo>
                    <a:pt x="1971027" y="611764"/>
                  </a:lnTo>
                  <a:lnTo>
                    <a:pt x="1971688" y="616332"/>
                  </a:lnTo>
                  <a:lnTo>
                    <a:pt x="1972348" y="616775"/>
                  </a:lnTo>
                  <a:lnTo>
                    <a:pt x="1973009" y="616775"/>
                  </a:lnTo>
                  <a:lnTo>
                    <a:pt x="1973669" y="616803"/>
                  </a:lnTo>
                  <a:lnTo>
                    <a:pt x="1974330" y="616576"/>
                  </a:lnTo>
                  <a:lnTo>
                    <a:pt x="1974990" y="603685"/>
                  </a:lnTo>
                  <a:lnTo>
                    <a:pt x="1975651" y="602776"/>
                  </a:lnTo>
                  <a:lnTo>
                    <a:pt x="1976312" y="610604"/>
                  </a:lnTo>
                  <a:lnTo>
                    <a:pt x="1976972" y="599152"/>
                  </a:lnTo>
                  <a:lnTo>
                    <a:pt x="1977633" y="599804"/>
                  </a:lnTo>
                  <a:lnTo>
                    <a:pt x="1978293" y="594022"/>
                  </a:lnTo>
                  <a:lnTo>
                    <a:pt x="1978954" y="594022"/>
                  </a:lnTo>
                  <a:lnTo>
                    <a:pt x="1979614" y="593994"/>
                  </a:lnTo>
                  <a:lnTo>
                    <a:pt x="1980275" y="590785"/>
                  </a:lnTo>
                  <a:lnTo>
                    <a:pt x="1980935" y="593994"/>
                  </a:lnTo>
                  <a:lnTo>
                    <a:pt x="1981596" y="589649"/>
                  </a:lnTo>
                  <a:lnTo>
                    <a:pt x="1982256" y="598108"/>
                  </a:lnTo>
                  <a:lnTo>
                    <a:pt x="1982917" y="604980"/>
                  </a:lnTo>
                  <a:lnTo>
                    <a:pt x="1983577" y="608167"/>
                  </a:lnTo>
                  <a:lnTo>
                    <a:pt x="1984238" y="588842"/>
                  </a:lnTo>
                  <a:lnTo>
                    <a:pt x="1984898" y="595444"/>
                  </a:lnTo>
                  <a:lnTo>
                    <a:pt x="1985559" y="593546"/>
                  </a:lnTo>
                  <a:lnTo>
                    <a:pt x="1986220" y="581835"/>
                  </a:lnTo>
                  <a:lnTo>
                    <a:pt x="1986880" y="602724"/>
                  </a:lnTo>
                  <a:lnTo>
                    <a:pt x="1987541" y="607770"/>
                  </a:lnTo>
                  <a:lnTo>
                    <a:pt x="1988201" y="594739"/>
                  </a:lnTo>
                  <a:lnTo>
                    <a:pt x="1988862" y="599123"/>
                  </a:lnTo>
                  <a:lnTo>
                    <a:pt x="1989522" y="605037"/>
                  </a:lnTo>
                  <a:lnTo>
                    <a:pt x="1990183" y="614556"/>
                  </a:lnTo>
                  <a:lnTo>
                    <a:pt x="1990843" y="607741"/>
                  </a:lnTo>
                  <a:lnTo>
                    <a:pt x="1991504" y="583086"/>
                  </a:lnTo>
                  <a:lnTo>
                    <a:pt x="1992164" y="554557"/>
                  </a:lnTo>
                  <a:lnTo>
                    <a:pt x="1992825" y="540880"/>
                  </a:lnTo>
                  <a:lnTo>
                    <a:pt x="1993485" y="547623"/>
                  </a:lnTo>
                  <a:lnTo>
                    <a:pt x="1994146" y="585084"/>
                  </a:lnTo>
                  <a:lnTo>
                    <a:pt x="1994806" y="605622"/>
                  </a:lnTo>
                  <a:lnTo>
                    <a:pt x="1995467" y="586872"/>
                  </a:lnTo>
                  <a:lnTo>
                    <a:pt x="1996128" y="597780"/>
                  </a:lnTo>
                  <a:lnTo>
                    <a:pt x="1996788" y="608909"/>
                  </a:lnTo>
                  <a:lnTo>
                    <a:pt x="1997449" y="605987"/>
                  </a:lnTo>
                  <a:lnTo>
                    <a:pt x="1998109" y="591646"/>
                  </a:lnTo>
                  <a:lnTo>
                    <a:pt x="1998770" y="572313"/>
                  </a:lnTo>
                  <a:lnTo>
                    <a:pt x="1999430" y="583086"/>
                  </a:lnTo>
                  <a:lnTo>
                    <a:pt x="2000091" y="593994"/>
                  </a:lnTo>
                  <a:lnTo>
                    <a:pt x="2000751" y="615471"/>
                  </a:lnTo>
                  <a:lnTo>
                    <a:pt x="2001412" y="616173"/>
                  </a:lnTo>
                  <a:lnTo>
                    <a:pt x="2002072" y="616173"/>
                  </a:lnTo>
                  <a:lnTo>
                    <a:pt x="2002733" y="609281"/>
                  </a:lnTo>
                  <a:lnTo>
                    <a:pt x="2003393" y="589760"/>
                  </a:lnTo>
                  <a:lnTo>
                    <a:pt x="2004054" y="568814"/>
                  </a:lnTo>
                  <a:lnTo>
                    <a:pt x="2004714" y="478979"/>
                  </a:lnTo>
                  <a:lnTo>
                    <a:pt x="2005375" y="478979"/>
                  </a:lnTo>
                  <a:lnTo>
                    <a:pt x="2006036" y="464816"/>
                  </a:lnTo>
                  <a:lnTo>
                    <a:pt x="2006696" y="497689"/>
                  </a:lnTo>
                  <a:lnTo>
                    <a:pt x="2007357" y="529967"/>
                  </a:lnTo>
                  <a:lnTo>
                    <a:pt x="2008017" y="524354"/>
                  </a:lnTo>
                  <a:lnTo>
                    <a:pt x="2008678" y="524354"/>
                  </a:lnTo>
                  <a:lnTo>
                    <a:pt x="2009338" y="524354"/>
                  </a:lnTo>
                  <a:lnTo>
                    <a:pt x="2009999" y="524354"/>
                  </a:lnTo>
                  <a:lnTo>
                    <a:pt x="2010659" y="524354"/>
                  </a:lnTo>
                  <a:lnTo>
                    <a:pt x="2011320" y="524354"/>
                  </a:lnTo>
                  <a:lnTo>
                    <a:pt x="2011980" y="512837"/>
                  </a:lnTo>
                  <a:lnTo>
                    <a:pt x="2012641" y="512837"/>
                  </a:lnTo>
                  <a:lnTo>
                    <a:pt x="2013301" y="509206"/>
                  </a:lnTo>
                  <a:lnTo>
                    <a:pt x="2013962" y="478797"/>
                  </a:lnTo>
                  <a:lnTo>
                    <a:pt x="2014622" y="466793"/>
                  </a:lnTo>
                  <a:lnTo>
                    <a:pt x="2015283" y="466793"/>
                  </a:lnTo>
                  <a:lnTo>
                    <a:pt x="2015943" y="500360"/>
                  </a:lnTo>
                  <a:lnTo>
                    <a:pt x="2016604" y="610251"/>
                  </a:lnTo>
                  <a:lnTo>
                    <a:pt x="2017265" y="614641"/>
                  </a:lnTo>
                  <a:lnTo>
                    <a:pt x="2017925" y="612890"/>
                  </a:lnTo>
                  <a:lnTo>
                    <a:pt x="2018586" y="603048"/>
                  </a:lnTo>
                  <a:lnTo>
                    <a:pt x="2019246" y="604311"/>
                  </a:lnTo>
                  <a:lnTo>
                    <a:pt x="2019907" y="613589"/>
                  </a:lnTo>
                  <a:lnTo>
                    <a:pt x="2020567" y="600210"/>
                  </a:lnTo>
                  <a:lnTo>
                    <a:pt x="2021228" y="600210"/>
                  </a:lnTo>
                  <a:lnTo>
                    <a:pt x="2021888" y="616796"/>
                  </a:lnTo>
                  <a:lnTo>
                    <a:pt x="2022549" y="614787"/>
                  </a:lnTo>
                  <a:lnTo>
                    <a:pt x="2023209" y="614872"/>
                  </a:lnTo>
                  <a:lnTo>
                    <a:pt x="2023870" y="616767"/>
                  </a:lnTo>
                  <a:lnTo>
                    <a:pt x="2024530" y="614843"/>
                  </a:lnTo>
                  <a:lnTo>
                    <a:pt x="2025191" y="616775"/>
                  </a:lnTo>
                  <a:lnTo>
                    <a:pt x="2025851" y="613018"/>
                  </a:lnTo>
                  <a:lnTo>
                    <a:pt x="2026512" y="613560"/>
                  </a:lnTo>
                  <a:lnTo>
                    <a:pt x="2027173" y="616173"/>
                  </a:lnTo>
                  <a:lnTo>
                    <a:pt x="2027833" y="614872"/>
                  </a:lnTo>
                  <a:lnTo>
                    <a:pt x="2028494" y="611877"/>
                  </a:lnTo>
                  <a:lnTo>
                    <a:pt x="2029154" y="599152"/>
                  </a:lnTo>
                  <a:lnTo>
                    <a:pt x="2029815" y="615052"/>
                  </a:lnTo>
                  <a:lnTo>
                    <a:pt x="2030475" y="613047"/>
                  </a:lnTo>
                  <a:lnTo>
                    <a:pt x="2031136" y="593917"/>
                  </a:lnTo>
                  <a:lnTo>
                    <a:pt x="2031796" y="579243"/>
                  </a:lnTo>
                  <a:lnTo>
                    <a:pt x="2032457" y="583596"/>
                  </a:lnTo>
                  <a:lnTo>
                    <a:pt x="2033117" y="563755"/>
                  </a:lnTo>
                  <a:lnTo>
                    <a:pt x="2033778" y="581052"/>
                  </a:lnTo>
                  <a:lnTo>
                    <a:pt x="2034438" y="597850"/>
                  </a:lnTo>
                  <a:lnTo>
                    <a:pt x="2035099" y="548298"/>
                  </a:lnTo>
                  <a:lnTo>
                    <a:pt x="2035759" y="537512"/>
                  </a:lnTo>
                  <a:lnTo>
                    <a:pt x="2036420" y="540880"/>
                  </a:lnTo>
                  <a:lnTo>
                    <a:pt x="2037081" y="532299"/>
                  </a:lnTo>
                  <a:lnTo>
                    <a:pt x="2037741" y="526686"/>
                  </a:lnTo>
                  <a:lnTo>
                    <a:pt x="2038402" y="537195"/>
                  </a:lnTo>
                  <a:lnTo>
                    <a:pt x="2039062" y="537195"/>
                  </a:lnTo>
                  <a:lnTo>
                    <a:pt x="2039723" y="540880"/>
                  </a:lnTo>
                  <a:lnTo>
                    <a:pt x="2040383" y="537195"/>
                  </a:lnTo>
                  <a:lnTo>
                    <a:pt x="2041044" y="537512"/>
                  </a:lnTo>
                  <a:lnTo>
                    <a:pt x="2041704" y="537512"/>
                  </a:lnTo>
                  <a:lnTo>
                    <a:pt x="2042365" y="540880"/>
                  </a:lnTo>
                  <a:lnTo>
                    <a:pt x="2043025" y="600996"/>
                  </a:lnTo>
                  <a:lnTo>
                    <a:pt x="2043686" y="614085"/>
                  </a:lnTo>
                  <a:lnTo>
                    <a:pt x="2044346" y="614085"/>
                  </a:lnTo>
                  <a:lnTo>
                    <a:pt x="2045007" y="610416"/>
                  </a:lnTo>
                  <a:lnTo>
                    <a:pt x="2045667" y="612805"/>
                  </a:lnTo>
                  <a:lnTo>
                    <a:pt x="2046328" y="614585"/>
                  </a:lnTo>
                  <a:lnTo>
                    <a:pt x="2046988" y="615052"/>
                  </a:lnTo>
                  <a:lnTo>
                    <a:pt x="2047649" y="602546"/>
                  </a:lnTo>
                  <a:lnTo>
                    <a:pt x="2048310" y="588398"/>
                  </a:lnTo>
                  <a:lnTo>
                    <a:pt x="2048970" y="596517"/>
                  </a:lnTo>
                  <a:lnTo>
                    <a:pt x="2049631" y="603855"/>
                  </a:lnTo>
                  <a:lnTo>
                    <a:pt x="2050291" y="611764"/>
                  </a:lnTo>
                  <a:lnTo>
                    <a:pt x="2050952" y="616094"/>
                  </a:lnTo>
                  <a:lnTo>
                    <a:pt x="2051612" y="614361"/>
                  </a:lnTo>
                  <a:lnTo>
                    <a:pt x="2052273" y="616144"/>
                  </a:lnTo>
                  <a:lnTo>
                    <a:pt x="2052933" y="614556"/>
                  </a:lnTo>
                  <a:lnTo>
                    <a:pt x="2053594" y="607741"/>
                  </a:lnTo>
                  <a:lnTo>
                    <a:pt x="2054254" y="603048"/>
                  </a:lnTo>
                  <a:lnTo>
                    <a:pt x="2054915" y="607741"/>
                  </a:lnTo>
                  <a:lnTo>
                    <a:pt x="2055575" y="608909"/>
                  </a:lnTo>
                  <a:lnTo>
                    <a:pt x="2056236" y="614843"/>
                  </a:lnTo>
                  <a:lnTo>
                    <a:pt x="2056896" y="614758"/>
                  </a:lnTo>
                  <a:lnTo>
                    <a:pt x="2057557" y="614758"/>
                  </a:lnTo>
                  <a:lnTo>
                    <a:pt x="2058218" y="613122"/>
                  </a:lnTo>
                  <a:lnTo>
                    <a:pt x="2058878" y="603656"/>
                  </a:lnTo>
                  <a:lnTo>
                    <a:pt x="2059539" y="595915"/>
                  </a:lnTo>
                  <a:lnTo>
                    <a:pt x="2060199" y="602304"/>
                  </a:lnTo>
                  <a:lnTo>
                    <a:pt x="2060860" y="608909"/>
                  </a:lnTo>
                  <a:lnTo>
                    <a:pt x="2061520" y="608937"/>
                  </a:lnTo>
                  <a:lnTo>
                    <a:pt x="2062181" y="612833"/>
                  </a:lnTo>
                  <a:lnTo>
                    <a:pt x="2062841" y="601165"/>
                  </a:lnTo>
                  <a:lnTo>
                    <a:pt x="2063502" y="602387"/>
                  </a:lnTo>
                  <a:lnTo>
                    <a:pt x="2064162" y="614114"/>
                  </a:lnTo>
                  <a:lnTo>
                    <a:pt x="2064823" y="614114"/>
                  </a:lnTo>
                  <a:lnTo>
                    <a:pt x="2065483" y="611106"/>
                  </a:lnTo>
                  <a:lnTo>
                    <a:pt x="2066144" y="613346"/>
                  </a:lnTo>
                  <a:lnTo>
                    <a:pt x="2066804" y="615500"/>
                  </a:lnTo>
                  <a:lnTo>
                    <a:pt x="2067465" y="607165"/>
                  </a:lnTo>
                  <a:lnTo>
                    <a:pt x="2068126" y="616332"/>
                  </a:lnTo>
                  <a:lnTo>
                    <a:pt x="2068786" y="614787"/>
                  </a:lnTo>
                  <a:lnTo>
                    <a:pt x="2069447" y="615837"/>
                  </a:lnTo>
                  <a:lnTo>
                    <a:pt x="2070107" y="611764"/>
                  </a:lnTo>
                  <a:lnTo>
                    <a:pt x="2070768" y="600247"/>
                  </a:lnTo>
                  <a:lnTo>
                    <a:pt x="2071428" y="599152"/>
                  </a:lnTo>
                  <a:lnTo>
                    <a:pt x="2072089" y="612833"/>
                  </a:lnTo>
                  <a:lnTo>
                    <a:pt x="2072749" y="614199"/>
                  </a:lnTo>
                  <a:lnTo>
                    <a:pt x="2073410" y="616775"/>
                  </a:lnTo>
                  <a:lnTo>
                    <a:pt x="2074070" y="615471"/>
                  </a:lnTo>
                  <a:lnTo>
                    <a:pt x="2074731" y="614556"/>
                  </a:lnTo>
                  <a:lnTo>
                    <a:pt x="2075391" y="616547"/>
                  </a:lnTo>
                  <a:lnTo>
                    <a:pt x="2076052" y="614556"/>
                  </a:lnTo>
                  <a:lnTo>
                    <a:pt x="2076712" y="614556"/>
                  </a:lnTo>
                  <a:lnTo>
                    <a:pt x="2077373" y="616304"/>
                  </a:lnTo>
                  <a:lnTo>
                    <a:pt x="2078034" y="616775"/>
                  </a:lnTo>
                  <a:lnTo>
                    <a:pt x="2078694" y="616775"/>
                  </a:lnTo>
                  <a:lnTo>
                    <a:pt x="2079355" y="614085"/>
                  </a:lnTo>
                  <a:lnTo>
                    <a:pt x="2080015" y="614769"/>
                  </a:lnTo>
                  <a:lnTo>
                    <a:pt x="2080676" y="613475"/>
                  </a:lnTo>
                  <a:lnTo>
                    <a:pt x="2081336" y="614170"/>
                  </a:lnTo>
                  <a:lnTo>
                    <a:pt x="2081997" y="615185"/>
                  </a:lnTo>
                  <a:lnTo>
                    <a:pt x="2082657" y="614556"/>
                  </a:lnTo>
                  <a:lnTo>
                    <a:pt x="2083318" y="614556"/>
                  </a:lnTo>
                  <a:lnTo>
                    <a:pt x="2083978" y="612805"/>
                  </a:lnTo>
                  <a:lnTo>
                    <a:pt x="2084639" y="615942"/>
                  </a:lnTo>
                  <a:lnTo>
                    <a:pt x="2085299" y="614758"/>
                  </a:lnTo>
                  <a:lnTo>
                    <a:pt x="2085960" y="616775"/>
                  </a:lnTo>
                  <a:lnTo>
                    <a:pt x="2086620" y="616144"/>
                  </a:lnTo>
                  <a:lnTo>
                    <a:pt x="2087281" y="614556"/>
                  </a:lnTo>
                  <a:lnTo>
                    <a:pt x="2087941" y="614085"/>
                  </a:lnTo>
                  <a:lnTo>
                    <a:pt x="2088602" y="614556"/>
                  </a:lnTo>
                  <a:lnTo>
                    <a:pt x="2089263" y="612805"/>
                  </a:lnTo>
                  <a:lnTo>
                    <a:pt x="2089923" y="609575"/>
                  </a:lnTo>
                  <a:lnTo>
                    <a:pt x="2090584" y="604311"/>
                  </a:lnTo>
                  <a:lnTo>
                    <a:pt x="2091244" y="597808"/>
                  </a:lnTo>
                  <a:lnTo>
                    <a:pt x="2091905" y="599115"/>
                  </a:lnTo>
                  <a:lnTo>
                    <a:pt x="2092565" y="606788"/>
                  </a:lnTo>
                  <a:lnTo>
                    <a:pt x="2093226" y="607770"/>
                  </a:lnTo>
                  <a:lnTo>
                    <a:pt x="2093886" y="610445"/>
                  </a:lnTo>
                  <a:lnTo>
                    <a:pt x="2094547" y="610971"/>
                  </a:lnTo>
                  <a:lnTo>
                    <a:pt x="2095207" y="614814"/>
                  </a:lnTo>
                  <a:lnTo>
                    <a:pt x="2095868" y="612820"/>
                  </a:lnTo>
                  <a:lnTo>
                    <a:pt x="2096528" y="607770"/>
                  </a:lnTo>
                  <a:lnTo>
                    <a:pt x="2097189" y="613504"/>
                  </a:lnTo>
                  <a:lnTo>
                    <a:pt x="2097849" y="614787"/>
                  </a:lnTo>
                  <a:lnTo>
                    <a:pt x="2098510" y="614787"/>
                  </a:lnTo>
                  <a:lnTo>
                    <a:pt x="2099171" y="604226"/>
                  </a:lnTo>
                  <a:lnTo>
                    <a:pt x="2099831" y="599115"/>
                  </a:lnTo>
                  <a:lnTo>
                    <a:pt x="2100492" y="610445"/>
                  </a:lnTo>
                  <a:lnTo>
                    <a:pt x="2101152" y="614585"/>
                  </a:lnTo>
                  <a:lnTo>
                    <a:pt x="2101813" y="613504"/>
                  </a:lnTo>
                  <a:lnTo>
                    <a:pt x="2102473" y="594961"/>
                  </a:lnTo>
                  <a:lnTo>
                    <a:pt x="2103134" y="601025"/>
                  </a:lnTo>
                  <a:lnTo>
                    <a:pt x="2103794" y="614114"/>
                  </a:lnTo>
                  <a:lnTo>
                    <a:pt x="2104455" y="612833"/>
                  </a:lnTo>
                  <a:lnTo>
                    <a:pt x="2105115" y="610971"/>
                  </a:lnTo>
                  <a:lnTo>
                    <a:pt x="2105776" y="607165"/>
                  </a:lnTo>
                  <a:lnTo>
                    <a:pt x="2106436" y="594961"/>
                  </a:lnTo>
                  <a:lnTo>
                    <a:pt x="2107097" y="612326"/>
                  </a:lnTo>
                  <a:lnTo>
                    <a:pt x="2107757" y="614787"/>
                  </a:lnTo>
                  <a:lnTo>
                    <a:pt x="2108418" y="614787"/>
                  </a:lnTo>
                  <a:lnTo>
                    <a:pt x="2109079" y="614114"/>
                  </a:lnTo>
                  <a:lnTo>
                    <a:pt x="2109739" y="604980"/>
                  </a:lnTo>
                  <a:lnTo>
                    <a:pt x="2110400" y="601723"/>
                  </a:lnTo>
                  <a:lnTo>
                    <a:pt x="2111060" y="609604"/>
                  </a:lnTo>
                  <a:lnTo>
                    <a:pt x="2111721" y="614585"/>
                  </a:lnTo>
                  <a:lnTo>
                    <a:pt x="2112381" y="606915"/>
                  </a:lnTo>
                  <a:lnTo>
                    <a:pt x="2113042" y="596541"/>
                  </a:lnTo>
                  <a:lnTo>
                    <a:pt x="2113702" y="612326"/>
                  </a:lnTo>
                  <a:lnTo>
                    <a:pt x="2114363" y="613828"/>
                  </a:lnTo>
                  <a:lnTo>
                    <a:pt x="2115023" y="614585"/>
                  </a:lnTo>
                  <a:lnTo>
                    <a:pt x="2115684" y="614758"/>
                  </a:lnTo>
                  <a:lnTo>
                    <a:pt x="2116344" y="614556"/>
                  </a:lnTo>
                  <a:lnTo>
                    <a:pt x="2117005" y="614758"/>
                  </a:lnTo>
                  <a:lnTo>
                    <a:pt x="2117665" y="614758"/>
                  </a:lnTo>
                  <a:lnTo>
                    <a:pt x="2118326" y="614758"/>
                  </a:lnTo>
                  <a:lnTo>
                    <a:pt x="2118986" y="614758"/>
                  </a:lnTo>
                  <a:lnTo>
                    <a:pt x="2119647" y="614787"/>
                  </a:lnTo>
                  <a:lnTo>
                    <a:pt x="2120308" y="614114"/>
                  </a:lnTo>
                  <a:lnTo>
                    <a:pt x="2120968" y="596517"/>
                  </a:lnTo>
                  <a:lnTo>
                    <a:pt x="2121629" y="599869"/>
                  </a:lnTo>
                  <a:lnTo>
                    <a:pt x="2122289" y="613504"/>
                  </a:lnTo>
                  <a:lnTo>
                    <a:pt x="2122950" y="614787"/>
                  </a:lnTo>
                  <a:lnTo>
                    <a:pt x="2123610" y="614758"/>
                  </a:lnTo>
                  <a:lnTo>
                    <a:pt x="2124271" y="614758"/>
                  </a:lnTo>
                  <a:lnTo>
                    <a:pt x="2124931" y="614758"/>
                  </a:lnTo>
                  <a:lnTo>
                    <a:pt x="2125592" y="614085"/>
                  </a:lnTo>
                  <a:lnTo>
                    <a:pt x="2126252" y="612805"/>
                  </a:lnTo>
                  <a:lnTo>
                    <a:pt x="2126913" y="614110"/>
                  </a:lnTo>
                  <a:lnTo>
                    <a:pt x="2127573" y="608862"/>
                  </a:lnTo>
                  <a:lnTo>
                    <a:pt x="2128234" y="609698"/>
                  </a:lnTo>
                  <a:lnTo>
                    <a:pt x="2128894" y="613689"/>
                  </a:lnTo>
                  <a:lnTo>
                    <a:pt x="2129555" y="614787"/>
                  </a:lnTo>
                  <a:lnTo>
                    <a:pt x="2130216" y="614787"/>
                  </a:lnTo>
                  <a:lnTo>
                    <a:pt x="2130876" y="605065"/>
                  </a:lnTo>
                  <a:lnTo>
                    <a:pt x="2131537" y="579675"/>
                  </a:lnTo>
                  <a:lnTo>
                    <a:pt x="2132197" y="607378"/>
                  </a:lnTo>
                  <a:lnTo>
                    <a:pt x="2132858" y="608167"/>
                  </a:lnTo>
                  <a:lnTo>
                    <a:pt x="2133518" y="578774"/>
                  </a:lnTo>
                  <a:lnTo>
                    <a:pt x="2134179" y="593994"/>
                  </a:lnTo>
                  <a:lnTo>
                    <a:pt x="2134839" y="595603"/>
                  </a:lnTo>
                  <a:lnTo>
                    <a:pt x="2135500" y="585840"/>
                  </a:lnTo>
                  <a:lnTo>
                    <a:pt x="2136160" y="585840"/>
                  </a:lnTo>
                  <a:lnTo>
                    <a:pt x="2136821" y="572313"/>
                  </a:lnTo>
                  <a:lnTo>
                    <a:pt x="2137481" y="572111"/>
                  </a:lnTo>
                  <a:lnTo>
                    <a:pt x="2138142" y="601694"/>
                  </a:lnTo>
                  <a:lnTo>
                    <a:pt x="2138802" y="608909"/>
                  </a:lnTo>
                  <a:lnTo>
                    <a:pt x="2139463" y="581079"/>
                  </a:lnTo>
                  <a:lnTo>
                    <a:pt x="2140124" y="591358"/>
                  </a:lnTo>
                  <a:lnTo>
                    <a:pt x="2140784" y="607741"/>
                  </a:lnTo>
                  <a:lnTo>
                    <a:pt x="2141445" y="614556"/>
                  </a:lnTo>
                  <a:lnTo>
                    <a:pt x="2142105" y="614758"/>
                  </a:lnTo>
                  <a:lnTo>
                    <a:pt x="2142766" y="614861"/>
                  </a:lnTo>
                  <a:lnTo>
                    <a:pt x="2143426" y="590785"/>
                  </a:lnTo>
                  <a:lnTo>
                    <a:pt x="2144087" y="559466"/>
                  </a:lnTo>
                  <a:lnTo>
                    <a:pt x="2144747" y="575041"/>
                  </a:lnTo>
                  <a:lnTo>
                    <a:pt x="2145408" y="572313"/>
                  </a:lnTo>
                  <a:lnTo>
                    <a:pt x="2146068" y="581079"/>
                  </a:lnTo>
                  <a:lnTo>
                    <a:pt x="2146729" y="613475"/>
                  </a:lnTo>
                  <a:lnTo>
                    <a:pt x="2147389" y="614758"/>
                  </a:lnTo>
                  <a:lnTo>
                    <a:pt x="2148050" y="604952"/>
                  </a:lnTo>
                  <a:lnTo>
                    <a:pt x="2148710" y="607537"/>
                  </a:lnTo>
                  <a:lnTo>
                    <a:pt x="2149371" y="614758"/>
                  </a:lnTo>
                  <a:lnTo>
                    <a:pt x="2150032" y="604952"/>
                  </a:lnTo>
                  <a:lnTo>
                    <a:pt x="2150692" y="583086"/>
                  </a:lnTo>
                  <a:lnTo>
                    <a:pt x="2151353" y="601694"/>
                  </a:lnTo>
                  <a:lnTo>
                    <a:pt x="2152013" y="595603"/>
                  </a:lnTo>
                  <a:lnTo>
                    <a:pt x="2152674" y="596558"/>
                  </a:lnTo>
                  <a:lnTo>
                    <a:pt x="2153334" y="595603"/>
                  </a:lnTo>
                  <a:lnTo>
                    <a:pt x="2153995" y="607891"/>
                  </a:lnTo>
                  <a:lnTo>
                    <a:pt x="2154655" y="609698"/>
                  </a:lnTo>
                  <a:lnTo>
                    <a:pt x="2155316" y="611364"/>
                  </a:lnTo>
                  <a:lnTo>
                    <a:pt x="2155976" y="611848"/>
                  </a:lnTo>
                  <a:lnTo>
                    <a:pt x="2156637" y="611364"/>
                  </a:lnTo>
                  <a:lnTo>
                    <a:pt x="2157297" y="605987"/>
                  </a:lnTo>
                  <a:lnTo>
                    <a:pt x="2157958" y="609698"/>
                  </a:lnTo>
                  <a:lnTo>
                    <a:pt x="2158618" y="605987"/>
                  </a:lnTo>
                  <a:lnTo>
                    <a:pt x="2159279" y="596488"/>
                  </a:lnTo>
                  <a:lnTo>
                    <a:pt x="2159939" y="554557"/>
                  </a:lnTo>
                  <a:lnTo>
                    <a:pt x="2160600" y="540880"/>
                  </a:lnTo>
                  <a:lnTo>
                    <a:pt x="2161261" y="552817"/>
                  </a:lnTo>
                  <a:lnTo>
                    <a:pt x="2161921" y="562954"/>
                  </a:lnTo>
                  <a:lnTo>
                    <a:pt x="2162582" y="599300"/>
                  </a:lnTo>
                  <a:lnTo>
                    <a:pt x="2163242" y="604952"/>
                  </a:lnTo>
                  <a:lnTo>
                    <a:pt x="2163903" y="578592"/>
                  </a:lnTo>
                  <a:lnTo>
                    <a:pt x="2164563" y="588770"/>
                  </a:lnTo>
                  <a:lnTo>
                    <a:pt x="2165224" y="593994"/>
                  </a:lnTo>
                  <a:lnTo>
                    <a:pt x="2165884" y="589649"/>
                  </a:lnTo>
                  <a:lnTo>
                    <a:pt x="2166545" y="577046"/>
                  </a:lnTo>
                  <a:lnTo>
                    <a:pt x="2167205" y="583086"/>
                  </a:lnTo>
                  <a:lnTo>
                    <a:pt x="2167866" y="583086"/>
                  </a:lnTo>
                  <a:lnTo>
                    <a:pt x="2168526" y="583086"/>
                  </a:lnTo>
                  <a:lnTo>
                    <a:pt x="2169187" y="568480"/>
                  </a:lnTo>
                  <a:lnTo>
                    <a:pt x="2169847" y="570077"/>
                  </a:lnTo>
                  <a:lnTo>
                    <a:pt x="2170508" y="556538"/>
                  </a:lnTo>
                  <a:lnTo>
                    <a:pt x="2171169" y="554557"/>
                  </a:lnTo>
                  <a:lnTo>
                    <a:pt x="2171829" y="589649"/>
                  </a:lnTo>
                  <a:lnTo>
                    <a:pt x="2172490" y="572111"/>
                  </a:lnTo>
                  <a:lnTo>
                    <a:pt x="2173150" y="540880"/>
                  </a:lnTo>
                  <a:lnTo>
                    <a:pt x="2173811" y="537889"/>
                  </a:lnTo>
                  <a:lnTo>
                    <a:pt x="2174471" y="540880"/>
                  </a:lnTo>
                  <a:lnTo>
                    <a:pt x="2175132" y="547623"/>
                  </a:lnTo>
                  <a:lnTo>
                    <a:pt x="2175792" y="552817"/>
                  </a:lnTo>
                  <a:lnTo>
                    <a:pt x="2176453" y="556538"/>
                  </a:lnTo>
                  <a:lnTo>
                    <a:pt x="2177113" y="568085"/>
                  </a:lnTo>
                  <a:lnTo>
                    <a:pt x="2177774" y="601694"/>
                  </a:lnTo>
                  <a:lnTo>
                    <a:pt x="2178434" y="614085"/>
                  </a:lnTo>
                  <a:lnTo>
                    <a:pt x="2179095" y="614085"/>
                  </a:lnTo>
                  <a:lnTo>
                    <a:pt x="2179755" y="599087"/>
                  </a:lnTo>
                  <a:lnTo>
                    <a:pt x="2180416" y="588770"/>
                  </a:lnTo>
                  <a:lnTo>
                    <a:pt x="2181077" y="578592"/>
                  </a:lnTo>
                  <a:lnTo>
                    <a:pt x="2181737" y="577046"/>
                  </a:lnTo>
                  <a:lnTo>
                    <a:pt x="2182398" y="591358"/>
                  </a:lnTo>
                  <a:lnTo>
                    <a:pt x="2183058" y="614085"/>
                  </a:lnTo>
                  <a:lnTo>
                    <a:pt x="2183719" y="614758"/>
                  </a:lnTo>
                  <a:lnTo>
                    <a:pt x="2184379" y="604197"/>
                  </a:lnTo>
                  <a:lnTo>
                    <a:pt x="2185040" y="606759"/>
                  </a:lnTo>
                  <a:lnTo>
                    <a:pt x="2185700" y="614556"/>
                  </a:lnTo>
                  <a:lnTo>
                    <a:pt x="2186361" y="614758"/>
                  </a:lnTo>
                  <a:lnTo>
                    <a:pt x="2187021" y="614758"/>
                  </a:lnTo>
                  <a:lnTo>
                    <a:pt x="2187682" y="614758"/>
                  </a:lnTo>
                  <a:lnTo>
                    <a:pt x="2188342" y="610416"/>
                  </a:lnTo>
                  <a:lnTo>
                    <a:pt x="2189003" y="606759"/>
                  </a:lnTo>
                  <a:lnTo>
                    <a:pt x="2189663" y="603048"/>
                  </a:lnTo>
                  <a:lnTo>
                    <a:pt x="2190324" y="596558"/>
                  </a:lnTo>
                  <a:lnTo>
                    <a:pt x="2190984" y="599300"/>
                  </a:lnTo>
                  <a:lnTo>
                    <a:pt x="2191645" y="574270"/>
                  </a:lnTo>
                  <a:lnTo>
                    <a:pt x="2192306" y="570077"/>
                  </a:lnTo>
                  <a:lnTo>
                    <a:pt x="2192966" y="591387"/>
                  </a:lnTo>
                  <a:lnTo>
                    <a:pt x="2193627" y="610971"/>
                  </a:lnTo>
                  <a:lnTo>
                    <a:pt x="2194287" y="603855"/>
                  </a:lnTo>
                  <a:lnTo>
                    <a:pt x="2194948" y="583904"/>
                  </a:lnTo>
                  <a:lnTo>
                    <a:pt x="2195608" y="606016"/>
                  </a:lnTo>
                  <a:lnTo>
                    <a:pt x="2196269" y="605982"/>
                  </a:lnTo>
                  <a:lnTo>
                    <a:pt x="2196929" y="605982"/>
                  </a:lnTo>
                  <a:lnTo>
                    <a:pt x="2197590" y="607085"/>
                  </a:lnTo>
                  <a:lnTo>
                    <a:pt x="2198250" y="609960"/>
                  </a:lnTo>
                  <a:lnTo>
                    <a:pt x="2198911" y="615208"/>
                  </a:lnTo>
                  <a:lnTo>
                    <a:pt x="2199571" y="615208"/>
                  </a:lnTo>
                  <a:lnTo>
                    <a:pt x="2200232" y="610796"/>
                  </a:lnTo>
                  <a:lnTo>
                    <a:pt x="2200892" y="609960"/>
                  </a:lnTo>
                  <a:lnTo>
                    <a:pt x="2201553" y="613612"/>
                  </a:lnTo>
                  <a:lnTo>
                    <a:pt x="2202214" y="615208"/>
                  </a:lnTo>
                  <a:lnTo>
                    <a:pt x="2202874" y="604754"/>
                  </a:lnTo>
                  <a:lnTo>
                    <a:pt x="2203535" y="610796"/>
                  </a:lnTo>
                  <a:lnTo>
                    <a:pt x="2204195" y="608234"/>
                  </a:lnTo>
                  <a:lnTo>
                    <a:pt x="2204856" y="608989"/>
                  </a:lnTo>
                  <a:lnTo>
                    <a:pt x="2205516" y="615769"/>
                  </a:lnTo>
                  <a:lnTo>
                    <a:pt x="2206177" y="615654"/>
                  </a:lnTo>
                  <a:lnTo>
                    <a:pt x="2206837" y="611441"/>
                  </a:lnTo>
                  <a:lnTo>
                    <a:pt x="2207498" y="601619"/>
                  </a:lnTo>
                  <a:lnTo>
                    <a:pt x="2208158" y="600312"/>
                  </a:lnTo>
                  <a:lnTo>
                    <a:pt x="2208819" y="607484"/>
                  </a:lnTo>
                  <a:lnTo>
                    <a:pt x="2209479" y="600309"/>
                  </a:lnTo>
                  <a:lnTo>
                    <a:pt x="2210140" y="574643"/>
                  </a:lnTo>
                  <a:lnTo>
                    <a:pt x="2210800" y="593500"/>
                  </a:lnTo>
                  <a:lnTo>
                    <a:pt x="2211461" y="616646"/>
                  </a:lnTo>
                  <a:lnTo>
                    <a:pt x="2212122" y="614382"/>
                  </a:lnTo>
                  <a:lnTo>
                    <a:pt x="2212782" y="596079"/>
                  </a:lnTo>
                  <a:lnTo>
                    <a:pt x="2213443" y="602241"/>
                  </a:lnTo>
                  <a:lnTo>
                    <a:pt x="2214103" y="603055"/>
                  </a:lnTo>
                  <a:lnTo>
                    <a:pt x="2214764" y="576985"/>
                  </a:lnTo>
                  <a:lnTo>
                    <a:pt x="2215424" y="555349"/>
                  </a:lnTo>
                  <a:lnTo>
                    <a:pt x="2216085" y="557347"/>
                  </a:lnTo>
                  <a:lnTo>
                    <a:pt x="2216745" y="574846"/>
                  </a:lnTo>
                  <a:lnTo>
                    <a:pt x="2217406" y="585619"/>
                  </a:lnTo>
                  <a:lnTo>
                    <a:pt x="2218066" y="606729"/>
                  </a:lnTo>
                  <a:lnTo>
                    <a:pt x="2218727" y="610671"/>
                  </a:lnTo>
                  <a:lnTo>
                    <a:pt x="2219387" y="585619"/>
                  </a:lnTo>
                  <a:lnTo>
                    <a:pt x="2220048" y="585619"/>
                  </a:lnTo>
                  <a:lnTo>
                    <a:pt x="2220708" y="596526"/>
                  </a:lnTo>
                  <a:lnTo>
                    <a:pt x="2221369" y="605580"/>
                  </a:lnTo>
                  <a:lnTo>
                    <a:pt x="2222030" y="617088"/>
                  </a:lnTo>
                  <a:lnTo>
                    <a:pt x="2222690" y="599090"/>
                  </a:lnTo>
                  <a:lnTo>
                    <a:pt x="2223351" y="593318"/>
                  </a:lnTo>
                  <a:lnTo>
                    <a:pt x="2224011" y="593737"/>
                  </a:lnTo>
                  <a:lnTo>
                    <a:pt x="2224672" y="579579"/>
                  </a:lnTo>
                  <a:lnTo>
                    <a:pt x="2225332" y="589405"/>
                  </a:lnTo>
                  <a:lnTo>
                    <a:pt x="2225993" y="557089"/>
                  </a:lnTo>
                  <a:lnTo>
                    <a:pt x="2226653" y="541725"/>
                  </a:lnTo>
                  <a:lnTo>
                    <a:pt x="2227314" y="543412"/>
                  </a:lnTo>
                  <a:lnTo>
                    <a:pt x="2227974" y="557089"/>
                  </a:lnTo>
                  <a:lnTo>
                    <a:pt x="2228635" y="576803"/>
                  </a:lnTo>
                  <a:lnTo>
                    <a:pt x="2229295" y="593318"/>
                  </a:lnTo>
                  <a:lnTo>
                    <a:pt x="2229956" y="604836"/>
                  </a:lnTo>
                  <a:lnTo>
                    <a:pt x="2230616" y="608455"/>
                  </a:lnTo>
                  <a:lnTo>
                    <a:pt x="2231277" y="616646"/>
                  </a:lnTo>
                  <a:lnTo>
                    <a:pt x="2231937" y="616646"/>
                  </a:lnTo>
                  <a:lnTo>
                    <a:pt x="2232598" y="610452"/>
                  </a:lnTo>
                  <a:lnTo>
                    <a:pt x="2233259" y="602336"/>
                  </a:lnTo>
                  <a:lnTo>
                    <a:pt x="2233919" y="607513"/>
                  </a:lnTo>
                  <a:lnTo>
                    <a:pt x="2234580" y="607513"/>
                  </a:lnTo>
                  <a:lnTo>
                    <a:pt x="2235240" y="604478"/>
                  </a:lnTo>
                  <a:lnTo>
                    <a:pt x="2235901" y="610302"/>
                  </a:lnTo>
                  <a:lnTo>
                    <a:pt x="2236561" y="616121"/>
                  </a:lnTo>
                  <a:lnTo>
                    <a:pt x="2237222" y="610452"/>
                  </a:lnTo>
                  <a:lnTo>
                    <a:pt x="2237882" y="601685"/>
                  </a:lnTo>
                  <a:lnTo>
                    <a:pt x="2238543" y="612978"/>
                  </a:lnTo>
                  <a:lnTo>
                    <a:pt x="2239203" y="600341"/>
                  </a:lnTo>
                  <a:lnTo>
                    <a:pt x="2239864" y="576985"/>
                  </a:lnTo>
                  <a:lnTo>
                    <a:pt x="2240524" y="585619"/>
                  </a:lnTo>
                  <a:lnTo>
                    <a:pt x="2241185" y="605580"/>
                  </a:lnTo>
                  <a:lnTo>
                    <a:pt x="2241845" y="607484"/>
                  </a:lnTo>
                  <a:lnTo>
                    <a:pt x="2242506" y="612949"/>
                  </a:lnTo>
                  <a:lnTo>
                    <a:pt x="2243167" y="607484"/>
                  </a:lnTo>
                  <a:lnTo>
                    <a:pt x="2243827" y="606729"/>
                  </a:lnTo>
                  <a:lnTo>
                    <a:pt x="2244488" y="612108"/>
                  </a:lnTo>
                  <a:lnTo>
                    <a:pt x="2245148" y="617504"/>
                  </a:lnTo>
                  <a:lnTo>
                    <a:pt x="2245809" y="598867"/>
                  </a:lnTo>
                  <a:lnTo>
                    <a:pt x="2246469" y="563358"/>
                  </a:lnTo>
                  <a:lnTo>
                    <a:pt x="2247130" y="560699"/>
                  </a:lnTo>
                  <a:lnTo>
                    <a:pt x="2247790" y="568395"/>
                  </a:lnTo>
                  <a:lnTo>
                    <a:pt x="2248451" y="586254"/>
                  </a:lnTo>
                  <a:lnTo>
                    <a:pt x="2249111" y="605050"/>
                  </a:lnTo>
                  <a:lnTo>
                    <a:pt x="2249772" y="612231"/>
                  </a:lnTo>
                  <a:lnTo>
                    <a:pt x="2250432" y="612231"/>
                  </a:lnTo>
                  <a:lnTo>
                    <a:pt x="2251093" y="606188"/>
                  </a:lnTo>
                  <a:lnTo>
                    <a:pt x="2251753" y="607388"/>
                  </a:lnTo>
                  <a:lnTo>
                    <a:pt x="2252414" y="612231"/>
                  </a:lnTo>
                  <a:lnTo>
                    <a:pt x="2253075" y="614380"/>
                  </a:lnTo>
                  <a:lnTo>
                    <a:pt x="2253735" y="613213"/>
                  </a:lnTo>
                  <a:lnTo>
                    <a:pt x="2254396" y="613896"/>
                  </a:lnTo>
                  <a:lnTo>
                    <a:pt x="2255056" y="615849"/>
                  </a:lnTo>
                  <a:lnTo>
                    <a:pt x="2255717" y="617204"/>
                  </a:lnTo>
                  <a:lnTo>
                    <a:pt x="2256377" y="617556"/>
                  </a:lnTo>
                  <a:lnTo>
                    <a:pt x="2257038" y="613610"/>
                  </a:lnTo>
                  <a:lnTo>
                    <a:pt x="2257698" y="612182"/>
                  </a:lnTo>
                  <a:lnTo>
                    <a:pt x="2258359" y="614819"/>
                  </a:lnTo>
                  <a:lnTo>
                    <a:pt x="2259019" y="612182"/>
                  </a:lnTo>
                  <a:lnTo>
                    <a:pt x="2259680" y="613350"/>
                  </a:lnTo>
                  <a:lnTo>
                    <a:pt x="2260340" y="612865"/>
                  </a:lnTo>
                  <a:lnTo>
                    <a:pt x="2261001" y="612579"/>
                  </a:lnTo>
                  <a:lnTo>
                    <a:pt x="2261661" y="613350"/>
                  </a:lnTo>
                  <a:lnTo>
                    <a:pt x="2262322" y="613350"/>
                  </a:lnTo>
                  <a:lnTo>
                    <a:pt x="2262982" y="611200"/>
                  </a:lnTo>
                  <a:lnTo>
                    <a:pt x="2263643" y="606358"/>
                  </a:lnTo>
                  <a:lnTo>
                    <a:pt x="2264304" y="608638"/>
                  </a:lnTo>
                  <a:lnTo>
                    <a:pt x="2264964" y="602498"/>
                  </a:lnTo>
                  <a:lnTo>
                    <a:pt x="2265625" y="593504"/>
                  </a:lnTo>
                  <a:lnTo>
                    <a:pt x="2266285" y="580094"/>
                  </a:lnTo>
                  <a:lnTo>
                    <a:pt x="2266946" y="595495"/>
                  </a:lnTo>
                  <a:lnTo>
                    <a:pt x="2267606" y="610411"/>
                  </a:lnTo>
                  <a:lnTo>
                    <a:pt x="2268267" y="616058"/>
                  </a:lnTo>
                  <a:lnTo>
                    <a:pt x="2268927" y="616345"/>
                  </a:lnTo>
                  <a:lnTo>
                    <a:pt x="2269588" y="597105"/>
                  </a:lnTo>
                  <a:lnTo>
                    <a:pt x="2270248" y="573612"/>
                  </a:lnTo>
                  <a:lnTo>
                    <a:pt x="2270909" y="558040"/>
                  </a:lnTo>
                  <a:lnTo>
                    <a:pt x="2271569" y="560968"/>
                  </a:lnTo>
                  <a:lnTo>
                    <a:pt x="2272230" y="554319"/>
                  </a:lnTo>
                  <a:lnTo>
                    <a:pt x="2272890" y="554319"/>
                  </a:lnTo>
                  <a:lnTo>
                    <a:pt x="2273551" y="573612"/>
                  </a:lnTo>
                  <a:lnTo>
                    <a:pt x="2274212" y="597105"/>
                  </a:lnTo>
                  <a:lnTo>
                    <a:pt x="2274872" y="600561"/>
                  </a:lnTo>
                  <a:lnTo>
                    <a:pt x="2275533" y="602955"/>
                  </a:lnTo>
                  <a:lnTo>
                    <a:pt x="2276193" y="607248"/>
                  </a:lnTo>
                  <a:lnTo>
                    <a:pt x="2276854" y="610198"/>
                  </a:lnTo>
                  <a:lnTo>
                    <a:pt x="2277514" y="609031"/>
                  </a:lnTo>
                  <a:lnTo>
                    <a:pt x="2278175" y="591021"/>
                  </a:lnTo>
                  <a:lnTo>
                    <a:pt x="2278835" y="572581"/>
                  </a:lnTo>
                  <a:lnTo>
                    <a:pt x="2279496" y="549066"/>
                  </a:lnTo>
                  <a:lnTo>
                    <a:pt x="2280156" y="549742"/>
                  </a:lnTo>
                  <a:lnTo>
                    <a:pt x="2280817" y="562399"/>
                  </a:lnTo>
                  <a:lnTo>
                    <a:pt x="2281477" y="557799"/>
                  </a:lnTo>
                  <a:lnTo>
                    <a:pt x="2282138" y="565016"/>
                  </a:lnTo>
                  <a:lnTo>
                    <a:pt x="2282798" y="575531"/>
                  </a:lnTo>
                  <a:lnTo>
                    <a:pt x="2283459" y="590909"/>
                  </a:lnTo>
                  <a:lnTo>
                    <a:pt x="2284120" y="575531"/>
                  </a:lnTo>
                  <a:lnTo>
                    <a:pt x="2284780" y="542141"/>
                  </a:lnTo>
                  <a:lnTo>
                    <a:pt x="2285441" y="551751"/>
                  </a:lnTo>
                  <a:lnTo>
                    <a:pt x="2286101" y="581576"/>
                  </a:lnTo>
                  <a:lnTo>
                    <a:pt x="2286762" y="598577"/>
                  </a:lnTo>
                  <a:lnTo>
                    <a:pt x="2287422" y="561454"/>
                  </a:lnTo>
                  <a:lnTo>
                    <a:pt x="2288083" y="550987"/>
                  </a:lnTo>
                  <a:lnTo>
                    <a:pt x="2288743" y="538159"/>
                  </a:lnTo>
                  <a:lnTo>
                    <a:pt x="2289404" y="550640"/>
                  </a:lnTo>
                  <a:lnTo>
                    <a:pt x="2290064" y="551786"/>
                  </a:lnTo>
                  <a:lnTo>
                    <a:pt x="2290725" y="527105"/>
                  </a:lnTo>
                  <a:lnTo>
                    <a:pt x="2291385" y="519815"/>
                  </a:lnTo>
                  <a:lnTo>
                    <a:pt x="2292046" y="531892"/>
                  </a:lnTo>
                  <a:lnTo>
                    <a:pt x="2292706" y="577792"/>
                  </a:lnTo>
                  <a:lnTo>
                    <a:pt x="2293367" y="608819"/>
                  </a:lnTo>
                  <a:lnTo>
                    <a:pt x="2294028" y="608819"/>
                  </a:lnTo>
                  <a:lnTo>
                    <a:pt x="2294688" y="594414"/>
                  </a:lnTo>
                  <a:lnTo>
                    <a:pt x="2295349" y="579053"/>
                  </a:lnTo>
                  <a:lnTo>
                    <a:pt x="2296009" y="547115"/>
                  </a:lnTo>
                  <a:lnTo>
                    <a:pt x="2296670" y="513733"/>
                  </a:lnTo>
                  <a:lnTo>
                    <a:pt x="2297330" y="519346"/>
                  </a:lnTo>
                  <a:lnTo>
                    <a:pt x="2297991" y="535761"/>
                  </a:lnTo>
                  <a:lnTo>
                    <a:pt x="2298651" y="573480"/>
                  </a:lnTo>
                  <a:lnTo>
                    <a:pt x="2299312" y="591292"/>
                  </a:lnTo>
                  <a:lnTo>
                    <a:pt x="2299972" y="569765"/>
                  </a:lnTo>
                  <a:lnTo>
                    <a:pt x="2300633" y="587219"/>
                  </a:lnTo>
                  <a:lnTo>
                    <a:pt x="2301293" y="608819"/>
                  </a:lnTo>
                  <a:lnTo>
                    <a:pt x="2301954" y="611365"/>
                  </a:lnTo>
                  <a:lnTo>
                    <a:pt x="2302614" y="609881"/>
                  </a:lnTo>
                  <a:lnTo>
                    <a:pt x="2303275" y="611029"/>
                  </a:lnTo>
                  <a:lnTo>
                    <a:pt x="2303935" y="614908"/>
                  </a:lnTo>
                  <a:lnTo>
                    <a:pt x="2304596" y="614908"/>
                  </a:lnTo>
                  <a:lnTo>
                    <a:pt x="2305257" y="612447"/>
                  </a:lnTo>
                  <a:lnTo>
                    <a:pt x="2305917" y="599621"/>
                  </a:lnTo>
                  <a:lnTo>
                    <a:pt x="2306578" y="575538"/>
                  </a:lnTo>
                  <a:lnTo>
                    <a:pt x="2307238" y="579089"/>
                  </a:lnTo>
                  <a:lnTo>
                    <a:pt x="2307899" y="598277"/>
                  </a:lnTo>
                  <a:lnTo>
                    <a:pt x="2308559" y="584347"/>
                  </a:lnTo>
                  <a:lnTo>
                    <a:pt x="2309220" y="581459"/>
                  </a:lnTo>
                  <a:lnTo>
                    <a:pt x="2309880" y="608020"/>
                  </a:lnTo>
                  <a:lnTo>
                    <a:pt x="2310541" y="608454"/>
                  </a:lnTo>
                  <a:lnTo>
                    <a:pt x="2311201" y="592619"/>
                  </a:lnTo>
                  <a:lnTo>
                    <a:pt x="2311862" y="575531"/>
                  </a:lnTo>
                  <a:lnTo>
                    <a:pt x="2312522" y="565016"/>
                  </a:lnTo>
                  <a:lnTo>
                    <a:pt x="2313183" y="588133"/>
                  </a:lnTo>
                  <a:lnTo>
                    <a:pt x="2313843" y="603177"/>
                  </a:lnTo>
                  <a:lnTo>
                    <a:pt x="2314504" y="615480"/>
                  </a:lnTo>
                  <a:lnTo>
                    <a:pt x="2315165" y="602983"/>
                  </a:lnTo>
                  <a:lnTo>
                    <a:pt x="2315825" y="588133"/>
                  </a:lnTo>
                  <a:lnTo>
                    <a:pt x="2316486" y="594807"/>
                  </a:lnTo>
                  <a:lnTo>
                    <a:pt x="2317146" y="615302"/>
                  </a:lnTo>
                  <a:lnTo>
                    <a:pt x="2317807" y="613586"/>
                  </a:lnTo>
                  <a:lnTo>
                    <a:pt x="2318467" y="607212"/>
                  </a:lnTo>
                  <a:lnTo>
                    <a:pt x="2319128" y="610988"/>
                  </a:lnTo>
                  <a:lnTo>
                    <a:pt x="2319788" y="604663"/>
                  </a:lnTo>
                  <a:lnTo>
                    <a:pt x="2320449" y="592889"/>
                  </a:lnTo>
                  <a:lnTo>
                    <a:pt x="2321109" y="575955"/>
                  </a:lnTo>
                  <a:lnTo>
                    <a:pt x="2321770" y="586988"/>
                  </a:lnTo>
                  <a:lnTo>
                    <a:pt x="2322430" y="577599"/>
                  </a:lnTo>
                  <a:lnTo>
                    <a:pt x="2323091" y="554591"/>
                  </a:lnTo>
                  <a:lnTo>
                    <a:pt x="2323751" y="552851"/>
                  </a:lnTo>
                  <a:lnTo>
                    <a:pt x="2324412" y="568514"/>
                  </a:lnTo>
                  <a:lnTo>
                    <a:pt x="2325073" y="597452"/>
                  </a:lnTo>
                  <a:lnTo>
                    <a:pt x="2325733" y="600765"/>
                  </a:lnTo>
                  <a:lnTo>
                    <a:pt x="2326394" y="616525"/>
                  </a:lnTo>
                  <a:lnTo>
                    <a:pt x="2327054" y="618276"/>
                  </a:lnTo>
                  <a:lnTo>
                    <a:pt x="2327715" y="615906"/>
                  </a:lnTo>
                  <a:lnTo>
                    <a:pt x="2328375" y="615906"/>
                  </a:lnTo>
                  <a:lnTo>
                    <a:pt x="2329036" y="615906"/>
                  </a:lnTo>
                  <a:lnTo>
                    <a:pt x="2329696" y="592506"/>
                  </a:lnTo>
                  <a:lnTo>
                    <a:pt x="2330357" y="595142"/>
                  </a:lnTo>
                  <a:lnTo>
                    <a:pt x="2331017" y="610057"/>
                  </a:lnTo>
                  <a:lnTo>
                    <a:pt x="2331678" y="615704"/>
                  </a:lnTo>
                  <a:lnTo>
                    <a:pt x="2332338" y="614947"/>
                  </a:lnTo>
                  <a:lnTo>
                    <a:pt x="2332999" y="594336"/>
                  </a:lnTo>
                  <a:lnTo>
                    <a:pt x="2333659" y="564903"/>
                  </a:lnTo>
                  <a:lnTo>
                    <a:pt x="2334320" y="564903"/>
                  </a:lnTo>
                  <a:lnTo>
                    <a:pt x="2334980" y="549446"/>
                  </a:lnTo>
                  <a:lnTo>
                    <a:pt x="2335641" y="553965"/>
                  </a:lnTo>
                  <a:lnTo>
                    <a:pt x="2336302" y="584234"/>
                  </a:lnTo>
                  <a:lnTo>
                    <a:pt x="2336962" y="611564"/>
                  </a:lnTo>
                  <a:lnTo>
                    <a:pt x="2337623" y="584234"/>
                  </a:lnTo>
                  <a:lnTo>
                    <a:pt x="2338283" y="591933"/>
                  </a:lnTo>
                  <a:lnTo>
                    <a:pt x="2338944" y="595858"/>
                  </a:lnTo>
                  <a:lnTo>
                    <a:pt x="2339604" y="573815"/>
                  </a:lnTo>
                  <a:lnTo>
                    <a:pt x="2340265" y="561344"/>
                  </a:lnTo>
                  <a:lnTo>
                    <a:pt x="2340925" y="568232"/>
                  </a:lnTo>
                  <a:lnTo>
                    <a:pt x="2341586" y="592465"/>
                  </a:lnTo>
                  <a:lnTo>
                    <a:pt x="2342246" y="608638"/>
                  </a:lnTo>
                  <a:lnTo>
                    <a:pt x="2342907" y="613025"/>
                  </a:lnTo>
                  <a:lnTo>
                    <a:pt x="2343567" y="614524"/>
                  </a:lnTo>
                  <a:lnTo>
                    <a:pt x="2344228" y="618064"/>
                  </a:lnTo>
                  <a:lnTo>
                    <a:pt x="2344888" y="614606"/>
                  </a:lnTo>
                  <a:lnTo>
                    <a:pt x="2345549" y="606145"/>
                  </a:lnTo>
                  <a:lnTo>
                    <a:pt x="2346210" y="610123"/>
                  </a:lnTo>
                  <a:lnTo>
                    <a:pt x="2346870" y="610959"/>
                  </a:lnTo>
                  <a:lnTo>
                    <a:pt x="2347531" y="606212"/>
                  </a:lnTo>
                  <a:lnTo>
                    <a:pt x="2348191" y="612288"/>
                  </a:lnTo>
                  <a:lnTo>
                    <a:pt x="2348852" y="609484"/>
                  </a:lnTo>
                  <a:lnTo>
                    <a:pt x="2349512" y="569346"/>
                  </a:lnTo>
                  <a:lnTo>
                    <a:pt x="2350173" y="547547"/>
                  </a:lnTo>
                  <a:lnTo>
                    <a:pt x="2350833" y="560727"/>
                  </a:lnTo>
                  <a:lnTo>
                    <a:pt x="2351494" y="575531"/>
                  </a:lnTo>
                  <a:lnTo>
                    <a:pt x="2352154" y="568583"/>
                  </a:lnTo>
                  <a:lnTo>
                    <a:pt x="2352815" y="591465"/>
                  </a:lnTo>
                  <a:lnTo>
                    <a:pt x="2353475" y="602443"/>
                  </a:lnTo>
                  <a:lnTo>
                    <a:pt x="2354136" y="574785"/>
                  </a:lnTo>
                  <a:lnTo>
                    <a:pt x="2354796" y="575180"/>
                  </a:lnTo>
                  <a:lnTo>
                    <a:pt x="2355457" y="566262"/>
                  </a:lnTo>
                  <a:lnTo>
                    <a:pt x="2356118" y="554876"/>
                  </a:lnTo>
                  <a:lnTo>
                    <a:pt x="2356778" y="552174"/>
                  </a:lnTo>
                  <a:lnTo>
                    <a:pt x="2357439" y="564650"/>
                  </a:lnTo>
                  <a:lnTo>
                    <a:pt x="2358099" y="550222"/>
                  </a:lnTo>
                  <a:lnTo>
                    <a:pt x="2358760" y="555859"/>
                  </a:lnTo>
                  <a:lnTo>
                    <a:pt x="2359420" y="551583"/>
                  </a:lnTo>
                  <a:lnTo>
                    <a:pt x="2360081" y="544840"/>
                  </a:lnTo>
                  <a:lnTo>
                    <a:pt x="2360741" y="541849"/>
                  </a:lnTo>
                  <a:lnTo>
                    <a:pt x="2361402" y="544840"/>
                  </a:lnTo>
                  <a:lnTo>
                    <a:pt x="2362062" y="548527"/>
                  </a:lnTo>
                  <a:lnTo>
                    <a:pt x="2362723" y="536187"/>
                  </a:lnTo>
                  <a:lnTo>
                    <a:pt x="2363383" y="515498"/>
                  </a:lnTo>
                  <a:lnTo>
                    <a:pt x="2364044" y="541155"/>
                  </a:lnTo>
                  <a:lnTo>
                    <a:pt x="2364704" y="544840"/>
                  </a:lnTo>
                  <a:lnTo>
                    <a:pt x="2365365" y="536259"/>
                  </a:lnTo>
                  <a:lnTo>
                    <a:pt x="2366026" y="541155"/>
                  </a:lnTo>
                  <a:lnTo>
                    <a:pt x="2366686" y="554066"/>
                  </a:lnTo>
                  <a:lnTo>
                    <a:pt x="2367347" y="568976"/>
                  </a:lnTo>
                  <a:lnTo>
                    <a:pt x="2368007" y="569074"/>
                  </a:lnTo>
                  <a:lnTo>
                    <a:pt x="2368668" y="587965"/>
                  </a:lnTo>
                  <a:lnTo>
                    <a:pt x="2369328" y="588617"/>
                  </a:lnTo>
                  <a:lnTo>
                    <a:pt x="2369989" y="589414"/>
                  </a:lnTo>
                  <a:lnTo>
                    <a:pt x="2370649" y="594232"/>
                  </a:lnTo>
                  <a:lnTo>
                    <a:pt x="2371310" y="589102"/>
                  </a:lnTo>
                  <a:lnTo>
                    <a:pt x="2371970" y="597014"/>
                  </a:lnTo>
                  <a:lnTo>
                    <a:pt x="2372631" y="594579"/>
                  </a:lnTo>
                  <a:lnTo>
                    <a:pt x="2373291" y="591884"/>
                  </a:lnTo>
                  <a:lnTo>
                    <a:pt x="2373952" y="594520"/>
                  </a:lnTo>
                  <a:lnTo>
                    <a:pt x="2374612" y="602443"/>
                  </a:lnTo>
                  <a:lnTo>
                    <a:pt x="2375273" y="606145"/>
                  </a:lnTo>
                  <a:lnTo>
                    <a:pt x="2375933" y="597358"/>
                  </a:lnTo>
                  <a:lnTo>
                    <a:pt x="2376594" y="585165"/>
                  </a:lnTo>
                  <a:lnTo>
                    <a:pt x="2377255" y="601130"/>
                  </a:lnTo>
                  <a:lnTo>
                    <a:pt x="2377915" y="616047"/>
                  </a:lnTo>
                  <a:lnTo>
                    <a:pt x="2378576" y="614080"/>
                  </a:lnTo>
                  <a:lnTo>
                    <a:pt x="2379236" y="582505"/>
                  </a:lnTo>
                  <a:lnTo>
                    <a:pt x="2379897" y="595786"/>
                  </a:lnTo>
                  <a:lnTo>
                    <a:pt x="2380557" y="595283"/>
                  </a:lnTo>
                  <a:lnTo>
                    <a:pt x="2381218" y="580035"/>
                  </a:lnTo>
                  <a:lnTo>
                    <a:pt x="2381878" y="578490"/>
                  </a:lnTo>
                  <a:lnTo>
                    <a:pt x="2382539" y="594478"/>
                  </a:lnTo>
                  <a:lnTo>
                    <a:pt x="2383199" y="589014"/>
                  </a:lnTo>
                  <a:lnTo>
                    <a:pt x="2383860" y="580936"/>
                  </a:lnTo>
                  <a:lnTo>
                    <a:pt x="2384520" y="595283"/>
                  </a:lnTo>
                  <a:lnTo>
                    <a:pt x="2385181" y="594478"/>
                  </a:lnTo>
                  <a:lnTo>
                    <a:pt x="2385841" y="571761"/>
                  </a:lnTo>
                  <a:lnTo>
                    <a:pt x="2386502" y="556241"/>
                  </a:lnTo>
                  <a:lnTo>
                    <a:pt x="2387163" y="598462"/>
                  </a:lnTo>
                  <a:lnTo>
                    <a:pt x="2387823" y="601371"/>
                  </a:lnTo>
                  <a:lnTo>
                    <a:pt x="2388484" y="614321"/>
                  </a:lnTo>
                  <a:lnTo>
                    <a:pt x="2389144" y="612211"/>
                  </a:lnTo>
                  <a:lnTo>
                    <a:pt x="2389805" y="597912"/>
                  </a:lnTo>
                  <a:lnTo>
                    <a:pt x="2390465" y="596463"/>
                  </a:lnTo>
                  <a:lnTo>
                    <a:pt x="2391126" y="600350"/>
                  </a:lnTo>
                  <a:lnTo>
                    <a:pt x="2391786" y="589900"/>
                  </a:lnTo>
                  <a:lnTo>
                    <a:pt x="2392447" y="579815"/>
                  </a:lnTo>
                  <a:lnTo>
                    <a:pt x="2393107" y="596463"/>
                  </a:lnTo>
                  <a:lnTo>
                    <a:pt x="2393768" y="607518"/>
                  </a:lnTo>
                  <a:lnTo>
                    <a:pt x="2394428" y="606482"/>
                  </a:lnTo>
                  <a:lnTo>
                    <a:pt x="2395089" y="594719"/>
                  </a:lnTo>
                  <a:lnTo>
                    <a:pt x="2395749" y="578731"/>
                  </a:lnTo>
                  <a:lnTo>
                    <a:pt x="2396410" y="583337"/>
                  </a:lnTo>
                  <a:lnTo>
                    <a:pt x="2397071" y="589900"/>
                  </a:lnTo>
                  <a:lnTo>
                    <a:pt x="2397731" y="597133"/>
                  </a:lnTo>
                  <a:lnTo>
                    <a:pt x="2398392" y="592470"/>
                  </a:lnTo>
                  <a:lnTo>
                    <a:pt x="2399052" y="596241"/>
                  </a:lnTo>
                  <a:lnTo>
                    <a:pt x="2399713" y="601371"/>
                  </a:lnTo>
                  <a:lnTo>
                    <a:pt x="2400373" y="600794"/>
                  </a:lnTo>
                  <a:lnTo>
                    <a:pt x="2401034" y="597824"/>
                  </a:lnTo>
                  <a:lnTo>
                    <a:pt x="2401694" y="583337"/>
                  </a:lnTo>
                  <a:lnTo>
                    <a:pt x="2402355" y="595584"/>
                  </a:lnTo>
                  <a:lnTo>
                    <a:pt x="2403015" y="600879"/>
                  </a:lnTo>
                  <a:lnTo>
                    <a:pt x="2403676" y="590931"/>
                  </a:lnTo>
                  <a:lnTo>
                    <a:pt x="2404336" y="599090"/>
                  </a:lnTo>
                  <a:lnTo>
                    <a:pt x="2404997" y="609754"/>
                  </a:lnTo>
                  <a:lnTo>
                    <a:pt x="2405657" y="605609"/>
                  </a:lnTo>
                  <a:lnTo>
                    <a:pt x="2406318" y="599493"/>
                  </a:lnTo>
                  <a:lnTo>
                    <a:pt x="2406978" y="586880"/>
                  </a:lnTo>
                  <a:lnTo>
                    <a:pt x="2407639" y="584367"/>
                  </a:lnTo>
                  <a:lnTo>
                    <a:pt x="2408300" y="590286"/>
                  </a:lnTo>
                  <a:lnTo>
                    <a:pt x="2408960" y="617117"/>
                  </a:lnTo>
                  <a:lnTo>
                    <a:pt x="2409621" y="615076"/>
                  </a:lnTo>
                  <a:lnTo>
                    <a:pt x="2410281" y="590931"/>
                  </a:lnTo>
                  <a:lnTo>
                    <a:pt x="2410942" y="604478"/>
                  </a:lnTo>
                  <a:lnTo>
                    <a:pt x="2411602" y="601648"/>
                  </a:lnTo>
                  <a:lnTo>
                    <a:pt x="2412263" y="584367"/>
                  </a:lnTo>
                  <a:lnTo>
                    <a:pt x="2412923" y="582208"/>
                  </a:lnTo>
                  <a:lnTo>
                    <a:pt x="2413584" y="589587"/>
                  </a:lnTo>
                  <a:lnTo>
                    <a:pt x="2414244" y="591374"/>
                  </a:lnTo>
                  <a:lnTo>
                    <a:pt x="2414905" y="581492"/>
                  </a:lnTo>
                  <a:lnTo>
                    <a:pt x="2415565" y="589367"/>
                  </a:lnTo>
                  <a:lnTo>
                    <a:pt x="2416226" y="580447"/>
                  </a:lnTo>
                  <a:lnTo>
                    <a:pt x="2416886" y="577756"/>
                  </a:lnTo>
                  <a:lnTo>
                    <a:pt x="2417547" y="606661"/>
                  </a:lnTo>
                  <a:lnTo>
                    <a:pt x="2418208" y="601381"/>
                  </a:lnTo>
                  <a:lnTo>
                    <a:pt x="2418868" y="604865"/>
                  </a:lnTo>
                  <a:lnTo>
                    <a:pt x="2419529" y="600879"/>
                  </a:lnTo>
                  <a:lnTo>
                    <a:pt x="2420189" y="588924"/>
                  </a:lnTo>
                  <a:lnTo>
                    <a:pt x="2420850" y="599049"/>
                  </a:lnTo>
                  <a:lnTo>
                    <a:pt x="2421510" y="578183"/>
                  </a:lnTo>
                  <a:lnTo>
                    <a:pt x="2422171" y="573852"/>
                  </a:lnTo>
                  <a:lnTo>
                    <a:pt x="2422831" y="582208"/>
                  </a:lnTo>
                  <a:lnTo>
                    <a:pt x="2423492" y="559253"/>
                  </a:lnTo>
                  <a:lnTo>
                    <a:pt x="2424152" y="575028"/>
                  </a:lnTo>
                  <a:lnTo>
                    <a:pt x="2424813" y="592293"/>
                  </a:lnTo>
                  <a:lnTo>
                    <a:pt x="2425473" y="591374"/>
                  </a:lnTo>
                  <a:lnTo>
                    <a:pt x="2426134" y="585801"/>
                  </a:lnTo>
                  <a:lnTo>
                    <a:pt x="2426794" y="572792"/>
                  </a:lnTo>
                  <a:lnTo>
                    <a:pt x="2427455" y="581307"/>
                  </a:lnTo>
                  <a:lnTo>
                    <a:pt x="2428116" y="581124"/>
                  </a:lnTo>
                  <a:lnTo>
                    <a:pt x="2428776" y="555532"/>
                  </a:lnTo>
                  <a:lnTo>
                    <a:pt x="2429437" y="553205"/>
                  </a:lnTo>
                  <a:lnTo>
                    <a:pt x="2430097" y="596614"/>
                  </a:lnTo>
                  <a:lnTo>
                    <a:pt x="2430758" y="590931"/>
                  </a:lnTo>
                  <a:lnTo>
                    <a:pt x="2431418" y="581048"/>
                  </a:lnTo>
                  <a:lnTo>
                    <a:pt x="2432079" y="558140"/>
                  </a:lnTo>
                  <a:lnTo>
                    <a:pt x="2432739" y="558140"/>
                  </a:lnTo>
                  <a:lnTo>
                    <a:pt x="2433400" y="537846"/>
                  </a:lnTo>
                  <a:lnTo>
                    <a:pt x="2434060" y="530014"/>
                  </a:lnTo>
                  <a:lnTo>
                    <a:pt x="2434721" y="537846"/>
                  </a:lnTo>
                  <a:lnTo>
                    <a:pt x="2435381" y="546124"/>
                  </a:lnTo>
                  <a:lnTo>
                    <a:pt x="2436042" y="551909"/>
                  </a:lnTo>
                  <a:lnTo>
                    <a:pt x="2436702" y="552091"/>
                  </a:lnTo>
                  <a:lnTo>
                    <a:pt x="2437363" y="583776"/>
                  </a:lnTo>
                  <a:lnTo>
                    <a:pt x="2438024" y="598630"/>
                  </a:lnTo>
                  <a:lnTo>
                    <a:pt x="2438684" y="593684"/>
                  </a:lnTo>
                  <a:lnTo>
                    <a:pt x="2439345" y="583305"/>
                  </a:lnTo>
                  <a:lnTo>
                    <a:pt x="2440005" y="554418"/>
                  </a:lnTo>
                  <a:lnTo>
                    <a:pt x="2440666" y="551013"/>
                  </a:lnTo>
                  <a:lnTo>
                    <a:pt x="2441326" y="579256"/>
                  </a:lnTo>
                  <a:lnTo>
                    <a:pt x="2441987" y="593684"/>
                  </a:lnTo>
                  <a:lnTo>
                    <a:pt x="2442647" y="598630"/>
                  </a:lnTo>
                  <a:lnTo>
                    <a:pt x="2443308" y="577756"/>
                  </a:lnTo>
                  <a:lnTo>
                    <a:pt x="2443968" y="587799"/>
                  </a:lnTo>
                  <a:lnTo>
                    <a:pt x="2444629" y="586880"/>
                  </a:lnTo>
                  <a:lnTo>
                    <a:pt x="2445289" y="599049"/>
                  </a:lnTo>
                  <a:lnTo>
                    <a:pt x="2445950" y="610302"/>
                  </a:lnTo>
                  <a:lnTo>
                    <a:pt x="2446610" y="617404"/>
                  </a:lnTo>
                  <a:lnTo>
                    <a:pt x="2447271" y="595721"/>
                  </a:lnTo>
                  <a:lnTo>
                    <a:pt x="2447931" y="585619"/>
                  </a:lnTo>
                  <a:lnTo>
                    <a:pt x="2448592" y="600312"/>
                  </a:lnTo>
                  <a:lnTo>
                    <a:pt x="2449253" y="585619"/>
                  </a:lnTo>
                  <a:lnTo>
                    <a:pt x="2449913" y="602397"/>
                  </a:lnTo>
                  <a:lnTo>
                    <a:pt x="2450574" y="618865"/>
                  </a:lnTo>
                  <a:lnTo>
                    <a:pt x="2451234" y="597493"/>
                  </a:lnTo>
                  <a:lnTo>
                    <a:pt x="2451895" y="587798"/>
                  </a:lnTo>
                  <a:lnTo>
                    <a:pt x="2452555" y="581289"/>
                  </a:lnTo>
                  <a:lnTo>
                    <a:pt x="2453216" y="560882"/>
                  </a:lnTo>
                  <a:lnTo>
                    <a:pt x="2453876" y="555920"/>
                  </a:lnTo>
                  <a:lnTo>
                    <a:pt x="2454537" y="613925"/>
                  </a:lnTo>
                  <a:lnTo>
                    <a:pt x="2455197" y="619307"/>
                  </a:lnTo>
                  <a:lnTo>
                    <a:pt x="2455858" y="619307"/>
                  </a:lnTo>
                  <a:lnTo>
                    <a:pt x="2456518" y="619307"/>
                  </a:lnTo>
                  <a:lnTo>
                    <a:pt x="2457179" y="619336"/>
                  </a:lnTo>
                  <a:lnTo>
                    <a:pt x="2457839" y="619336"/>
                  </a:lnTo>
                  <a:lnTo>
                    <a:pt x="2458500" y="617585"/>
                  </a:lnTo>
                  <a:lnTo>
                    <a:pt x="2459161" y="602401"/>
                  </a:lnTo>
                  <a:lnTo>
                    <a:pt x="2459821" y="619336"/>
                  </a:lnTo>
                  <a:lnTo>
                    <a:pt x="2460482" y="619336"/>
                  </a:lnTo>
                  <a:lnTo>
                    <a:pt x="2461142" y="619336"/>
                  </a:lnTo>
                  <a:lnTo>
                    <a:pt x="2461803" y="619307"/>
                  </a:lnTo>
                  <a:lnTo>
                    <a:pt x="2462463" y="615323"/>
                  </a:lnTo>
                  <a:lnTo>
                    <a:pt x="2463124" y="584185"/>
                  </a:lnTo>
                  <a:lnTo>
                    <a:pt x="2463784" y="603972"/>
                  </a:lnTo>
                  <a:lnTo>
                    <a:pt x="2464445" y="619307"/>
                  </a:lnTo>
                  <a:lnTo>
                    <a:pt x="2465105" y="619307"/>
                  </a:lnTo>
                  <a:lnTo>
                    <a:pt x="2465766" y="619307"/>
                  </a:lnTo>
                  <a:lnTo>
                    <a:pt x="2466426" y="619307"/>
                  </a:lnTo>
                  <a:lnTo>
                    <a:pt x="2467087" y="616893"/>
                  </a:lnTo>
                  <a:lnTo>
                    <a:pt x="2467747" y="595161"/>
                  </a:lnTo>
                  <a:lnTo>
                    <a:pt x="2468408" y="604865"/>
                  </a:lnTo>
                  <a:lnTo>
                    <a:pt x="2469069" y="602743"/>
                  </a:lnTo>
                  <a:lnTo>
                    <a:pt x="2469729" y="582410"/>
                  </a:lnTo>
                  <a:lnTo>
                    <a:pt x="2470390" y="586880"/>
                  </a:lnTo>
                  <a:lnTo>
                    <a:pt x="2471050" y="604920"/>
                  </a:lnTo>
                  <a:lnTo>
                    <a:pt x="2471711" y="584367"/>
                  </a:lnTo>
                  <a:lnTo>
                    <a:pt x="2472371" y="554802"/>
                  </a:lnTo>
                  <a:lnTo>
                    <a:pt x="2473032" y="550691"/>
                  </a:lnTo>
                  <a:lnTo>
                    <a:pt x="2473692" y="556201"/>
                  </a:lnTo>
                  <a:lnTo>
                    <a:pt x="2474353" y="549458"/>
                  </a:lnTo>
                  <a:lnTo>
                    <a:pt x="2475013" y="562731"/>
                  </a:lnTo>
                  <a:lnTo>
                    <a:pt x="2475674" y="592293"/>
                  </a:lnTo>
                  <a:lnTo>
                    <a:pt x="2476334" y="608779"/>
                  </a:lnTo>
                  <a:lnTo>
                    <a:pt x="2476995" y="611059"/>
                  </a:lnTo>
                  <a:lnTo>
                    <a:pt x="2477655" y="591374"/>
                  </a:lnTo>
                  <a:lnTo>
                    <a:pt x="2478316" y="602584"/>
                  </a:lnTo>
                  <a:lnTo>
                    <a:pt x="2478976" y="602401"/>
                  </a:lnTo>
                  <a:lnTo>
                    <a:pt x="2479637" y="611423"/>
                  </a:lnTo>
                  <a:lnTo>
                    <a:pt x="2480298" y="612231"/>
                  </a:lnTo>
                  <a:lnTo>
                    <a:pt x="2480958" y="612259"/>
                  </a:lnTo>
                  <a:lnTo>
                    <a:pt x="2481619" y="611423"/>
                  </a:lnTo>
                  <a:lnTo>
                    <a:pt x="2482279" y="598630"/>
                  </a:lnTo>
                  <a:lnTo>
                    <a:pt x="2482940" y="585138"/>
                  </a:lnTo>
                  <a:lnTo>
                    <a:pt x="2483600" y="602128"/>
                  </a:lnTo>
                  <a:lnTo>
                    <a:pt x="2484261" y="603558"/>
                  </a:lnTo>
                  <a:lnTo>
                    <a:pt x="2484921" y="605078"/>
                  </a:lnTo>
                  <a:lnTo>
                    <a:pt x="2485582" y="602336"/>
                  </a:lnTo>
                  <a:lnTo>
                    <a:pt x="2486242" y="610452"/>
                  </a:lnTo>
                  <a:lnTo>
                    <a:pt x="2486903" y="590931"/>
                  </a:lnTo>
                  <a:lnTo>
                    <a:pt x="2487563" y="601381"/>
                  </a:lnTo>
                  <a:lnTo>
                    <a:pt x="2488224" y="601381"/>
                  </a:lnTo>
                  <a:lnTo>
                    <a:pt x="2488884" y="570135"/>
                  </a:lnTo>
                  <a:lnTo>
                    <a:pt x="2489545" y="571053"/>
                  </a:lnTo>
                  <a:lnTo>
                    <a:pt x="2490206" y="578183"/>
                  </a:lnTo>
                  <a:lnTo>
                    <a:pt x="2490866" y="586880"/>
                  </a:lnTo>
                  <a:lnTo>
                    <a:pt x="2491527" y="599049"/>
                  </a:lnTo>
                  <a:lnTo>
                    <a:pt x="2492187" y="603558"/>
                  </a:lnTo>
                  <a:lnTo>
                    <a:pt x="2492848" y="606217"/>
                  </a:lnTo>
                  <a:lnTo>
                    <a:pt x="2493508" y="599049"/>
                  </a:lnTo>
                  <a:lnTo>
                    <a:pt x="2494169" y="601352"/>
                  </a:lnTo>
                  <a:lnTo>
                    <a:pt x="2494829" y="604836"/>
                  </a:lnTo>
                  <a:lnTo>
                    <a:pt x="2495490" y="608520"/>
                  </a:lnTo>
                  <a:lnTo>
                    <a:pt x="2496150" y="607388"/>
                  </a:lnTo>
                  <a:lnTo>
                    <a:pt x="2496811" y="607388"/>
                  </a:lnTo>
                  <a:lnTo>
                    <a:pt x="2497471" y="602307"/>
                  </a:lnTo>
                  <a:lnTo>
                    <a:pt x="2498132" y="604836"/>
                  </a:lnTo>
                  <a:lnTo>
                    <a:pt x="2498792" y="603529"/>
                  </a:lnTo>
                  <a:lnTo>
                    <a:pt x="2499453" y="603558"/>
                  </a:lnTo>
                  <a:lnTo>
                    <a:pt x="2500114" y="585518"/>
                  </a:lnTo>
                  <a:lnTo>
                    <a:pt x="2500774" y="598630"/>
                  </a:lnTo>
                  <a:lnTo>
                    <a:pt x="2501435" y="590931"/>
                  </a:lnTo>
                  <a:lnTo>
                    <a:pt x="2502095" y="581048"/>
                  </a:lnTo>
                  <a:lnTo>
                    <a:pt x="2502756" y="578812"/>
                  </a:lnTo>
                  <a:lnTo>
                    <a:pt x="2503416" y="585518"/>
                  </a:lnTo>
                  <a:lnTo>
                    <a:pt x="2504077" y="598630"/>
                  </a:lnTo>
                  <a:lnTo>
                    <a:pt x="2504737" y="609697"/>
                  </a:lnTo>
                  <a:lnTo>
                    <a:pt x="2505398" y="590931"/>
                  </a:lnTo>
                  <a:lnTo>
                    <a:pt x="2506058" y="590931"/>
                  </a:lnTo>
                  <a:lnTo>
                    <a:pt x="2506719" y="608520"/>
                  </a:lnTo>
                  <a:lnTo>
                    <a:pt x="2507379" y="593502"/>
                  </a:lnTo>
                  <a:lnTo>
                    <a:pt x="2508040" y="580866"/>
                  </a:lnTo>
                  <a:lnTo>
                    <a:pt x="2508700" y="569509"/>
                  </a:lnTo>
                  <a:lnTo>
                    <a:pt x="2509361" y="563109"/>
                  </a:lnTo>
                  <a:lnTo>
                    <a:pt x="2510022" y="561552"/>
                  </a:lnTo>
                  <a:lnTo>
                    <a:pt x="2510682" y="556358"/>
                  </a:lnTo>
                  <a:lnTo>
                    <a:pt x="2511343" y="549615"/>
                  </a:lnTo>
                  <a:lnTo>
                    <a:pt x="2512003" y="553302"/>
                  </a:lnTo>
                  <a:lnTo>
                    <a:pt x="2512664" y="546247"/>
                  </a:lnTo>
                  <a:lnTo>
                    <a:pt x="2513324" y="577659"/>
                  </a:lnTo>
                  <a:lnTo>
                    <a:pt x="2513985" y="600411"/>
                  </a:lnTo>
                  <a:lnTo>
                    <a:pt x="2514645" y="580174"/>
                  </a:lnTo>
                  <a:lnTo>
                    <a:pt x="2515306" y="597493"/>
                  </a:lnTo>
                  <a:lnTo>
                    <a:pt x="2515966" y="604865"/>
                  </a:lnTo>
                  <a:lnTo>
                    <a:pt x="2516627" y="590931"/>
                  </a:lnTo>
                  <a:lnTo>
                    <a:pt x="2517287" y="568201"/>
                  </a:lnTo>
                  <a:lnTo>
                    <a:pt x="2517948" y="576638"/>
                  </a:lnTo>
                  <a:lnTo>
                    <a:pt x="2518608" y="610423"/>
                  </a:lnTo>
                  <a:lnTo>
                    <a:pt x="2519269" y="616893"/>
                  </a:lnTo>
                  <a:lnTo>
                    <a:pt x="2519929" y="619307"/>
                  </a:lnTo>
                  <a:lnTo>
                    <a:pt x="2520590" y="618550"/>
                  </a:lnTo>
                  <a:lnTo>
                    <a:pt x="2521251" y="617204"/>
                  </a:lnTo>
                  <a:lnTo>
                    <a:pt x="2521911" y="617556"/>
                  </a:lnTo>
                  <a:lnTo>
                    <a:pt x="2522572" y="612231"/>
                  </a:lnTo>
                  <a:lnTo>
                    <a:pt x="2523232" y="609669"/>
                  </a:lnTo>
                  <a:lnTo>
                    <a:pt x="2523893" y="607388"/>
                  </a:lnTo>
                  <a:lnTo>
                    <a:pt x="2524553" y="618836"/>
                  </a:lnTo>
                  <a:lnTo>
                    <a:pt x="2525214" y="619307"/>
                  </a:lnTo>
                  <a:lnTo>
                    <a:pt x="2525874" y="619307"/>
                  </a:lnTo>
                  <a:lnTo>
                    <a:pt x="2526535" y="619307"/>
                  </a:lnTo>
                  <a:lnTo>
                    <a:pt x="2527195" y="619307"/>
                  </a:lnTo>
                  <a:lnTo>
                    <a:pt x="2527856" y="619307"/>
                  </a:lnTo>
                  <a:lnTo>
                    <a:pt x="2528516" y="619307"/>
                  </a:lnTo>
                  <a:lnTo>
                    <a:pt x="2529177" y="619307"/>
                  </a:lnTo>
                  <a:lnTo>
                    <a:pt x="2529837" y="619307"/>
                  </a:lnTo>
                  <a:lnTo>
                    <a:pt x="2530498" y="619307"/>
                  </a:lnTo>
                  <a:lnTo>
                    <a:pt x="2531159" y="619307"/>
                  </a:lnTo>
                  <a:lnTo>
                    <a:pt x="2531819" y="619307"/>
                  </a:lnTo>
                  <a:lnTo>
                    <a:pt x="2532480" y="619336"/>
                  </a:lnTo>
                  <a:lnTo>
                    <a:pt x="2533140" y="619336"/>
                  </a:lnTo>
                  <a:lnTo>
                    <a:pt x="2533801" y="619336"/>
                  </a:lnTo>
                  <a:lnTo>
                    <a:pt x="2534461" y="606217"/>
                  </a:lnTo>
                  <a:lnTo>
                    <a:pt x="2535122" y="605078"/>
                  </a:lnTo>
                  <a:lnTo>
                    <a:pt x="2535782" y="618579"/>
                  </a:lnTo>
                  <a:lnTo>
                    <a:pt x="2536443" y="603558"/>
                  </a:lnTo>
                  <a:lnTo>
                    <a:pt x="2537103" y="601381"/>
                  </a:lnTo>
                  <a:lnTo>
                    <a:pt x="2537764" y="619336"/>
                  </a:lnTo>
                  <a:lnTo>
                    <a:pt x="2538424" y="619336"/>
                  </a:lnTo>
                  <a:lnTo>
                    <a:pt x="2539085" y="619336"/>
                  </a:lnTo>
                  <a:lnTo>
                    <a:pt x="2539745" y="613242"/>
                  </a:lnTo>
                  <a:lnTo>
                    <a:pt x="2540406" y="611395"/>
                  </a:lnTo>
                  <a:lnTo>
                    <a:pt x="2541067" y="609669"/>
                  </a:lnTo>
                  <a:lnTo>
                    <a:pt x="2541727" y="609669"/>
                  </a:lnTo>
                  <a:lnTo>
                    <a:pt x="2542388" y="612231"/>
                  </a:lnTo>
                  <a:lnTo>
                    <a:pt x="2543048" y="614380"/>
                  </a:lnTo>
                  <a:lnTo>
                    <a:pt x="2543709" y="613610"/>
                  </a:lnTo>
                  <a:lnTo>
                    <a:pt x="2544369" y="612231"/>
                  </a:lnTo>
                  <a:lnTo>
                    <a:pt x="2545030" y="613610"/>
                  </a:lnTo>
                  <a:lnTo>
                    <a:pt x="2545690" y="610423"/>
                  </a:lnTo>
                  <a:lnTo>
                    <a:pt x="2546351" y="612231"/>
                  </a:lnTo>
                  <a:lnTo>
                    <a:pt x="2547011" y="615047"/>
                  </a:lnTo>
                  <a:lnTo>
                    <a:pt x="2547672" y="611395"/>
                  </a:lnTo>
                  <a:lnTo>
                    <a:pt x="2548332" y="615047"/>
                  </a:lnTo>
                  <a:lnTo>
                    <a:pt x="2548993" y="618550"/>
                  </a:lnTo>
                  <a:lnTo>
                    <a:pt x="2549653" y="615849"/>
                  </a:lnTo>
                  <a:lnTo>
                    <a:pt x="2550314" y="614380"/>
                  </a:lnTo>
                  <a:lnTo>
                    <a:pt x="2550974" y="608520"/>
                  </a:lnTo>
                  <a:lnTo>
                    <a:pt x="2551635" y="613213"/>
                  </a:lnTo>
                  <a:lnTo>
                    <a:pt x="2552296" y="615849"/>
                  </a:lnTo>
                  <a:lnTo>
                    <a:pt x="2552956" y="613213"/>
                  </a:lnTo>
                  <a:lnTo>
                    <a:pt x="2553617" y="606188"/>
                  </a:lnTo>
                  <a:lnTo>
                    <a:pt x="2554277" y="606188"/>
                  </a:lnTo>
                  <a:lnTo>
                    <a:pt x="2554938" y="612231"/>
                  </a:lnTo>
                  <a:lnTo>
                    <a:pt x="2555598" y="612231"/>
                  </a:lnTo>
                  <a:lnTo>
                    <a:pt x="2556259" y="601656"/>
                  </a:lnTo>
                  <a:lnTo>
                    <a:pt x="2556919" y="568019"/>
                  </a:lnTo>
                  <a:lnTo>
                    <a:pt x="2557580" y="554481"/>
                  </a:lnTo>
                  <a:lnTo>
                    <a:pt x="2558240" y="556201"/>
                  </a:lnTo>
                  <a:lnTo>
                    <a:pt x="2558901" y="584956"/>
                  </a:lnTo>
                  <a:lnTo>
                    <a:pt x="2559561" y="618994"/>
                  </a:lnTo>
                  <a:lnTo>
                    <a:pt x="2560222" y="618836"/>
                  </a:lnTo>
                  <a:lnTo>
                    <a:pt x="2560882" y="619307"/>
                  </a:lnTo>
                  <a:lnTo>
                    <a:pt x="2561543" y="619307"/>
                  </a:lnTo>
                  <a:lnTo>
                    <a:pt x="2562204" y="618836"/>
                  </a:lnTo>
                  <a:lnTo>
                    <a:pt x="2562864" y="619307"/>
                  </a:lnTo>
                  <a:lnTo>
                    <a:pt x="2563525" y="619307"/>
                  </a:lnTo>
                  <a:lnTo>
                    <a:pt x="2564185" y="619307"/>
                  </a:lnTo>
                  <a:lnTo>
                    <a:pt x="2564846" y="619307"/>
                  </a:lnTo>
                  <a:lnTo>
                    <a:pt x="2565506" y="619307"/>
                  </a:lnTo>
                  <a:lnTo>
                    <a:pt x="2566167" y="619307"/>
                  </a:lnTo>
                  <a:lnTo>
                    <a:pt x="2566827" y="619307"/>
                  </a:lnTo>
                  <a:lnTo>
                    <a:pt x="2567488" y="619307"/>
                  </a:lnTo>
                  <a:lnTo>
                    <a:pt x="2568148" y="619307"/>
                  </a:lnTo>
                  <a:lnTo>
                    <a:pt x="2568809" y="619307"/>
                  </a:lnTo>
                  <a:lnTo>
                    <a:pt x="2569469" y="619307"/>
                  </a:lnTo>
                  <a:lnTo>
                    <a:pt x="2570130" y="619307"/>
                  </a:lnTo>
                  <a:lnTo>
                    <a:pt x="2570790" y="619307"/>
                  </a:lnTo>
                  <a:lnTo>
                    <a:pt x="2571451" y="619307"/>
                  </a:lnTo>
                  <a:lnTo>
                    <a:pt x="2572112" y="619307"/>
                  </a:lnTo>
                  <a:lnTo>
                    <a:pt x="2572772" y="619307"/>
                  </a:lnTo>
                  <a:lnTo>
                    <a:pt x="2573433" y="619307"/>
                  </a:lnTo>
                  <a:lnTo>
                    <a:pt x="2574093" y="619336"/>
                  </a:lnTo>
                  <a:lnTo>
                    <a:pt x="2574754" y="619336"/>
                  </a:lnTo>
                  <a:lnTo>
                    <a:pt x="2575414" y="619336"/>
                  </a:lnTo>
                  <a:lnTo>
                    <a:pt x="2576075" y="614409"/>
                  </a:lnTo>
                  <a:lnTo>
                    <a:pt x="2576735" y="602336"/>
                  </a:lnTo>
                  <a:lnTo>
                    <a:pt x="2577396" y="619108"/>
                  </a:lnTo>
                  <a:lnTo>
                    <a:pt x="2578056" y="619336"/>
                  </a:lnTo>
                  <a:lnTo>
                    <a:pt x="2578717" y="593684"/>
                  </a:lnTo>
                  <a:lnTo>
                    <a:pt x="2579377" y="531138"/>
                  </a:lnTo>
                  <a:lnTo>
                    <a:pt x="2580038" y="525525"/>
                  </a:lnTo>
                  <a:lnTo>
                    <a:pt x="2580698" y="525525"/>
                  </a:lnTo>
                  <a:lnTo>
                    <a:pt x="2581359" y="531065"/>
                  </a:lnTo>
                  <a:lnTo>
                    <a:pt x="2582020" y="525525"/>
                  </a:lnTo>
                  <a:lnTo>
                    <a:pt x="2582680" y="525968"/>
                  </a:lnTo>
                  <a:lnTo>
                    <a:pt x="2583341" y="526151"/>
                  </a:lnTo>
                  <a:lnTo>
                    <a:pt x="2584001" y="536216"/>
                  </a:lnTo>
                  <a:lnTo>
                    <a:pt x="2584662" y="590931"/>
                  </a:lnTo>
                  <a:lnTo>
                    <a:pt x="2585322" y="617585"/>
                  </a:lnTo>
                  <a:lnTo>
                    <a:pt x="2585983" y="603558"/>
                  </a:lnTo>
                  <a:lnTo>
                    <a:pt x="2586643" y="536911"/>
                  </a:lnTo>
                  <a:lnTo>
                    <a:pt x="2587304" y="536034"/>
                  </a:lnTo>
                  <a:lnTo>
                    <a:pt x="2587964" y="531065"/>
                  </a:lnTo>
                  <a:lnTo>
                    <a:pt x="2588625" y="525525"/>
                  </a:lnTo>
                  <a:lnTo>
                    <a:pt x="2589285" y="525525"/>
                  </a:lnTo>
                  <a:lnTo>
                    <a:pt x="2589946" y="525525"/>
                  </a:lnTo>
                  <a:lnTo>
                    <a:pt x="2590606" y="525525"/>
                  </a:lnTo>
                  <a:lnTo>
                    <a:pt x="2591267" y="525525"/>
                  </a:lnTo>
                  <a:lnTo>
                    <a:pt x="2591927" y="525525"/>
                  </a:lnTo>
                  <a:lnTo>
                    <a:pt x="2592588" y="525525"/>
                  </a:lnTo>
                  <a:lnTo>
                    <a:pt x="2593249" y="525525"/>
                  </a:lnTo>
                  <a:lnTo>
                    <a:pt x="2593909" y="531065"/>
                  </a:lnTo>
                  <a:lnTo>
                    <a:pt x="2594570" y="531138"/>
                  </a:lnTo>
                  <a:lnTo>
                    <a:pt x="2595230" y="536034"/>
                  </a:lnTo>
                  <a:lnTo>
                    <a:pt x="2595891" y="531138"/>
                  </a:lnTo>
                  <a:lnTo>
                    <a:pt x="2596551" y="525525"/>
                  </a:lnTo>
                  <a:lnTo>
                    <a:pt x="2597212" y="525525"/>
                  </a:lnTo>
                  <a:lnTo>
                    <a:pt x="2597872" y="531065"/>
                  </a:lnTo>
                  <a:lnTo>
                    <a:pt x="2598533" y="532427"/>
                  </a:lnTo>
                  <a:lnTo>
                    <a:pt x="2599193" y="537396"/>
                  </a:lnTo>
                  <a:lnTo>
                    <a:pt x="2599854" y="532500"/>
                  </a:lnTo>
                  <a:lnTo>
                    <a:pt x="2600514" y="532427"/>
                  </a:lnTo>
                  <a:lnTo>
                    <a:pt x="2601175" y="537396"/>
                  </a:lnTo>
                  <a:lnTo>
                    <a:pt x="2601835" y="545228"/>
                  </a:lnTo>
                  <a:lnTo>
                    <a:pt x="2602496" y="590748"/>
                  </a:lnTo>
                  <a:lnTo>
                    <a:pt x="2603157" y="618836"/>
                  </a:lnTo>
                  <a:lnTo>
                    <a:pt x="2603817" y="619307"/>
                  </a:lnTo>
                  <a:lnTo>
                    <a:pt x="2604478" y="618836"/>
                  </a:lnTo>
                  <a:lnTo>
                    <a:pt x="2605138" y="616643"/>
                  </a:lnTo>
                  <a:lnTo>
                    <a:pt x="2605799" y="617204"/>
                  </a:lnTo>
                  <a:lnTo>
                    <a:pt x="2606459" y="603669"/>
                  </a:lnTo>
                  <a:lnTo>
                    <a:pt x="2607120" y="547804"/>
                  </a:lnTo>
                  <a:lnTo>
                    <a:pt x="2607780" y="536600"/>
                  </a:lnTo>
                  <a:lnTo>
                    <a:pt x="2608441" y="507710"/>
                  </a:lnTo>
                  <a:lnTo>
                    <a:pt x="2609101" y="489173"/>
                  </a:lnTo>
                  <a:lnTo>
                    <a:pt x="2609762" y="486709"/>
                  </a:lnTo>
                  <a:lnTo>
                    <a:pt x="2610422" y="490762"/>
                  </a:lnTo>
                  <a:lnTo>
                    <a:pt x="2611083" y="550977"/>
                  </a:lnTo>
                  <a:lnTo>
                    <a:pt x="2611743" y="597976"/>
                  </a:lnTo>
                  <a:lnTo>
                    <a:pt x="2612404" y="590931"/>
                  </a:lnTo>
                  <a:lnTo>
                    <a:pt x="2613065" y="586880"/>
                  </a:lnTo>
                  <a:lnTo>
                    <a:pt x="2613725" y="578812"/>
                  </a:lnTo>
                  <a:lnTo>
                    <a:pt x="2614386" y="590931"/>
                  </a:lnTo>
                  <a:lnTo>
                    <a:pt x="2615046" y="615849"/>
                  </a:lnTo>
                  <a:lnTo>
                    <a:pt x="2615707" y="619307"/>
                  </a:lnTo>
                  <a:lnTo>
                    <a:pt x="2616367" y="617556"/>
                  </a:lnTo>
                  <a:lnTo>
                    <a:pt x="2617028" y="618226"/>
                  </a:lnTo>
                  <a:lnTo>
                    <a:pt x="2617688" y="617556"/>
                  </a:lnTo>
                  <a:lnTo>
                    <a:pt x="2618349" y="612231"/>
                  </a:lnTo>
                  <a:lnTo>
                    <a:pt x="2619009" y="613896"/>
                  </a:lnTo>
                  <a:lnTo>
                    <a:pt x="2619670" y="615323"/>
                  </a:lnTo>
                  <a:lnTo>
                    <a:pt x="2620330" y="586437"/>
                  </a:lnTo>
                  <a:lnTo>
                    <a:pt x="2620991" y="580846"/>
                  </a:lnTo>
                  <a:lnTo>
                    <a:pt x="2621651" y="607417"/>
                  </a:lnTo>
                  <a:lnTo>
                    <a:pt x="2622312" y="615878"/>
                  </a:lnTo>
                  <a:lnTo>
                    <a:pt x="2622972" y="613242"/>
                  </a:lnTo>
                  <a:lnTo>
                    <a:pt x="2623633" y="603558"/>
                  </a:lnTo>
                  <a:lnTo>
                    <a:pt x="2624294" y="606217"/>
                  </a:lnTo>
                  <a:lnTo>
                    <a:pt x="2624954" y="589405"/>
                  </a:lnTo>
                  <a:lnTo>
                    <a:pt x="2625615" y="603698"/>
                  </a:lnTo>
                  <a:lnTo>
                    <a:pt x="2626275" y="592293"/>
                  </a:lnTo>
                  <a:lnTo>
                    <a:pt x="2626936" y="596079"/>
                  </a:lnTo>
                  <a:lnTo>
                    <a:pt x="2627596" y="612665"/>
                  </a:lnTo>
                  <a:lnTo>
                    <a:pt x="2628257" y="618836"/>
                  </a:lnTo>
                  <a:lnTo>
                    <a:pt x="2628917" y="619307"/>
                  </a:lnTo>
                  <a:lnTo>
                    <a:pt x="2629578" y="609669"/>
                  </a:lnTo>
                  <a:lnTo>
                    <a:pt x="2630238" y="602307"/>
                  </a:lnTo>
                  <a:lnTo>
                    <a:pt x="2630899" y="584185"/>
                  </a:lnTo>
                  <a:lnTo>
                    <a:pt x="2631559" y="596432"/>
                  </a:lnTo>
                  <a:lnTo>
                    <a:pt x="2632220" y="601352"/>
                  </a:lnTo>
                  <a:lnTo>
                    <a:pt x="2632880" y="585336"/>
                  </a:lnTo>
                  <a:lnTo>
                    <a:pt x="2633541" y="564471"/>
                  </a:lnTo>
                  <a:lnTo>
                    <a:pt x="2634202" y="564471"/>
                  </a:lnTo>
                  <a:lnTo>
                    <a:pt x="2634862" y="592110"/>
                  </a:lnTo>
                  <a:lnTo>
                    <a:pt x="2635523" y="602336"/>
                  </a:lnTo>
                  <a:lnTo>
                    <a:pt x="2636183" y="601381"/>
                  </a:lnTo>
                  <a:lnTo>
                    <a:pt x="2636844" y="597058"/>
                  </a:lnTo>
                  <a:lnTo>
                    <a:pt x="2637504" y="589367"/>
                  </a:lnTo>
                  <a:lnTo>
                    <a:pt x="2638165" y="604001"/>
                  </a:lnTo>
                  <a:lnTo>
                    <a:pt x="2638825" y="598855"/>
                  </a:lnTo>
                  <a:lnTo>
                    <a:pt x="2639486" y="598855"/>
                  </a:lnTo>
                  <a:lnTo>
                    <a:pt x="2640146" y="613656"/>
                  </a:lnTo>
                  <a:lnTo>
                    <a:pt x="2640807" y="618836"/>
                  </a:lnTo>
                  <a:lnTo>
                    <a:pt x="2641467" y="617232"/>
                  </a:lnTo>
                  <a:lnTo>
                    <a:pt x="2642128" y="606217"/>
                  </a:lnTo>
                  <a:lnTo>
                    <a:pt x="2642788" y="612259"/>
                  </a:lnTo>
                  <a:lnTo>
                    <a:pt x="2643449" y="594717"/>
                  </a:lnTo>
                  <a:lnTo>
                    <a:pt x="2644110" y="609697"/>
                  </a:lnTo>
                  <a:lnTo>
                    <a:pt x="2644770" y="619336"/>
                  </a:lnTo>
                  <a:lnTo>
                    <a:pt x="2645431" y="619336"/>
                  </a:lnTo>
                  <a:lnTo>
                    <a:pt x="2646091" y="617556"/>
                  </a:lnTo>
                  <a:lnTo>
                    <a:pt x="2646752" y="610423"/>
                  </a:lnTo>
                  <a:lnTo>
                    <a:pt x="2647412" y="612231"/>
                  </a:lnTo>
                  <a:lnTo>
                    <a:pt x="2648073" y="608520"/>
                  </a:lnTo>
                  <a:lnTo>
                    <a:pt x="2648733" y="584037"/>
                  </a:lnTo>
                  <a:lnTo>
                    <a:pt x="2649394" y="603972"/>
                  </a:lnTo>
                  <a:lnTo>
                    <a:pt x="2650054" y="604836"/>
                  </a:lnTo>
                  <a:lnTo>
                    <a:pt x="2650715" y="618836"/>
                  </a:lnTo>
                  <a:lnTo>
                    <a:pt x="2651375" y="619307"/>
                  </a:lnTo>
                  <a:lnTo>
                    <a:pt x="2652036" y="618836"/>
                  </a:lnTo>
                  <a:lnTo>
                    <a:pt x="2652696" y="615352"/>
                  </a:lnTo>
                  <a:lnTo>
                    <a:pt x="2653357" y="618579"/>
                  </a:lnTo>
                  <a:lnTo>
                    <a:pt x="2654018" y="615352"/>
                  </a:lnTo>
                  <a:lnTo>
                    <a:pt x="2654678" y="590286"/>
                  </a:lnTo>
                  <a:lnTo>
                    <a:pt x="2655339" y="606227"/>
                  </a:lnTo>
                  <a:lnTo>
                    <a:pt x="2655999" y="619779"/>
                  </a:lnTo>
                  <a:lnTo>
                    <a:pt x="2656660" y="619336"/>
                  </a:lnTo>
                  <a:lnTo>
                    <a:pt x="2657320" y="619307"/>
                  </a:lnTo>
                  <a:lnTo>
                    <a:pt x="2657981" y="619307"/>
                  </a:lnTo>
                  <a:lnTo>
                    <a:pt x="2658641" y="602307"/>
                  </a:lnTo>
                  <a:lnTo>
                    <a:pt x="2659302" y="561370"/>
                  </a:lnTo>
                  <a:lnTo>
                    <a:pt x="2659962" y="553119"/>
                  </a:lnTo>
                  <a:lnTo>
                    <a:pt x="2660623" y="569509"/>
                  </a:lnTo>
                  <a:lnTo>
                    <a:pt x="2661283" y="590748"/>
                  </a:lnTo>
                  <a:lnTo>
                    <a:pt x="2661944" y="583266"/>
                  </a:lnTo>
                  <a:lnTo>
                    <a:pt x="2662604" y="556176"/>
                  </a:lnTo>
                  <a:lnTo>
                    <a:pt x="2663265" y="583594"/>
                  </a:lnTo>
                  <a:lnTo>
                    <a:pt x="2663925" y="608520"/>
                  </a:lnTo>
                  <a:lnTo>
                    <a:pt x="2664586" y="601352"/>
                  </a:lnTo>
                  <a:lnTo>
                    <a:pt x="2665247" y="602307"/>
                  </a:lnTo>
                  <a:lnTo>
                    <a:pt x="2665907" y="600932"/>
                  </a:lnTo>
                  <a:lnTo>
                    <a:pt x="2666568" y="603026"/>
                  </a:lnTo>
                  <a:lnTo>
                    <a:pt x="2667228" y="602307"/>
                  </a:lnTo>
                  <a:lnTo>
                    <a:pt x="2667889" y="603026"/>
                  </a:lnTo>
                  <a:lnTo>
                    <a:pt x="2668549" y="613896"/>
                  </a:lnTo>
                  <a:lnTo>
                    <a:pt x="2669210" y="604416"/>
                  </a:lnTo>
                  <a:lnTo>
                    <a:pt x="2669870" y="576638"/>
                  </a:lnTo>
                  <a:lnTo>
                    <a:pt x="2670531" y="572308"/>
                  </a:lnTo>
                  <a:lnTo>
                    <a:pt x="2671191" y="585834"/>
                  </a:lnTo>
                  <a:lnTo>
                    <a:pt x="2671852" y="605665"/>
                  </a:lnTo>
                  <a:lnTo>
                    <a:pt x="2672512" y="610070"/>
                  </a:lnTo>
                  <a:lnTo>
                    <a:pt x="2673173" y="607388"/>
                  </a:lnTo>
                  <a:lnTo>
                    <a:pt x="2673833" y="601656"/>
                  </a:lnTo>
                  <a:lnTo>
                    <a:pt x="2674494" y="598447"/>
                  </a:lnTo>
                  <a:lnTo>
                    <a:pt x="2675155" y="602485"/>
                  </a:lnTo>
                  <a:lnTo>
                    <a:pt x="2675815" y="590748"/>
                  </a:lnTo>
                  <a:lnTo>
                    <a:pt x="2676476" y="563489"/>
                  </a:lnTo>
                  <a:lnTo>
                    <a:pt x="2677136" y="550156"/>
                  </a:lnTo>
                  <a:lnTo>
                    <a:pt x="2677797" y="557089"/>
                  </a:lnTo>
                  <a:lnTo>
                    <a:pt x="2678457" y="570618"/>
                  </a:lnTo>
                  <a:lnTo>
                    <a:pt x="2679118" y="566288"/>
                  </a:lnTo>
                  <a:lnTo>
                    <a:pt x="2679778" y="575028"/>
                  </a:lnTo>
                  <a:lnTo>
                    <a:pt x="2680439" y="603055"/>
                  </a:lnTo>
                  <a:lnTo>
                    <a:pt x="2681099" y="612259"/>
                  </a:lnTo>
                  <a:lnTo>
                    <a:pt x="2681760" y="582410"/>
                  </a:lnTo>
                  <a:lnTo>
                    <a:pt x="2682420" y="573852"/>
                  </a:lnTo>
                  <a:lnTo>
                    <a:pt x="2683081" y="580174"/>
                  </a:lnTo>
                  <a:lnTo>
                    <a:pt x="2683741" y="589587"/>
                  </a:lnTo>
                  <a:lnTo>
                    <a:pt x="2684402" y="592293"/>
                  </a:lnTo>
                  <a:lnTo>
                    <a:pt x="2685063" y="578183"/>
                  </a:lnTo>
                  <a:lnTo>
                    <a:pt x="2685723" y="600879"/>
                  </a:lnTo>
                  <a:lnTo>
                    <a:pt x="2686384" y="616036"/>
                  </a:lnTo>
                  <a:lnTo>
                    <a:pt x="2687044" y="607560"/>
                  </a:lnTo>
                  <a:lnTo>
                    <a:pt x="2687705" y="580866"/>
                  </a:lnTo>
                  <a:lnTo>
                    <a:pt x="2688365" y="565091"/>
                  </a:lnTo>
                  <a:lnTo>
                    <a:pt x="2689026" y="553563"/>
                  </a:lnTo>
                  <a:lnTo>
                    <a:pt x="2689686" y="549433"/>
                  </a:lnTo>
                  <a:lnTo>
                    <a:pt x="2690347" y="554741"/>
                  </a:lnTo>
                  <a:lnTo>
                    <a:pt x="2691007" y="561297"/>
                  </a:lnTo>
                  <a:lnTo>
                    <a:pt x="2691668" y="548124"/>
                  </a:lnTo>
                  <a:lnTo>
                    <a:pt x="2692328" y="542696"/>
                  </a:lnTo>
                  <a:lnTo>
                    <a:pt x="2692989" y="547998"/>
                  </a:lnTo>
                  <a:lnTo>
                    <a:pt x="2693649" y="563656"/>
                  </a:lnTo>
                  <a:lnTo>
                    <a:pt x="2694310" y="560327"/>
                  </a:lnTo>
                  <a:lnTo>
                    <a:pt x="2694970" y="589314"/>
                  </a:lnTo>
                  <a:lnTo>
                    <a:pt x="2695631" y="592559"/>
                  </a:lnTo>
                  <a:lnTo>
                    <a:pt x="2696292" y="573269"/>
                  </a:lnTo>
                  <a:lnTo>
                    <a:pt x="2696952" y="575598"/>
                  </a:lnTo>
                  <a:lnTo>
                    <a:pt x="2697613" y="600938"/>
                  </a:lnTo>
                  <a:lnTo>
                    <a:pt x="2698273" y="581687"/>
                  </a:lnTo>
                  <a:lnTo>
                    <a:pt x="2698934" y="583776"/>
                  </a:lnTo>
                  <a:lnTo>
                    <a:pt x="2699594" y="579431"/>
                  </a:lnTo>
                  <a:lnTo>
                    <a:pt x="2700255" y="568024"/>
                  </a:lnTo>
                  <a:lnTo>
                    <a:pt x="2700915" y="597808"/>
                  </a:lnTo>
                  <a:lnTo>
                    <a:pt x="2701576" y="601025"/>
                  </a:lnTo>
                  <a:lnTo>
                    <a:pt x="2702236" y="592628"/>
                  </a:lnTo>
                  <a:lnTo>
                    <a:pt x="2702897" y="614139"/>
                  </a:lnTo>
                  <a:lnTo>
                    <a:pt x="2703557" y="616332"/>
                  </a:lnTo>
                  <a:lnTo>
                    <a:pt x="2704218" y="596097"/>
                  </a:lnTo>
                  <a:lnTo>
                    <a:pt x="2704878" y="577046"/>
                  </a:lnTo>
                  <a:lnTo>
                    <a:pt x="2705539" y="572172"/>
                  </a:lnTo>
                  <a:lnTo>
                    <a:pt x="2706200" y="558837"/>
                  </a:lnTo>
                  <a:lnTo>
                    <a:pt x="2706860" y="553643"/>
                  </a:lnTo>
                  <a:lnTo>
                    <a:pt x="2707521" y="554319"/>
                  </a:lnTo>
                  <a:lnTo>
                    <a:pt x="2708181" y="550490"/>
                  </a:lnTo>
                  <a:lnTo>
                    <a:pt x="2708842" y="577046"/>
                  </a:lnTo>
                  <a:lnTo>
                    <a:pt x="2709502" y="590785"/>
                  </a:lnTo>
                  <a:lnTo>
                    <a:pt x="2710163" y="593994"/>
                  </a:lnTo>
                  <a:lnTo>
                    <a:pt x="2710823" y="603048"/>
                  </a:lnTo>
                  <a:lnTo>
                    <a:pt x="2711484" y="599115"/>
                  </a:lnTo>
                  <a:lnTo>
                    <a:pt x="2712144" y="599115"/>
                  </a:lnTo>
                  <a:lnTo>
                    <a:pt x="2712805" y="596960"/>
                  </a:lnTo>
                  <a:lnTo>
                    <a:pt x="2713465" y="598849"/>
                  </a:lnTo>
                  <a:lnTo>
                    <a:pt x="2714126" y="599329"/>
                  </a:lnTo>
                  <a:lnTo>
                    <a:pt x="2714786" y="583269"/>
                  </a:lnTo>
                  <a:lnTo>
                    <a:pt x="2715447" y="570259"/>
                  </a:lnTo>
                  <a:lnTo>
                    <a:pt x="2716108" y="581079"/>
                  </a:lnTo>
                  <a:lnTo>
                    <a:pt x="2716768" y="568085"/>
                  </a:lnTo>
                  <a:lnTo>
                    <a:pt x="2717429" y="572111"/>
                  </a:lnTo>
                  <a:lnTo>
                    <a:pt x="2718089" y="576399"/>
                  </a:lnTo>
                  <a:lnTo>
                    <a:pt x="2718750" y="568085"/>
                  </a:lnTo>
                  <a:lnTo>
                    <a:pt x="2719410" y="597780"/>
                  </a:lnTo>
                  <a:lnTo>
                    <a:pt x="2720071" y="614671"/>
                  </a:lnTo>
                  <a:lnTo>
                    <a:pt x="2720731" y="615023"/>
                  </a:lnTo>
                  <a:lnTo>
                    <a:pt x="2721392" y="610680"/>
                  </a:lnTo>
                  <a:lnTo>
                    <a:pt x="2722052" y="603656"/>
                  </a:lnTo>
                  <a:lnTo>
                    <a:pt x="2722713" y="607891"/>
                  </a:lnTo>
                  <a:lnTo>
                    <a:pt x="2723373" y="613317"/>
                  </a:lnTo>
                  <a:lnTo>
                    <a:pt x="2724034" y="614110"/>
                  </a:lnTo>
                  <a:lnTo>
                    <a:pt x="2724694" y="614110"/>
                  </a:lnTo>
                  <a:lnTo>
                    <a:pt x="2725355" y="611848"/>
                  </a:lnTo>
                  <a:lnTo>
                    <a:pt x="2726016" y="612791"/>
                  </a:lnTo>
                  <a:lnTo>
                    <a:pt x="2726676" y="615023"/>
                  </a:lnTo>
                  <a:lnTo>
                    <a:pt x="2727337" y="613317"/>
                  </a:lnTo>
                  <a:lnTo>
                    <a:pt x="2727997" y="615694"/>
                  </a:lnTo>
                  <a:lnTo>
                    <a:pt x="2728658" y="613317"/>
                  </a:lnTo>
                  <a:lnTo>
                    <a:pt x="2729318" y="609698"/>
                  </a:lnTo>
                  <a:lnTo>
                    <a:pt x="2729979" y="612515"/>
                  </a:lnTo>
                  <a:lnTo>
                    <a:pt x="2730639" y="613317"/>
                  </a:lnTo>
                  <a:lnTo>
                    <a:pt x="2731300" y="607891"/>
                  </a:lnTo>
                  <a:lnTo>
                    <a:pt x="2731960" y="610680"/>
                  </a:lnTo>
                  <a:lnTo>
                    <a:pt x="2732621" y="613317"/>
                  </a:lnTo>
                  <a:lnTo>
                    <a:pt x="2733281" y="610680"/>
                  </a:lnTo>
                  <a:lnTo>
                    <a:pt x="2733942" y="611848"/>
                  </a:lnTo>
                  <a:lnTo>
                    <a:pt x="2734602" y="615023"/>
                  </a:lnTo>
                  <a:lnTo>
                    <a:pt x="2735263" y="613317"/>
                  </a:lnTo>
                  <a:lnTo>
                    <a:pt x="2735923" y="609698"/>
                  </a:lnTo>
                  <a:lnTo>
                    <a:pt x="2736584" y="607920"/>
                  </a:lnTo>
                  <a:lnTo>
                    <a:pt x="2737245" y="601025"/>
                  </a:lnTo>
                  <a:lnTo>
                    <a:pt x="2737905" y="615052"/>
                  </a:lnTo>
                  <a:lnTo>
                    <a:pt x="2738566" y="615052"/>
                  </a:lnTo>
                  <a:lnTo>
                    <a:pt x="2739226" y="616803"/>
                  </a:lnTo>
                  <a:lnTo>
                    <a:pt x="2739887" y="615000"/>
                  </a:lnTo>
                  <a:lnTo>
                    <a:pt x="2740547" y="614299"/>
                  </a:lnTo>
                  <a:lnTo>
                    <a:pt x="2741208" y="616775"/>
                  </a:lnTo>
                  <a:lnTo>
                    <a:pt x="2741868" y="614843"/>
                  </a:lnTo>
                  <a:lnTo>
                    <a:pt x="2742529" y="616018"/>
                  </a:lnTo>
                  <a:lnTo>
                    <a:pt x="2743189" y="612543"/>
                  </a:lnTo>
                  <a:lnTo>
                    <a:pt x="2743850" y="605004"/>
                  </a:lnTo>
                  <a:lnTo>
                    <a:pt x="2744510" y="599152"/>
                  </a:lnTo>
                  <a:lnTo>
                    <a:pt x="2745171" y="598347"/>
                  </a:lnTo>
                  <a:lnTo>
                    <a:pt x="2745831" y="606788"/>
                  </a:lnTo>
                  <a:lnTo>
                    <a:pt x="2746492" y="586022"/>
                  </a:lnTo>
                  <a:lnTo>
                    <a:pt x="2747153" y="594022"/>
                  </a:lnTo>
                  <a:lnTo>
                    <a:pt x="2747813" y="610416"/>
                  </a:lnTo>
                  <a:lnTo>
                    <a:pt x="2748474" y="603048"/>
                  </a:lnTo>
                  <a:lnTo>
                    <a:pt x="2749134" y="585840"/>
                  </a:lnTo>
                  <a:lnTo>
                    <a:pt x="2749795" y="590785"/>
                  </a:lnTo>
                  <a:lnTo>
                    <a:pt x="2750455" y="604952"/>
                  </a:lnTo>
                  <a:lnTo>
                    <a:pt x="2751116" y="608909"/>
                  </a:lnTo>
                  <a:lnTo>
                    <a:pt x="2751776" y="594711"/>
                  </a:lnTo>
                  <a:lnTo>
                    <a:pt x="2752437" y="600996"/>
                  </a:lnTo>
                  <a:lnTo>
                    <a:pt x="2753097" y="610416"/>
                  </a:lnTo>
                  <a:lnTo>
                    <a:pt x="2753758" y="591387"/>
                  </a:lnTo>
                  <a:lnTo>
                    <a:pt x="2754418" y="568662"/>
                  </a:lnTo>
                  <a:lnTo>
                    <a:pt x="2755079" y="594082"/>
                  </a:lnTo>
                  <a:lnTo>
                    <a:pt x="2755739" y="614139"/>
                  </a:lnTo>
                  <a:lnTo>
                    <a:pt x="2756400" y="614787"/>
                  </a:lnTo>
                  <a:lnTo>
                    <a:pt x="2757061" y="596587"/>
                  </a:lnTo>
                  <a:lnTo>
                    <a:pt x="2757721" y="560956"/>
                  </a:lnTo>
                  <a:lnTo>
                    <a:pt x="2758382" y="544567"/>
                  </a:lnTo>
                  <a:lnTo>
                    <a:pt x="2759042" y="537195"/>
                  </a:lnTo>
                  <a:lnTo>
                    <a:pt x="2759703" y="547623"/>
                  </a:lnTo>
                  <a:lnTo>
                    <a:pt x="2760363" y="574270"/>
                  </a:lnTo>
                  <a:lnTo>
                    <a:pt x="2761024" y="594711"/>
                  </a:lnTo>
                  <a:lnTo>
                    <a:pt x="2761684" y="583086"/>
                  </a:lnTo>
                  <a:lnTo>
                    <a:pt x="2762345" y="583086"/>
                  </a:lnTo>
                  <a:lnTo>
                    <a:pt x="2763005" y="552817"/>
                  </a:lnTo>
                  <a:lnTo>
                    <a:pt x="2763666" y="550490"/>
                  </a:lnTo>
                  <a:lnTo>
                    <a:pt x="2764326" y="578592"/>
                  </a:lnTo>
                  <a:lnTo>
                    <a:pt x="2764987" y="588770"/>
                  </a:lnTo>
                  <a:lnTo>
                    <a:pt x="2765647" y="606759"/>
                  </a:lnTo>
                  <a:lnTo>
                    <a:pt x="2766308" y="614085"/>
                  </a:lnTo>
                  <a:lnTo>
                    <a:pt x="2766968" y="601694"/>
                  </a:lnTo>
                  <a:lnTo>
                    <a:pt x="2767629" y="586872"/>
                  </a:lnTo>
                  <a:lnTo>
                    <a:pt x="2768290" y="612297"/>
                  </a:lnTo>
                  <a:lnTo>
                    <a:pt x="2768950" y="614787"/>
                  </a:lnTo>
                  <a:lnTo>
                    <a:pt x="2769611" y="597808"/>
                  </a:lnTo>
                  <a:lnTo>
                    <a:pt x="2770271" y="604980"/>
                  </a:lnTo>
                  <a:lnTo>
                    <a:pt x="2770932" y="614139"/>
                  </a:lnTo>
                  <a:lnTo>
                    <a:pt x="2771592" y="595632"/>
                  </a:lnTo>
                  <a:lnTo>
                    <a:pt x="2772253" y="562824"/>
                  </a:lnTo>
                  <a:lnTo>
                    <a:pt x="2772913" y="599087"/>
                  </a:lnTo>
                  <a:lnTo>
                    <a:pt x="2773574" y="610942"/>
                  </a:lnTo>
                  <a:lnTo>
                    <a:pt x="2774234" y="590785"/>
                  </a:lnTo>
                  <a:lnTo>
                    <a:pt x="2774895" y="568085"/>
                  </a:lnTo>
                  <a:lnTo>
                    <a:pt x="2775555" y="570077"/>
                  </a:lnTo>
                  <a:lnTo>
                    <a:pt x="2776216" y="581079"/>
                  </a:lnTo>
                  <a:lnTo>
                    <a:pt x="2776876" y="590785"/>
                  </a:lnTo>
                  <a:lnTo>
                    <a:pt x="2777537" y="581079"/>
                  </a:lnTo>
                  <a:lnTo>
                    <a:pt x="2778198" y="578592"/>
                  </a:lnTo>
                  <a:lnTo>
                    <a:pt x="2778858" y="567366"/>
                  </a:lnTo>
                  <a:lnTo>
                    <a:pt x="2779519" y="575041"/>
                  </a:lnTo>
                  <a:lnTo>
                    <a:pt x="2780179" y="594711"/>
                  </a:lnTo>
                  <a:lnTo>
                    <a:pt x="2780840" y="601917"/>
                  </a:lnTo>
                  <a:lnTo>
                    <a:pt x="2781500" y="611949"/>
                  </a:lnTo>
                  <a:lnTo>
                    <a:pt x="2782161" y="603133"/>
                  </a:lnTo>
                  <a:lnTo>
                    <a:pt x="2782821" y="604952"/>
                  </a:lnTo>
                  <a:lnTo>
                    <a:pt x="2783482" y="609575"/>
                  </a:lnTo>
                  <a:lnTo>
                    <a:pt x="2784142" y="613475"/>
                  </a:lnTo>
                  <a:lnTo>
                    <a:pt x="2784803" y="613799"/>
                  </a:lnTo>
                  <a:lnTo>
                    <a:pt x="2785463" y="600576"/>
                  </a:lnTo>
                  <a:lnTo>
                    <a:pt x="2786124" y="578592"/>
                  </a:lnTo>
                  <a:lnTo>
                    <a:pt x="2786784" y="601694"/>
                  </a:lnTo>
                  <a:lnTo>
                    <a:pt x="2787445" y="614085"/>
                  </a:lnTo>
                  <a:lnTo>
                    <a:pt x="2788106" y="610942"/>
                  </a:lnTo>
                  <a:lnTo>
                    <a:pt x="2788766" y="598080"/>
                  </a:lnTo>
                  <a:lnTo>
                    <a:pt x="2789427" y="574106"/>
                  </a:lnTo>
                  <a:lnTo>
                    <a:pt x="2790087" y="553643"/>
                  </a:lnTo>
                  <a:lnTo>
                    <a:pt x="2790748" y="560624"/>
                  </a:lnTo>
                  <a:lnTo>
                    <a:pt x="2791408" y="572111"/>
                  </a:lnTo>
                  <a:lnTo>
                    <a:pt x="2792069" y="588216"/>
                  </a:lnTo>
                  <a:lnTo>
                    <a:pt x="2792729" y="603867"/>
                  </a:lnTo>
                  <a:lnTo>
                    <a:pt x="2793390" y="585328"/>
                  </a:lnTo>
                  <a:lnTo>
                    <a:pt x="2794050" y="569775"/>
                  </a:lnTo>
                  <a:lnTo>
                    <a:pt x="2794711" y="562869"/>
                  </a:lnTo>
                  <a:lnTo>
                    <a:pt x="2795371" y="572111"/>
                  </a:lnTo>
                  <a:lnTo>
                    <a:pt x="2796032" y="577286"/>
                  </a:lnTo>
                  <a:lnTo>
                    <a:pt x="2796692" y="581283"/>
                  </a:lnTo>
                  <a:lnTo>
                    <a:pt x="2797353" y="572313"/>
                  </a:lnTo>
                  <a:lnTo>
                    <a:pt x="2798014" y="574311"/>
                  </a:lnTo>
                  <a:lnTo>
                    <a:pt x="2798674" y="568085"/>
                  </a:lnTo>
                  <a:lnTo>
                    <a:pt x="2799335" y="563830"/>
                  </a:lnTo>
                  <a:lnTo>
                    <a:pt x="2799995" y="604885"/>
                  </a:lnTo>
                  <a:lnTo>
                    <a:pt x="2800656" y="612918"/>
                  </a:lnTo>
                  <a:lnTo>
                    <a:pt x="2801316" y="596097"/>
                  </a:lnTo>
                  <a:lnTo>
                    <a:pt x="2801977" y="607165"/>
                  </a:lnTo>
                  <a:lnTo>
                    <a:pt x="2802637" y="614357"/>
                  </a:lnTo>
                  <a:lnTo>
                    <a:pt x="2803298" y="606873"/>
                  </a:lnTo>
                  <a:lnTo>
                    <a:pt x="2803958" y="582678"/>
                  </a:lnTo>
                  <a:lnTo>
                    <a:pt x="2804619" y="554557"/>
                  </a:lnTo>
                  <a:lnTo>
                    <a:pt x="2805279" y="547623"/>
                  </a:lnTo>
                  <a:lnTo>
                    <a:pt x="2805940" y="542878"/>
                  </a:lnTo>
                  <a:lnTo>
                    <a:pt x="2806600" y="550587"/>
                  </a:lnTo>
                  <a:lnTo>
                    <a:pt x="2807261" y="554762"/>
                  </a:lnTo>
                  <a:lnTo>
                    <a:pt x="2807921" y="555005"/>
                  </a:lnTo>
                  <a:lnTo>
                    <a:pt x="2808582" y="543532"/>
                  </a:lnTo>
                  <a:lnTo>
                    <a:pt x="2809243" y="574500"/>
                  </a:lnTo>
                  <a:lnTo>
                    <a:pt x="2809903" y="599172"/>
                  </a:lnTo>
                  <a:lnTo>
                    <a:pt x="2810564" y="600494"/>
                  </a:lnTo>
                  <a:lnTo>
                    <a:pt x="2811224" y="612382"/>
                  </a:lnTo>
                  <a:lnTo>
                    <a:pt x="2811885" y="616304"/>
                  </a:lnTo>
                  <a:lnTo>
                    <a:pt x="2812545" y="610680"/>
                  </a:lnTo>
                  <a:lnTo>
                    <a:pt x="2813206" y="612515"/>
                  </a:lnTo>
                  <a:lnTo>
                    <a:pt x="2813866" y="614110"/>
                  </a:lnTo>
                  <a:lnTo>
                    <a:pt x="2814527" y="616304"/>
                  </a:lnTo>
                  <a:lnTo>
                    <a:pt x="2815187" y="615023"/>
                  </a:lnTo>
                  <a:lnTo>
                    <a:pt x="2815848" y="614671"/>
                  </a:lnTo>
                  <a:lnTo>
                    <a:pt x="2816508" y="616547"/>
                  </a:lnTo>
                  <a:lnTo>
                    <a:pt x="2817169" y="616304"/>
                  </a:lnTo>
                  <a:lnTo>
                    <a:pt x="2817829" y="613317"/>
                  </a:lnTo>
                  <a:lnTo>
                    <a:pt x="2818490" y="614110"/>
                  </a:lnTo>
                  <a:lnTo>
                    <a:pt x="2819151" y="615694"/>
                  </a:lnTo>
                  <a:lnTo>
                    <a:pt x="2819811" y="616018"/>
                  </a:lnTo>
                  <a:lnTo>
                    <a:pt x="2820472" y="603656"/>
                  </a:lnTo>
                  <a:lnTo>
                    <a:pt x="2821132" y="607136"/>
                  </a:lnTo>
                  <a:lnTo>
                    <a:pt x="2821793" y="616775"/>
                  </a:lnTo>
                  <a:lnTo>
                    <a:pt x="2822453" y="615023"/>
                  </a:lnTo>
                  <a:lnTo>
                    <a:pt x="2823114" y="606844"/>
                  </a:lnTo>
                  <a:lnTo>
                    <a:pt x="2823774" y="601694"/>
                  </a:lnTo>
                  <a:lnTo>
                    <a:pt x="2824435" y="586872"/>
                  </a:lnTo>
                  <a:lnTo>
                    <a:pt x="2825095" y="568085"/>
                  </a:lnTo>
                  <a:lnTo>
                    <a:pt x="2825756" y="578592"/>
                  </a:lnTo>
                  <a:lnTo>
                    <a:pt x="2826416" y="578592"/>
                  </a:lnTo>
                  <a:lnTo>
                    <a:pt x="2827077" y="576961"/>
                  </a:lnTo>
                  <a:lnTo>
                    <a:pt x="2827737" y="578592"/>
                  </a:lnTo>
                  <a:lnTo>
                    <a:pt x="2828398" y="578592"/>
                  </a:lnTo>
                  <a:lnTo>
                    <a:pt x="2829059" y="597808"/>
                  </a:lnTo>
                  <a:lnTo>
                    <a:pt x="2829719" y="616047"/>
                  </a:lnTo>
                  <a:lnTo>
                    <a:pt x="2830380" y="616803"/>
                  </a:lnTo>
                  <a:lnTo>
                    <a:pt x="2831040" y="612543"/>
                  </a:lnTo>
                  <a:lnTo>
                    <a:pt x="2831701" y="616047"/>
                  </a:lnTo>
                  <a:lnTo>
                    <a:pt x="2832361" y="612543"/>
                  </a:lnTo>
                  <a:lnTo>
                    <a:pt x="2833022" y="609698"/>
                  </a:lnTo>
                  <a:lnTo>
                    <a:pt x="2833682" y="610942"/>
                  </a:lnTo>
                  <a:lnTo>
                    <a:pt x="2834343" y="599938"/>
                  </a:lnTo>
                  <a:lnTo>
                    <a:pt x="2835003" y="585245"/>
                  </a:lnTo>
                  <a:lnTo>
                    <a:pt x="2835664" y="602738"/>
                  </a:lnTo>
                  <a:lnTo>
                    <a:pt x="2836324" y="595347"/>
                  </a:lnTo>
                  <a:lnTo>
                    <a:pt x="2836985" y="585245"/>
                  </a:lnTo>
                  <a:lnTo>
                    <a:pt x="2837645" y="592944"/>
                  </a:lnTo>
                  <a:lnTo>
                    <a:pt x="2838306" y="608918"/>
                  </a:lnTo>
                  <a:lnTo>
                    <a:pt x="2838966" y="611734"/>
                  </a:lnTo>
                  <a:lnTo>
                    <a:pt x="2839627" y="598038"/>
                  </a:lnTo>
                  <a:lnTo>
                    <a:pt x="2840288" y="603419"/>
                  </a:lnTo>
                  <a:lnTo>
                    <a:pt x="2840948" y="607110"/>
                  </a:lnTo>
                  <a:lnTo>
                    <a:pt x="2841609" y="614963"/>
                  </a:lnTo>
                  <a:lnTo>
                    <a:pt x="2842269" y="611067"/>
                  </a:lnTo>
                  <a:lnTo>
                    <a:pt x="2842930" y="602653"/>
                  </a:lnTo>
                  <a:lnTo>
                    <a:pt x="2843590" y="615177"/>
                  </a:lnTo>
                  <a:lnTo>
                    <a:pt x="2844251" y="614456"/>
                  </a:lnTo>
                  <a:lnTo>
                    <a:pt x="2844911" y="597603"/>
                  </a:lnTo>
                  <a:lnTo>
                    <a:pt x="2845572" y="575151"/>
                  </a:lnTo>
                  <a:lnTo>
                    <a:pt x="2846232" y="580492"/>
                  </a:lnTo>
                  <a:lnTo>
                    <a:pt x="2846893" y="564692"/>
                  </a:lnTo>
                  <a:lnTo>
                    <a:pt x="2847553" y="587936"/>
                  </a:lnTo>
                  <a:lnTo>
                    <a:pt x="2848214" y="614108"/>
                  </a:lnTo>
                  <a:lnTo>
                    <a:pt x="2848874" y="618100"/>
                  </a:lnTo>
                  <a:lnTo>
                    <a:pt x="2849535" y="607195"/>
                  </a:lnTo>
                  <a:lnTo>
                    <a:pt x="2850196" y="574472"/>
                  </a:lnTo>
                  <a:lnTo>
                    <a:pt x="2850856" y="562001"/>
                  </a:lnTo>
                  <a:lnTo>
                    <a:pt x="2851517" y="574472"/>
                  </a:lnTo>
                  <a:lnTo>
                    <a:pt x="2852177" y="585245"/>
                  </a:lnTo>
                  <a:lnTo>
                    <a:pt x="2852838" y="585245"/>
                  </a:lnTo>
                  <a:lnTo>
                    <a:pt x="2853498" y="587999"/>
                  </a:lnTo>
                  <a:lnTo>
                    <a:pt x="2854159" y="585245"/>
                  </a:lnTo>
                  <a:lnTo>
                    <a:pt x="2854819" y="577200"/>
                  </a:lnTo>
                  <a:lnTo>
                    <a:pt x="2855480" y="598717"/>
                  </a:lnTo>
                  <a:lnTo>
                    <a:pt x="2856140" y="607110"/>
                  </a:lnTo>
                  <a:lnTo>
                    <a:pt x="2856801" y="615280"/>
                  </a:lnTo>
                  <a:lnTo>
                    <a:pt x="2857461" y="606356"/>
                  </a:lnTo>
                  <a:lnTo>
                    <a:pt x="2858122" y="611067"/>
                  </a:lnTo>
                  <a:lnTo>
                    <a:pt x="2858782" y="614963"/>
                  </a:lnTo>
                  <a:lnTo>
                    <a:pt x="2859443" y="616244"/>
                  </a:lnTo>
                  <a:lnTo>
                    <a:pt x="2860104" y="616715"/>
                  </a:lnTo>
                  <a:lnTo>
                    <a:pt x="2860764" y="603155"/>
                  </a:lnTo>
                  <a:lnTo>
                    <a:pt x="2861425" y="574472"/>
                  </a:lnTo>
                  <a:lnTo>
                    <a:pt x="2862085" y="603881"/>
                  </a:lnTo>
                  <a:lnTo>
                    <a:pt x="2862746" y="616273"/>
                  </a:lnTo>
                  <a:lnTo>
                    <a:pt x="2863406" y="611440"/>
                  </a:lnTo>
                  <a:lnTo>
                    <a:pt x="2864067" y="586506"/>
                  </a:lnTo>
                  <a:lnTo>
                    <a:pt x="2864727" y="596181"/>
                  </a:lnTo>
                  <a:lnTo>
                    <a:pt x="2865388" y="590557"/>
                  </a:lnTo>
                  <a:lnTo>
                    <a:pt x="2866048" y="560065"/>
                  </a:lnTo>
                  <a:lnTo>
                    <a:pt x="2866709" y="549836"/>
                  </a:lnTo>
                  <a:lnTo>
                    <a:pt x="2867369" y="562001"/>
                  </a:lnTo>
                  <a:lnTo>
                    <a:pt x="2868030" y="572216"/>
                  </a:lnTo>
                  <a:lnTo>
                    <a:pt x="2868690" y="601999"/>
                  </a:lnTo>
                  <a:lnTo>
                    <a:pt x="2869351" y="601934"/>
                  </a:lnTo>
                  <a:lnTo>
                    <a:pt x="2870012" y="577142"/>
                  </a:lnTo>
                  <a:lnTo>
                    <a:pt x="2870672" y="566087"/>
                  </a:lnTo>
                  <a:lnTo>
                    <a:pt x="2871333" y="570514"/>
                  </a:lnTo>
                  <a:lnTo>
                    <a:pt x="2871993" y="569707"/>
                  </a:lnTo>
                  <a:lnTo>
                    <a:pt x="2872654" y="580675"/>
                  </a:lnTo>
                  <a:lnTo>
                    <a:pt x="2873314" y="586063"/>
                  </a:lnTo>
                  <a:lnTo>
                    <a:pt x="2873975" y="590557"/>
                  </a:lnTo>
                  <a:lnTo>
                    <a:pt x="2874635" y="596241"/>
                  </a:lnTo>
                  <a:lnTo>
                    <a:pt x="2875296" y="572418"/>
                  </a:lnTo>
                  <a:lnTo>
                    <a:pt x="2875956" y="556898"/>
                  </a:lnTo>
                  <a:lnTo>
                    <a:pt x="2876617" y="556715"/>
                  </a:lnTo>
                  <a:lnTo>
                    <a:pt x="2877277" y="598074"/>
                  </a:lnTo>
                  <a:lnTo>
                    <a:pt x="2877938" y="618933"/>
                  </a:lnTo>
                  <a:lnTo>
                    <a:pt x="2878598" y="616917"/>
                  </a:lnTo>
                  <a:lnTo>
                    <a:pt x="2879259" y="612575"/>
                  </a:lnTo>
                  <a:lnTo>
                    <a:pt x="2879919" y="601934"/>
                  </a:lnTo>
                  <a:lnTo>
                    <a:pt x="2880580" y="574269"/>
                  </a:lnTo>
                  <a:lnTo>
                    <a:pt x="2881241" y="552649"/>
                  </a:lnTo>
                  <a:lnTo>
                    <a:pt x="2881901" y="540167"/>
                  </a:lnTo>
                  <a:lnTo>
                    <a:pt x="2882562" y="544606"/>
                  </a:lnTo>
                  <a:lnTo>
                    <a:pt x="2883222" y="551770"/>
                  </a:lnTo>
                  <a:lnTo>
                    <a:pt x="2883883" y="559882"/>
                  </a:lnTo>
                  <a:lnTo>
                    <a:pt x="2884543" y="551770"/>
                  </a:lnTo>
                  <a:lnTo>
                    <a:pt x="2885204" y="547179"/>
                  </a:lnTo>
                  <a:lnTo>
                    <a:pt x="2885864" y="590375"/>
                  </a:lnTo>
                  <a:lnTo>
                    <a:pt x="2886525" y="598717"/>
                  </a:lnTo>
                  <a:lnTo>
                    <a:pt x="2887185" y="608082"/>
                  </a:lnTo>
                  <a:lnTo>
                    <a:pt x="2887846" y="618463"/>
                  </a:lnTo>
                  <a:lnTo>
                    <a:pt x="2888506" y="612839"/>
                  </a:lnTo>
                  <a:lnTo>
                    <a:pt x="2889167" y="612291"/>
                  </a:lnTo>
                  <a:lnTo>
                    <a:pt x="2889827" y="614950"/>
                  </a:lnTo>
                  <a:lnTo>
                    <a:pt x="2890488" y="617182"/>
                  </a:lnTo>
                  <a:lnTo>
                    <a:pt x="2891149" y="618933"/>
                  </a:lnTo>
                  <a:lnTo>
                    <a:pt x="2891809" y="618177"/>
                  </a:lnTo>
                  <a:lnTo>
                    <a:pt x="2892470" y="615476"/>
                  </a:lnTo>
                  <a:lnTo>
                    <a:pt x="2893130" y="616830"/>
                  </a:lnTo>
                  <a:lnTo>
                    <a:pt x="2893791" y="616269"/>
                  </a:lnTo>
                  <a:lnTo>
                    <a:pt x="2894451" y="616830"/>
                  </a:lnTo>
                  <a:lnTo>
                    <a:pt x="2895112" y="618177"/>
                  </a:lnTo>
                  <a:lnTo>
                    <a:pt x="2895772" y="618491"/>
                  </a:lnTo>
                  <a:lnTo>
                    <a:pt x="2896433" y="610078"/>
                  </a:lnTo>
                  <a:lnTo>
                    <a:pt x="2897093" y="600505"/>
                  </a:lnTo>
                  <a:lnTo>
                    <a:pt x="2897754" y="584765"/>
                  </a:lnTo>
                  <a:lnTo>
                    <a:pt x="2898414" y="591919"/>
                  </a:lnTo>
                  <a:lnTo>
                    <a:pt x="2899075" y="618573"/>
                  </a:lnTo>
                  <a:lnTo>
                    <a:pt x="2899735" y="613551"/>
                  </a:lnTo>
                  <a:lnTo>
                    <a:pt x="2900396" y="604462"/>
                  </a:lnTo>
                  <a:lnTo>
                    <a:pt x="2901057" y="601999"/>
                  </a:lnTo>
                  <a:lnTo>
                    <a:pt x="2901717" y="601282"/>
                  </a:lnTo>
                  <a:lnTo>
                    <a:pt x="2902378" y="601513"/>
                  </a:lnTo>
                  <a:lnTo>
                    <a:pt x="2903038" y="592926"/>
                  </a:lnTo>
                  <a:lnTo>
                    <a:pt x="2903699" y="601422"/>
                  </a:lnTo>
                  <a:lnTo>
                    <a:pt x="2904359" y="604676"/>
                  </a:lnTo>
                  <a:lnTo>
                    <a:pt x="2905020" y="596058"/>
                  </a:lnTo>
                  <a:lnTo>
                    <a:pt x="2905680" y="580492"/>
                  </a:lnTo>
                  <a:lnTo>
                    <a:pt x="2906341" y="601999"/>
                  </a:lnTo>
                  <a:lnTo>
                    <a:pt x="2907001" y="600979"/>
                  </a:lnTo>
                  <a:lnTo>
                    <a:pt x="2907662" y="597380"/>
                  </a:lnTo>
                  <a:lnTo>
                    <a:pt x="2908322" y="586324"/>
                  </a:lnTo>
                  <a:lnTo>
                    <a:pt x="2908983" y="584962"/>
                  </a:lnTo>
                  <a:lnTo>
                    <a:pt x="2909643" y="590375"/>
                  </a:lnTo>
                  <a:lnTo>
                    <a:pt x="2910304" y="584962"/>
                  </a:lnTo>
                  <a:lnTo>
                    <a:pt x="2910964" y="598493"/>
                  </a:lnTo>
                  <a:lnTo>
                    <a:pt x="2911625" y="604071"/>
                  </a:lnTo>
                  <a:lnTo>
                    <a:pt x="2912286" y="601007"/>
                  </a:lnTo>
                  <a:lnTo>
                    <a:pt x="2912946" y="603184"/>
                  </a:lnTo>
                  <a:lnTo>
                    <a:pt x="2913607" y="607043"/>
                  </a:lnTo>
                  <a:lnTo>
                    <a:pt x="2914267" y="617881"/>
                  </a:lnTo>
                  <a:lnTo>
                    <a:pt x="2914928" y="615504"/>
                  </a:lnTo>
                  <a:lnTo>
                    <a:pt x="2915588" y="611331"/>
                  </a:lnTo>
                  <a:lnTo>
                    <a:pt x="2916249" y="602681"/>
                  </a:lnTo>
                  <a:lnTo>
                    <a:pt x="2916909" y="593127"/>
                  </a:lnTo>
                  <a:lnTo>
                    <a:pt x="2917570" y="579205"/>
                  </a:lnTo>
                  <a:lnTo>
                    <a:pt x="2918230" y="591807"/>
                  </a:lnTo>
                  <a:lnTo>
                    <a:pt x="2918891" y="585245"/>
                  </a:lnTo>
                  <a:lnTo>
                    <a:pt x="2919551" y="591807"/>
                  </a:lnTo>
                  <a:lnTo>
                    <a:pt x="2920212" y="579198"/>
                  </a:lnTo>
                  <a:lnTo>
                    <a:pt x="2920872" y="572236"/>
                  </a:lnTo>
                  <a:lnTo>
                    <a:pt x="2921533" y="599967"/>
                  </a:lnTo>
                  <a:lnTo>
                    <a:pt x="2922194" y="618735"/>
                  </a:lnTo>
                  <a:lnTo>
                    <a:pt x="2922854" y="616298"/>
                  </a:lnTo>
                  <a:lnTo>
                    <a:pt x="2923515" y="616859"/>
                  </a:lnTo>
                  <a:lnTo>
                    <a:pt x="2924175" y="611050"/>
                  </a:lnTo>
                  <a:lnTo>
                    <a:pt x="2924836" y="614702"/>
                  </a:lnTo>
                  <a:lnTo>
                    <a:pt x="2925496" y="618962"/>
                  </a:lnTo>
                  <a:lnTo>
                    <a:pt x="2926157" y="618962"/>
                  </a:lnTo>
                  <a:lnTo>
                    <a:pt x="2926817" y="615634"/>
                  </a:lnTo>
                  <a:lnTo>
                    <a:pt x="2927478" y="616329"/>
                  </a:lnTo>
                  <a:lnTo>
                    <a:pt x="2928138" y="615048"/>
                  </a:lnTo>
                  <a:lnTo>
                    <a:pt x="2928799" y="587243"/>
                  </a:lnTo>
                  <a:lnTo>
                    <a:pt x="2929459" y="576264"/>
                  </a:lnTo>
                  <a:lnTo>
                    <a:pt x="2930120" y="580492"/>
                  </a:lnTo>
                  <a:lnTo>
                    <a:pt x="2930780" y="564800"/>
                  </a:lnTo>
                  <a:lnTo>
                    <a:pt x="2931441" y="587243"/>
                  </a:lnTo>
                  <a:lnTo>
                    <a:pt x="2932102" y="613101"/>
                  </a:lnTo>
                  <a:lnTo>
                    <a:pt x="2932762" y="616917"/>
                  </a:lnTo>
                  <a:lnTo>
                    <a:pt x="2933423" y="616715"/>
                  </a:lnTo>
                  <a:lnTo>
                    <a:pt x="2934083" y="613101"/>
                  </a:lnTo>
                  <a:lnTo>
                    <a:pt x="2934744" y="605207"/>
                  </a:lnTo>
                  <a:lnTo>
                    <a:pt x="2935404" y="579205"/>
                  </a:lnTo>
                  <a:lnTo>
                    <a:pt x="2936065" y="551535"/>
                  </a:lnTo>
                  <a:lnTo>
                    <a:pt x="2936725" y="541159"/>
                  </a:lnTo>
                  <a:lnTo>
                    <a:pt x="2937386" y="564800"/>
                  </a:lnTo>
                  <a:lnTo>
                    <a:pt x="2938046" y="569525"/>
                  </a:lnTo>
                  <a:lnTo>
                    <a:pt x="2938707" y="580751"/>
                  </a:lnTo>
                  <a:lnTo>
                    <a:pt x="2939367" y="596152"/>
                  </a:lnTo>
                  <a:lnTo>
                    <a:pt x="2940028" y="580751"/>
                  </a:lnTo>
                  <a:lnTo>
                    <a:pt x="2940688" y="540167"/>
                  </a:lnTo>
                  <a:lnTo>
                    <a:pt x="2941349" y="540167"/>
                  </a:lnTo>
                  <a:lnTo>
                    <a:pt x="2942010" y="554976"/>
                  </a:lnTo>
                  <a:lnTo>
                    <a:pt x="2942670" y="556715"/>
                  </a:lnTo>
                  <a:lnTo>
                    <a:pt x="2943331" y="561625"/>
                  </a:lnTo>
                  <a:lnTo>
                    <a:pt x="2943991" y="574472"/>
                  </a:lnTo>
                  <a:lnTo>
                    <a:pt x="2944652" y="572236"/>
                  </a:lnTo>
                  <a:lnTo>
                    <a:pt x="2945312" y="579205"/>
                  </a:lnTo>
                  <a:lnTo>
                    <a:pt x="2945973" y="583238"/>
                  </a:lnTo>
                  <a:lnTo>
                    <a:pt x="2946633" y="574472"/>
                  </a:lnTo>
                  <a:lnTo>
                    <a:pt x="2947294" y="599938"/>
                  </a:lnTo>
                  <a:lnTo>
                    <a:pt x="2947954" y="609352"/>
                  </a:lnTo>
                  <a:lnTo>
                    <a:pt x="2948615" y="616715"/>
                  </a:lnTo>
                  <a:lnTo>
                    <a:pt x="2949275" y="613101"/>
                  </a:lnTo>
                  <a:lnTo>
                    <a:pt x="2949936" y="582357"/>
                  </a:lnTo>
                  <a:lnTo>
                    <a:pt x="2950596" y="585245"/>
                  </a:lnTo>
                  <a:lnTo>
                    <a:pt x="2951257" y="582357"/>
                  </a:lnTo>
                  <a:lnTo>
                    <a:pt x="2951917" y="585796"/>
                  </a:lnTo>
                  <a:lnTo>
                    <a:pt x="2952578" y="612973"/>
                  </a:lnTo>
                  <a:lnTo>
                    <a:pt x="2953239" y="619104"/>
                  </a:lnTo>
                  <a:lnTo>
                    <a:pt x="2953899" y="601680"/>
                  </a:lnTo>
                  <a:lnTo>
                    <a:pt x="2954560" y="586875"/>
                  </a:lnTo>
                  <a:lnTo>
                    <a:pt x="2955220" y="581487"/>
                  </a:lnTo>
                  <a:lnTo>
                    <a:pt x="2955881" y="612255"/>
                  </a:lnTo>
                  <a:lnTo>
                    <a:pt x="2956541" y="615361"/>
                  </a:lnTo>
                  <a:lnTo>
                    <a:pt x="2957202" y="600874"/>
                  </a:lnTo>
                  <a:lnTo>
                    <a:pt x="2957862" y="565482"/>
                  </a:lnTo>
                  <a:lnTo>
                    <a:pt x="2958523" y="569504"/>
                  </a:lnTo>
                  <a:lnTo>
                    <a:pt x="2959183" y="558036"/>
                  </a:lnTo>
                  <a:lnTo>
                    <a:pt x="2959844" y="556846"/>
                  </a:lnTo>
                  <a:lnTo>
                    <a:pt x="2960504" y="557071"/>
                  </a:lnTo>
                  <a:lnTo>
                    <a:pt x="2961165" y="560400"/>
                  </a:lnTo>
                  <a:lnTo>
                    <a:pt x="2961825" y="547094"/>
                  </a:lnTo>
                  <a:lnTo>
                    <a:pt x="2962486" y="548380"/>
                  </a:lnTo>
                  <a:lnTo>
                    <a:pt x="2963147" y="562057"/>
                  </a:lnTo>
                  <a:lnTo>
                    <a:pt x="2963807" y="572611"/>
                  </a:lnTo>
                  <a:lnTo>
                    <a:pt x="2964468" y="579813"/>
                  </a:lnTo>
                  <a:lnTo>
                    <a:pt x="2965128" y="597818"/>
                  </a:lnTo>
                  <a:lnTo>
                    <a:pt x="2965789" y="587612"/>
                  </a:lnTo>
                  <a:lnTo>
                    <a:pt x="2966449" y="572303"/>
                  </a:lnTo>
                  <a:lnTo>
                    <a:pt x="2967110" y="590744"/>
                  </a:lnTo>
                  <a:lnTo>
                    <a:pt x="2967770" y="596427"/>
                  </a:lnTo>
                  <a:lnTo>
                    <a:pt x="2968431" y="576753"/>
                  </a:lnTo>
                  <a:lnTo>
                    <a:pt x="2969091" y="586249"/>
                  </a:lnTo>
                  <a:lnTo>
                    <a:pt x="2969752" y="577028"/>
                  </a:lnTo>
                  <a:lnTo>
                    <a:pt x="2970412" y="585614"/>
                  </a:lnTo>
                  <a:lnTo>
                    <a:pt x="2971073" y="612219"/>
                  </a:lnTo>
                  <a:lnTo>
                    <a:pt x="2971733" y="617999"/>
                  </a:lnTo>
                  <a:lnTo>
                    <a:pt x="2972394" y="618831"/>
                  </a:lnTo>
                  <a:lnTo>
                    <a:pt x="2973055" y="601651"/>
                  </a:lnTo>
                  <a:lnTo>
                    <a:pt x="2973715" y="581120"/>
                  </a:lnTo>
                  <a:lnTo>
                    <a:pt x="2974376" y="582541"/>
                  </a:lnTo>
                  <a:lnTo>
                    <a:pt x="2975036" y="574638"/>
                  </a:lnTo>
                  <a:lnTo>
                    <a:pt x="2975697" y="563484"/>
                  </a:lnTo>
                  <a:lnTo>
                    <a:pt x="2976357" y="559066"/>
                  </a:lnTo>
                  <a:lnTo>
                    <a:pt x="2977018" y="553018"/>
                  </a:lnTo>
                  <a:lnTo>
                    <a:pt x="2977678" y="543408"/>
                  </a:lnTo>
                  <a:lnTo>
                    <a:pt x="2978339" y="549428"/>
                  </a:lnTo>
                  <a:lnTo>
                    <a:pt x="2978999" y="549428"/>
                  </a:lnTo>
                  <a:lnTo>
                    <a:pt x="2979660" y="549871"/>
                  </a:lnTo>
                  <a:lnTo>
                    <a:pt x="2980320" y="541865"/>
                  </a:lnTo>
                  <a:lnTo>
                    <a:pt x="2980981" y="576798"/>
                  </a:lnTo>
                  <a:lnTo>
                    <a:pt x="2981641" y="603022"/>
                  </a:lnTo>
                  <a:lnTo>
                    <a:pt x="2982302" y="603022"/>
                  </a:lnTo>
                  <a:lnTo>
                    <a:pt x="2982962" y="614910"/>
                  </a:lnTo>
                  <a:lnTo>
                    <a:pt x="2983623" y="618831"/>
                  </a:lnTo>
                  <a:lnTo>
                    <a:pt x="2984284" y="615042"/>
                  </a:lnTo>
                  <a:lnTo>
                    <a:pt x="2984944" y="618831"/>
                  </a:lnTo>
                  <a:lnTo>
                    <a:pt x="2985605" y="617551"/>
                  </a:lnTo>
                  <a:lnTo>
                    <a:pt x="2986265" y="618831"/>
                  </a:lnTo>
                  <a:lnTo>
                    <a:pt x="2986926" y="619302"/>
                  </a:lnTo>
                  <a:lnTo>
                    <a:pt x="2987586" y="618831"/>
                  </a:lnTo>
                  <a:lnTo>
                    <a:pt x="2988247" y="618221"/>
                  </a:lnTo>
                  <a:lnTo>
                    <a:pt x="2988907" y="618221"/>
                  </a:lnTo>
                  <a:lnTo>
                    <a:pt x="2989568" y="615319"/>
                  </a:lnTo>
                  <a:lnTo>
                    <a:pt x="2990228" y="612226"/>
                  </a:lnTo>
                  <a:lnTo>
                    <a:pt x="2990889" y="617199"/>
                  </a:lnTo>
                  <a:lnTo>
                    <a:pt x="2991549" y="618831"/>
                  </a:lnTo>
                  <a:lnTo>
                    <a:pt x="2992210" y="618831"/>
                  </a:lnTo>
                  <a:lnTo>
                    <a:pt x="2992870" y="619302"/>
                  </a:lnTo>
                  <a:lnTo>
                    <a:pt x="2993531" y="618831"/>
                  </a:lnTo>
                  <a:lnTo>
                    <a:pt x="2994192" y="614910"/>
                  </a:lnTo>
                  <a:lnTo>
                    <a:pt x="2994852" y="613029"/>
                  </a:lnTo>
                  <a:lnTo>
                    <a:pt x="2995513" y="595716"/>
                  </a:lnTo>
                  <a:lnTo>
                    <a:pt x="2996173" y="585614"/>
                  </a:lnTo>
                  <a:lnTo>
                    <a:pt x="2996834" y="591297"/>
                  </a:lnTo>
                  <a:lnTo>
                    <a:pt x="2997494" y="579574"/>
                  </a:lnTo>
                  <a:lnTo>
                    <a:pt x="2998155" y="585614"/>
                  </a:lnTo>
                  <a:lnTo>
                    <a:pt x="2998815" y="589400"/>
                  </a:lnTo>
                  <a:lnTo>
                    <a:pt x="2999476" y="577569"/>
                  </a:lnTo>
                  <a:lnTo>
                    <a:pt x="3000136" y="607555"/>
                  </a:lnTo>
                  <a:lnTo>
                    <a:pt x="3000797" y="617326"/>
                  </a:lnTo>
                  <a:lnTo>
                    <a:pt x="3001457" y="615347"/>
                  </a:lnTo>
                  <a:lnTo>
                    <a:pt x="3002118" y="602397"/>
                  </a:lnTo>
                  <a:lnTo>
                    <a:pt x="3002778" y="580899"/>
                  </a:lnTo>
                  <a:lnTo>
                    <a:pt x="3003439" y="576873"/>
                  </a:lnTo>
                  <a:lnTo>
                    <a:pt x="3004100" y="585331"/>
                  </a:lnTo>
                  <a:lnTo>
                    <a:pt x="3004760" y="608543"/>
                  </a:lnTo>
                  <a:lnTo>
                    <a:pt x="3005421" y="618650"/>
                  </a:lnTo>
                  <a:lnTo>
                    <a:pt x="3006081" y="611418"/>
                  </a:lnTo>
                  <a:lnTo>
                    <a:pt x="3006742" y="609692"/>
                  </a:lnTo>
                  <a:lnTo>
                    <a:pt x="3007402" y="619331"/>
                  </a:lnTo>
                  <a:lnTo>
                    <a:pt x="3008063" y="617197"/>
                  </a:lnTo>
                  <a:lnTo>
                    <a:pt x="3008723" y="615873"/>
                  </a:lnTo>
                  <a:lnTo>
                    <a:pt x="3009384" y="616826"/>
                  </a:lnTo>
                  <a:lnTo>
                    <a:pt x="3010044" y="617169"/>
                  </a:lnTo>
                  <a:lnTo>
                    <a:pt x="3010705" y="615417"/>
                  </a:lnTo>
                  <a:lnTo>
                    <a:pt x="3011365" y="615042"/>
                  </a:lnTo>
                  <a:lnTo>
                    <a:pt x="3012026" y="614599"/>
                  </a:lnTo>
                  <a:lnTo>
                    <a:pt x="3012686" y="605575"/>
                  </a:lnTo>
                  <a:lnTo>
                    <a:pt x="3013347" y="581120"/>
                  </a:lnTo>
                  <a:lnTo>
                    <a:pt x="3014008" y="603022"/>
                  </a:lnTo>
                  <a:lnTo>
                    <a:pt x="3014668" y="615332"/>
                  </a:lnTo>
                  <a:lnTo>
                    <a:pt x="3015329" y="615332"/>
                  </a:lnTo>
                  <a:lnTo>
                    <a:pt x="3015989" y="605575"/>
                  </a:lnTo>
                  <a:lnTo>
                    <a:pt x="3016650" y="593886"/>
                  </a:lnTo>
                  <a:lnTo>
                    <a:pt x="3017310" y="596521"/>
                  </a:lnTo>
                  <a:lnTo>
                    <a:pt x="3017971" y="612944"/>
                  </a:lnTo>
                  <a:lnTo>
                    <a:pt x="3018631" y="614263"/>
                  </a:lnTo>
                  <a:lnTo>
                    <a:pt x="3019292" y="605575"/>
                  </a:lnTo>
                  <a:lnTo>
                    <a:pt x="3019952" y="609287"/>
                  </a:lnTo>
                  <a:lnTo>
                    <a:pt x="3020613" y="617084"/>
                  </a:lnTo>
                  <a:lnTo>
                    <a:pt x="3021273" y="604222"/>
                  </a:lnTo>
                  <a:lnTo>
                    <a:pt x="3021934" y="585614"/>
                  </a:lnTo>
                  <a:lnTo>
                    <a:pt x="3022594" y="615332"/>
                  </a:lnTo>
                  <a:lnTo>
                    <a:pt x="3023255" y="617399"/>
                  </a:lnTo>
                  <a:lnTo>
                    <a:pt x="3023915" y="617314"/>
                  </a:lnTo>
                  <a:lnTo>
                    <a:pt x="3024576" y="607508"/>
                  </a:lnTo>
                  <a:lnTo>
                    <a:pt x="3025237" y="603553"/>
                  </a:lnTo>
                  <a:lnTo>
                    <a:pt x="3025897" y="601376"/>
                  </a:lnTo>
                  <a:lnTo>
                    <a:pt x="3026558" y="584363"/>
                  </a:lnTo>
                  <a:lnTo>
                    <a:pt x="3027218" y="578178"/>
                  </a:lnTo>
                  <a:lnTo>
                    <a:pt x="3027879" y="593495"/>
                  </a:lnTo>
                  <a:lnTo>
                    <a:pt x="3028539" y="588919"/>
                  </a:lnTo>
                  <a:lnTo>
                    <a:pt x="3029200" y="585513"/>
                  </a:lnTo>
                  <a:lnTo>
                    <a:pt x="3029860" y="585796"/>
                  </a:lnTo>
                  <a:lnTo>
                    <a:pt x="3030521" y="575023"/>
                  </a:lnTo>
                  <a:lnTo>
                    <a:pt x="3031181" y="559248"/>
                  </a:lnTo>
                  <a:lnTo>
                    <a:pt x="3031842" y="555344"/>
                  </a:lnTo>
                  <a:lnTo>
                    <a:pt x="3032502" y="574638"/>
                  </a:lnTo>
                  <a:lnTo>
                    <a:pt x="3033163" y="574638"/>
                  </a:lnTo>
                  <a:lnTo>
                    <a:pt x="3033823" y="599086"/>
                  </a:lnTo>
                  <a:lnTo>
                    <a:pt x="3034484" y="612103"/>
                  </a:lnTo>
                  <a:lnTo>
                    <a:pt x="3035145" y="603022"/>
                  </a:lnTo>
                  <a:lnTo>
                    <a:pt x="3035805" y="579574"/>
                  </a:lnTo>
                  <a:lnTo>
                    <a:pt x="3036466" y="562370"/>
                  </a:lnTo>
                  <a:lnTo>
                    <a:pt x="3037126" y="558317"/>
                  </a:lnTo>
                  <a:lnTo>
                    <a:pt x="3037787" y="563571"/>
                  </a:lnTo>
                  <a:lnTo>
                    <a:pt x="3038447" y="590744"/>
                  </a:lnTo>
                  <a:lnTo>
                    <a:pt x="3039108" y="608515"/>
                  </a:lnTo>
                  <a:lnTo>
                    <a:pt x="3039768" y="585331"/>
                  </a:lnTo>
                  <a:lnTo>
                    <a:pt x="3040429" y="571189"/>
                  </a:lnTo>
                  <a:lnTo>
                    <a:pt x="3041089" y="564368"/>
                  </a:lnTo>
                  <a:lnTo>
                    <a:pt x="3041750" y="564368"/>
                  </a:lnTo>
                  <a:lnTo>
                    <a:pt x="3042410" y="580659"/>
                  </a:lnTo>
                  <a:lnTo>
                    <a:pt x="3043071" y="585614"/>
                  </a:lnTo>
                  <a:lnTo>
                    <a:pt x="3043731" y="579574"/>
                  </a:lnTo>
                  <a:lnTo>
                    <a:pt x="3044392" y="576798"/>
                  </a:lnTo>
                  <a:lnTo>
                    <a:pt x="3045053" y="566283"/>
                  </a:lnTo>
                  <a:lnTo>
                    <a:pt x="3045713" y="573005"/>
                  </a:lnTo>
                  <a:lnTo>
                    <a:pt x="3046374" y="615319"/>
                  </a:lnTo>
                  <a:lnTo>
                    <a:pt x="3047034" y="618242"/>
                  </a:lnTo>
                  <a:lnTo>
                    <a:pt x="3047695" y="615332"/>
                  </a:lnTo>
                  <a:lnTo>
                    <a:pt x="3048355" y="613387"/>
                  </a:lnTo>
                  <a:lnTo>
                    <a:pt x="3049016" y="594530"/>
                  </a:lnTo>
                  <a:lnTo>
                    <a:pt x="3049676" y="568281"/>
                  </a:lnTo>
                  <a:lnTo>
                    <a:pt x="3050337" y="563484"/>
                  </a:lnTo>
                  <a:lnTo>
                    <a:pt x="3050997" y="547494"/>
                  </a:lnTo>
                  <a:lnTo>
                    <a:pt x="3051658" y="556171"/>
                  </a:lnTo>
                  <a:lnTo>
                    <a:pt x="3052318" y="563105"/>
                  </a:lnTo>
                  <a:lnTo>
                    <a:pt x="3052979" y="561365"/>
                  </a:lnTo>
                  <a:lnTo>
                    <a:pt x="3053639" y="549428"/>
                  </a:lnTo>
                  <a:lnTo>
                    <a:pt x="3054300" y="576633"/>
                  </a:lnTo>
                  <a:lnTo>
                    <a:pt x="3054960" y="601086"/>
                  </a:lnTo>
                  <a:lnTo>
                    <a:pt x="3055621" y="604222"/>
                  </a:lnTo>
                  <a:lnTo>
                    <a:pt x="3056282" y="616833"/>
                  </a:lnTo>
                  <a:lnTo>
                    <a:pt x="3056942" y="618831"/>
                  </a:lnTo>
                  <a:lnTo>
                    <a:pt x="3057603" y="612226"/>
                  </a:lnTo>
                  <a:lnTo>
                    <a:pt x="3058263" y="612226"/>
                  </a:lnTo>
                  <a:lnTo>
                    <a:pt x="3058924" y="616638"/>
                  </a:lnTo>
                  <a:lnTo>
                    <a:pt x="3059584" y="619302"/>
                  </a:lnTo>
                  <a:lnTo>
                    <a:pt x="3060245" y="618831"/>
                  </a:lnTo>
                  <a:lnTo>
                    <a:pt x="3060905" y="617551"/>
                  </a:lnTo>
                  <a:lnTo>
                    <a:pt x="3061566" y="614404"/>
                  </a:lnTo>
                  <a:lnTo>
                    <a:pt x="3062226" y="615873"/>
                  </a:lnTo>
                  <a:lnTo>
                    <a:pt x="3062887" y="612255"/>
                  </a:lnTo>
                  <a:lnTo>
                    <a:pt x="3063547" y="589400"/>
                  </a:lnTo>
                  <a:lnTo>
                    <a:pt x="3064208" y="603042"/>
                  </a:lnTo>
                  <a:lnTo>
                    <a:pt x="3064868" y="614404"/>
                  </a:lnTo>
                  <a:lnTo>
                    <a:pt x="3065529" y="617580"/>
                  </a:lnTo>
                  <a:lnTo>
                    <a:pt x="3066190" y="615319"/>
                  </a:lnTo>
                  <a:lnTo>
                    <a:pt x="3066850" y="602303"/>
                  </a:lnTo>
                  <a:lnTo>
                    <a:pt x="3067511" y="607384"/>
                  </a:lnTo>
                  <a:lnTo>
                    <a:pt x="3068171" y="618831"/>
                  </a:lnTo>
                  <a:lnTo>
                    <a:pt x="3068832" y="615042"/>
                  </a:lnTo>
                  <a:lnTo>
                    <a:pt x="3069492" y="606183"/>
                  </a:lnTo>
                  <a:lnTo>
                    <a:pt x="3070153" y="601651"/>
                  </a:lnTo>
                  <a:lnTo>
                    <a:pt x="3070813" y="598443"/>
                  </a:lnTo>
                  <a:lnTo>
                    <a:pt x="3071474" y="601347"/>
                  </a:lnTo>
                  <a:lnTo>
                    <a:pt x="3072134" y="600846"/>
                  </a:lnTo>
                  <a:lnTo>
                    <a:pt x="3072795" y="598443"/>
                  </a:lnTo>
                  <a:lnTo>
                    <a:pt x="3073455" y="612226"/>
                  </a:lnTo>
                  <a:lnTo>
                    <a:pt x="3074116" y="618831"/>
                  </a:lnTo>
                  <a:lnTo>
                    <a:pt x="3074776" y="619302"/>
                  </a:lnTo>
                  <a:lnTo>
                    <a:pt x="3075437" y="618221"/>
                  </a:lnTo>
                  <a:lnTo>
                    <a:pt x="3076098" y="613029"/>
                  </a:lnTo>
                  <a:lnTo>
                    <a:pt x="3076758" y="603022"/>
                  </a:lnTo>
                  <a:lnTo>
                    <a:pt x="3077419" y="585614"/>
                  </a:lnTo>
                  <a:lnTo>
                    <a:pt x="3078079" y="572605"/>
                  </a:lnTo>
                  <a:lnTo>
                    <a:pt x="3078740" y="579574"/>
                  </a:lnTo>
                  <a:lnTo>
                    <a:pt x="3079400" y="581120"/>
                  </a:lnTo>
                  <a:lnTo>
                    <a:pt x="3080061" y="583117"/>
                  </a:lnTo>
                  <a:lnTo>
                    <a:pt x="3080721" y="585614"/>
                  </a:lnTo>
                  <a:lnTo>
                    <a:pt x="3081382" y="578796"/>
                  </a:lnTo>
                  <a:lnTo>
                    <a:pt x="3082042" y="585614"/>
                  </a:lnTo>
                  <a:lnTo>
                    <a:pt x="3082703" y="577995"/>
                  </a:lnTo>
                  <a:lnTo>
                    <a:pt x="3083363" y="508038"/>
                  </a:lnTo>
                  <a:lnTo>
                    <a:pt x="3084024" y="474366"/>
                  </a:lnTo>
                  <a:lnTo>
                    <a:pt x="3084684" y="486440"/>
                  </a:lnTo>
                  <a:lnTo>
                    <a:pt x="3085345" y="565334"/>
                  </a:lnTo>
                  <a:lnTo>
                    <a:pt x="3086006" y="598443"/>
                  </a:lnTo>
                  <a:lnTo>
                    <a:pt x="3086666" y="609692"/>
                  </a:lnTo>
                  <a:lnTo>
                    <a:pt x="3087327" y="619331"/>
                  </a:lnTo>
                  <a:lnTo>
                    <a:pt x="3087987" y="617228"/>
                  </a:lnTo>
                  <a:lnTo>
                    <a:pt x="3088648" y="615347"/>
                  </a:lnTo>
                  <a:lnTo>
                    <a:pt x="3089308" y="617580"/>
                  </a:lnTo>
                  <a:lnTo>
                    <a:pt x="3089969" y="617580"/>
                  </a:lnTo>
                  <a:lnTo>
                    <a:pt x="3090629" y="619331"/>
                  </a:lnTo>
                  <a:lnTo>
                    <a:pt x="3091290" y="615873"/>
                  </a:lnTo>
                  <a:lnTo>
                    <a:pt x="3091950" y="607412"/>
                  </a:lnTo>
                  <a:lnTo>
                    <a:pt x="3092611" y="602368"/>
                  </a:lnTo>
                  <a:lnTo>
                    <a:pt x="3093271" y="618221"/>
                  </a:lnTo>
                  <a:lnTo>
                    <a:pt x="3093932" y="617499"/>
                  </a:lnTo>
                  <a:lnTo>
                    <a:pt x="3094592" y="618429"/>
                  </a:lnTo>
                  <a:lnTo>
                    <a:pt x="3095253" y="616572"/>
                  </a:lnTo>
                  <a:lnTo>
                    <a:pt x="3095913" y="617511"/>
                  </a:lnTo>
                  <a:lnTo>
                    <a:pt x="3096574" y="612841"/>
                  </a:lnTo>
                  <a:lnTo>
                    <a:pt x="3097235" y="612186"/>
                  </a:lnTo>
                  <a:lnTo>
                    <a:pt x="3097895" y="604791"/>
                  </a:lnTo>
                  <a:lnTo>
                    <a:pt x="3098556" y="613168"/>
                  </a:lnTo>
                  <a:lnTo>
                    <a:pt x="3099216" y="618505"/>
                  </a:lnTo>
                  <a:lnTo>
                    <a:pt x="3099877" y="609246"/>
                  </a:lnTo>
                  <a:lnTo>
                    <a:pt x="3100537" y="585574"/>
                  </a:lnTo>
                  <a:lnTo>
                    <a:pt x="3101198" y="605535"/>
                  </a:lnTo>
                  <a:lnTo>
                    <a:pt x="3101858" y="606769"/>
                  </a:lnTo>
                  <a:lnTo>
                    <a:pt x="3102519" y="588327"/>
                  </a:lnTo>
                  <a:lnTo>
                    <a:pt x="3103179" y="589360"/>
                  </a:lnTo>
                  <a:lnTo>
                    <a:pt x="3103840" y="598090"/>
                  </a:lnTo>
                  <a:lnTo>
                    <a:pt x="3104500" y="612904"/>
                  </a:lnTo>
                  <a:lnTo>
                    <a:pt x="3105161" y="608410"/>
                  </a:lnTo>
                  <a:lnTo>
                    <a:pt x="3105821" y="603747"/>
                  </a:lnTo>
                  <a:lnTo>
                    <a:pt x="3106482" y="606684"/>
                  </a:lnTo>
                  <a:lnTo>
                    <a:pt x="3107143" y="612904"/>
                  </a:lnTo>
                  <a:lnTo>
                    <a:pt x="3107803" y="614869"/>
                  </a:lnTo>
                  <a:lnTo>
                    <a:pt x="3108464" y="606684"/>
                  </a:lnTo>
                  <a:lnTo>
                    <a:pt x="3109124" y="604181"/>
                  </a:lnTo>
                  <a:lnTo>
                    <a:pt x="3109785" y="617330"/>
                  </a:lnTo>
                  <a:lnTo>
                    <a:pt x="3110445" y="614474"/>
                  </a:lnTo>
                  <a:lnTo>
                    <a:pt x="3111106" y="596481"/>
                  </a:lnTo>
                  <a:lnTo>
                    <a:pt x="3111766" y="583566"/>
                  </a:lnTo>
                  <a:lnTo>
                    <a:pt x="3112427" y="579449"/>
                  </a:lnTo>
                  <a:lnTo>
                    <a:pt x="3113087" y="570573"/>
                  </a:lnTo>
                  <a:lnTo>
                    <a:pt x="3113748" y="595676"/>
                  </a:lnTo>
                  <a:lnTo>
                    <a:pt x="3114408" y="614474"/>
                  </a:lnTo>
                  <a:lnTo>
                    <a:pt x="3115069" y="617245"/>
                  </a:lnTo>
                  <a:lnTo>
                    <a:pt x="3115729" y="617274"/>
                  </a:lnTo>
                  <a:lnTo>
                    <a:pt x="3116390" y="613459"/>
                  </a:lnTo>
                  <a:lnTo>
                    <a:pt x="3117051" y="611849"/>
                  </a:lnTo>
                  <a:lnTo>
                    <a:pt x="3117711" y="607372"/>
                  </a:lnTo>
                  <a:lnTo>
                    <a:pt x="3118372" y="597227"/>
                  </a:lnTo>
                  <a:lnTo>
                    <a:pt x="3119032" y="593875"/>
                  </a:lnTo>
                  <a:lnTo>
                    <a:pt x="3119693" y="606713"/>
                  </a:lnTo>
                  <a:lnTo>
                    <a:pt x="3120353" y="608474"/>
                  </a:lnTo>
                  <a:lnTo>
                    <a:pt x="3121014" y="598976"/>
                  </a:lnTo>
                  <a:lnTo>
                    <a:pt x="3121674" y="594489"/>
                  </a:lnTo>
                  <a:lnTo>
                    <a:pt x="3122335" y="590703"/>
                  </a:lnTo>
                  <a:lnTo>
                    <a:pt x="3122995" y="596387"/>
                  </a:lnTo>
                  <a:lnTo>
                    <a:pt x="3123656" y="596481"/>
                  </a:lnTo>
                  <a:lnTo>
                    <a:pt x="3124316" y="613851"/>
                  </a:lnTo>
                  <a:lnTo>
                    <a:pt x="3124977" y="595676"/>
                  </a:lnTo>
                  <a:lnTo>
                    <a:pt x="3125637" y="584243"/>
                  </a:lnTo>
                  <a:lnTo>
                    <a:pt x="3126298" y="599045"/>
                  </a:lnTo>
                  <a:lnTo>
                    <a:pt x="3126958" y="603066"/>
                  </a:lnTo>
                  <a:lnTo>
                    <a:pt x="3127619" y="607343"/>
                  </a:lnTo>
                  <a:lnTo>
                    <a:pt x="3128280" y="595966"/>
                  </a:lnTo>
                  <a:lnTo>
                    <a:pt x="3128940" y="608474"/>
                  </a:lnTo>
                  <a:lnTo>
                    <a:pt x="3129601" y="610912"/>
                  </a:lnTo>
                  <a:lnTo>
                    <a:pt x="3130261" y="603484"/>
                  </a:lnTo>
                  <a:lnTo>
                    <a:pt x="3130922" y="609623"/>
                  </a:lnTo>
                  <a:lnTo>
                    <a:pt x="3131582" y="612904"/>
                  </a:lnTo>
                  <a:lnTo>
                    <a:pt x="3132243" y="614290"/>
                  </a:lnTo>
                  <a:lnTo>
                    <a:pt x="3132903" y="608474"/>
                  </a:lnTo>
                  <a:lnTo>
                    <a:pt x="3133564" y="595270"/>
                  </a:lnTo>
                  <a:lnTo>
                    <a:pt x="3134224" y="595676"/>
                  </a:lnTo>
                  <a:lnTo>
                    <a:pt x="3134885" y="601307"/>
                  </a:lnTo>
                  <a:lnTo>
                    <a:pt x="3135545" y="603484"/>
                  </a:lnTo>
                  <a:lnTo>
                    <a:pt x="3136206" y="596537"/>
                  </a:lnTo>
                  <a:lnTo>
                    <a:pt x="3136866" y="585291"/>
                  </a:lnTo>
                  <a:lnTo>
                    <a:pt x="3137527" y="590703"/>
                  </a:lnTo>
                  <a:lnTo>
                    <a:pt x="3138188" y="605535"/>
                  </a:lnTo>
                  <a:lnTo>
                    <a:pt x="3138848" y="615804"/>
                  </a:lnTo>
                  <a:lnTo>
                    <a:pt x="3139509" y="615860"/>
                  </a:lnTo>
                  <a:lnTo>
                    <a:pt x="3140169" y="614013"/>
                  </a:lnTo>
                  <a:lnTo>
                    <a:pt x="3140830" y="608474"/>
                  </a:lnTo>
                  <a:lnTo>
                    <a:pt x="3141490" y="596387"/>
                  </a:lnTo>
                  <a:lnTo>
                    <a:pt x="3142151" y="596387"/>
                  </a:lnTo>
                  <a:lnTo>
                    <a:pt x="3142811" y="585574"/>
                  </a:lnTo>
                  <a:lnTo>
                    <a:pt x="3143472" y="566243"/>
                  </a:lnTo>
                  <a:lnTo>
                    <a:pt x="3144132" y="590703"/>
                  </a:lnTo>
                  <a:lnTo>
                    <a:pt x="3144793" y="593457"/>
                  </a:lnTo>
                  <a:lnTo>
                    <a:pt x="3145453" y="596387"/>
                  </a:lnTo>
                  <a:lnTo>
                    <a:pt x="3146114" y="603484"/>
                  </a:lnTo>
                  <a:lnTo>
                    <a:pt x="3146774" y="612186"/>
                  </a:lnTo>
                  <a:lnTo>
                    <a:pt x="3147435" y="617958"/>
                  </a:lnTo>
                  <a:lnTo>
                    <a:pt x="3148096" y="619262"/>
                  </a:lnTo>
                  <a:lnTo>
                    <a:pt x="3148756" y="619291"/>
                  </a:lnTo>
                  <a:lnTo>
                    <a:pt x="3149417" y="618210"/>
                  </a:lnTo>
                  <a:lnTo>
                    <a:pt x="3150077" y="602800"/>
                  </a:lnTo>
                  <a:lnTo>
                    <a:pt x="3150738" y="582163"/>
                  </a:lnTo>
                  <a:lnTo>
                    <a:pt x="3151398" y="597448"/>
                  </a:lnTo>
                  <a:lnTo>
                    <a:pt x="3152059" y="602356"/>
                  </a:lnTo>
                  <a:lnTo>
                    <a:pt x="3152719" y="601336"/>
                  </a:lnTo>
                  <a:lnTo>
                    <a:pt x="3153380" y="607372"/>
                  </a:lnTo>
                  <a:lnTo>
                    <a:pt x="3154040" y="611349"/>
                  </a:lnTo>
                  <a:lnTo>
                    <a:pt x="3154701" y="610984"/>
                  </a:lnTo>
                  <a:lnTo>
                    <a:pt x="3155361" y="608474"/>
                  </a:lnTo>
                  <a:lnTo>
                    <a:pt x="3156022" y="602262"/>
                  </a:lnTo>
                  <a:lnTo>
                    <a:pt x="3156682" y="594489"/>
                  </a:lnTo>
                  <a:lnTo>
                    <a:pt x="3157343" y="606366"/>
                  </a:lnTo>
                  <a:lnTo>
                    <a:pt x="3158004" y="599045"/>
                  </a:lnTo>
                  <a:lnTo>
                    <a:pt x="3158664" y="593846"/>
                  </a:lnTo>
                  <a:lnTo>
                    <a:pt x="3159325" y="588034"/>
                  </a:lnTo>
                  <a:lnTo>
                    <a:pt x="3159985" y="600267"/>
                  </a:lnTo>
                  <a:lnTo>
                    <a:pt x="3160646" y="601751"/>
                  </a:lnTo>
                  <a:lnTo>
                    <a:pt x="3161306" y="586209"/>
                  </a:lnTo>
                  <a:lnTo>
                    <a:pt x="3161967" y="590703"/>
                  </a:lnTo>
                  <a:lnTo>
                    <a:pt x="3162627" y="583770"/>
                  </a:lnTo>
                  <a:lnTo>
                    <a:pt x="3163288" y="588265"/>
                  </a:lnTo>
                  <a:lnTo>
                    <a:pt x="3163948" y="609246"/>
                  </a:lnTo>
                  <a:lnTo>
                    <a:pt x="3164609" y="609246"/>
                  </a:lnTo>
                  <a:lnTo>
                    <a:pt x="3165269" y="577529"/>
                  </a:lnTo>
                  <a:lnTo>
                    <a:pt x="3165930" y="599045"/>
                  </a:lnTo>
                  <a:lnTo>
                    <a:pt x="3166590" y="615278"/>
                  </a:lnTo>
                  <a:lnTo>
                    <a:pt x="3167251" y="617159"/>
                  </a:lnTo>
                  <a:lnTo>
                    <a:pt x="3167911" y="619262"/>
                  </a:lnTo>
                  <a:lnTo>
                    <a:pt x="3168572" y="617511"/>
                  </a:lnTo>
                  <a:lnTo>
                    <a:pt x="3169233" y="617511"/>
                  </a:lnTo>
                  <a:lnTo>
                    <a:pt x="3169893" y="615307"/>
                  </a:lnTo>
                  <a:lnTo>
                    <a:pt x="3170554" y="614364"/>
                  </a:lnTo>
                  <a:lnTo>
                    <a:pt x="3171214" y="590886"/>
                  </a:lnTo>
                  <a:lnTo>
                    <a:pt x="3171875" y="590886"/>
                  </a:lnTo>
                  <a:lnTo>
                    <a:pt x="3172535" y="610407"/>
                  </a:lnTo>
                  <a:lnTo>
                    <a:pt x="3173196" y="610407"/>
                  </a:lnTo>
                  <a:lnTo>
                    <a:pt x="3173856" y="604820"/>
                  </a:lnTo>
                  <a:lnTo>
                    <a:pt x="3174517" y="604846"/>
                  </a:lnTo>
                  <a:lnTo>
                    <a:pt x="3175177" y="602167"/>
                  </a:lnTo>
                  <a:lnTo>
                    <a:pt x="3175838" y="603484"/>
                  </a:lnTo>
                  <a:lnTo>
                    <a:pt x="3176498" y="606684"/>
                  </a:lnTo>
                  <a:lnTo>
                    <a:pt x="3177159" y="607439"/>
                  </a:lnTo>
                  <a:lnTo>
                    <a:pt x="3177819" y="603010"/>
                  </a:lnTo>
                  <a:lnTo>
                    <a:pt x="3178480" y="617274"/>
                  </a:lnTo>
                  <a:lnTo>
                    <a:pt x="3179141" y="617274"/>
                  </a:lnTo>
                  <a:lnTo>
                    <a:pt x="3179801" y="605033"/>
                  </a:lnTo>
                  <a:lnTo>
                    <a:pt x="3180462" y="612648"/>
                  </a:lnTo>
                  <a:lnTo>
                    <a:pt x="3181122" y="610407"/>
                  </a:lnTo>
                  <a:lnTo>
                    <a:pt x="3181783" y="590886"/>
                  </a:lnTo>
                  <a:lnTo>
                    <a:pt x="3182443" y="606713"/>
                  </a:lnTo>
                  <a:lnTo>
                    <a:pt x="3183104" y="607468"/>
                  </a:lnTo>
                  <a:lnTo>
                    <a:pt x="3183764" y="602291"/>
                  </a:lnTo>
                  <a:lnTo>
                    <a:pt x="3184425" y="590886"/>
                  </a:lnTo>
                  <a:lnTo>
                    <a:pt x="3185085" y="585473"/>
                  </a:lnTo>
                  <a:lnTo>
                    <a:pt x="3185746" y="590465"/>
                  </a:lnTo>
                  <a:lnTo>
                    <a:pt x="3186406" y="596569"/>
                  </a:lnTo>
                  <a:lnTo>
                    <a:pt x="3187067" y="611425"/>
                  </a:lnTo>
                  <a:lnTo>
                    <a:pt x="3187727" y="616601"/>
                  </a:lnTo>
                  <a:lnTo>
                    <a:pt x="3188388" y="617274"/>
                  </a:lnTo>
                  <a:lnTo>
                    <a:pt x="3189049" y="609275"/>
                  </a:lnTo>
                  <a:lnTo>
                    <a:pt x="3189709" y="595704"/>
                  </a:lnTo>
                  <a:lnTo>
                    <a:pt x="3190370" y="591329"/>
                  </a:lnTo>
                  <a:lnTo>
                    <a:pt x="3191030" y="582365"/>
                  </a:lnTo>
                  <a:lnTo>
                    <a:pt x="3191691" y="607815"/>
                  </a:lnTo>
                  <a:lnTo>
                    <a:pt x="3192351" y="614503"/>
                  </a:lnTo>
                  <a:lnTo>
                    <a:pt x="3193012" y="585756"/>
                  </a:lnTo>
                  <a:lnTo>
                    <a:pt x="3193672" y="579716"/>
                  </a:lnTo>
                  <a:lnTo>
                    <a:pt x="3194333" y="609275"/>
                  </a:lnTo>
                  <a:lnTo>
                    <a:pt x="3194993" y="612648"/>
                  </a:lnTo>
                  <a:lnTo>
                    <a:pt x="3195654" y="595001"/>
                  </a:lnTo>
                  <a:lnTo>
                    <a:pt x="3196314" y="602196"/>
                  </a:lnTo>
                  <a:lnTo>
                    <a:pt x="3196975" y="600834"/>
                  </a:lnTo>
                  <a:lnTo>
                    <a:pt x="3197635" y="596034"/>
                  </a:lnTo>
                  <a:lnTo>
                    <a:pt x="3198296" y="587753"/>
                  </a:lnTo>
                  <a:lnTo>
                    <a:pt x="3198956" y="592248"/>
                  </a:lnTo>
                  <a:lnTo>
                    <a:pt x="3199617" y="584322"/>
                  </a:lnTo>
                  <a:lnTo>
                    <a:pt x="3200278" y="607815"/>
                  </a:lnTo>
                  <a:lnTo>
                    <a:pt x="3200938" y="612214"/>
                  </a:lnTo>
                  <a:lnTo>
                    <a:pt x="3201599" y="594672"/>
                  </a:lnTo>
                  <a:lnTo>
                    <a:pt x="3202259" y="618000"/>
                  </a:lnTo>
                  <a:lnTo>
                    <a:pt x="3202920" y="617539"/>
                  </a:lnTo>
                  <a:lnTo>
                    <a:pt x="3203580" y="596569"/>
                  </a:lnTo>
                  <a:lnTo>
                    <a:pt x="3204241" y="614318"/>
                  </a:lnTo>
                  <a:lnTo>
                    <a:pt x="3204901" y="617359"/>
                  </a:lnTo>
                  <a:lnTo>
                    <a:pt x="3205562" y="605564"/>
                  </a:lnTo>
                  <a:lnTo>
                    <a:pt x="3206222" y="599045"/>
                  </a:lnTo>
                  <a:lnTo>
                    <a:pt x="3206883" y="604404"/>
                  </a:lnTo>
                  <a:lnTo>
                    <a:pt x="3207543" y="607468"/>
                  </a:lnTo>
                  <a:lnTo>
                    <a:pt x="3208204" y="609275"/>
                  </a:lnTo>
                  <a:lnTo>
                    <a:pt x="3208864" y="602291"/>
                  </a:lnTo>
                  <a:lnTo>
                    <a:pt x="3209525" y="601639"/>
                  </a:lnTo>
                  <a:lnTo>
                    <a:pt x="3210186" y="608503"/>
                  </a:lnTo>
                  <a:lnTo>
                    <a:pt x="3210846" y="599004"/>
                  </a:lnTo>
                  <a:lnTo>
                    <a:pt x="3211507" y="600292"/>
                  </a:lnTo>
                  <a:lnTo>
                    <a:pt x="3212167" y="599004"/>
                  </a:lnTo>
                  <a:lnTo>
                    <a:pt x="3212828" y="599004"/>
                  </a:lnTo>
                  <a:lnTo>
                    <a:pt x="3213488" y="600567"/>
                  </a:lnTo>
                  <a:lnTo>
                    <a:pt x="3214149" y="602981"/>
                  </a:lnTo>
                  <a:lnTo>
                    <a:pt x="3214809" y="609360"/>
                  </a:lnTo>
                  <a:lnTo>
                    <a:pt x="3215470" y="612933"/>
                  </a:lnTo>
                  <a:lnTo>
                    <a:pt x="3216130" y="601336"/>
                  </a:lnTo>
                  <a:lnTo>
                    <a:pt x="3216791" y="601336"/>
                  </a:lnTo>
                  <a:lnTo>
                    <a:pt x="3217451" y="617072"/>
                  </a:lnTo>
                  <a:lnTo>
                    <a:pt x="3218112" y="605033"/>
                  </a:lnTo>
                  <a:lnTo>
                    <a:pt x="3218772" y="585917"/>
                  </a:lnTo>
                  <a:lnTo>
                    <a:pt x="3219433" y="601639"/>
                  </a:lnTo>
                  <a:lnTo>
                    <a:pt x="3220094" y="617539"/>
                  </a:lnTo>
                  <a:lnTo>
                    <a:pt x="3220754" y="617072"/>
                  </a:lnTo>
                  <a:lnTo>
                    <a:pt x="3221415" y="607815"/>
                  </a:lnTo>
                  <a:lnTo>
                    <a:pt x="3222075" y="602196"/>
                  </a:lnTo>
                  <a:lnTo>
                    <a:pt x="3222736" y="586835"/>
                  </a:lnTo>
                  <a:lnTo>
                    <a:pt x="3223396" y="589360"/>
                  </a:lnTo>
                  <a:lnTo>
                    <a:pt x="3224057" y="595001"/>
                  </a:lnTo>
                  <a:lnTo>
                    <a:pt x="3224717" y="611769"/>
                  </a:lnTo>
                  <a:lnTo>
                    <a:pt x="3225378" y="617359"/>
                  </a:lnTo>
                  <a:lnTo>
                    <a:pt x="3226038" y="615321"/>
                  </a:lnTo>
                  <a:lnTo>
                    <a:pt x="3226699" y="606684"/>
                  </a:lnTo>
                  <a:lnTo>
                    <a:pt x="3227359" y="606684"/>
                  </a:lnTo>
                  <a:lnTo>
                    <a:pt x="3228020" y="612063"/>
                  </a:lnTo>
                  <a:lnTo>
                    <a:pt x="3228680" y="613430"/>
                  </a:lnTo>
                  <a:lnTo>
                    <a:pt x="3229341" y="598090"/>
                  </a:lnTo>
                  <a:lnTo>
                    <a:pt x="3230002" y="595676"/>
                  </a:lnTo>
                  <a:lnTo>
                    <a:pt x="3230662" y="612063"/>
                  </a:lnTo>
                  <a:lnTo>
                    <a:pt x="3231323" y="605535"/>
                  </a:lnTo>
                  <a:lnTo>
                    <a:pt x="3231983" y="601574"/>
                  </a:lnTo>
                  <a:lnTo>
                    <a:pt x="3232644" y="599074"/>
                  </a:lnTo>
                  <a:lnTo>
                    <a:pt x="3233304" y="600296"/>
                  </a:lnTo>
                  <a:lnTo>
                    <a:pt x="3233965" y="602291"/>
                  </a:lnTo>
                  <a:lnTo>
                    <a:pt x="3234625" y="602291"/>
                  </a:lnTo>
                  <a:lnTo>
                    <a:pt x="3235286" y="617359"/>
                  </a:lnTo>
                  <a:lnTo>
                    <a:pt x="3235946" y="616601"/>
                  </a:lnTo>
                  <a:lnTo>
                    <a:pt x="3236607" y="605564"/>
                  </a:lnTo>
                  <a:lnTo>
                    <a:pt x="3237267" y="603927"/>
                  </a:lnTo>
                  <a:lnTo>
                    <a:pt x="3237928" y="601249"/>
                  </a:lnTo>
                  <a:lnTo>
                    <a:pt x="3238588" y="610314"/>
                  </a:lnTo>
                  <a:lnTo>
                    <a:pt x="3239249" y="612904"/>
                  </a:lnTo>
                  <a:lnTo>
                    <a:pt x="3239909" y="610941"/>
                  </a:lnTo>
                  <a:lnTo>
                    <a:pt x="3240570" y="606713"/>
                  </a:lnTo>
                  <a:lnTo>
                    <a:pt x="3241231" y="611425"/>
                  </a:lnTo>
                  <a:lnTo>
                    <a:pt x="3241891" y="616315"/>
                  </a:lnTo>
                  <a:lnTo>
                    <a:pt x="3242552" y="616315"/>
                  </a:lnTo>
                  <a:lnTo>
                    <a:pt x="3243212" y="617274"/>
                  </a:lnTo>
                  <a:lnTo>
                    <a:pt x="3243873" y="612933"/>
                  </a:lnTo>
                  <a:lnTo>
                    <a:pt x="3244533" y="607468"/>
                  </a:lnTo>
                  <a:lnTo>
                    <a:pt x="3245194" y="601336"/>
                  </a:lnTo>
                  <a:lnTo>
                    <a:pt x="3245854" y="594672"/>
                  </a:lnTo>
                  <a:lnTo>
                    <a:pt x="3246515" y="607468"/>
                  </a:lnTo>
                  <a:lnTo>
                    <a:pt x="3247175" y="616601"/>
                  </a:lnTo>
                  <a:lnTo>
                    <a:pt x="3247836" y="618210"/>
                  </a:lnTo>
                  <a:lnTo>
                    <a:pt x="3248496" y="596569"/>
                  </a:lnTo>
                  <a:lnTo>
                    <a:pt x="3249157" y="603513"/>
                  </a:lnTo>
                  <a:lnTo>
                    <a:pt x="3249817" y="617274"/>
                  </a:lnTo>
                  <a:lnTo>
                    <a:pt x="3250478" y="617274"/>
                  </a:lnTo>
                  <a:lnTo>
                    <a:pt x="3251139" y="601816"/>
                  </a:lnTo>
                  <a:lnTo>
                    <a:pt x="3251799" y="599004"/>
                  </a:lnTo>
                  <a:lnTo>
                    <a:pt x="3252460" y="599004"/>
                  </a:lnTo>
                  <a:lnTo>
                    <a:pt x="3253120" y="611014"/>
                  </a:lnTo>
                  <a:lnTo>
                    <a:pt x="3253781" y="591329"/>
                  </a:lnTo>
                  <a:lnTo>
                    <a:pt x="3254441" y="606713"/>
                  </a:lnTo>
                  <a:lnTo>
                    <a:pt x="3255102" y="612933"/>
                  </a:lnTo>
                  <a:lnTo>
                    <a:pt x="3255762" y="612091"/>
                  </a:lnTo>
                  <a:lnTo>
                    <a:pt x="3256423" y="607515"/>
                  </a:lnTo>
                  <a:lnTo>
                    <a:pt x="3257083" y="605620"/>
                  </a:lnTo>
                  <a:lnTo>
                    <a:pt x="3257744" y="610654"/>
                  </a:lnTo>
                  <a:lnTo>
                    <a:pt x="3258404" y="605564"/>
                  </a:lnTo>
                  <a:lnTo>
                    <a:pt x="3259065" y="591329"/>
                  </a:lnTo>
                  <a:lnTo>
                    <a:pt x="3259725" y="587753"/>
                  </a:lnTo>
                  <a:lnTo>
                    <a:pt x="3260386" y="604433"/>
                  </a:lnTo>
                  <a:lnTo>
                    <a:pt x="3261047" y="615406"/>
                  </a:lnTo>
                  <a:lnTo>
                    <a:pt x="3261707" y="614252"/>
                  </a:lnTo>
                  <a:lnTo>
                    <a:pt x="3262368" y="604820"/>
                  </a:lnTo>
                  <a:lnTo>
                    <a:pt x="3263028" y="585917"/>
                  </a:lnTo>
                  <a:lnTo>
                    <a:pt x="3263689" y="587753"/>
                  </a:lnTo>
                  <a:lnTo>
                    <a:pt x="3264349" y="603513"/>
                  </a:lnTo>
                  <a:lnTo>
                    <a:pt x="3265010" y="609275"/>
                  </a:lnTo>
                  <a:lnTo>
                    <a:pt x="3265670" y="599004"/>
                  </a:lnTo>
                  <a:lnTo>
                    <a:pt x="3266331" y="591785"/>
                  </a:lnTo>
                  <a:lnTo>
                    <a:pt x="3266991" y="598810"/>
                  </a:lnTo>
                  <a:lnTo>
                    <a:pt x="3267652" y="597448"/>
                  </a:lnTo>
                  <a:lnTo>
                    <a:pt x="3268312" y="609275"/>
                  </a:lnTo>
                  <a:lnTo>
                    <a:pt x="3268973" y="616601"/>
                  </a:lnTo>
                  <a:lnTo>
                    <a:pt x="3269633" y="619291"/>
                  </a:lnTo>
                  <a:lnTo>
                    <a:pt x="3270294" y="617330"/>
                  </a:lnTo>
                  <a:lnTo>
                    <a:pt x="3270954" y="619291"/>
                  </a:lnTo>
                  <a:lnTo>
                    <a:pt x="3271615" y="618660"/>
                  </a:lnTo>
                  <a:lnTo>
                    <a:pt x="3272276" y="611014"/>
                  </a:lnTo>
                  <a:lnTo>
                    <a:pt x="3272936" y="592248"/>
                  </a:lnTo>
                  <a:lnTo>
                    <a:pt x="3273597" y="615726"/>
                  </a:lnTo>
                  <a:lnTo>
                    <a:pt x="3274257" y="600366"/>
                  </a:lnTo>
                  <a:lnTo>
                    <a:pt x="3274918" y="602800"/>
                  </a:lnTo>
                  <a:lnTo>
                    <a:pt x="3275578" y="612177"/>
                  </a:lnTo>
                  <a:lnTo>
                    <a:pt x="3276239" y="619063"/>
                  </a:lnTo>
                  <a:lnTo>
                    <a:pt x="3276899" y="618820"/>
                  </a:lnTo>
                  <a:lnTo>
                    <a:pt x="3277560" y="618820"/>
                  </a:lnTo>
                  <a:lnTo>
                    <a:pt x="3278220" y="607372"/>
                  </a:lnTo>
                  <a:lnTo>
                    <a:pt x="3278881" y="585917"/>
                  </a:lnTo>
                  <a:lnTo>
                    <a:pt x="3279541" y="602356"/>
                  </a:lnTo>
                  <a:lnTo>
                    <a:pt x="3280202" y="612208"/>
                  </a:lnTo>
                  <a:lnTo>
                    <a:pt x="3280862" y="599947"/>
                  </a:lnTo>
                  <a:lnTo>
                    <a:pt x="3281523" y="602196"/>
                  </a:lnTo>
                  <a:lnTo>
                    <a:pt x="3282184" y="601639"/>
                  </a:lnTo>
                  <a:lnTo>
                    <a:pt x="3282844" y="590886"/>
                  </a:lnTo>
                  <a:lnTo>
                    <a:pt x="3283505" y="607372"/>
                  </a:lnTo>
                  <a:lnTo>
                    <a:pt x="3284165" y="617377"/>
                  </a:lnTo>
                  <a:lnTo>
                    <a:pt x="3284826" y="618458"/>
                  </a:lnTo>
                  <a:lnTo>
                    <a:pt x="3285486" y="614013"/>
                  </a:lnTo>
                  <a:lnTo>
                    <a:pt x="3286147" y="604266"/>
                  </a:lnTo>
                  <a:lnTo>
                    <a:pt x="3286807" y="615278"/>
                  </a:lnTo>
                  <a:lnTo>
                    <a:pt x="3287468" y="615625"/>
                  </a:lnTo>
                  <a:lnTo>
                    <a:pt x="3288128" y="611729"/>
                  </a:lnTo>
                  <a:lnTo>
                    <a:pt x="3288789" y="612425"/>
                  </a:lnTo>
                  <a:lnTo>
                    <a:pt x="3289449" y="610987"/>
                  </a:lnTo>
                  <a:lnTo>
                    <a:pt x="3290110" y="599004"/>
                  </a:lnTo>
                  <a:lnTo>
                    <a:pt x="3290770" y="598456"/>
                  </a:lnTo>
                  <a:lnTo>
                    <a:pt x="3291431" y="614912"/>
                  </a:lnTo>
                  <a:lnTo>
                    <a:pt x="3292092" y="613909"/>
                  </a:lnTo>
                  <a:lnTo>
                    <a:pt x="3292752" y="610013"/>
                  </a:lnTo>
                  <a:lnTo>
                    <a:pt x="3293413" y="596953"/>
                  </a:lnTo>
                  <a:lnTo>
                    <a:pt x="3294073" y="577659"/>
                  </a:lnTo>
                  <a:lnTo>
                    <a:pt x="3294734" y="590499"/>
                  </a:lnTo>
                  <a:lnTo>
                    <a:pt x="3295394" y="602626"/>
                  </a:lnTo>
                  <a:lnTo>
                    <a:pt x="3296055" y="605536"/>
                  </a:lnTo>
                  <a:lnTo>
                    <a:pt x="3296715" y="597048"/>
                  </a:lnTo>
                  <a:lnTo>
                    <a:pt x="3297376" y="599593"/>
                  </a:lnTo>
                  <a:lnTo>
                    <a:pt x="3298036" y="584891"/>
                  </a:lnTo>
                  <a:lnTo>
                    <a:pt x="3298697" y="567210"/>
                  </a:lnTo>
                  <a:lnTo>
                    <a:pt x="3299357" y="536930"/>
                  </a:lnTo>
                  <a:lnTo>
                    <a:pt x="3300018" y="550990"/>
                  </a:lnTo>
                  <a:lnTo>
                    <a:pt x="3300678" y="555157"/>
                  </a:lnTo>
                  <a:lnTo>
                    <a:pt x="3301339" y="550672"/>
                  </a:lnTo>
                  <a:lnTo>
                    <a:pt x="3301999" y="539181"/>
                  </a:lnTo>
                  <a:lnTo>
                    <a:pt x="3302660" y="505101"/>
                  </a:lnTo>
                  <a:lnTo>
                    <a:pt x="3303321" y="440508"/>
                  </a:lnTo>
                  <a:lnTo>
                    <a:pt x="3303981" y="394501"/>
                  </a:lnTo>
                  <a:lnTo>
                    <a:pt x="3304642" y="363151"/>
                  </a:lnTo>
                  <a:lnTo>
                    <a:pt x="3305302" y="367156"/>
                  </a:lnTo>
                  <a:lnTo>
                    <a:pt x="3305963" y="410846"/>
                  </a:lnTo>
                  <a:lnTo>
                    <a:pt x="3306623" y="472306"/>
                  </a:lnTo>
                  <a:lnTo>
                    <a:pt x="3307284" y="548284"/>
                  </a:lnTo>
                  <a:lnTo>
                    <a:pt x="3307944" y="557304"/>
                  </a:lnTo>
                  <a:lnTo>
                    <a:pt x="3308605" y="556655"/>
                  </a:lnTo>
                  <a:lnTo>
                    <a:pt x="3309265" y="566120"/>
                  </a:lnTo>
                  <a:lnTo>
                    <a:pt x="3309926" y="567644"/>
                  </a:lnTo>
                  <a:lnTo>
                    <a:pt x="3310586" y="581668"/>
                  </a:lnTo>
                  <a:lnTo>
                    <a:pt x="3311247" y="595076"/>
                  </a:lnTo>
                  <a:lnTo>
                    <a:pt x="3311907" y="594950"/>
                  </a:lnTo>
                  <a:lnTo>
                    <a:pt x="3312568" y="584210"/>
                  </a:lnTo>
                  <a:lnTo>
                    <a:pt x="3313229" y="604956"/>
                  </a:lnTo>
                  <a:lnTo>
                    <a:pt x="3313889" y="608371"/>
                  </a:lnTo>
                  <a:lnTo>
                    <a:pt x="3314550" y="609887"/>
                  </a:lnTo>
                  <a:lnTo>
                    <a:pt x="3315210" y="615060"/>
                  </a:lnTo>
                  <a:lnTo>
                    <a:pt x="3315871" y="608367"/>
                  </a:lnTo>
                  <a:lnTo>
                    <a:pt x="3316531" y="597914"/>
                  </a:lnTo>
                  <a:lnTo>
                    <a:pt x="3317192" y="608500"/>
                  </a:lnTo>
                  <a:lnTo>
                    <a:pt x="3317852" y="614187"/>
                  </a:lnTo>
                  <a:lnTo>
                    <a:pt x="3318513" y="615190"/>
                  </a:lnTo>
                  <a:lnTo>
                    <a:pt x="3319173" y="609043"/>
                  </a:lnTo>
                  <a:lnTo>
                    <a:pt x="3319834" y="609291"/>
                  </a:lnTo>
                  <a:lnTo>
                    <a:pt x="3320494" y="606182"/>
                  </a:lnTo>
                  <a:lnTo>
                    <a:pt x="3321155" y="586835"/>
                  </a:lnTo>
                  <a:lnTo>
                    <a:pt x="3321815" y="599391"/>
                  </a:lnTo>
                  <a:lnTo>
                    <a:pt x="3322476" y="599391"/>
                  </a:lnTo>
                  <a:lnTo>
                    <a:pt x="3323137" y="600911"/>
                  </a:lnTo>
                  <a:lnTo>
                    <a:pt x="3323797" y="601964"/>
                  </a:lnTo>
                  <a:lnTo>
                    <a:pt x="3324458" y="599764"/>
                  </a:lnTo>
                  <a:lnTo>
                    <a:pt x="3325118" y="603747"/>
                  </a:lnTo>
                  <a:lnTo>
                    <a:pt x="3325779" y="599362"/>
                  </a:lnTo>
                  <a:lnTo>
                    <a:pt x="3326439" y="592368"/>
                  </a:lnTo>
                  <a:lnTo>
                    <a:pt x="3327100" y="594771"/>
                  </a:lnTo>
                  <a:lnTo>
                    <a:pt x="3327760" y="609352"/>
                  </a:lnTo>
                  <a:lnTo>
                    <a:pt x="3328421" y="612553"/>
                  </a:lnTo>
                  <a:lnTo>
                    <a:pt x="3329081" y="602105"/>
                  </a:lnTo>
                  <a:lnTo>
                    <a:pt x="3329742" y="601639"/>
                  </a:lnTo>
                  <a:lnTo>
                    <a:pt x="3330402" y="599852"/>
                  </a:lnTo>
                  <a:lnTo>
                    <a:pt x="3331063" y="600698"/>
                  </a:lnTo>
                  <a:lnTo>
                    <a:pt x="3331723" y="595605"/>
                  </a:lnTo>
                  <a:lnTo>
                    <a:pt x="3332384" y="600063"/>
                  </a:lnTo>
                  <a:lnTo>
                    <a:pt x="3333045" y="603513"/>
                  </a:lnTo>
                  <a:lnTo>
                    <a:pt x="3333705" y="613141"/>
                  </a:lnTo>
                  <a:lnTo>
                    <a:pt x="3334366" y="617151"/>
                  </a:lnTo>
                  <a:lnTo>
                    <a:pt x="3335026" y="617151"/>
                  </a:lnTo>
                  <a:lnTo>
                    <a:pt x="3335687" y="597931"/>
                  </a:lnTo>
                  <a:lnTo>
                    <a:pt x="3336347" y="582163"/>
                  </a:lnTo>
                  <a:lnTo>
                    <a:pt x="3337008" y="608958"/>
                  </a:lnTo>
                  <a:lnTo>
                    <a:pt x="3337668" y="599947"/>
                  </a:lnTo>
                  <a:lnTo>
                    <a:pt x="3338329" y="603513"/>
                  </a:lnTo>
                  <a:lnTo>
                    <a:pt x="3338989" y="613226"/>
                  </a:lnTo>
                  <a:lnTo>
                    <a:pt x="3339650" y="608503"/>
                  </a:lnTo>
                  <a:lnTo>
                    <a:pt x="3340310" y="598810"/>
                  </a:lnTo>
                  <a:lnTo>
                    <a:pt x="3340971" y="609505"/>
                  </a:lnTo>
                  <a:lnTo>
                    <a:pt x="3341631" y="596192"/>
                  </a:lnTo>
                  <a:lnTo>
                    <a:pt x="3342292" y="602778"/>
                  </a:lnTo>
                  <a:lnTo>
                    <a:pt x="3342952" y="585256"/>
                  </a:lnTo>
                  <a:lnTo>
                    <a:pt x="3343613" y="580762"/>
                  </a:lnTo>
                  <a:lnTo>
                    <a:pt x="3344274" y="569142"/>
                  </a:lnTo>
                  <a:lnTo>
                    <a:pt x="3344934" y="562195"/>
                  </a:lnTo>
                  <a:lnTo>
                    <a:pt x="3345595" y="592001"/>
                  </a:lnTo>
                  <a:lnTo>
                    <a:pt x="3346255" y="605263"/>
                  </a:lnTo>
                  <a:lnTo>
                    <a:pt x="3346916" y="588688"/>
                  </a:lnTo>
                  <a:lnTo>
                    <a:pt x="3347576" y="596387"/>
                  </a:lnTo>
                  <a:lnTo>
                    <a:pt x="3348237" y="596831"/>
                  </a:lnTo>
                  <a:lnTo>
                    <a:pt x="3348897" y="601315"/>
                  </a:lnTo>
                  <a:lnTo>
                    <a:pt x="3349558" y="600367"/>
                  </a:lnTo>
                  <a:lnTo>
                    <a:pt x="3350218" y="613050"/>
                  </a:lnTo>
                  <a:lnTo>
                    <a:pt x="3350879" y="614273"/>
                  </a:lnTo>
                  <a:lnTo>
                    <a:pt x="3351539" y="589588"/>
                  </a:lnTo>
                  <a:lnTo>
                    <a:pt x="3352200" y="576818"/>
                  </a:lnTo>
                  <a:lnTo>
                    <a:pt x="3352860" y="590050"/>
                  </a:lnTo>
                  <a:lnTo>
                    <a:pt x="3353521" y="602760"/>
                  </a:lnTo>
                  <a:lnTo>
                    <a:pt x="3354182" y="596559"/>
                  </a:lnTo>
                  <a:lnTo>
                    <a:pt x="3354842" y="584638"/>
                  </a:lnTo>
                  <a:lnTo>
                    <a:pt x="3355503" y="590050"/>
                  </a:lnTo>
                  <a:lnTo>
                    <a:pt x="3356163" y="616615"/>
                  </a:lnTo>
                  <a:lnTo>
                    <a:pt x="3356824" y="607371"/>
                  </a:lnTo>
                  <a:lnTo>
                    <a:pt x="3357484" y="595694"/>
                  </a:lnTo>
                  <a:lnTo>
                    <a:pt x="3358145" y="616206"/>
                  </a:lnTo>
                  <a:lnTo>
                    <a:pt x="3358805" y="616206"/>
                  </a:lnTo>
                  <a:lnTo>
                    <a:pt x="3359466" y="603687"/>
                  </a:lnTo>
                  <a:lnTo>
                    <a:pt x="3360126" y="599022"/>
                  </a:lnTo>
                  <a:lnTo>
                    <a:pt x="3360787" y="607371"/>
                  </a:lnTo>
                  <a:lnTo>
                    <a:pt x="3361447" y="588688"/>
                  </a:lnTo>
                  <a:lnTo>
                    <a:pt x="3362108" y="581977"/>
                  </a:lnTo>
                  <a:lnTo>
                    <a:pt x="3362768" y="602380"/>
                  </a:lnTo>
                  <a:lnTo>
                    <a:pt x="3363429" y="607371"/>
                  </a:lnTo>
                  <a:lnTo>
                    <a:pt x="3364090" y="588688"/>
                  </a:lnTo>
                  <a:lnTo>
                    <a:pt x="3364750" y="595604"/>
                  </a:lnTo>
                  <a:lnTo>
                    <a:pt x="3365411" y="594368"/>
                  </a:lnTo>
                  <a:lnTo>
                    <a:pt x="3366071" y="608951"/>
                  </a:lnTo>
                  <a:lnTo>
                    <a:pt x="3366732" y="617448"/>
                  </a:lnTo>
                  <a:lnTo>
                    <a:pt x="3367392" y="610316"/>
                  </a:lnTo>
                  <a:lnTo>
                    <a:pt x="3368053" y="601521"/>
                  </a:lnTo>
                  <a:lnTo>
                    <a:pt x="3368713" y="584638"/>
                  </a:lnTo>
                  <a:lnTo>
                    <a:pt x="3369374" y="605049"/>
                  </a:lnTo>
                  <a:lnTo>
                    <a:pt x="3370034" y="611287"/>
                  </a:lnTo>
                  <a:lnTo>
                    <a:pt x="3370695" y="611016"/>
                  </a:lnTo>
                  <a:lnTo>
                    <a:pt x="3371355" y="611683"/>
                  </a:lnTo>
                  <a:lnTo>
                    <a:pt x="3372016" y="600804"/>
                  </a:lnTo>
                  <a:lnTo>
                    <a:pt x="3372676" y="590050"/>
                  </a:lnTo>
                  <a:lnTo>
                    <a:pt x="3373337" y="592475"/>
                  </a:lnTo>
                  <a:lnTo>
                    <a:pt x="3373997" y="601560"/>
                  </a:lnTo>
                  <a:lnTo>
                    <a:pt x="3374658" y="596613"/>
                  </a:lnTo>
                  <a:lnTo>
                    <a:pt x="3375319" y="585556"/>
                  </a:lnTo>
                  <a:lnTo>
                    <a:pt x="3375979" y="587645"/>
                  </a:lnTo>
                  <a:lnTo>
                    <a:pt x="3376640" y="593949"/>
                  </a:lnTo>
                  <a:lnTo>
                    <a:pt x="3377300" y="603856"/>
                  </a:lnTo>
                  <a:lnTo>
                    <a:pt x="3377961" y="592475"/>
                  </a:lnTo>
                  <a:lnTo>
                    <a:pt x="3378621" y="600238"/>
                  </a:lnTo>
                  <a:lnTo>
                    <a:pt x="3379282" y="600094"/>
                  </a:lnTo>
                  <a:lnTo>
                    <a:pt x="3379942" y="579965"/>
                  </a:lnTo>
                  <a:lnTo>
                    <a:pt x="3380603" y="590050"/>
                  </a:lnTo>
                  <a:lnTo>
                    <a:pt x="3381263" y="602857"/>
                  </a:lnTo>
                  <a:lnTo>
                    <a:pt x="3381924" y="587125"/>
                  </a:lnTo>
                  <a:lnTo>
                    <a:pt x="3382584" y="581206"/>
                  </a:lnTo>
                  <a:lnTo>
                    <a:pt x="3383245" y="584637"/>
                  </a:lnTo>
                  <a:lnTo>
                    <a:pt x="3383905" y="591442"/>
                  </a:lnTo>
                  <a:lnTo>
                    <a:pt x="3384566" y="578982"/>
                  </a:lnTo>
                  <a:lnTo>
                    <a:pt x="3385227" y="574291"/>
                  </a:lnTo>
                  <a:lnTo>
                    <a:pt x="3385887" y="583476"/>
                  </a:lnTo>
                  <a:lnTo>
                    <a:pt x="3386548" y="580588"/>
                  </a:lnTo>
                  <a:lnTo>
                    <a:pt x="3387208" y="590039"/>
                  </a:lnTo>
                  <a:lnTo>
                    <a:pt x="3387869" y="601467"/>
                  </a:lnTo>
                  <a:lnTo>
                    <a:pt x="3388529" y="591595"/>
                  </a:lnTo>
                  <a:lnTo>
                    <a:pt x="3389190" y="581469"/>
                  </a:lnTo>
                  <a:lnTo>
                    <a:pt x="3389850" y="576218"/>
                  </a:lnTo>
                  <a:lnTo>
                    <a:pt x="3390511" y="567520"/>
                  </a:lnTo>
                  <a:lnTo>
                    <a:pt x="3391171" y="548557"/>
                  </a:lnTo>
                  <a:lnTo>
                    <a:pt x="3391832" y="565558"/>
                  </a:lnTo>
                  <a:lnTo>
                    <a:pt x="3392492" y="592309"/>
                  </a:lnTo>
                  <a:lnTo>
                    <a:pt x="3393153" y="567320"/>
                  </a:lnTo>
                  <a:lnTo>
                    <a:pt x="3393813" y="567320"/>
                  </a:lnTo>
                  <a:lnTo>
                    <a:pt x="3394474" y="598480"/>
                  </a:lnTo>
                  <a:lnTo>
                    <a:pt x="3395135" y="601801"/>
                  </a:lnTo>
                  <a:lnTo>
                    <a:pt x="3395795" y="564605"/>
                  </a:lnTo>
                  <a:lnTo>
                    <a:pt x="3396456" y="544836"/>
                  </a:lnTo>
                  <a:lnTo>
                    <a:pt x="3397116" y="546575"/>
                  </a:lnTo>
                  <a:lnTo>
                    <a:pt x="3397777" y="564787"/>
                  </a:lnTo>
                  <a:lnTo>
                    <a:pt x="3398437" y="584574"/>
                  </a:lnTo>
                  <a:lnTo>
                    <a:pt x="3399098" y="582472"/>
                  </a:lnTo>
                  <a:lnTo>
                    <a:pt x="3399758" y="586737"/>
                  </a:lnTo>
                  <a:lnTo>
                    <a:pt x="3400419" y="592642"/>
                  </a:lnTo>
                  <a:lnTo>
                    <a:pt x="3401079" y="582699"/>
                  </a:lnTo>
                  <a:lnTo>
                    <a:pt x="3401740" y="576315"/>
                  </a:lnTo>
                  <a:lnTo>
                    <a:pt x="3402400" y="584288"/>
                  </a:lnTo>
                  <a:lnTo>
                    <a:pt x="3403061" y="584288"/>
                  </a:lnTo>
                  <a:lnTo>
                    <a:pt x="3403721" y="569243"/>
                  </a:lnTo>
                  <a:lnTo>
                    <a:pt x="3404382" y="533053"/>
                  </a:lnTo>
                  <a:lnTo>
                    <a:pt x="3405043" y="526373"/>
                  </a:lnTo>
                  <a:lnTo>
                    <a:pt x="3405703" y="533698"/>
                  </a:lnTo>
                  <a:lnTo>
                    <a:pt x="3406364" y="553620"/>
                  </a:lnTo>
                  <a:lnTo>
                    <a:pt x="3407024" y="592591"/>
                  </a:lnTo>
                  <a:lnTo>
                    <a:pt x="3407685" y="608995"/>
                  </a:lnTo>
                  <a:lnTo>
                    <a:pt x="3408345" y="610233"/>
                  </a:lnTo>
                  <a:lnTo>
                    <a:pt x="3409006" y="609338"/>
                  </a:lnTo>
                  <a:lnTo>
                    <a:pt x="3409666" y="608999"/>
                  </a:lnTo>
                  <a:lnTo>
                    <a:pt x="3410327" y="611169"/>
                  </a:lnTo>
                  <a:lnTo>
                    <a:pt x="3410987" y="598210"/>
                  </a:lnTo>
                  <a:lnTo>
                    <a:pt x="3411648" y="543501"/>
                  </a:lnTo>
                  <a:lnTo>
                    <a:pt x="3412308" y="585596"/>
                  </a:lnTo>
                  <a:lnTo>
                    <a:pt x="3412969" y="579424"/>
                  </a:lnTo>
                  <a:lnTo>
                    <a:pt x="3413629" y="573801"/>
                  </a:lnTo>
                  <a:lnTo>
                    <a:pt x="3414290" y="569638"/>
                  </a:lnTo>
                  <a:lnTo>
                    <a:pt x="3414950" y="575839"/>
                  </a:lnTo>
                  <a:lnTo>
                    <a:pt x="3415611" y="579433"/>
                  </a:lnTo>
                  <a:lnTo>
                    <a:pt x="3416272" y="565927"/>
                  </a:lnTo>
                  <a:lnTo>
                    <a:pt x="3416932" y="576458"/>
                  </a:lnTo>
                  <a:lnTo>
                    <a:pt x="3417593" y="578064"/>
                  </a:lnTo>
                  <a:lnTo>
                    <a:pt x="3418253" y="534906"/>
                  </a:lnTo>
                  <a:lnTo>
                    <a:pt x="3418914" y="499547"/>
                  </a:lnTo>
                  <a:lnTo>
                    <a:pt x="3419574" y="508282"/>
                  </a:lnTo>
                  <a:lnTo>
                    <a:pt x="3420235" y="528040"/>
                  </a:lnTo>
                  <a:lnTo>
                    <a:pt x="3420895" y="489745"/>
                  </a:lnTo>
                  <a:lnTo>
                    <a:pt x="3421556" y="457511"/>
                  </a:lnTo>
                  <a:lnTo>
                    <a:pt x="3422216" y="493754"/>
                  </a:lnTo>
                  <a:lnTo>
                    <a:pt x="3422877" y="467803"/>
                  </a:lnTo>
                  <a:lnTo>
                    <a:pt x="3423537" y="442583"/>
                  </a:lnTo>
                  <a:lnTo>
                    <a:pt x="3424198" y="412482"/>
                  </a:lnTo>
                  <a:lnTo>
                    <a:pt x="3424858" y="420103"/>
                  </a:lnTo>
                  <a:lnTo>
                    <a:pt x="3425519" y="408515"/>
                  </a:lnTo>
                  <a:lnTo>
                    <a:pt x="3426180" y="383590"/>
                  </a:lnTo>
                  <a:lnTo>
                    <a:pt x="3426840" y="367930"/>
                  </a:lnTo>
                  <a:lnTo>
                    <a:pt x="3427501" y="361678"/>
                  </a:lnTo>
                  <a:lnTo>
                    <a:pt x="3428161" y="367270"/>
                  </a:lnTo>
                  <a:lnTo>
                    <a:pt x="3428822" y="353755"/>
                  </a:lnTo>
                  <a:lnTo>
                    <a:pt x="3429482" y="274241"/>
                  </a:lnTo>
                  <a:lnTo>
                    <a:pt x="3430143" y="258315"/>
                  </a:lnTo>
                  <a:lnTo>
                    <a:pt x="3430803" y="252659"/>
                  </a:lnTo>
                  <a:lnTo>
                    <a:pt x="3431464" y="256273"/>
                  </a:lnTo>
                  <a:lnTo>
                    <a:pt x="3432124" y="289303"/>
                  </a:lnTo>
                  <a:lnTo>
                    <a:pt x="3432785" y="300373"/>
                  </a:lnTo>
                  <a:lnTo>
                    <a:pt x="3433445" y="314810"/>
                  </a:lnTo>
                  <a:lnTo>
                    <a:pt x="3434106" y="319851"/>
                  </a:lnTo>
                  <a:lnTo>
                    <a:pt x="3434766" y="386659"/>
                  </a:lnTo>
                  <a:lnTo>
                    <a:pt x="3435427" y="361781"/>
                  </a:lnTo>
                  <a:lnTo>
                    <a:pt x="3436088" y="391648"/>
                  </a:lnTo>
                  <a:lnTo>
                    <a:pt x="3436748" y="404176"/>
                  </a:lnTo>
                  <a:lnTo>
                    <a:pt x="3437409" y="440214"/>
                  </a:lnTo>
                  <a:lnTo>
                    <a:pt x="3438069" y="470606"/>
                  </a:lnTo>
                  <a:lnTo>
                    <a:pt x="3438730" y="508265"/>
                  </a:lnTo>
                  <a:lnTo>
                    <a:pt x="3439390" y="546497"/>
                  </a:lnTo>
                  <a:lnTo>
                    <a:pt x="3440051" y="566136"/>
                  </a:lnTo>
                  <a:lnTo>
                    <a:pt x="3440711" y="546583"/>
                  </a:lnTo>
                  <a:lnTo>
                    <a:pt x="3441372" y="566010"/>
                  </a:lnTo>
                  <a:lnTo>
                    <a:pt x="3442032" y="581428"/>
                  </a:lnTo>
                  <a:lnTo>
                    <a:pt x="3442693" y="584110"/>
                  </a:lnTo>
                  <a:lnTo>
                    <a:pt x="3443353" y="590975"/>
                  </a:lnTo>
                  <a:lnTo>
                    <a:pt x="3444014" y="590509"/>
                  </a:lnTo>
                  <a:lnTo>
                    <a:pt x="3444674" y="589850"/>
                  </a:lnTo>
                  <a:lnTo>
                    <a:pt x="3445335" y="568916"/>
                  </a:lnTo>
                  <a:lnTo>
                    <a:pt x="3445995" y="576892"/>
                  </a:lnTo>
                  <a:lnTo>
                    <a:pt x="3446656" y="576921"/>
                  </a:lnTo>
                  <a:lnTo>
                    <a:pt x="3447317" y="562842"/>
                  </a:lnTo>
                  <a:lnTo>
                    <a:pt x="3447977" y="540354"/>
                  </a:lnTo>
                  <a:lnTo>
                    <a:pt x="3448638" y="549369"/>
                  </a:lnTo>
                  <a:lnTo>
                    <a:pt x="3449298" y="543225"/>
                  </a:lnTo>
                  <a:lnTo>
                    <a:pt x="3449959" y="535721"/>
                  </a:lnTo>
                  <a:lnTo>
                    <a:pt x="3450619" y="529699"/>
                  </a:lnTo>
                  <a:lnTo>
                    <a:pt x="3451280" y="529517"/>
                  </a:lnTo>
                  <a:lnTo>
                    <a:pt x="3451940" y="542600"/>
                  </a:lnTo>
                  <a:lnTo>
                    <a:pt x="3452601" y="544759"/>
                  </a:lnTo>
                  <a:lnTo>
                    <a:pt x="3453261" y="564716"/>
                  </a:lnTo>
                  <a:lnTo>
                    <a:pt x="3453922" y="576923"/>
                  </a:lnTo>
                  <a:lnTo>
                    <a:pt x="3454582" y="582319"/>
                  </a:lnTo>
                  <a:lnTo>
                    <a:pt x="3455243" y="593255"/>
                  </a:lnTo>
                  <a:lnTo>
                    <a:pt x="3455903" y="599725"/>
                  </a:lnTo>
                  <a:lnTo>
                    <a:pt x="3456564" y="590540"/>
                  </a:lnTo>
                  <a:lnTo>
                    <a:pt x="3457225" y="607581"/>
                  </a:lnTo>
                  <a:lnTo>
                    <a:pt x="3457885" y="597692"/>
                  </a:lnTo>
                  <a:lnTo>
                    <a:pt x="3458546" y="599613"/>
                  </a:lnTo>
                  <a:lnTo>
                    <a:pt x="3459206" y="593634"/>
                  </a:lnTo>
                  <a:lnTo>
                    <a:pt x="3459867" y="583940"/>
                  </a:lnTo>
                  <a:lnTo>
                    <a:pt x="3460527" y="577822"/>
                  </a:lnTo>
                  <a:lnTo>
                    <a:pt x="3461188" y="592247"/>
                  </a:lnTo>
                  <a:lnTo>
                    <a:pt x="3461848" y="590402"/>
                  </a:lnTo>
                  <a:lnTo>
                    <a:pt x="3462509" y="604784"/>
                  </a:lnTo>
                  <a:lnTo>
                    <a:pt x="3463169" y="610443"/>
                  </a:lnTo>
                  <a:lnTo>
                    <a:pt x="3463830" y="596555"/>
                  </a:lnTo>
                  <a:lnTo>
                    <a:pt x="3464490" y="592807"/>
                  </a:lnTo>
                  <a:lnTo>
                    <a:pt x="3465151" y="574638"/>
                  </a:lnTo>
                  <a:lnTo>
                    <a:pt x="3465811" y="568996"/>
                  </a:lnTo>
                  <a:lnTo>
                    <a:pt x="3466472" y="579583"/>
                  </a:lnTo>
                  <a:lnTo>
                    <a:pt x="3467133" y="597665"/>
                  </a:lnTo>
                  <a:lnTo>
                    <a:pt x="3467793" y="601214"/>
                  </a:lnTo>
                  <a:lnTo>
                    <a:pt x="3468454" y="597665"/>
                  </a:lnTo>
                  <a:lnTo>
                    <a:pt x="3469114" y="608687"/>
                  </a:lnTo>
                  <a:lnTo>
                    <a:pt x="3469775" y="602180"/>
                  </a:lnTo>
                  <a:lnTo>
                    <a:pt x="3470435" y="593479"/>
                  </a:lnTo>
                  <a:lnTo>
                    <a:pt x="3471096" y="575332"/>
                  </a:lnTo>
                  <a:lnTo>
                    <a:pt x="3471756" y="564435"/>
                  </a:lnTo>
                  <a:lnTo>
                    <a:pt x="3472417" y="566623"/>
                  </a:lnTo>
                  <a:lnTo>
                    <a:pt x="3473077" y="556548"/>
                  </a:lnTo>
                  <a:lnTo>
                    <a:pt x="3473738" y="568025"/>
                  </a:lnTo>
                  <a:lnTo>
                    <a:pt x="3474398" y="584748"/>
                  </a:lnTo>
                  <a:lnTo>
                    <a:pt x="3475059" y="594292"/>
                  </a:lnTo>
                  <a:lnTo>
                    <a:pt x="3475719" y="580727"/>
                  </a:lnTo>
                  <a:lnTo>
                    <a:pt x="3476380" y="587399"/>
                  </a:lnTo>
                  <a:lnTo>
                    <a:pt x="3477041" y="601386"/>
                  </a:lnTo>
                  <a:lnTo>
                    <a:pt x="3477701" y="600246"/>
                  </a:lnTo>
                  <a:lnTo>
                    <a:pt x="3478362" y="588426"/>
                  </a:lnTo>
                  <a:lnTo>
                    <a:pt x="3479022" y="576050"/>
                  </a:lnTo>
                  <a:lnTo>
                    <a:pt x="3479683" y="557300"/>
                  </a:lnTo>
                  <a:lnTo>
                    <a:pt x="3480343" y="569751"/>
                  </a:lnTo>
                  <a:lnTo>
                    <a:pt x="3481004" y="571910"/>
                  </a:lnTo>
                  <a:lnTo>
                    <a:pt x="3481664" y="584513"/>
                  </a:lnTo>
                  <a:lnTo>
                    <a:pt x="3482325" y="601173"/>
                  </a:lnTo>
                  <a:lnTo>
                    <a:pt x="3482985" y="599046"/>
                  </a:lnTo>
                  <a:lnTo>
                    <a:pt x="3483646" y="601599"/>
                  </a:lnTo>
                  <a:lnTo>
                    <a:pt x="3484306" y="606323"/>
                  </a:lnTo>
                  <a:lnTo>
                    <a:pt x="3484967" y="608473"/>
                  </a:lnTo>
                  <a:lnTo>
                    <a:pt x="3485627" y="614974"/>
                  </a:lnTo>
                  <a:lnTo>
                    <a:pt x="3486288" y="614974"/>
                  </a:lnTo>
                  <a:lnTo>
                    <a:pt x="3486948" y="607801"/>
                  </a:lnTo>
                  <a:lnTo>
                    <a:pt x="3487609" y="579019"/>
                  </a:lnTo>
                  <a:lnTo>
                    <a:pt x="3488270" y="580727"/>
                  </a:lnTo>
                  <a:lnTo>
                    <a:pt x="3488930" y="566603"/>
                  </a:lnTo>
                  <a:lnTo>
                    <a:pt x="3489591" y="525816"/>
                  </a:lnTo>
                  <a:lnTo>
                    <a:pt x="3490251" y="569568"/>
                  </a:lnTo>
                  <a:lnTo>
                    <a:pt x="3490912" y="586227"/>
                  </a:lnTo>
                  <a:lnTo>
                    <a:pt x="3491572" y="592168"/>
                  </a:lnTo>
                  <a:lnTo>
                    <a:pt x="3492233" y="588662"/>
                  </a:lnTo>
                  <a:lnTo>
                    <a:pt x="3492893" y="588426"/>
                  </a:lnTo>
                  <a:lnTo>
                    <a:pt x="3493554" y="608017"/>
                  </a:lnTo>
                  <a:lnTo>
                    <a:pt x="3494214" y="607046"/>
                  </a:lnTo>
                  <a:lnTo>
                    <a:pt x="3494875" y="589371"/>
                  </a:lnTo>
                  <a:lnTo>
                    <a:pt x="3495535" y="597579"/>
                  </a:lnTo>
                  <a:lnTo>
                    <a:pt x="3496196" y="616685"/>
                  </a:lnTo>
                  <a:lnTo>
                    <a:pt x="3496856" y="616685"/>
                  </a:lnTo>
                  <a:lnTo>
                    <a:pt x="3497517" y="594292"/>
                  </a:lnTo>
                  <a:lnTo>
                    <a:pt x="3498178" y="584513"/>
                  </a:lnTo>
                  <a:lnTo>
                    <a:pt x="3498838" y="559481"/>
                  </a:lnTo>
                  <a:lnTo>
                    <a:pt x="3499499" y="552455"/>
                  </a:lnTo>
                  <a:lnTo>
                    <a:pt x="3500159" y="554012"/>
                  </a:lnTo>
                  <a:lnTo>
                    <a:pt x="3500820" y="536619"/>
                  </a:lnTo>
                  <a:lnTo>
                    <a:pt x="3501480" y="548765"/>
                  </a:lnTo>
                  <a:lnTo>
                    <a:pt x="3502141" y="564752"/>
                  </a:lnTo>
                  <a:lnTo>
                    <a:pt x="3502801" y="580727"/>
                  </a:lnTo>
                  <a:lnTo>
                    <a:pt x="3503462" y="590675"/>
                  </a:lnTo>
                  <a:lnTo>
                    <a:pt x="3504122" y="601173"/>
                  </a:lnTo>
                  <a:lnTo>
                    <a:pt x="3504783" y="578248"/>
                  </a:lnTo>
                  <a:lnTo>
                    <a:pt x="3505443" y="589418"/>
                  </a:lnTo>
                  <a:lnTo>
                    <a:pt x="3506104" y="610009"/>
                  </a:lnTo>
                  <a:lnTo>
                    <a:pt x="3506764" y="610134"/>
                  </a:lnTo>
                  <a:lnTo>
                    <a:pt x="3507425" y="591322"/>
                  </a:lnTo>
                  <a:lnTo>
                    <a:pt x="3508086" y="601536"/>
                  </a:lnTo>
                  <a:lnTo>
                    <a:pt x="3508746" y="606352"/>
                  </a:lnTo>
                  <a:lnTo>
                    <a:pt x="3509407" y="601599"/>
                  </a:lnTo>
                  <a:lnTo>
                    <a:pt x="3510067" y="593061"/>
                  </a:lnTo>
                  <a:lnTo>
                    <a:pt x="3510728" y="607988"/>
                  </a:lnTo>
                  <a:lnTo>
                    <a:pt x="3511388" y="616656"/>
                  </a:lnTo>
                  <a:lnTo>
                    <a:pt x="3512049" y="615823"/>
                  </a:lnTo>
                  <a:lnTo>
                    <a:pt x="3512709" y="615604"/>
                  </a:lnTo>
                  <a:lnTo>
                    <a:pt x="3513370" y="616457"/>
                  </a:lnTo>
                  <a:lnTo>
                    <a:pt x="3514030" y="611274"/>
                  </a:lnTo>
                  <a:lnTo>
                    <a:pt x="3514691" y="613227"/>
                  </a:lnTo>
                  <a:lnTo>
                    <a:pt x="3515351" y="616685"/>
                  </a:lnTo>
                  <a:lnTo>
                    <a:pt x="3516012" y="614974"/>
                  </a:lnTo>
                  <a:lnTo>
                    <a:pt x="3516672" y="616120"/>
                  </a:lnTo>
                  <a:lnTo>
                    <a:pt x="3517333" y="612460"/>
                  </a:lnTo>
                  <a:lnTo>
                    <a:pt x="3517993" y="610795"/>
                  </a:lnTo>
                  <a:lnTo>
                    <a:pt x="3518654" y="615207"/>
                  </a:lnTo>
                  <a:lnTo>
                    <a:pt x="3519315" y="617871"/>
                  </a:lnTo>
                  <a:lnTo>
                    <a:pt x="3519975" y="614413"/>
                  </a:lnTo>
                  <a:lnTo>
                    <a:pt x="3520636" y="612944"/>
                  </a:lnTo>
                  <a:lnTo>
                    <a:pt x="3521296" y="615768"/>
                  </a:lnTo>
                  <a:lnTo>
                    <a:pt x="3521957" y="617871"/>
                  </a:lnTo>
                  <a:lnTo>
                    <a:pt x="3522617" y="617871"/>
                  </a:lnTo>
                  <a:lnTo>
                    <a:pt x="3523278" y="615958"/>
                  </a:lnTo>
                  <a:lnTo>
                    <a:pt x="3523938" y="602696"/>
                  </a:lnTo>
                  <a:lnTo>
                    <a:pt x="3524599" y="584019"/>
                  </a:lnTo>
                  <a:lnTo>
                    <a:pt x="3525259" y="580743"/>
                  </a:lnTo>
                  <a:lnTo>
                    <a:pt x="3525920" y="598946"/>
                  </a:lnTo>
                  <a:lnTo>
                    <a:pt x="3526580" y="596382"/>
                  </a:lnTo>
                  <a:lnTo>
                    <a:pt x="3527241" y="567905"/>
                  </a:lnTo>
                  <a:lnTo>
                    <a:pt x="3527901" y="546339"/>
                  </a:lnTo>
                  <a:lnTo>
                    <a:pt x="3528562" y="532625"/>
                  </a:lnTo>
                  <a:lnTo>
                    <a:pt x="3529223" y="561465"/>
                  </a:lnTo>
                  <a:lnTo>
                    <a:pt x="3529883" y="575792"/>
                  </a:lnTo>
                  <a:lnTo>
                    <a:pt x="3530544" y="583837"/>
                  </a:lnTo>
                  <a:lnTo>
                    <a:pt x="3531204" y="598530"/>
                  </a:lnTo>
                  <a:lnTo>
                    <a:pt x="3531865" y="598844"/>
                  </a:lnTo>
                  <a:lnTo>
                    <a:pt x="3532525" y="591536"/>
                  </a:lnTo>
                  <a:lnTo>
                    <a:pt x="3533186" y="614207"/>
                  </a:lnTo>
                  <a:lnTo>
                    <a:pt x="3533846" y="617400"/>
                  </a:lnTo>
                  <a:lnTo>
                    <a:pt x="3534507" y="597585"/>
                  </a:lnTo>
                  <a:lnTo>
                    <a:pt x="3535167" y="585415"/>
                  </a:lnTo>
                  <a:lnTo>
                    <a:pt x="3535828" y="589466"/>
                  </a:lnTo>
                  <a:lnTo>
                    <a:pt x="3536488" y="568299"/>
                  </a:lnTo>
                  <a:lnTo>
                    <a:pt x="3537149" y="560775"/>
                  </a:lnTo>
                  <a:lnTo>
                    <a:pt x="3537809" y="606673"/>
                  </a:lnTo>
                  <a:lnTo>
                    <a:pt x="3538470" y="609175"/>
                  </a:lnTo>
                  <a:lnTo>
                    <a:pt x="3539131" y="605702"/>
                  </a:lnTo>
                  <a:lnTo>
                    <a:pt x="3539791" y="599837"/>
                  </a:lnTo>
                  <a:lnTo>
                    <a:pt x="3540452" y="607538"/>
                  </a:lnTo>
                  <a:lnTo>
                    <a:pt x="3541112" y="586773"/>
                  </a:lnTo>
                  <a:lnTo>
                    <a:pt x="3541773" y="582012"/>
                  </a:lnTo>
                  <a:lnTo>
                    <a:pt x="3542433" y="597165"/>
                  </a:lnTo>
                  <a:lnTo>
                    <a:pt x="3543094" y="584019"/>
                  </a:lnTo>
                  <a:lnTo>
                    <a:pt x="3543754" y="598876"/>
                  </a:lnTo>
                  <a:lnTo>
                    <a:pt x="3544415" y="603193"/>
                  </a:lnTo>
                  <a:lnTo>
                    <a:pt x="3545075" y="586334"/>
                  </a:lnTo>
                  <a:lnTo>
                    <a:pt x="3545736" y="573563"/>
                  </a:lnTo>
                  <a:lnTo>
                    <a:pt x="3546396" y="586334"/>
                  </a:lnTo>
                  <a:lnTo>
                    <a:pt x="3547057" y="589466"/>
                  </a:lnTo>
                  <a:lnTo>
                    <a:pt x="3547717" y="585415"/>
                  </a:lnTo>
                  <a:lnTo>
                    <a:pt x="3548378" y="588123"/>
                  </a:lnTo>
                  <a:lnTo>
                    <a:pt x="3549039" y="592036"/>
                  </a:lnTo>
                  <a:lnTo>
                    <a:pt x="3549699" y="556065"/>
                  </a:lnTo>
                  <a:lnTo>
                    <a:pt x="3550360" y="551558"/>
                  </a:lnTo>
                  <a:lnTo>
                    <a:pt x="3551020" y="564022"/>
                  </a:lnTo>
                  <a:lnTo>
                    <a:pt x="3551681" y="562024"/>
                  </a:lnTo>
                  <a:lnTo>
                    <a:pt x="3552341" y="569153"/>
                  </a:lnTo>
                  <a:lnTo>
                    <a:pt x="3553002" y="569153"/>
                  </a:lnTo>
                  <a:lnTo>
                    <a:pt x="3553662" y="592036"/>
                  </a:lnTo>
                  <a:lnTo>
                    <a:pt x="3554323" y="598961"/>
                  </a:lnTo>
                  <a:lnTo>
                    <a:pt x="3554983" y="601582"/>
                  </a:lnTo>
                  <a:lnTo>
                    <a:pt x="3555644" y="600220"/>
                  </a:lnTo>
                  <a:lnTo>
                    <a:pt x="3556304" y="610005"/>
                  </a:lnTo>
                  <a:lnTo>
                    <a:pt x="3556965" y="596511"/>
                  </a:lnTo>
                  <a:lnTo>
                    <a:pt x="3557625" y="576718"/>
                  </a:lnTo>
                  <a:lnTo>
                    <a:pt x="3558286" y="590828"/>
                  </a:lnTo>
                  <a:lnTo>
                    <a:pt x="3558946" y="602093"/>
                  </a:lnTo>
                  <a:lnTo>
                    <a:pt x="3559607" y="612944"/>
                  </a:lnTo>
                  <a:lnTo>
                    <a:pt x="3560268" y="609521"/>
                  </a:lnTo>
                  <a:lnTo>
                    <a:pt x="3560928" y="605265"/>
                  </a:lnTo>
                  <a:lnTo>
                    <a:pt x="3561589" y="584154"/>
                  </a:lnTo>
                  <a:lnTo>
                    <a:pt x="3562249" y="573563"/>
                  </a:lnTo>
                  <a:lnTo>
                    <a:pt x="3562910" y="595608"/>
                  </a:lnTo>
                  <a:lnTo>
                    <a:pt x="3563570" y="596699"/>
                  </a:lnTo>
                  <a:lnTo>
                    <a:pt x="3564231" y="584336"/>
                  </a:lnTo>
                  <a:lnTo>
                    <a:pt x="3564891" y="557789"/>
                  </a:lnTo>
                  <a:lnTo>
                    <a:pt x="3565552" y="571327"/>
                  </a:lnTo>
                  <a:lnTo>
                    <a:pt x="3566212" y="594729"/>
                  </a:lnTo>
                  <a:lnTo>
                    <a:pt x="3566873" y="597088"/>
                  </a:lnTo>
                  <a:lnTo>
                    <a:pt x="3567533" y="585415"/>
                  </a:lnTo>
                  <a:lnTo>
                    <a:pt x="3568194" y="577112"/>
                  </a:lnTo>
                  <a:lnTo>
                    <a:pt x="3568854" y="579842"/>
                  </a:lnTo>
                  <a:lnTo>
                    <a:pt x="3569515" y="584336"/>
                  </a:lnTo>
                  <a:lnTo>
                    <a:pt x="3570176" y="571327"/>
                  </a:lnTo>
                  <a:lnTo>
                    <a:pt x="3570836" y="575520"/>
                  </a:lnTo>
                  <a:lnTo>
                    <a:pt x="3571497" y="587090"/>
                  </a:lnTo>
                  <a:lnTo>
                    <a:pt x="3572157" y="604144"/>
                  </a:lnTo>
                  <a:lnTo>
                    <a:pt x="3572818" y="612832"/>
                  </a:lnTo>
                  <a:lnTo>
                    <a:pt x="3573478" y="602790"/>
                  </a:lnTo>
                  <a:lnTo>
                    <a:pt x="3574139" y="600220"/>
                  </a:lnTo>
                  <a:lnTo>
                    <a:pt x="3574799" y="613887"/>
                  </a:lnTo>
                  <a:lnTo>
                    <a:pt x="3575460" y="615425"/>
                  </a:lnTo>
                  <a:lnTo>
                    <a:pt x="3576120" y="595090"/>
                  </a:lnTo>
                  <a:lnTo>
                    <a:pt x="3576781" y="605265"/>
                  </a:lnTo>
                  <a:lnTo>
                    <a:pt x="3577441" y="605265"/>
                  </a:lnTo>
                  <a:lnTo>
                    <a:pt x="3578102" y="576109"/>
                  </a:lnTo>
                  <a:lnTo>
                    <a:pt x="3578762" y="596699"/>
                  </a:lnTo>
                  <a:lnTo>
                    <a:pt x="3579423" y="590020"/>
                  </a:lnTo>
                  <a:lnTo>
                    <a:pt x="3580084" y="578297"/>
                  </a:lnTo>
                  <a:lnTo>
                    <a:pt x="3580744" y="595090"/>
                  </a:lnTo>
                  <a:lnTo>
                    <a:pt x="3581405" y="588123"/>
                  </a:lnTo>
                  <a:lnTo>
                    <a:pt x="3582065" y="576291"/>
                  </a:lnTo>
                  <a:lnTo>
                    <a:pt x="3582726" y="560087"/>
                  </a:lnTo>
                  <a:lnTo>
                    <a:pt x="3583386" y="551558"/>
                  </a:lnTo>
                  <a:lnTo>
                    <a:pt x="3584047" y="569548"/>
                  </a:lnTo>
                  <a:lnTo>
                    <a:pt x="3584707" y="587940"/>
                  </a:lnTo>
                  <a:lnTo>
                    <a:pt x="3585368" y="613872"/>
                  </a:lnTo>
                  <a:lnTo>
                    <a:pt x="3586028" y="615854"/>
                  </a:lnTo>
                  <a:lnTo>
                    <a:pt x="3586689" y="615854"/>
                  </a:lnTo>
                  <a:lnTo>
                    <a:pt x="3587349" y="617114"/>
                  </a:lnTo>
                  <a:lnTo>
                    <a:pt x="3588010" y="602093"/>
                  </a:lnTo>
                  <a:lnTo>
                    <a:pt x="3588670" y="612174"/>
                  </a:lnTo>
                  <a:lnTo>
                    <a:pt x="3589331" y="615854"/>
                  </a:lnTo>
                  <a:lnTo>
                    <a:pt x="3589991" y="615775"/>
                  </a:lnTo>
                  <a:lnTo>
                    <a:pt x="3590652" y="598527"/>
                  </a:lnTo>
                  <a:lnTo>
                    <a:pt x="3591313" y="614413"/>
                  </a:lnTo>
                  <a:lnTo>
                    <a:pt x="3591973" y="611513"/>
                  </a:lnTo>
                  <a:lnTo>
                    <a:pt x="3592634" y="615854"/>
                  </a:lnTo>
                  <a:lnTo>
                    <a:pt x="3593294" y="615652"/>
                  </a:lnTo>
                  <a:lnTo>
                    <a:pt x="3593955" y="602093"/>
                  </a:lnTo>
                  <a:lnTo>
                    <a:pt x="3594615" y="586578"/>
                  </a:lnTo>
                  <a:lnTo>
                    <a:pt x="3595276" y="598876"/>
                  </a:lnTo>
                  <a:lnTo>
                    <a:pt x="3595936" y="610672"/>
                  </a:lnTo>
                  <a:lnTo>
                    <a:pt x="3596597" y="615396"/>
                  </a:lnTo>
                  <a:lnTo>
                    <a:pt x="3597257" y="601562"/>
                  </a:lnTo>
                  <a:lnTo>
                    <a:pt x="3597918" y="569153"/>
                  </a:lnTo>
                  <a:lnTo>
                    <a:pt x="3598578" y="557578"/>
                  </a:lnTo>
                  <a:lnTo>
                    <a:pt x="3599239" y="575520"/>
                  </a:lnTo>
                  <a:lnTo>
                    <a:pt x="3599899" y="592036"/>
                  </a:lnTo>
                  <a:lnTo>
                    <a:pt x="3600560" y="595150"/>
                  </a:lnTo>
                  <a:lnTo>
                    <a:pt x="3601221" y="603400"/>
                  </a:lnTo>
                  <a:lnTo>
                    <a:pt x="3601881" y="610005"/>
                  </a:lnTo>
                  <a:lnTo>
                    <a:pt x="3602542" y="612832"/>
                  </a:lnTo>
                  <a:lnTo>
                    <a:pt x="3603202" y="615652"/>
                  </a:lnTo>
                  <a:lnTo>
                    <a:pt x="3603863" y="615624"/>
                  </a:lnTo>
                  <a:lnTo>
                    <a:pt x="3604523" y="615396"/>
                  </a:lnTo>
                  <a:lnTo>
                    <a:pt x="3605184" y="615396"/>
                  </a:lnTo>
                  <a:lnTo>
                    <a:pt x="3605844" y="615481"/>
                  </a:lnTo>
                  <a:lnTo>
                    <a:pt x="3606505" y="615826"/>
                  </a:lnTo>
                  <a:lnTo>
                    <a:pt x="3607165" y="617212"/>
                  </a:lnTo>
                  <a:lnTo>
                    <a:pt x="3607826" y="615624"/>
                  </a:lnTo>
                  <a:lnTo>
                    <a:pt x="3608486" y="612803"/>
                  </a:lnTo>
                  <a:lnTo>
                    <a:pt x="3609147" y="601562"/>
                  </a:lnTo>
                  <a:lnTo>
                    <a:pt x="3609807" y="579660"/>
                  </a:lnTo>
                  <a:lnTo>
                    <a:pt x="3610468" y="576109"/>
                  </a:lnTo>
                  <a:lnTo>
                    <a:pt x="3611129" y="584154"/>
                  </a:lnTo>
                  <a:lnTo>
                    <a:pt x="3611789" y="584154"/>
                  </a:lnTo>
                  <a:lnTo>
                    <a:pt x="3612450" y="592426"/>
                  </a:lnTo>
                  <a:lnTo>
                    <a:pt x="3613110" y="613859"/>
                  </a:lnTo>
                  <a:lnTo>
                    <a:pt x="3613771" y="611748"/>
                  </a:lnTo>
                  <a:lnTo>
                    <a:pt x="3614431" y="570031"/>
                  </a:lnTo>
                  <a:lnTo>
                    <a:pt x="3615092" y="584154"/>
                  </a:lnTo>
                  <a:lnTo>
                    <a:pt x="3615752" y="593851"/>
                  </a:lnTo>
                  <a:lnTo>
                    <a:pt x="3616413" y="573178"/>
                  </a:lnTo>
                  <a:lnTo>
                    <a:pt x="3617073" y="579660"/>
                  </a:lnTo>
                  <a:lnTo>
                    <a:pt x="3617734" y="595778"/>
                  </a:lnTo>
                  <a:lnTo>
                    <a:pt x="3618394" y="601590"/>
                  </a:lnTo>
                  <a:lnTo>
                    <a:pt x="3619055" y="607855"/>
                  </a:lnTo>
                  <a:lnTo>
                    <a:pt x="3619715" y="606114"/>
                  </a:lnTo>
                  <a:lnTo>
                    <a:pt x="3620376" y="564057"/>
                  </a:lnTo>
                  <a:lnTo>
                    <a:pt x="3621037" y="548746"/>
                  </a:lnTo>
                  <a:lnTo>
                    <a:pt x="3621697" y="555807"/>
                  </a:lnTo>
                  <a:lnTo>
                    <a:pt x="3622358" y="554067"/>
                  </a:lnTo>
                  <a:lnTo>
                    <a:pt x="3623018" y="569153"/>
                  </a:lnTo>
                  <a:lnTo>
                    <a:pt x="3623679" y="586908"/>
                  </a:lnTo>
                  <a:lnTo>
                    <a:pt x="3624339" y="604116"/>
                  </a:lnTo>
                  <a:lnTo>
                    <a:pt x="3625000" y="598847"/>
                  </a:lnTo>
                  <a:lnTo>
                    <a:pt x="3625660" y="591853"/>
                  </a:lnTo>
                  <a:lnTo>
                    <a:pt x="3626321" y="582147"/>
                  </a:lnTo>
                  <a:lnTo>
                    <a:pt x="3626981" y="579660"/>
                  </a:lnTo>
                  <a:lnTo>
                    <a:pt x="3627642" y="578114"/>
                  </a:lnTo>
                  <a:lnTo>
                    <a:pt x="3628302" y="553885"/>
                  </a:lnTo>
                  <a:lnTo>
                    <a:pt x="3628963" y="537620"/>
                  </a:lnTo>
                  <a:lnTo>
                    <a:pt x="3629623" y="553885"/>
                  </a:lnTo>
                  <a:lnTo>
                    <a:pt x="3630284" y="564823"/>
                  </a:lnTo>
                  <a:lnTo>
                    <a:pt x="3630944" y="586845"/>
                  </a:lnTo>
                  <a:lnTo>
                    <a:pt x="3631605" y="605924"/>
                  </a:lnTo>
                  <a:lnTo>
                    <a:pt x="3632266" y="598847"/>
                  </a:lnTo>
                  <a:lnTo>
                    <a:pt x="3632926" y="584154"/>
                  </a:lnTo>
                  <a:lnTo>
                    <a:pt x="3633587" y="584154"/>
                  </a:lnTo>
                  <a:lnTo>
                    <a:pt x="3634247" y="588123"/>
                  </a:lnTo>
                  <a:lnTo>
                    <a:pt x="3634908" y="597654"/>
                  </a:lnTo>
                  <a:lnTo>
                    <a:pt x="3635568" y="600871"/>
                  </a:lnTo>
                  <a:lnTo>
                    <a:pt x="3636229" y="617644"/>
                  </a:lnTo>
                  <a:lnTo>
                    <a:pt x="3636889" y="612460"/>
                  </a:lnTo>
                  <a:lnTo>
                    <a:pt x="3637550" y="608987"/>
                  </a:lnTo>
                  <a:lnTo>
                    <a:pt x="3638210" y="607083"/>
                  </a:lnTo>
                  <a:lnTo>
                    <a:pt x="3638871" y="593252"/>
                  </a:lnTo>
                  <a:lnTo>
                    <a:pt x="3639531" y="596472"/>
                  </a:lnTo>
                  <a:lnTo>
                    <a:pt x="3640192" y="608987"/>
                  </a:lnTo>
                  <a:lnTo>
                    <a:pt x="3640852" y="617871"/>
                  </a:lnTo>
                  <a:lnTo>
                    <a:pt x="3641513" y="614413"/>
                  </a:lnTo>
                  <a:lnTo>
                    <a:pt x="3642174" y="593252"/>
                  </a:lnTo>
                  <a:lnTo>
                    <a:pt x="3642834" y="607083"/>
                  </a:lnTo>
                  <a:lnTo>
                    <a:pt x="3643495" y="617400"/>
                  </a:lnTo>
                  <a:lnTo>
                    <a:pt x="3644155" y="617871"/>
                  </a:lnTo>
                  <a:lnTo>
                    <a:pt x="3644816" y="607083"/>
                  </a:lnTo>
                  <a:lnTo>
                    <a:pt x="3645476" y="584972"/>
                  </a:lnTo>
                  <a:lnTo>
                    <a:pt x="3646137" y="584972"/>
                  </a:lnTo>
                  <a:lnTo>
                    <a:pt x="3646797" y="582312"/>
                  </a:lnTo>
                  <a:lnTo>
                    <a:pt x="3647458" y="600220"/>
                  </a:lnTo>
                  <a:lnTo>
                    <a:pt x="3648118" y="600220"/>
                  </a:lnTo>
                  <a:lnTo>
                    <a:pt x="3648779" y="593252"/>
                  </a:lnTo>
                  <a:lnTo>
                    <a:pt x="3649439" y="608233"/>
                  </a:lnTo>
                  <a:lnTo>
                    <a:pt x="3650100" y="604752"/>
                  </a:lnTo>
                  <a:lnTo>
                    <a:pt x="3650760" y="608987"/>
                  </a:lnTo>
                  <a:lnTo>
                    <a:pt x="3651421" y="596028"/>
                  </a:lnTo>
                  <a:lnTo>
                    <a:pt x="3652082" y="581541"/>
                  </a:lnTo>
                  <a:lnTo>
                    <a:pt x="3652742" y="603400"/>
                  </a:lnTo>
                  <a:lnTo>
                    <a:pt x="3653403" y="614413"/>
                  </a:lnTo>
                  <a:lnTo>
                    <a:pt x="3654063" y="596028"/>
                  </a:lnTo>
                  <a:lnTo>
                    <a:pt x="3654724" y="584497"/>
                  </a:lnTo>
                  <a:lnTo>
                    <a:pt x="3655384" y="589466"/>
                  </a:lnTo>
                  <a:lnTo>
                    <a:pt x="3656045" y="595150"/>
                  </a:lnTo>
                  <a:lnTo>
                    <a:pt x="3656705" y="600220"/>
                  </a:lnTo>
                  <a:lnTo>
                    <a:pt x="3657366" y="590828"/>
                  </a:lnTo>
                  <a:lnTo>
                    <a:pt x="3658026" y="577595"/>
                  </a:lnTo>
                  <a:lnTo>
                    <a:pt x="3658687" y="600937"/>
                  </a:lnTo>
                  <a:lnTo>
                    <a:pt x="3659347" y="600220"/>
                  </a:lnTo>
                  <a:lnTo>
                    <a:pt x="3660008" y="584053"/>
                  </a:lnTo>
                  <a:lnTo>
                    <a:pt x="3660668" y="584972"/>
                  </a:lnTo>
                  <a:lnTo>
                    <a:pt x="3661329" y="571274"/>
                  </a:lnTo>
                  <a:lnTo>
                    <a:pt x="3661989" y="536246"/>
                  </a:lnTo>
                  <a:lnTo>
                    <a:pt x="3662650" y="545060"/>
                  </a:lnTo>
                  <a:lnTo>
                    <a:pt x="3663311" y="566554"/>
                  </a:lnTo>
                  <a:lnTo>
                    <a:pt x="3663971" y="575173"/>
                  </a:lnTo>
                  <a:lnTo>
                    <a:pt x="3664632" y="561645"/>
                  </a:lnTo>
                  <a:lnTo>
                    <a:pt x="3665292" y="547968"/>
                  </a:lnTo>
                  <a:lnTo>
                    <a:pt x="3665953" y="523822"/>
                  </a:lnTo>
                  <a:lnTo>
                    <a:pt x="3666613" y="529363"/>
                  </a:lnTo>
                  <a:lnTo>
                    <a:pt x="3667274" y="553199"/>
                  </a:lnTo>
                  <a:lnTo>
                    <a:pt x="3667934" y="589466"/>
                  </a:lnTo>
                  <a:lnTo>
                    <a:pt x="3668595" y="604752"/>
                  </a:lnTo>
                  <a:lnTo>
                    <a:pt x="3669255" y="580027"/>
                  </a:lnTo>
                  <a:lnTo>
                    <a:pt x="3669916" y="563189"/>
                  </a:lnTo>
                  <a:lnTo>
                    <a:pt x="3670576" y="563189"/>
                  </a:lnTo>
                  <a:lnTo>
                    <a:pt x="3671237" y="569406"/>
                  </a:lnTo>
                  <a:lnTo>
                    <a:pt x="3671897" y="567916"/>
                  </a:lnTo>
                  <a:lnTo>
                    <a:pt x="3672558" y="569406"/>
                  </a:lnTo>
                  <a:lnTo>
                    <a:pt x="3673219" y="553016"/>
                  </a:lnTo>
                  <a:lnTo>
                    <a:pt x="3673879" y="549330"/>
                  </a:lnTo>
                  <a:lnTo>
                    <a:pt x="3674540" y="556073"/>
                  </a:lnTo>
                  <a:lnTo>
                    <a:pt x="3675200" y="580561"/>
                  </a:lnTo>
                  <a:lnTo>
                    <a:pt x="3675861" y="551654"/>
                  </a:lnTo>
                  <a:lnTo>
                    <a:pt x="3676521" y="554711"/>
                  </a:lnTo>
                  <a:lnTo>
                    <a:pt x="3677182" y="556073"/>
                  </a:lnTo>
                  <a:lnTo>
                    <a:pt x="3677842" y="556073"/>
                  </a:lnTo>
                  <a:lnTo>
                    <a:pt x="3678503" y="556073"/>
                  </a:lnTo>
                  <a:lnTo>
                    <a:pt x="3679163" y="553016"/>
                  </a:lnTo>
                  <a:lnTo>
                    <a:pt x="3679824" y="545420"/>
                  </a:lnTo>
                  <a:lnTo>
                    <a:pt x="3680484" y="529363"/>
                  </a:lnTo>
                  <a:lnTo>
                    <a:pt x="3681145" y="541701"/>
                  </a:lnTo>
                  <a:lnTo>
                    <a:pt x="3681805" y="546339"/>
                  </a:lnTo>
                  <a:lnTo>
                    <a:pt x="3682466" y="543701"/>
                  </a:lnTo>
                  <a:lnTo>
                    <a:pt x="3683127" y="543884"/>
                  </a:lnTo>
                  <a:lnTo>
                    <a:pt x="3683787" y="545159"/>
                  </a:lnTo>
                  <a:lnTo>
                    <a:pt x="3684448" y="548150"/>
                  </a:lnTo>
                  <a:lnTo>
                    <a:pt x="3685108" y="571026"/>
                  </a:lnTo>
                  <a:lnTo>
                    <a:pt x="3685769" y="566737"/>
                  </a:lnTo>
                  <a:lnTo>
                    <a:pt x="3686429" y="548150"/>
                  </a:lnTo>
                  <a:lnTo>
                    <a:pt x="3687090" y="553199"/>
                  </a:lnTo>
                  <a:lnTo>
                    <a:pt x="3687750" y="568488"/>
                  </a:lnTo>
                  <a:lnTo>
                    <a:pt x="3688411" y="582720"/>
                  </a:lnTo>
                  <a:lnTo>
                    <a:pt x="3689071" y="561267"/>
                  </a:lnTo>
                  <a:lnTo>
                    <a:pt x="3689732" y="580561"/>
                  </a:lnTo>
                  <a:lnTo>
                    <a:pt x="3690392" y="594432"/>
                  </a:lnTo>
                  <a:lnTo>
                    <a:pt x="3691053" y="569406"/>
                  </a:lnTo>
                  <a:lnTo>
                    <a:pt x="3691713" y="562088"/>
                  </a:lnTo>
                  <a:lnTo>
                    <a:pt x="3692374" y="548411"/>
                  </a:lnTo>
                  <a:lnTo>
                    <a:pt x="3693035" y="568488"/>
                  </a:lnTo>
                  <a:lnTo>
                    <a:pt x="3693695" y="583491"/>
                  </a:lnTo>
                  <a:lnTo>
                    <a:pt x="3694356" y="556073"/>
                  </a:lnTo>
                  <a:lnTo>
                    <a:pt x="3695016" y="553016"/>
                  </a:lnTo>
                  <a:lnTo>
                    <a:pt x="3695677" y="541701"/>
                  </a:lnTo>
                  <a:lnTo>
                    <a:pt x="3696337" y="541701"/>
                  </a:lnTo>
                  <a:lnTo>
                    <a:pt x="3696998" y="541701"/>
                  </a:lnTo>
                  <a:lnTo>
                    <a:pt x="3697658" y="541701"/>
                  </a:lnTo>
                  <a:lnTo>
                    <a:pt x="3698319" y="524005"/>
                  </a:lnTo>
                  <a:lnTo>
                    <a:pt x="3698979" y="541884"/>
                  </a:lnTo>
                  <a:lnTo>
                    <a:pt x="3699640" y="578709"/>
                  </a:lnTo>
                  <a:lnTo>
                    <a:pt x="3700300" y="577791"/>
                  </a:lnTo>
                  <a:lnTo>
                    <a:pt x="3700961" y="559123"/>
                  </a:lnTo>
                  <a:lnTo>
                    <a:pt x="3701621" y="565171"/>
                  </a:lnTo>
                  <a:lnTo>
                    <a:pt x="3702282" y="580743"/>
                  </a:lnTo>
                  <a:lnTo>
                    <a:pt x="3702942" y="578709"/>
                  </a:lnTo>
                  <a:lnTo>
                    <a:pt x="3703603" y="583674"/>
                  </a:lnTo>
                  <a:lnTo>
                    <a:pt x="3704264" y="584972"/>
                  </a:lnTo>
                  <a:lnTo>
                    <a:pt x="3704924" y="599916"/>
                  </a:lnTo>
                  <a:lnTo>
                    <a:pt x="3705585" y="601582"/>
                  </a:lnTo>
                  <a:lnTo>
                    <a:pt x="3706245" y="596511"/>
                  </a:lnTo>
                  <a:lnTo>
                    <a:pt x="3706906" y="563189"/>
                  </a:lnTo>
                  <a:lnTo>
                    <a:pt x="3707566" y="549512"/>
                  </a:lnTo>
                  <a:lnTo>
                    <a:pt x="3708227" y="543884"/>
                  </a:lnTo>
                  <a:lnTo>
                    <a:pt x="3708887" y="543701"/>
                  </a:lnTo>
                  <a:lnTo>
                    <a:pt x="3709548" y="543701"/>
                  </a:lnTo>
                  <a:lnTo>
                    <a:pt x="3710208" y="553016"/>
                  </a:lnTo>
                  <a:lnTo>
                    <a:pt x="3710869" y="556073"/>
                  </a:lnTo>
                  <a:lnTo>
                    <a:pt x="3711529" y="549330"/>
                  </a:lnTo>
                  <a:lnTo>
                    <a:pt x="3712190" y="543701"/>
                  </a:lnTo>
                  <a:lnTo>
                    <a:pt x="3712850" y="549330"/>
                  </a:lnTo>
                  <a:lnTo>
                    <a:pt x="3713511" y="556073"/>
                  </a:lnTo>
                  <a:lnTo>
                    <a:pt x="3714172" y="526736"/>
                  </a:lnTo>
                  <a:lnTo>
                    <a:pt x="3714832" y="507952"/>
                  </a:lnTo>
                  <a:lnTo>
                    <a:pt x="3715493" y="563189"/>
                  </a:lnTo>
                  <a:lnTo>
                    <a:pt x="3716153" y="568098"/>
                  </a:lnTo>
                  <a:lnTo>
                    <a:pt x="3716814" y="561449"/>
                  </a:lnTo>
                  <a:lnTo>
                    <a:pt x="3717474" y="580743"/>
                  </a:lnTo>
                  <a:lnTo>
                    <a:pt x="3718135" y="568227"/>
                  </a:lnTo>
                  <a:lnTo>
                    <a:pt x="3718795" y="568044"/>
                  </a:lnTo>
                  <a:lnTo>
                    <a:pt x="3719456" y="579401"/>
                  </a:lnTo>
                  <a:lnTo>
                    <a:pt x="3720116" y="549330"/>
                  </a:lnTo>
                  <a:lnTo>
                    <a:pt x="3720777" y="541701"/>
                  </a:lnTo>
                  <a:lnTo>
                    <a:pt x="3721437" y="545002"/>
                  </a:lnTo>
                  <a:lnTo>
                    <a:pt x="3722098" y="543468"/>
                  </a:lnTo>
                  <a:lnTo>
                    <a:pt x="3722758" y="530011"/>
                  </a:lnTo>
                  <a:lnTo>
                    <a:pt x="3723419" y="535178"/>
                  </a:lnTo>
                  <a:lnTo>
                    <a:pt x="3724080" y="527316"/>
                  </a:lnTo>
                  <a:lnTo>
                    <a:pt x="3724740" y="519649"/>
                  </a:lnTo>
                  <a:lnTo>
                    <a:pt x="3725401" y="536625"/>
                  </a:lnTo>
                  <a:lnTo>
                    <a:pt x="3726061" y="535707"/>
                  </a:lnTo>
                  <a:lnTo>
                    <a:pt x="3726722" y="531988"/>
                  </a:lnTo>
                  <a:lnTo>
                    <a:pt x="3727382" y="532170"/>
                  </a:lnTo>
                  <a:lnTo>
                    <a:pt x="3728043" y="524503"/>
                  </a:lnTo>
                  <a:lnTo>
                    <a:pt x="3728703" y="579381"/>
                  </a:lnTo>
                  <a:lnTo>
                    <a:pt x="3729364" y="584053"/>
                  </a:lnTo>
                  <a:lnTo>
                    <a:pt x="3730024" y="556647"/>
                  </a:lnTo>
                  <a:lnTo>
                    <a:pt x="3730685" y="579584"/>
                  </a:lnTo>
                  <a:lnTo>
                    <a:pt x="3731345" y="600220"/>
                  </a:lnTo>
                  <a:lnTo>
                    <a:pt x="3732006" y="589284"/>
                  </a:lnTo>
                  <a:lnTo>
                    <a:pt x="3732666" y="587720"/>
                  </a:lnTo>
                  <a:lnTo>
                    <a:pt x="3733327" y="589727"/>
                  </a:lnTo>
                  <a:lnTo>
                    <a:pt x="3733987" y="543764"/>
                  </a:lnTo>
                  <a:lnTo>
                    <a:pt x="3734648" y="522840"/>
                  </a:lnTo>
                  <a:lnTo>
                    <a:pt x="3735309" y="535841"/>
                  </a:lnTo>
                  <a:lnTo>
                    <a:pt x="3735969" y="537468"/>
                  </a:lnTo>
                  <a:lnTo>
                    <a:pt x="3736630" y="541002"/>
                  </a:lnTo>
                  <a:lnTo>
                    <a:pt x="3737290" y="541701"/>
                  </a:lnTo>
                  <a:lnTo>
                    <a:pt x="3737951" y="543701"/>
                  </a:lnTo>
                  <a:lnTo>
                    <a:pt x="3738611" y="558940"/>
                  </a:lnTo>
                  <a:lnTo>
                    <a:pt x="3739272" y="567916"/>
                  </a:lnTo>
                  <a:lnTo>
                    <a:pt x="3739932" y="543701"/>
                  </a:lnTo>
                  <a:lnTo>
                    <a:pt x="3740593" y="561267"/>
                  </a:lnTo>
                  <a:lnTo>
                    <a:pt x="3741253" y="579401"/>
                  </a:lnTo>
                  <a:lnTo>
                    <a:pt x="3741914" y="559905"/>
                  </a:lnTo>
                  <a:lnTo>
                    <a:pt x="3742574" y="541701"/>
                  </a:lnTo>
                  <a:lnTo>
                    <a:pt x="3743235" y="534953"/>
                  </a:lnTo>
                  <a:lnTo>
                    <a:pt x="3743895" y="544977"/>
                  </a:lnTo>
                  <a:lnTo>
                    <a:pt x="3744556" y="561645"/>
                  </a:lnTo>
                  <a:lnTo>
                    <a:pt x="3745217" y="551654"/>
                  </a:lnTo>
                  <a:lnTo>
                    <a:pt x="3745877" y="556255"/>
                  </a:lnTo>
                  <a:lnTo>
                    <a:pt x="3746538" y="549512"/>
                  </a:lnTo>
                  <a:lnTo>
                    <a:pt x="3747198" y="555337"/>
                  </a:lnTo>
                  <a:lnTo>
                    <a:pt x="3747859" y="576718"/>
                  </a:lnTo>
                  <a:lnTo>
                    <a:pt x="3748519" y="577112"/>
                  </a:lnTo>
                  <a:lnTo>
                    <a:pt x="3749180" y="582312"/>
                  </a:lnTo>
                  <a:lnTo>
                    <a:pt x="3749840" y="592036"/>
                  </a:lnTo>
                  <a:lnTo>
                    <a:pt x="3750501" y="604144"/>
                  </a:lnTo>
                  <a:lnTo>
                    <a:pt x="3751161" y="604144"/>
                  </a:lnTo>
                  <a:lnTo>
                    <a:pt x="3751822" y="584154"/>
                  </a:lnTo>
                  <a:lnTo>
                    <a:pt x="3752482" y="573381"/>
                  </a:lnTo>
                  <a:lnTo>
                    <a:pt x="3753143" y="589837"/>
                  </a:lnTo>
                  <a:lnTo>
                    <a:pt x="3753803" y="578297"/>
                  </a:lnTo>
                  <a:lnTo>
                    <a:pt x="3754464" y="576291"/>
                  </a:lnTo>
                  <a:lnTo>
                    <a:pt x="3755125" y="604144"/>
                  </a:lnTo>
                  <a:lnTo>
                    <a:pt x="3755785" y="599916"/>
                  </a:lnTo>
                  <a:lnTo>
                    <a:pt x="3756446" y="599916"/>
                  </a:lnTo>
                  <a:lnTo>
                    <a:pt x="3757106" y="590899"/>
                  </a:lnTo>
                  <a:lnTo>
                    <a:pt x="3757767" y="601675"/>
                  </a:lnTo>
                  <a:lnTo>
                    <a:pt x="3758427" y="608941"/>
                  </a:lnTo>
                  <a:lnTo>
                    <a:pt x="3759088" y="601647"/>
                  </a:lnTo>
                  <a:lnTo>
                    <a:pt x="3759748" y="610643"/>
                  </a:lnTo>
                  <a:lnTo>
                    <a:pt x="3760409" y="613365"/>
                  </a:lnTo>
                  <a:lnTo>
                    <a:pt x="3761069" y="612803"/>
                  </a:lnTo>
                  <a:lnTo>
                    <a:pt x="3761730" y="611513"/>
                  </a:lnTo>
                  <a:lnTo>
                    <a:pt x="3762390" y="615182"/>
                  </a:lnTo>
                  <a:lnTo>
                    <a:pt x="3763051" y="610672"/>
                  </a:lnTo>
                  <a:lnTo>
                    <a:pt x="3763711" y="587940"/>
                  </a:lnTo>
                  <a:lnTo>
                    <a:pt x="3764372" y="600776"/>
                  </a:lnTo>
                  <a:lnTo>
                    <a:pt x="3765033" y="599447"/>
                  </a:lnTo>
                  <a:lnTo>
                    <a:pt x="3765693" y="578868"/>
                  </a:lnTo>
                  <a:lnTo>
                    <a:pt x="3766354" y="594856"/>
                  </a:lnTo>
                  <a:lnTo>
                    <a:pt x="3767014" y="593026"/>
                  </a:lnTo>
                  <a:lnTo>
                    <a:pt x="3767675" y="574135"/>
                  </a:lnTo>
                  <a:lnTo>
                    <a:pt x="3768335" y="548386"/>
                  </a:lnTo>
                  <a:lnTo>
                    <a:pt x="3768996" y="537071"/>
                  </a:lnTo>
                  <a:lnTo>
                    <a:pt x="3769656" y="558177"/>
                  </a:lnTo>
                  <a:lnTo>
                    <a:pt x="3770317" y="562595"/>
                  </a:lnTo>
                  <a:lnTo>
                    <a:pt x="3770977" y="554456"/>
                  </a:lnTo>
                  <a:lnTo>
                    <a:pt x="3771638" y="573750"/>
                  </a:lnTo>
                  <a:lnTo>
                    <a:pt x="3772298" y="573750"/>
                  </a:lnTo>
                  <a:lnTo>
                    <a:pt x="3772959" y="581837"/>
                  </a:lnTo>
                  <a:lnTo>
                    <a:pt x="3773619" y="580231"/>
                  </a:lnTo>
                  <a:lnTo>
                    <a:pt x="3774280" y="590509"/>
                  </a:lnTo>
                  <a:lnTo>
                    <a:pt x="3774940" y="614657"/>
                  </a:lnTo>
                  <a:lnTo>
                    <a:pt x="3775601" y="601592"/>
                  </a:lnTo>
                  <a:lnTo>
                    <a:pt x="3776262" y="590424"/>
                  </a:lnTo>
                  <a:lnTo>
                    <a:pt x="3776922" y="612351"/>
                  </a:lnTo>
                  <a:lnTo>
                    <a:pt x="3777583" y="612582"/>
                  </a:lnTo>
                  <a:lnTo>
                    <a:pt x="3778243" y="578600"/>
                  </a:lnTo>
                  <a:lnTo>
                    <a:pt x="3778904" y="542519"/>
                  </a:lnTo>
                  <a:lnTo>
                    <a:pt x="3779564" y="562216"/>
                  </a:lnTo>
                  <a:lnTo>
                    <a:pt x="3780225" y="548539"/>
                  </a:lnTo>
                  <a:lnTo>
                    <a:pt x="3780885" y="555726"/>
                  </a:lnTo>
                  <a:lnTo>
                    <a:pt x="3781546" y="576441"/>
                  </a:lnTo>
                  <a:lnTo>
                    <a:pt x="3782206" y="589855"/>
                  </a:lnTo>
                  <a:lnTo>
                    <a:pt x="3782867" y="585361"/>
                  </a:lnTo>
                  <a:lnTo>
                    <a:pt x="3783527" y="562398"/>
                  </a:lnTo>
                  <a:lnTo>
                    <a:pt x="3784188" y="552408"/>
                  </a:lnTo>
                  <a:lnTo>
                    <a:pt x="3784848" y="564380"/>
                  </a:lnTo>
                  <a:lnTo>
                    <a:pt x="3785509" y="600791"/>
                  </a:lnTo>
                  <a:lnTo>
                    <a:pt x="3786170" y="597271"/>
                  </a:lnTo>
                  <a:lnTo>
                    <a:pt x="3786830" y="584908"/>
                  </a:lnTo>
                  <a:lnTo>
                    <a:pt x="3787491" y="562216"/>
                  </a:lnTo>
                  <a:lnTo>
                    <a:pt x="3788151" y="555958"/>
                  </a:lnTo>
                  <a:lnTo>
                    <a:pt x="3788812" y="546605"/>
                  </a:lnTo>
                  <a:lnTo>
                    <a:pt x="3789472" y="543614"/>
                  </a:lnTo>
                  <a:lnTo>
                    <a:pt x="3790133" y="554127"/>
                  </a:lnTo>
                  <a:lnTo>
                    <a:pt x="3790793" y="585361"/>
                  </a:lnTo>
                  <a:lnTo>
                    <a:pt x="3791454" y="577736"/>
                  </a:lnTo>
                  <a:lnTo>
                    <a:pt x="3792114" y="562216"/>
                  </a:lnTo>
                  <a:lnTo>
                    <a:pt x="3792775" y="562263"/>
                  </a:lnTo>
                  <a:lnTo>
                    <a:pt x="3793435" y="551260"/>
                  </a:lnTo>
                  <a:lnTo>
                    <a:pt x="3794096" y="556454"/>
                  </a:lnTo>
                  <a:lnTo>
                    <a:pt x="3794756" y="562595"/>
                  </a:lnTo>
                  <a:lnTo>
                    <a:pt x="3795417" y="573952"/>
                  </a:lnTo>
                  <a:lnTo>
                    <a:pt x="3796078" y="573952"/>
                  </a:lnTo>
                  <a:lnTo>
                    <a:pt x="3796738" y="584725"/>
                  </a:lnTo>
                  <a:lnTo>
                    <a:pt x="3797399" y="598197"/>
                  </a:lnTo>
                  <a:lnTo>
                    <a:pt x="3798059" y="592998"/>
                  </a:lnTo>
                  <a:lnTo>
                    <a:pt x="3798720" y="602133"/>
                  </a:lnTo>
                  <a:lnTo>
                    <a:pt x="3799380" y="612582"/>
                  </a:lnTo>
                  <a:lnTo>
                    <a:pt x="3800041" y="609777"/>
                  </a:lnTo>
                  <a:lnTo>
                    <a:pt x="3800701" y="605836"/>
                  </a:lnTo>
                  <a:lnTo>
                    <a:pt x="3801362" y="604687"/>
                  </a:lnTo>
                  <a:lnTo>
                    <a:pt x="3802022" y="611214"/>
                  </a:lnTo>
                  <a:lnTo>
                    <a:pt x="3802683" y="614444"/>
                  </a:lnTo>
                  <a:lnTo>
                    <a:pt x="3803343" y="615724"/>
                  </a:lnTo>
                  <a:lnTo>
                    <a:pt x="3804004" y="614657"/>
                  </a:lnTo>
                  <a:lnTo>
                    <a:pt x="3804664" y="602911"/>
                  </a:lnTo>
                  <a:lnTo>
                    <a:pt x="3805325" y="600839"/>
                  </a:lnTo>
                  <a:lnTo>
                    <a:pt x="3805985" y="596164"/>
                  </a:lnTo>
                  <a:lnTo>
                    <a:pt x="3806646" y="584625"/>
                  </a:lnTo>
                  <a:lnTo>
                    <a:pt x="3807307" y="593026"/>
                  </a:lnTo>
                  <a:lnTo>
                    <a:pt x="3807967" y="590037"/>
                  </a:lnTo>
                  <a:lnTo>
                    <a:pt x="3808628" y="577919"/>
                  </a:lnTo>
                  <a:lnTo>
                    <a:pt x="3809288" y="551442"/>
                  </a:lnTo>
                  <a:lnTo>
                    <a:pt x="3809949" y="558177"/>
                  </a:lnTo>
                  <a:lnTo>
                    <a:pt x="3810609" y="569480"/>
                  </a:lnTo>
                  <a:lnTo>
                    <a:pt x="3811270" y="569480"/>
                  </a:lnTo>
                  <a:lnTo>
                    <a:pt x="3811930" y="581930"/>
                  </a:lnTo>
                  <a:lnTo>
                    <a:pt x="3812591" y="588811"/>
                  </a:lnTo>
                  <a:lnTo>
                    <a:pt x="3813251" y="607626"/>
                  </a:lnTo>
                  <a:lnTo>
                    <a:pt x="3813912" y="600488"/>
                  </a:lnTo>
                  <a:lnTo>
                    <a:pt x="3814572" y="608570"/>
                  </a:lnTo>
                  <a:lnTo>
                    <a:pt x="3815233" y="616221"/>
                  </a:lnTo>
                  <a:lnTo>
                    <a:pt x="3815893" y="595186"/>
                  </a:lnTo>
                  <a:lnTo>
                    <a:pt x="3816554" y="602805"/>
                  </a:lnTo>
                  <a:lnTo>
                    <a:pt x="3817215" y="609806"/>
                  </a:lnTo>
                  <a:lnTo>
                    <a:pt x="3817875" y="614619"/>
                  </a:lnTo>
                  <a:lnTo>
                    <a:pt x="3818536" y="618186"/>
                  </a:lnTo>
                  <a:lnTo>
                    <a:pt x="3819196" y="618414"/>
                  </a:lnTo>
                  <a:lnTo>
                    <a:pt x="3819857" y="617657"/>
                  </a:lnTo>
                  <a:lnTo>
                    <a:pt x="3820517" y="617110"/>
                  </a:lnTo>
                  <a:lnTo>
                    <a:pt x="3821178" y="617333"/>
                  </a:lnTo>
                  <a:lnTo>
                    <a:pt x="3821838" y="617362"/>
                  </a:lnTo>
                  <a:lnTo>
                    <a:pt x="3822499" y="617362"/>
                  </a:lnTo>
                  <a:lnTo>
                    <a:pt x="3823159" y="612043"/>
                  </a:lnTo>
                  <a:lnTo>
                    <a:pt x="3823820" y="599098"/>
                  </a:lnTo>
                  <a:lnTo>
                    <a:pt x="3824480" y="597043"/>
                  </a:lnTo>
                  <a:lnTo>
                    <a:pt x="3825141" y="607655"/>
                  </a:lnTo>
                  <a:lnTo>
                    <a:pt x="3825801" y="602664"/>
                  </a:lnTo>
                  <a:lnTo>
                    <a:pt x="3826462" y="581930"/>
                  </a:lnTo>
                  <a:lnTo>
                    <a:pt x="3827123" y="589855"/>
                  </a:lnTo>
                  <a:lnTo>
                    <a:pt x="3827783" y="598127"/>
                  </a:lnTo>
                  <a:lnTo>
                    <a:pt x="3828444" y="586723"/>
                  </a:lnTo>
                  <a:lnTo>
                    <a:pt x="3829104" y="589434"/>
                  </a:lnTo>
                  <a:lnTo>
                    <a:pt x="3829765" y="589855"/>
                  </a:lnTo>
                  <a:lnTo>
                    <a:pt x="3830425" y="582718"/>
                  </a:lnTo>
                  <a:lnTo>
                    <a:pt x="3831086" y="584725"/>
                  </a:lnTo>
                  <a:lnTo>
                    <a:pt x="3831746" y="596350"/>
                  </a:lnTo>
                  <a:lnTo>
                    <a:pt x="3832407" y="598197"/>
                  </a:lnTo>
                  <a:lnTo>
                    <a:pt x="3833067" y="584725"/>
                  </a:lnTo>
                  <a:lnTo>
                    <a:pt x="3833728" y="578868"/>
                  </a:lnTo>
                  <a:lnTo>
                    <a:pt x="3834388" y="571898"/>
                  </a:lnTo>
                  <a:lnTo>
                    <a:pt x="3835049" y="582901"/>
                  </a:lnTo>
                  <a:lnTo>
                    <a:pt x="3835709" y="597271"/>
                  </a:lnTo>
                  <a:lnTo>
                    <a:pt x="3836370" y="584908"/>
                  </a:lnTo>
                  <a:lnTo>
                    <a:pt x="3837031" y="571898"/>
                  </a:lnTo>
                  <a:lnTo>
                    <a:pt x="3837691" y="558177"/>
                  </a:lnTo>
                  <a:lnTo>
                    <a:pt x="3838352" y="571716"/>
                  </a:lnTo>
                  <a:lnTo>
                    <a:pt x="3839012" y="596417"/>
                  </a:lnTo>
                  <a:lnTo>
                    <a:pt x="3839673" y="600459"/>
                  </a:lnTo>
                  <a:lnTo>
                    <a:pt x="3840333" y="600459"/>
                  </a:lnTo>
                  <a:lnTo>
                    <a:pt x="3840994" y="601414"/>
                  </a:lnTo>
                  <a:lnTo>
                    <a:pt x="3841654" y="601414"/>
                  </a:lnTo>
                  <a:lnTo>
                    <a:pt x="3842315" y="594827"/>
                  </a:lnTo>
                  <a:lnTo>
                    <a:pt x="3842975" y="588511"/>
                  </a:lnTo>
                  <a:lnTo>
                    <a:pt x="3843636" y="582718"/>
                  </a:lnTo>
                  <a:lnTo>
                    <a:pt x="3844296" y="563333"/>
                  </a:lnTo>
                  <a:lnTo>
                    <a:pt x="3844957" y="546388"/>
                  </a:lnTo>
                  <a:lnTo>
                    <a:pt x="3845617" y="549445"/>
                  </a:lnTo>
                  <a:lnTo>
                    <a:pt x="3846278" y="595024"/>
                  </a:lnTo>
                  <a:lnTo>
                    <a:pt x="3846938" y="599447"/>
                  </a:lnTo>
                  <a:lnTo>
                    <a:pt x="3847599" y="587599"/>
                  </a:lnTo>
                  <a:lnTo>
                    <a:pt x="3848260" y="560476"/>
                  </a:lnTo>
                  <a:lnTo>
                    <a:pt x="3848920" y="555958"/>
                  </a:lnTo>
                  <a:lnTo>
                    <a:pt x="3849581" y="548539"/>
                  </a:lnTo>
                  <a:lnTo>
                    <a:pt x="3850241" y="539863"/>
                  </a:lnTo>
                  <a:lnTo>
                    <a:pt x="3850902" y="548203"/>
                  </a:lnTo>
                  <a:lnTo>
                    <a:pt x="3851562" y="585361"/>
                  </a:lnTo>
                  <a:lnTo>
                    <a:pt x="3852223" y="585361"/>
                  </a:lnTo>
                  <a:lnTo>
                    <a:pt x="3852883" y="560282"/>
                  </a:lnTo>
                  <a:lnTo>
                    <a:pt x="3853544" y="565394"/>
                  </a:lnTo>
                  <a:lnTo>
                    <a:pt x="3854204" y="549262"/>
                  </a:lnTo>
                  <a:lnTo>
                    <a:pt x="3854865" y="560476"/>
                  </a:lnTo>
                  <a:lnTo>
                    <a:pt x="3855525" y="571415"/>
                  </a:lnTo>
                  <a:lnTo>
                    <a:pt x="3856186" y="566681"/>
                  </a:lnTo>
                  <a:lnTo>
                    <a:pt x="3856846" y="582229"/>
                  </a:lnTo>
                  <a:lnTo>
                    <a:pt x="3857507" y="600762"/>
                  </a:lnTo>
                  <a:lnTo>
                    <a:pt x="3858168" y="605506"/>
                  </a:lnTo>
                  <a:lnTo>
                    <a:pt x="3858828" y="594827"/>
                  </a:lnTo>
                  <a:lnTo>
                    <a:pt x="3859489" y="586723"/>
                  </a:lnTo>
                  <a:lnTo>
                    <a:pt x="3860149" y="594827"/>
                  </a:lnTo>
                  <a:lnTo>
                    <a:pt x="3860810" y="575865"/>
                  </a:lnTo>
                  <a:lnTo>
                    <a:pt x="3861470" y="569725"/>
                  </a:lnTo>
                  <a:lnTo>
                    <a:pt x="3862131" y="584725"/>
                  </a:lnTo>
                  <a:lnTo>
                    <a:pt x="3862791" y="607562"/>
                  </a:lnTo>
                  <a:lnTo>
                    <a:pt x="3863452" y="589855"/>
                  </a:lnTo>
                  <a:lnTo>
                    <a:pt x="3864112" y="573750"/>
                  </a:lnTo>
                  <a:lnTo>
                    <a:pt x="3864773" y="564593"/>
                  </a:lnTo>
                  <a:lnTo>
                    <a:pt x="3865433" y="562595"/>
                  </a:lnTo>
                  <a:lnTo>
                    <a:pt x="3866094" y="570119"/>
                  </a:lnTo>
                  <a:lnTo>
                    <a:pt x="3866754" y="561105"/>
                  </a:lnTo>
                  <a:lnTo>
                    <a:pt x="3867415" y="574942"/>
                  </a:lnTo>
                  <a:lnTo>
                    <a:pt x="3868076" y="598197"/>
                  </a:lnTo>
                  <a:lnTo>
                    <a:pt x="3868736" y="600726"/>
                  </a:lnTo>
                  <a:lnTo>
                    <a:pt x="3869397" y="592998"/>
                  </a:lnTo>
                  <a:lnTo>
                    <a:pt x="3870057" y="587479"/>
                  </a:lnTo>
                  <a:lnTo>
                    <a:pt x="3870718" y="584725"/>
                  </a:lnTo>
                  <a:lnTo>
                    <a:pt x="3871378" y="588811"/>
                  </a:lnTo>
                  <a:lnTo>
                    <a:pt x="3872039" y="569725"/>
                  </a:lnTo>
                  <a:lnTo>
                    <a:pt x="3872699" y="562595"/>
                  </a:lnTo>
                  <a:lnTo>
                    <a:pt x="3873360" y="576680"/>
                  </a:lnTo>
                  <a:lnTo>
                    <a:pt x="3874020" y="569725"/>
                  </a:lnTo>
                  <a:lnTo>
                    <a:pt x="3874681" y="562595"/>
                  </a:lnTo>
                  <a:lnTo>
                    <a:pt x="3875341" y="573952"/>
                  </a:lnTo>
                  <a:lnTo>
                    <a:pt x="3876002" y="586723"/>
                  </a:lnTo>
                  <a:lnTo>
                    <a:pt x="3876662" y="593221"/>
                  </a:lnTo>
                  <a:lnTo>
                    <a:pt x="3877323" y="590409"/>
                  </a:lnTo>
                  <a:lnTo>
                    <a:pt x="3877983" y="594422"/>
                  </a:lnTo>
                  <a:lnTo>
                    <a:pt x="3878644" y="575802"/>
                  </a:lnTo>
                  <a:lnTo>
                    <a:pt x="3879305" y="545548"/>
                  </a:lnTo>
                  <a:lnTo>
                    <a:pt x="3879965" y="548539"/>
                  </a:lnTo>
                  <a:lnTo>
                    <a:pt x="3880626" y="565394"/>
                  </a:lnTo>
                  <a:lnTo>
                    <a:pt x="3881286" y="562595"/>
                  </a:lnTo>
                  <a:lnTo>
                    <a:pt x="3881947" y="564593"/>
                  </a:lnTo>
                  <a:lnTo>
                    <a:pt x="3882607" y="564593"/>
                  </a:lnTo>
                  <a:lnTo>
                    <a:pt x="3883268" y="581837"/>
                  </a:lnTo>
                  <a:lnTo>
                    <a:pt x="3883928" y="615322"/>
                  </a:lnTo>
                  <a:lnTo>
                    <a:pt x="3884589" y="605324"/>
                  </a:lnTo>
                  <a:lnTo>
                    <a:pt x="3885249" y="591385"/>
                  </a:lnTo>
                  <a:lnTo>
                    <a:pt x="3885910" y="601886"/>
                  </a:lnTo>
                  <a:lnTo>
                    <a:pt x="3886570" y="597043"/>
                  </a:lnTo>
                  <a:lnTo>
                    <a:pt x="3887231" y="606524"/>
                  </a:lnTo>
                  <a:lnTo>
                    <a:pt x="3887891" y="608427"/>
                  </a:lnTo>
                  <a:lnTo>
                    <a:pt x="3888552" y="577919"/>
                  </a:lnTo>
                  <a:lnTo>
                    <a:pt x="3889213" y="542910"/>
                  </a:lnTo>
                  <a:lnTo>
                    <a:pt x="3889873" y="554127"/>
                  </a:lnTo>
                  <a:lnTo>
                    <a:pt x="3890534" y="549262"/>
                  </a:lnTo>
                  <a:lnTo>
                    <a:pt x="3891194" y="541810"/>
                  </a:lnTo>
                  <a:lnTo>
                    <a:pt x="3891855" y="558593"/>
                  </a:lnTo>
                  <a:lnTo>
                    <a:pt x="3892515" y="568616"/>
                  </a:lnTo>
                  <a:lnTo>
                    <a:pt x="3893176" y="579770"/>
                  </a:lnTo>
                  <a:lnTo>
                    <a:pt x="3893836" y="602664"/>
                  </a:lnTo>
                  <a:lnTo>
                    <a:pt x="3894497" y="611983"/>
                  </a:lnTo>
                  <a:lnTo>
                    <a:pt x="3895157" y="614182"/>
                  </a:lnTo>
                  <a:lnTo>
                    <a:pt x="3895818" y="615350"/>
                  </a:lnTo>
                  <a:lnTo>
                    <a:pt x="3896478" y="613516"/>
                  </a:lnTo>
                  <a:lnTo>
                    <a:pt x="3897139" y="606524"/>
                  </a:lnTo>
                  <a:lnTo>
                    <a:pt x="3897799" y="585361"/>
                  </a:lnTo>
                  <a:lnTo>
                    <a:pt x="3898460" y="589855"/>
                  </a:lnTo>
                  <a:lnTo>
                    <a:pt x="3899121" y="598127"/>
                  </a:lnTo>
                  <a:lnTo>
                    <a:pt x="3899781" y="589855"/>
                  </a:lnTo>
                  <a:lnTo>
                    <a:pt x="3900442" y="582718"/>
                  </a:lnTo>
                  <a:lnTo>
                    <a:pt x="3901102" y="589855"/>
                  </a:lnTo>
                  <a:lnTo>
                    <a:pt x="3901763" y="585361"/>
                  </a:lnTo>
                  <a:lnTo>
                    <a:pt x="3902423" y="563285"/>
                  </a:lnTo>
                  <a:lnTo>
                    <a:pt x="3903084" y="552408"/>
                  </a:lnTo>
                  <a:lnTo>
                    <a:pt x="3903744" y="564380"/>
                  </a:lnTo>
                  <a:lnTo>
                    <a:pt x="3904405" y="600067"/>
                  </a:lnTo>
                  <a:lnTo>
                    <a:pt x="3905065" y="597271"/>
                  </a:lnTo>
                  <a:lnTo>
                    <a:pt x="3905726" y="590037"/>
                  </a:lnTo>
                  <a:lnTo>
                    <a:pt x="3906386" y="560476"/>
                  </a:lnTo>
                  <a:lnTo>
                    <a:pt x="3907047" y="553348"/>
                  </a:lnTo>
                  <a:lnTo>
                    <a:pt x="3907707" y="547492"/>
                  </a:lnTo>
                  <a:lnTo>
                    <a:pt x="3908368" y="539863"/>
                  </a:lnTo>
                  <a:lnTo>
                    <a:pt x="3909029" y="556196"/>
                  </a:lnTo>
                  <a:lnTo>
                    <a:pt x="3909689" y="592998"/>
                  </a:lnTo>
                  <a:lnTo>
                    <a:pt x="3910350" y="584725"/>
                  </a:lnTo>
                  <a:lnTo>
                    <a:pt x="3911010" y="562595"/>
                  </a:lnTo>
                  <a:lnTo>
                    <a:pt x="3911671" y="554456"/>
                  </a:lnTo>
                  <a:lnTo>
                    <a:pt x="3912331" y="546206"/>
                  </a:lnTo>
                  <a:lnTo>
                    <a:pt x="3912992" y="560282"/>
                  </a:lnTo>
                  <a:lnTo>
                    <a:pt x="3913652" y="572032"/>
                  </a:lnTo>
                  <a:lnTo>
                    <a:pt x="3914313" y="584725"/>
                  </a:lnTo>
                  <a:lnTo>
                    <a:pt x="3914973" y="587416"/>
                  </a:lnTo>
                  <a:lnTo>
                    <a:pt x="3915634" y="578678"/>
                  </a:lnTo>
                  <a:lnTo>
                    <a:pt x="3916294" y="584725"/>
                  </a:lnTo>
                  <a:lnTo>
                    <a:pt x="3916955" y="584725"/>
                  </a:lnTo>
                  <a:lnTo>
                    <a:pt x="3917615" y="602636"/>
                  </a:lnTo>
                  <a:lnTo>
                    <a:pt x="3918276" y="614761"/>
                  </a:lnTo>
                  <a:lnTo>
                    <a:pt x="3918936" y="587416"/>
                  </a:lnTo>
                  <a:lnTo>
                    <a:pt x="3919597" y="578686"/>
                  </a:lnTo>
                  <a:lnTo>
                    <a:pt x="3920258" y="585715"/>
                  </a:lnTo>
                  <a:lnTo>
                    <a:pt x="3920918" y="603333"/>
                  </a:lnTo>
                  <a:lnTo>
                    <a:pt x="3921579" y="602133"/>
                  </a:lnTo>
                  <a:lnTo>
                    <a:pt x="3922239" y="597554"/>
                  </a:lnTo>
                  <a:lnTo>
                    <a:pt x="3922900" y="589855"/>
                  </a:lnTo>
                  <a:lnTo>
                    <a:pt x="3923560" y="614956"/>
                  </a:lnTo>
                  <a:lnTo>
                    <a:pt x="3924221" y="615328"/>
                  </a:lnTo>
                  <a:lnTo>
                    <a:pt x="3924881" y="598975"/>
                  </a:lnTo>
                  <a:lnTo>
                    <a:pt x="3925542" y="585361"/>
                  </a:lnTo>
                  <a:lnTo>
                    <a:pt x="3926202" y="589855"/>
                  </a:lnTo>
                  <a:lnTo>
                    <a:pt x="3926863" y="595538"/>
                  </a:lnTo>
                  <a:lnTo>
                    <a:pt x="3927523" y="580766"/>
                  </a:lnTo>
                  <a:lnTo>
                    <a:pt x="3928184" y="575950"/>
                  </a:lnTo>
                  <a:lnTo>
                    <a:pt x="3928844" y="592277"/>
                  </a:lnTo>
                  <a:lnTo>
                    <a:pt x="3929505" y="611214"/>
                  </a:lnTo>
                  <a:lnTo>
                    <a:pt x="3930166" y="598197"/>
                  </a:lnTo>
                  <a:lnTo>
                    <a:pt x="3930826" y="564593"/>
                  </a:lnTo>
                  <a:lnTo>
                    <a:pt x="3931487" y="549938"/>
                  </a:lnTo>
                  <a:lnTo>
                    <a:pt x="3932147" y="561105"/>
                  </a:lnTo>
                  <a:lnTo>
                    <a:pt x="3932808" y="569725"/>
                  </a:lnTo>
                  <a:lnTo>
                    <a:pt x="3933468" y="552129"/>
                  </a:lnTo>
                  <a:lnTo>
                    <a:pt x="3934129" y="562595"/>
                  </a:lnTo>
                  <a:lnTo>
                    <a:pt x="3934789" y="573750"/>
                  </a:lnTo>
                  <a:lnTo>
                    <a:pt x="3935450" y="597631"/>
                  </a:lnTo>
                  <a:lnTo>
                    <a:pt x="3936110" y="578686"/>
                  </a:lnTo>
                  <a:lnTo>
                    <a:pt x="3936771" y="576680"/>
                  </a:lnTo>
                  <a:lnTo>
                    <a:pt x="3937431" y="582718"/>
                  </a:lnTo>
                  <a:lnTo>
                    <a:pt x="3938092" y="554456"/>
                  </a:lnTo>
                  <a:lnTo>
                    <a:pt x="3938752" y="536890"/>
                  </a:lnTo>
                  <a:lnTo>
                    <a:pt x="3939413" y="549262"/>
                  </a:lnTo>
                  <a:lnTo>
                    <a:pt x="3940074" y="589855"/>
                  </a:lnTo>
                  <a:lnTo>
                    <a:pt x="3940734" y="572776"/>
                  </a:lnTo>
                  <a:lnTo>
                    <a:pt x="3941395" y="559460"/>
                  </a:lnTo>
                  <a:lnTo>
                    <a:pt x="3942055" y="562595"/>
                  </a:lnTo>
                  <a:lnTo>
                    <a:pt x="3942716" y="556196"/>
                  </a:lnTo>
                  <a:lnTo>
                    <a:pt x="3943376" y="573811"/>
                  </a:lnTo>
                  <a:lnTo>
                    <a:pt x="3944037" y="578686"/>
                  </a:lnTo>
                  <a:lnTo>
                    <a:pt x="3944697" y="577907"/>
                  </a:lnTo>
                  <a:lnTo>
                    <a:pt x="3945358" y="603333"/>
                  </a:lnTo>
                  <a:lnTo>
                    <a:pt x="3946018" y="614529"/>
                  </a:lnTo>
                  <a:lnTo>
                    <a:pt x="3946679" y="588511"/>
                  </a:lnTo>
                  <a:lnTo>
                    <a:pt x="3947339" y="592424"/>
                  </a:lnTo>
                  <a:lnTo>
                    <a:pt x="3948000" y="582718"/>
                  </a:lnTo>
                  <a:lnTo>
                    <a:pt x="3948660" y="575745"/>
                  </a:lnTo>
                  <a:lnTo>
                    <a:pt x="3949321" y="582112"/>
                  </a:lnTo>
                  <a:lnTo>
                    <a:pt x="3949981" y="595661"/>
                  </a:lnTo>
                  <a:lnTo>
                    <a:pt x="3950642" y="600791"/>
                  </a:lnTo>
                  <a:lnTo>
                    <a:pt x="3951303" y="582883"/>
                  </a:lnTo>
                  <a:lnTo>
                    <a:pt x="3951963" y="584908"/>
                  </a:lnTo>
                  <a:lnTo>
                    <a:pt x="3952624" y="616224"/>
                  </a:lnTo>
                  <a:lnTo>
                    <a:pt x="3953284" y="616309"/>
                  </a:lnTo>
                  <a:lnTo>
                    <a:pt x="3953945" y="589855"/>
                  </a:lnTo>
                  <a:lnTo>
                    <a:pt x="3954605" y="592998"/>
                  </a:lnTo>
                  <a:lnTo>
                    <a:pt x="3955266" y="612269"/>
                  </a:lnTo>
                  <a:lnTo>
                    <a:pt x="3955926" y="613936"/>
                  </a:lnTo>
                  <a:lnTo>
                    <a:pt x="3956587" y="603362"/>
                  </a:lnTo>
                  <a:lnTo>
                    <a:pt x="3957247" y="597271"/>
                  </a:lnTo>
                  <a:lnTo>
                    <a:pt x="3957908" y="610576"/>
                  </a:lnTo>
                  <a:lnTo>
                    <a:pt x="3958568" y="607655"/>
                  </a:lnTo>
                  <a:lnTo>
                    <a:pt x="3959229" y="600791"/>
                  </a:lnTo>
                  <a:lnTo>
                    <a:pt x="3959889" y="613404"/>
                  </a:lnTo>
                  <a:lnTo>
                    <a:pt x="3960550" y="616426"/>
                  </a:lnTo>
                  <a:lnTo>
                    <a:pt x="3961211" y="615967"/>
                  </a:lnTo>
                  <a:lnTo>
                    <a:pt x="3961871" y="608398"/>
                  </a:lnTo>
                  <a:lnTo>
                    <a:pt x="3962532" y="603362"/>
                  </a:lnTo>
                  <a:lnTo>
                    <a:pt x="3963192" y="590352"/>
                  </a:lnTo>
                  <a:lnTo>
                    <a:pt x="3963853" y="584908"/>
                  </a:lnTo>
                  <a:lnTo>
                    <a:pt x="3964513" y="593026"/>
                  </a:lnTo>
                  <a:lnTo>
                    <a:pt x="3965174" y="584908"/>
                  </a:lnTo>
                  <a:lnTo>
                    <a:pt x="3965834" y="573932"/>
                  </a:lnTo>
                  <a:lnTo>
                    <a:pt x="3966495" y="562595"/>
                  </a:lnTo>
                  <a:lnTo>
                    <a:pt x="3967155" y="567392"/>
                  </a:lnTo>
                  <a:lnTo>
                    <a:pt x="3967816" y="565394"/>
                  </a:lnTo>
                  <a:lnTo>
                    <a:pt x="3968476" y="573750"/>
                  </a:lnTo>
                  <a:lnTo>
                    <a:pt x="3969137" y="584725"/>
                  </a:lnTo>
                  <a:lnTo>
                    <a:pt x="3969797" y="599419"/>
                  </a:lnTo>
                  <a:lnTo>
                    <a:pt x="3970458" y="597242"/>
                  </a:lnTo>
                  <a:lnTo>
                    <a:pt x="3971119" y="599419"/>
                  </a:lnTo>
                  <a:lnTo>
                    <a:pt x="3971779" y="614444"/>
                  </a:lnTo>
                  <a:lnTo>
                    <a:pt x="3972440" y="616397"/>
                  </a:lnTo>
                  <a:lnTo>
                    <a:pt x="3973100" y="614444"/>
                  </a:lnTo>
                  <a:lnTo>
                    <a:pt x="3973761" y="616310"/>
                  </a:lnTo>
                  <a:lnTo>
                    <a:pt x="3974421" y="617581"/>
                  </a:lnTo>
                  <a:lnTo>
                    <a:pt x="3975082" y="618414"/>
                  </a:lnTo>
                  <a:lnTo>
                    <a:pt x="3975742" y="618414"/>
                  </a:lnTo>
                  <a:lnTo>
                    <a:pt x="3976403" y="618186"/>
                  </a:lnTo>
                  <a:lnTo>
                    <a:pt x="3977063" y="618414"/>
                  </a:lnTo>
                  <a:lnTo>
                    <a:pt x="3977724" y="618414"/>
                  </a:lnTo>
                  <a:lnTo>
                    <a:pt x="3978384" y="612498"/>
                  </a:lnTo>
                  <a:lnTo>
                    <a:pt x="3979045" y="615749"/>
                  </a:lnTo>
                  <a:lnTo>
                    <a:pt x="3979705" y="618204"/>
                  </a:lnTo>
                  <a:lnTo>
                    <a:pt x="3980366" y="610548"/>
                  </a:lnTo>
                  <a:lnTo>
                    <a:pt x="3981027" y="615228"/>
                  </a:lnTo>
                  <a:lnTo>
                    <a:pt x="3981687" y="616426"/>
                  </a:lnTo>
                  <a:lnTo>
                    <a:pt x="3982348" y="617362"/>
                  </a:lnTo>
                  <a:lnTo>
                    <a:pt x="3983008" y="606524"/>
                  </a:lnTo>
                  <a:lnTo>
                    <a:pt x="3983669" y="614459"/>
                  </a:lnTo>
                  <a:lnTo>
                    <a:pt x="3984329" y="614459"/>
                  </a:lnTo>
                  <a:lnTo>
                    <a:pt x="3984990" y="618435"/>
                  </a:lnTo>
                  <a:lnTo>
                    <a:pt x="3985650" y="618442"/>
                  </a:lnTo>
                  <a:lnTo>
                    <a:pt x="3986311" y="618406"/>
                  </a:lnTo>
                  <a:lnTo>
                    <a:pt x="3986971" y="615749"/>
                  </a:lnTo>
                  <a:lnTo>
                    <a:pt x="3987632" y="608775"/>
                  </a:lnTo>
                  <a:lnTo>
                    <a:pt x="3988292" y="605324"/>
                  </a:lnTo>
                  <a:lnTo>
                    <a:pt x="3988953" y="604801"/>
                  </a:lnTo>
                  <a:lnTo>
                    <a:pt x="3989613" y="590037"/>
                  </a:lnTo>
                  <a:lnTo>
                    <a:pt x="3990274" y="601443"/>
                  </a:lnTo>
                  <a:lnTo>
                    <a:pt x="3990934" y="614985"/>
                  </a:lnTo>
                  <a:lnTo>
                    <a:pt x="3991595" y="610377"/>
                  </a:lnTo>
                  <a:lnTo>
                    <a:pt x="3992256" y="613936"/>
                  </a:lnTo>
                  <a:lnTo>
                    <a:pt x="3992916" y="616482"/>
                  </a:lnTo>
                  <a:lnTo>
                    <a:pt x="3993577" y="617783"/>
                  </a:lnTo>
                  <a:lnTo>
                    <a:pt x="3994237" y="614444"/>
                  </a:lnTo>
                  <a:lnTo>
                    <a:pt x="3994898" y="613122"/>
                  </a:lnTo>
                  <a:lnTo>
                    <a:pt x="3995558" y="614021"/>
                  </a:lnTo>
                  <a:lnTo>
                    <a:pt x="3996219" y="617110"/>
                  </a:lnTo>
                  <a:lnTo>
                    <a:pt x="3996879" y="613165"/>
                  </a:lnTo>
                  <a:lnTo>
                    <a:pt x="3997540" y="592424"/>
                  </a:lnTo>
                  <a:lnTo>
                    <a:pt x="3998200" y="596825"/>
                  </a:lnTo>
                  <a:lnTo>
                    <a:pt x="3998861" y="580882"/>
                  </a:lnTo>
                  <a:lnTo>
                    <a:pt x="3999521" y="539648"/>
                  </a:lnTo>
                  <a:lnTo>
                    <a:pt x="4000182" y="552129"/>
                  </a:lnTo>
                  <a:lnTo>
                    <a:pt x="4000842" y="554456"/>
                  </a:lnTo>
                  <a:lnTo>
                    <a:pt x="4001503" y="548203"/>
                  </a:lnTo>
                  <a:lnTo>
                    <a:pt x="4002164" y="571415"/>
                  </a:lnTo>
                  <a:lnTo>
                    <a:pt x="4002824" y="602218"/>
                  </a:lnTo>
                  <a:lnTo>
                    <a:pt x="4003485" y="615724"/>
                  </a:lnTo>
                  <a:lnTo>
                    <a:pt x="4004145" y="613375"/>
                  </a:lnTo>
                  <a:lnTo>
                    <a:pt x="4004806" y="617657"/>
                  </a:lnTo>
                  <a:lnTo>
                    <a:pt x="4005466" y="598127"/>
                  </a:lnTo>
                  <a:lnTo>
                    <a:pt x="4006127" y="613487"/>
                  </a:lnTo>
                  <a:lnTo>
                    <a:pt x="4006787" y="602636"/>
                  </a:lnTo>
                  <a:lnTo>
                    <a:pt x="4007448" y="579972"/>
                  </a:lnTo>
                  <a:lnTo>
                    <a:pt x="4008108" y="607626"/>
                  </a:lnTo>
                  <a:lnTo>
                    <a:pt x="4008769" y="612056"/>
                  </a:lnTo>
                  <a:lnTo>
                    <a:pt x="4009429" y="590298"/>
                  </a:lnTo>
                  <a:lnTo>
                    <a:pt x="4010090" y="544620"/>
                  </a:lnTo>
                  <a:lnTo>
                    <a:pt x="4010750" y="543334"/>
                  </a:lnTo>
                  <a:lnTo>
                    <a:pt x="4011411" y="561168"/>
                  </a:lnTo>
                  <a:lnTo>
                    <a:pt x="4012072" y="542973"/>
                  </a:lnTo>
                  <a:lnTo>
                    <a:pt x="4012732" y="551694"/>
                  </a:lnTo>
                  <a:lnTo>
                    <a:pt x="4013393" y="560724"/>
                  </a:lnTo>
                  <a:lnTo>
                    <a:pt x="4014053" y="567945"/>
                  </a:lnTo>
                  <a:lnTo>
                    <a:pt x="4014714" y="590037"/>
                  </a:lnTo>
                  <a:lnTo>
                    <a:pt x="4015374" y="611366"/>
                  </a:lnTo>
                  <a:lnTo>
                    <a:pt x="4016035" y="616339"/>
                  </a:lnTo>
                  <a:lnTo>
                    <a:pt x="4016695" y="615858"/>
                  </a:lnTo>
                  <a:lnTo>
                    <a:pt x="4017356" y="604716"/>
                  </a:lnTo>
                  <a:lnTo>
                    <a:pt x="4018016" y="600754"/>
                  </a:lnTo>
                  <a:lnTo>
                    <a:pt x="4018677" y="612269"/>
                  </a:lnTo>
                  <a:lnTo>
                    <a:pt x="4019337" y="614444"/>
                  </a:lnTo>
                  <a:lnTo>
                    <a:pt x="4019998" y="616397"/>
                  </a:lnTo>
                  <a:lnTo>
                    <a:pt x="4020658" y="615938"/>
                  </a:lnTo>
                  <a:lnTo>
                    <a:pt x="4021319" y="604772"/>
                  </a:lnTo>
                  <a:lnTo>
                    <a:pt x="4021979" y="602247"/>
                  </a:lnTo>
                  <a:lnTo>
                    <a:pt x="4022640" y="592791"/>
                  </a:lnTo>
                  <a:lnTo>
                    <a:pt x="4023301" y="584625"/>
                  </a:lnTo>
                  <a:lnTo>
                    <a:pt x="4023961" y="593026"/>
                  </a:lnTo>
                  <a:lnTo>
                    <a:pt x="4024622" y="590037"/>
                  </a:lnTo>
                  <a:lnTo>
                    <a:pt x="4025282" y="574880"/>
                  </a:lnTo>
                  <a:lnTo>
                    <a:pt x="4025943" y="558376"/>
                  </a:lnTo>
                  <a:lnTo>
                    <a:pt x="4026603" y="574697"/>
                  </a:lnTo>
                  <a:lnTo>
                    <a:pt x="4027264" y="565394"/>
                  </a:lnTo>
                  <a:lnTo>
                    <a:pt x="4027924" y="575745"/>
                  </a:lnTo>
                  <a:lnTo>
                    <a:pt x="4028585" y="589434"/>
                  </a:lnTo>
                  <a:lnTo>
                    <a:pt x="4029245" y="601414"/>
                  </a:lnTo>
                  <a:lnTo>
                    <a:pt x="4029906" y="603522"/>
                  </a:lnTo>
                  <a:lnTo>
                    <a:pt x="4030566" y="591217"/>
                  </a:lnTo>
                  <a:lnTo>
                    <a:pt x="4031227" y="613129"/>
                  </a:lnTo>
                  <a:lnTo>
                    <a:pt x="4031887" y="616195"/>
                  </a:lnTo>
                  <a:lnTo>
                    <a:pt x="4032548" y="613375"/>
                  </a:lnTo>
                  <a:lnTo>
                    <a:pt x="4033209" y="614444"/>
                  </a:lnTo>
                  <a:lnTo>
                    <a:pt x="4033869" y="618186"/>
                  </a:lnTo>
                  <a:lnTo>
                    <a:pt x="4034530" y="618414"/>
                  </a:lnTo>
                  <a:lnTo>
                    <a:pt x="4035190" y="617976"/>
                  </a:lnTo>
                  <a:lnTo>
                    <a:pt x="4035851" y="616280"/>
                  </a:lnTo>
                  <a:lnTo>
                    <a:pt x="4036511" y="617333"/>
                  </a:lnTo>
                  <a:lnTo>
                    <a:pt x="4037172" y="617333"/>
                  </a:lnTo>
                  <a:lnTo>
                    <a:pt x="4037832" y="615938"/>
                  </a:lnTo>
                  <a:lnTo>
                    <a:pt x="4038493" y="615749"/>
                  </a:lnTo>
                  <a:lnTo>
                    <a:pt x="4039153" y="611214"/>
                  </a:lnTo>
                  <a:lnTo>
                    <a:pt x="4039814" y="611337"/>
                  </a:lnTo>
                  <a:lnTo>
                    <a:pt x="4040474" y="599415"/>
                  </a:lnTo>
                  <a:lnTo>
                    <a:pt x="4041135" y="585361"/>
                  </a:lnTo>
                  <a:lnTo>
                    <a:pt x="4041795" y="597973"/>
                  </a:lnTo>
                  <a:lnTo>
                    <a:pt x="4042456" y="595538"/>
                  </a:lnTo>
                  <a:lnTo>
                    <a:pt x="4043117" y="589855"/>
                  </a:lnTo>
                  <a:lnTo>
                    <a:pt x="4043777" y="606591"/>
                  </a:lnTo>
                  <a:lnTo>
                    <a:pt x="4044438" y="606637"/>
                  </a:lnTo>
                  <a:lnTo>
                    <a:pt x="4045098" y="595633"/>
                  </a:lnTo>
                  <a:lnTo>
                    <a:pt x="4045759" y="569663"/>
                  </a:lnTo>
                  <a:lnTo>
                    <a:pt x="4046419" y="552136"/>
                  </a:lnTo>
                  <a:lnTo>
                    <a:pt x="4047080" y="539711"/>
                  </a:lnTo>
                  <a:lnTo>
                    <a:pt x="4047740" y="582112"/>
                  </a:lnTo>
                  <a:lnTo>
                    <a:pt x="4048401" y="596378"/>
                  </a:lnTo>
                  <a:lnTo>
                    <a:pt x="4049061" y="575985"/>
                  </a:lnTo>
                  <a:lnTo>
                    <a:pt x="4049722" y="548539"/>
                  </a:lnTo>
                  <a:lnTo>
                    <a:pt x="4050382" y="534606"/>
                  </a:lnTo>
                  <a:lnTo>
                    <a:pt x="4051043" y="534163"/>
                  </a:lnTo>
                  <a:lnTo>
                    <a:pt x="4051703" y="569480"/>
                  </a:lnTo>
                  <a:lnTo>
                    <a:pt x="4052364" y="596510"/>
                  </a:lnTo>
                  <a:lnTo>
                    <a:pt x="4053025" y="571415"/>
                  </a:lnTo>
                  <a:lnTo>
                    <a:pt x="4053685" y="566681"/>
                  </a:lnTo>
                  <a:lnTo>
                    <a:pt x="4054346" y="554024"/>
                  </a:lnTo>
                  <a:lnTo>
                    <a:pt x="4055006" y="562216"/>
                  </a:lnTo>
                  <a:lnTo>
                    <a:pt x="4055667" y="577736"/>
                  </a:lnTo>
                  <a:lnTo>
                    <a:pt x="4056327" y="566681"/>
                  </a:lnTo>
                  <a:lnTo>
                    <a:pt x="4056988" y="573811"/>
                  </a:lnTo>
                  <a:lnTo>
                    <a:pt x="4057648" y="588811"/>
                  </a:lnTo>
                  <a:lnTo>
                    <a:pt x="4058309" y="594842"/>
                  </a:lnTo>
                  <a:lnTo>
                    <a:pt x="4058969" y="593987"/>
                  </a:lnTo>
                  <a:lnTo>
                    <a:pt x="4059630" y="590509"/>
                  </a:lnTo>
                  <a:lnTo>
                    <a:pt x="4060290" y="597242"/>
                  </a:lnTo>
                  <a:lnTo>
                    <a:pt x="4060951" y="580231"/>
                  </a:lnTo>
                  <a:lnTo>
                    <a:pt x="4061611" y="569725"/>
                  </a:lnTo>
                  <a:lnTo>
                    <a:pt x="4062272" y="575909"/>
                  </a:lnTo>
                  <a:lnTo>
                    <a:pt x="4062932" y="600726"/>
                  </a:lnTo>
                  <a:lnTo>
                    <a:pt x="4063593" y="600038"/>
                  </a:lnTo>
                  <a:lnTo>
                    <a:pt x="4064254" y="575802"/>
                  </a:lnTo>
                  <a:lnTo>
                    <a:pt x="4064914" y="571637"/>
                  </a:lnTo>
                  <a:lnTo>
                    <a:pt x="4065575" y="561105"/>
                  </a:lnTo>
                  <a:lnTo>
                    <a:pt x="4066235" y="569725"/>
                  </a:lnTo>
                  <a:lnTo>
                    <a:pt x="4066896" y="562595"/>
                  </a:lnTo>
                  <a:lnTo>
                    <a:pt x="4067556" y="562595"/>
                  </a:lnTo>
                  <a:lnTo>
                    <a:pt x="4068217" y="603112"/>
                  </a:lnTo>
                  <a:lnTo>
                    <a:pt x="4068877" y="613441"/>
                  </a:lnTo>
                  <a:lnTo>
                    <a:pt x="4069538" y="603556"/>
                  </a:lnTo>
                  <a:lnTo>
                    <a:pt x="4070198" y="596740"/>
                  </a:lnTo>
                  <a:lnTo>
                    <a:pt x="4070859" y="590409"/>
                  </a:lnTo>
                  <a:lnTo>
                    <a:pt x="4071519" y="586723"/>
                  </a:lnTo>
                  <a:lnTo>
                    <a:pt x="4072180" y="582229"/>
                  </a:lnTo>
                  <a:lnTo>
                    <a:pt x="4072840" y="562595"/>
                  </a:lnTo>
                  <a:lnTo>
                    <a:pt x="4073501" y="561105"/>
                  </a:lnTo>
                  <a:lnTo>
                    <a:pt x="4074162" y="580231"/>
                  </a:lnTo>
                  <a:lnTo>
                    <a:pt x="4074822" y="573811"/>
                  </a:lnTo>
                  <a:lnTo>
                    <a:pt x="4075483" y="571716"/>
                  </a:lnTo>
                  <a:lnTo>
                    <a:pt x="4076143" y="576680"/>
                  </a:lnTo>
                  <a:lnTo>
                    <a:pt x="4076804" y="592598"/>
                  </a:lnTo>
                  <a:lnTo>
                    <a:pt x="4077464" y="592598"/>
                  </a:lnTo>
                  <a:lnTo>
                    <a:pt x="4078125" y="592424"/>
                  </a:lnTo>
                  <a:lnTo>
                    <a:pt x="4078785" y="587416"/>
                  </a:lnTo>
                  <a:lnTo>
                    <a:pt x="4079446" y="566681"/>
                  </a:lnTo>
                  <a:lnTo>
                    <a:pt x="4080106" y="542910"/>
                  </a:lnTo>
                  <a:lnTo>
                    <a:pt x="4080767" y="547202"/>
                  </a:lnTo>
                  <a:lnTo>
                    <a:pt x="4081427" y="562595"/>
                  </a:lnTo>
                  <a:lnTo>
                    <a:pt x="4082088" y="562595"/>
                  </a:lnTo>
                  <a:lnTo>
                    <a:pt x="4082748" y="565394"/>
                  </a:lnTo>
                  <a:lnTo>
                    <a:pt x="4083409" y="567392"/>
                  </a:lnTo>
                  <a:lnTo>
                    <a:pt x="4084070" y="573952"/>
                  </a:lnTo>
                  <a:lnTo>
                    <a:pt x="4084730" y="584725"/>
                  </a:lnTo>
                  <a:lnTo>
                    <a:pt x="4085391" y="579770"/>
                  </a:lnTo>
                  <a:lnTo>
                    <a:pt x="4086051" y="601414"/>
                  </a:lnTo>
                  <a:lnTo>
                    <a:pt x="4086712" y="614154"/>
                  </a:lnTo>
                  <a:lnTo>
                    <a:pt x="4087372" y="585361"/>
                  </a:lnTo>
                  <a:lnTo>
                    <a:pt x="4088033" y="597554"/>
                  </a:lnTo>
                  <a:lnTo>
                    <a:pt x="4088693" y="614444"/>
                  </a:lnTo>
                  <a:lnTo>
                    <a:pt x="4089354" y="606637"/>
                  </a:lnTo>
                  <a:lnTo>
                    <a:pt x="4090014" y="567502"/>
                  </a:lnTo>
                  <a:lnTo>
                    <a:pt x="4090675" y="561102"/>
                  </a:lnTo>
                  <a:lnTo>
                    <a:pt x="4091335" y="555988"/>
                  </a:lnTo>
                  <a:lnTo>
                    <a:pt x="4091996" y="531197"/>
                  </a:lnTo>
                  <a:lnTo>
                    <a:pt x="4092656" y="559806"/>
                  </a:lnTo>
                  <a:lnTo>
                    <a:pt x="4093317" y="566455"/>
                  </a:lnTo>
                  <a:lnTo>
                    <a:pt x="4093977" y="579972"/>
                  </a:lnTo>
                  <a:lnTo>
                    <a:pt x="4094638" y="602664"/>
                  </a:lnTo>
                  <a:lnTo>
                    <a:pt x="4095299" y="608512"/>
                  </a:lnTo>
                  <a:lnTo>
                    <a:pt x="4095959" y="611360"/>
                  </a:lnTo>
                  <a:lnTo>
                    <a:pt x="4096620" y="609205"/>
                  </a:lnTo>
                  <a:lnTo>
                    <a:pt x="4097280" y="602162"/>
                  </a:lnTo>
                  <a:lnTo>
                    <a:pt x="4097941" y="606619"/>
                  </a:lnTo>
                  <a:lnTo>
                    <a:pt x="4098601" y="613375"/>
                  </a:lnTo>
                  <a:lnTo>
                    <a:pt x="4099262" y="615749"/>
                  </a:lnTo>
                  <a:lnTo>
                    <a:pt x="4099922" y="616397"/>
                  </a:lnTo>
                  <a:lnTo>
                    <a:pt x="4100583" y="618414"/>
                  </a:lnTo>
                  <a:lnTo>
                    <a:pt x="4101243" y="612351"/>
                  </a:lnTo>
                  <a:lnTo>
                    <a:pt x="4101904" y="596825"/>
                  </a:lnTo>
                  <a:lnTo>
                    <a:pt x="4102564" y="565394"/>
                  </a:lnTo>
                  <a:lnTo>
                    <a:pt x="4103225" y="549938"/>
                  </a:lnTo>
                  <a:lnTo>
                    <a:pt x="4103885" y="560175"/>
                  </a:lnTo>
                  <a:lnTo>
                    <a:pt x="4104546" y="577907"/>
                  </a:lnTo>
                  <a:lnTo>
                    <a:pt x="4105207" y="584725"/>
                  </a:lnTo>
                  <a:lnTo>
                    <a:pt x="4105867" y="586638"/>
                  </a:lnTo>
                  <a:lnTo>
                    <a:pt x="4106528" y="586723"/>
                  </a:lnTo>
                  <a:lnTo>
                    <a:pt x="4107188" y="588511"/>
                  </a:lnTo>
                  <a:lnTo>
                    <a:pt x="4107849" y="580231"/>
                  </a:lnTo>
                  <a:lnTo>
                    <a:pt x="4108509" y="612319"/>
                  </a:lnTo>
                  <a:lnTo>
                    <a:pt x="4109170" y="616482"/>
                  </a:lnTo>
                  <a:lnTo>
                    <a:pt x="4109830" y="598282"/>
                  </a:lnTo>
                  <a:lnTo>
                    <a:pt x="4110491" y="576092"/>
                  </a:lnTo>
                  <a:lnTo>
                    <a:pt x="4111151" y="582411"/>
                  </a:lnTo>
                  <a:lnTo>
                    <a:pt x="4111812" y="598180"/>
                  </a:lnTo>
                  <a:lnTo>
                    <a:pt x="4112472" y="586905"/>
                  </a:lnTo>
                  <a:lnTo>
                    <a:pt x="4113133" y="597611"/>
                  </a:lnTo>
                  <a:lnTo>
                    <a:pt x="4113793" y="598311"/>
                  </a:lnTo>
                  <a:lnTo>
                    <a:pt x="4114454" y="596600"/>
                  </a:lnTo>
                  <a:lnTo>
                    <a:pt x="4115115" y="593641"/>
                  </a:lnTo>
                  <a:lnTo>
                    <a:pt x="4115775" y="616310"/>
                  </a:lnTo>
                  <a:lnTo>
                    <a:pt x="4116436" y="616662"/>
                  </a:lnTo>
                  <a:lnTo>
                    <a:pt x="4117096" y="600762"/>
                  </a:lnTo>
                  <a:lnTo>
                    <a:pt x="4117757" y="585361"/>
                  </a:lnTo>
                  <a:lnTo>
                    <a:pt x="4118417" y="593221"/>
                  </a:lnTo>
                  <a:lnTo>
                    <a:pt x="4119078" y="599957"/>
                  </a:lnTo>
                  <a:lnTo>
                    <a:pt x="4119738" y="586723"/>
                  </a:lnTo>
                  <a:lnTo>
                    <a:pt x="4120399" y="576441"/>
                  </a:lnTo>
                  <a:lnTo>
                    <a:pt x="4121059" y="598197"/>
                  </a:lnTo>
                  <a:lnTo>
                    <a:pt x="4121720" y="615199"/>
                  </a:lnTo>
                  <a:lnTo>
                    <a:pt x="4122380" y="598197"/>
                  </a:lnTo>
                  <a:lnTo>
                    <a:pt x="4123041" y="571722"/>
                  </a:lnTo>
                  <a:lnTo>
                    <a:pt x="4123701" y="562595"/>
                  </a:lnTo>
                  <a:lnTo>
                    <a:pt x="4124362" y="597554"/>
                  </a:lnTo>
                  <a:lnTo>
                    <a:pt x="4125023" y="600038"/>
                  </a:lnTo>
                  <a:lnTo>
                    <a:pt x="4125683" y="584725"/>
                  </a:lnTo>
                  <a:lnTo>
                    <a:pt x="4126344" y="592998"/>
                  </a:lnTo>
                  <a:lnTo>
                    <a:pt x="4127004" y="607562"/>
                  </a:lnTo>
                  <a:lnTo>
                    <a:pt x="4127665" y="599419"/>
                  </a:lnTo>
                  <a:lnTo>
                    <a:pt x="4128325" y="588511"/>
                  </a:lnTo>
                  <a:lnTo>
                    <a:pt x="4128986" y="576680"/>
                  </a:lnTo>
                  <a:lnTo>
                    <a:pt x="4129646" y="569725"/>
                  </a:lnTo>
                  <a:lnTo>
                    <a:pt x="4130307" y="575747"/>
                  </a:lnTo>
                  <a:lnTo>
                    <a:pt x="4130967" y="584725"/>
                  </a:lnTo>
                  <a:lnTo>
                    <a:pt x="4131628" y="588511"/>
                  </a:lnTo>
                  <a:lnTo>
                    <a:pt x="4132288" y="584725"/>
                  </a:lnTo>
                  <a:lnTo>
                    <a:pt x="4132949" y="584725"/>
                  </a:lnTo>
                  <a:lnTo>
                    <a:pt x="4133609" y="584725"/>
                  </a:lnTo>
                  <a:lnTo>
                    <a:pt x="4134270" y="564508"/>
                  </a:lnTo>
                  <a:lnTo>
                    <a:pt x="4134930" y="541526"/>
                  </a:lnTo>
                  <a:lnTo>
                    <a:pt x="4135591" y="542519"/>
                  </a:lnTo>
                  <a:lnTo>
                    <a:pt x="4136252" y="572810"/>
                  </a:lnTo>
                  <a:lnTo>
                    <a:pt x="4136912" y="565286"/>
                  </a:lnTo>
                  <a:lnTo>
                    <a:pt x="4137573" y="557320"/>
                  </a:lnTo>
                  <a:lnTo>
                    <a:pt x="4138233" y="556196"/>
                  </a:lnTo>
                  <a:lnTo>
                    <a:pt x="4138894" y="556196"/>
                  </a:lnTo>
                  <a:lnTo>
                    <a:pt x="4139554" y="572117"/>
                  </a:lnTo>
                  <a:lnTo>
                    <a:pt x="4140215" y="576680"/>
                  </a:lnTo>
                  <a:lnTo>
                    <a:pt x="4140875" y="589855"/>
                  </a:lnTo>
                  <a:lnTo>
                    <a:pt x="4141536" y="609777"/>
                  </a:lnTo>
                  <a:lnTo>
                    <a:pt x="4142196" y="584725"/>
                  </a:lnTo>
                  <a:lnTo>
                    <a:pt x="4142857" y="575909"/>
                  </a:lnTo>
                  <a:lnTo>
                    <a:pt x="4143517" y="581837"/>
                  </a:lnTo>
                  <a:lnTo>
                    <a:pt x="4144178" y="571415"/>
                  </a:lnTo>
                  <a:lnTo>
                    <a:pt x="4144838" y="579952"/>
                  </a:lnTo>
                  <a:lnTo>
                    <a:pt x="4145499" y="586821"/>
                  </a:lnTo>
                  <a:lnTo>
                    <a:pt x="4146160" y="600791"/>
                  </a:lnTo>
                  <a:lnTo>
                    <a:pt x="4146820" y="591399"/>
                  </a:lnTo>
                  <a:lnTo>
                    <a:pt x="4147481" y="584499"/>
                  </a:lnTo>
                  <a:lnTo>
                    <a:pt x="4148141" y="610576"/>
                  </a:lnTo>
                  <a:lnTo>
                    <a:pt x="4148802" y="616426"/>
                  </a:lnTo>
                  <a:lnTo>
                    <a:pt x="4149462" y="600459"/>
                  </a:lnTo>
                  <a:lnTo>
                    <a:pt x="4150123" y="590409"/>
                  </a:lnTo>
                  <a:lnTo>
                    <a:pt x="4150783" y="612582"/>
                  </a:lnTo>
                  <a:lnTo>
                    <a:pt x="4151444" y="616397"/>
                  </a:lnTo>
                  <a:lnTo>
                    <a:pt x="4152104" y="616482"/>
                  </a:lnTo>
                  <a:lnTo>
                    <a:pt x="4152765" y="618414"/>
                  </a:lnTo>
                  <a:lnTo>
                    <a:pt x="4153425" y="617657"/>
                  </a:lnTo>
                  <a:lnTo>
                    <a:pt x="4154086" y="617943"/>
                  </a:lnTo>
                  <a:lnTo>
                    <a:pt x="4154746" y="618414"/>
                  </a:lnTo>
                  <a:lnTo>
                    <a:pt x="4155407" y="616662"/>
                  </a:lnTo>
                  <a:lnTo>
                    <a:pt x="4156068" y="616453"/>
                  </a:lnTo>
                  <a:lnTo>
                    <a:pt x="4156728" y="618414"/>
                  </a:lnTo>
                  <a:lnTo>
                    <a:pt x="4157389" y="615438"/>
                  </a:lnTo>
                  <a:lnTo>
                    <a:pt x="4158049" y="616511"/>
                  </a:lnTo>
                  <a:lnTo>
                    <a:pt x="4158710" y="617311"/>
                  </a:lnTo>
                  <a:lnTo>
                    <a:pt x="4159370" y="618643"/>
                  </a:lnTo>
                  <a:lnTo>
                    <a:pt x="4160031" y="604643"/>
                  </a:lnTo>
                  <a:lnTo>
                    <a:pt x="4160691" y="609475"/>
                  </a:lnTo>
                  <a:lnTo>
                    <a:pt x="4161352" y="611201"/>
                  </a:lnTo>
                  <a:lnTo>
                    <a:pt x="4162012" y="618483"/>
                  </a:lnTo>
                  <a:lnTo>
                    <a:pt x="4162673" y="620475"/>
                  </a:lnTo>
                  <a:lnTo>
                    <a:pt x="4163333" y="603476"/>
                  </a:lnTo>
                  <a:lnTo>
                    <a:pt x="4163994" y="602824"/>
                  </a:lnTo>
                  <a:lnTo>
                    <a:pt x="4164654" y="590063"/>
                  </a:lnTo>
                  <a:lnTo>
                    <a:pt x="4165315" y="618643"/>
                  </a:lnTo>
                  <a:lnTo>
                    <a:pt x="4165975" y="619114"/>
                  </a:lnTo>
                  <a:lnTo>
                    <a:pt x="4166636" y="613019"/>
                  </a:lnTo>
                  <a:lnTo>
                    <a:pt x="4167297" y="608326"/>
                  </a:lnTo>
                  <a:lnTo>
                    <a:pt x="4167957" y="610230"/>
                  </a:lnTo>
                  <a:lnTo>
                    <a:pt x="4168618" y="604856"/>
                  </a:lnTo>
                  <a:lnTo>
                    <a:pt x="4169278" y="599324"/>
                  </a:lnTo>
                  <a:lnTo>
                    <a:pt x="4169939" y="618278"/>
                  </a:lnTo>
                  <a:lnTo>
                    <a:pt x="4170599" y="617561"/>
                  </a:lnTo>
                  <a:lnTo>
                    <a:pt x="4171260" y="610996"/>
                  </a:lnTo>
                  <a:lnTo>
                    <a:pt x="4171920" y="617555"/>
                  </a:lnTo>
                  <a:lnTo>
                    <a:pt x="4172581" y="618069"/>
                  </a:lnTo>
                  <a:lnTo>
                    <a:pt x="4173241" y="619993"/>
                  </a:lnTo>
                  <a:lnTo>
                    <a:pt x="4173902" y="614254"/>
                  </a:lnTo>
                  <a:lnTo>
                    <a:pt x="4174562" y="614254"/>
                  </a:lnTo>
                  <a:lnTo>
                    <a:pt x="4175223" y="617025"/>
                  </a:lnTo>
                  <a:lnTo>
                    <a:pt x="4175883" y="619773"/>
                  </a:lnTo>
                  <a:lnTo>
                    <a:pt x="4176544" y="607423"/>
                  </a:lnTo>
                  <a:lnTo>
                    <a:pt x="4177205" y="601002"/>
                  </a:lnTo>
                  <a:lnTo>
                    <a:pt x="4177865" y="605109"/>
                  </a:lnTo>
                  <a:lnTo>
                    <a:pt x="4178526" y="603802"/>
                  </a:lnTo>
                  <a:lnTo>
                    <a:pt x="4179186" y="608956"/>
                  </a:lnTo>
                  <a:lnTo>
                    <a:pt x="4179847" y="610967"/>
                  </a:lnTo>
                  <a:lnTo>
                    <a:pt x="4180507" y="571312"/>
                  </a:lnTo>
                  <a:lnTo>
                    <a:pt x="4181168" y="538390"/>
                  </a:lnTo>
                  <a:lnTo>
                    <a:pt x="4181828" y="536478"/>
                  </a:lnTo>
                  <a:lnTo>
                    <a:pt x="4182489" y="559765"/>
                  </a:lnTo>
                  <a:lnTo>
                    <a:pt x="4183149" y="556043"/>
                  </a:lnTo>
                  <a:lnTo>
                    <a:pt x="4183810" y="570074"/>
                  </a:lnTo>
                  <a:lnTo>
                    <a:pt x="4184470" y="602793"/>
                  </a:lnTo>
                  <a:lnTo>
                    <a:pt x="4185131" y="603001"/>
                  </a:lnTo>
                  <a:lnTo>
                    <a:pt x="4185791" y="586948"/>
                  </a:lnTo>
                  <a:lnTo>
                    <a:pt x="4186452" y="575398"/>
                  </a:lnTo>
                  <a:lnTo>
                    <a:pt x="4187113" y="608178"/>
                  </a:lnTo>
                  <a:lnTo>
                    <a:pt x="4187773" y="617984"/>
                  </a:lnTo>
                  <a:lnTo>
                    <a:pt x="4188434" y="609149"/>
                  </a:lnTo>
                  <a:lnTo>
                    <a:pt x="4189094" y="580273"/>
                  </a:lnTo>
                  <a:lnTo>
                    <a:pt x="4189755" y="551525"/>
                  </a:lnTo>
                  <a:lnTo>
                    <a:pt x="4190415" y="541115"/>
                  </a:lnTo>
                  <a:lnTo>
                    <a:pt x="4191076" y="536478"/>
                  </a:lnTo>
                  <a:lnTo>
                    <a:pt x="4191736" y="544106"/>
                  </a:lnTo>
                  <a:lnTo>
                    <a:pt x="4192397" y="586312"/>
                  </a:lnTo>
                  <a:lnTo>
                    <a:pt x="4193057" y="597220"/>
                  </a:lnTo>
                  <a:lnTo>
                    <a:pt x="4193718" y="575539"/>
                  </a:lnTo>
                  <a:lnTo>
                    <a:pt x="4194378" y="573303"/>
                  </a:lnTo>
                  <a:lnTo>
                    <a:pt x="4195039" y="571706"/>
                  </a:lnTo>
                  <a:lnTo>
                    <a:pt x="4195699" y="577335"/>
                  </a:lnTo>
                  <a:lnTo>
                    <a:pt x="4196360" y="573002"/>
                  </a:lnTo>
                  <a:lnTo>
                    <a:pt x="4197021" y="591442"/>
                  </a:lnTo>
                  <a:lnTo>
                    <a:pt x="4197681" y="617336"/>
                  </a:lnTo>
                  <a:lnTo>
                    <a:pt x="4198342" y="595228"/>
                  </a:lnTo>
                  <a:lnTo>
                    <a:pt x="4199002" y="598187"/>
                  </a:lnTo>
                  <a:lnTo>
                    <a:pt x="4199663" y="616572"/>
                  </a:lnTo>
                  <a:lnTo>
                    <a:pt x="4200323" y="610792"/>
                  </a:lnTo>
                  <a:lnTo>
                    <a:pt x="4200984" y="573184"/>
                  </a:lnTo>
                  <a:lnTo>
                    <a:pt x="4201644" y="544680"/>
                  </a:lnTo>
                  <a:lnTo>
                    <a:pt x="4202305" y="563986"/>
                  </a:lnTo>
                  <a:lnTo>
                    <a:pt x="4202965" y="557052"/>
                  </a:lnTo>
                  <a:lnTo>
                    <a:pt x="4203626" y="544498"/>
                  </a:lnTo>
                  <a:lnTo>
                    <a:pt x="4204286" y="563803"/>
                  </a:lnTo>
                  <a:lnTo>
                    <a:pt x="4204947" y="568895"/>
                  </a:lnTo>
                  <a:lnTo>
                    <a:pt x="4205607" y="577514"/>
                  </a:lnTo>
                  <a:lnTo>
                    <a:pt x="4206268" y="582902"/>
                  </a:lnTo>
                  <a:lnTo>
                    <a:pt x="4206928" y="595740"/>
                  </a:lnTo>
                  <a:lnTo>
                    <a:pt x="4207589" y="614332"/>
                  </a:lnTo>
                  <a:lnTo>
                    <a:pt x="4208250" y="615637"/>
                  </a:lnTo>
                  <a:lnTo>
                    <a:pt x="4208910" y="616046"/>
                  </a:lnTo>
                  <a:lnTo>
                    <a:pt x="4209571" y="605922"/>
                  </a:lnTo>
                  <a:lnTo>
                    <a:pt x="4210231" y="602378"/>
                  </a:lnTo>
                  <a:lnTo>
                    <a:pt x="4210892" y="602378"/>
                  </a:lnTo>
                  <a:lnTo>
                    <a:pt x="4211552" y="587574"/>
                  </a:lnTo>
                  <a:lnTo>
                    <a:pt x="4212213" y="603740"/>
                  </a:lnTo>
                  <a:lnTo>
                    <a:pt x="4212873" y="605558"/>
                  </a:lnTo>
                  <a:lnTo>
                    <a:pt x="4213534" y="591625"/>
                  </a:lnTo>
                  <a:lnTo>
                    <a:pt x="4214194" y="589435"/>
                  </a:lnTo>
                  <a:lnTo>
                    <a:pt x="4214855" y="591442"/>
                  </a:lnTo>
                  <a:lnTo>
                    <a:pt x="4215515" y="584288"/>
                  </a:lnTo>
                  <a:lnTo>
                    <a:pt x="4216176" y="598829"/>
                  </a:lnTo>
                  <a:lnTo>
                    <a:pt x="4216836" y="599784"/>
                  </a:lnTo>
                  <a:lnTo>
                    <a:pt x="4217497" y="604223"/>
                  </a:lnTo>
                  <a:lnTo>
                    <a:pt x="4218158" y="611117"/>
                  </a:lnTo>
                  <a:lnTo>
                    <a:pt x="4218818" y="614332"/>
                  </a:lnTo>
                  <a:lnTo>
                    <a:pt x="4219479" y="618726"/>
                  </a:lnTo>
                  <a:lnTo>
                    <a:pt x="4220139" y="616046"/>
                  </a:lnTo>
                  <a:lnTo>
                    <a:pt x="4220800" y="590979"/>
                  </a:lnTo>
                  <a:lnTo>
                    <a:pt x="4221460" y="592987"/>
                  </a:lnTo>
                  <a:lnTo>
                    <a:pt x="4222121" y="611679"/>
                  </a:lnTo>
                  <a:lnTo>
                    <a:pt x="4222781" y="608207"/>
                  </a:lnTo>
                  <a:lnTo>
                    <a:pt x="4223442" y="605143"/>
                  </a:lnTo>
                  <a:lnTo>
                    <a:pt x="4224102" y="590099"/>
                  </a:lnTo>
                  <a:lnTo>
                    <a:pt x="4224763" y="586312"/>
                  </a:lnTo>
                  <a:lnTo>
                    <a:pt x="4225423" y="598829"/>
                  </a:lnTo>
                  <a:lnTo>
                    <a:pt x="4226084" y="594585"/>
                  </a:lnTo>
                  <a:lnTo>
                    <a:pt x="4226744" y="557783"/>
                  </a:lnTo>
                  <a:lnTo>
                    <a:pt x="4227405" y="553899"/>
                  </a:lnTo>
                  <a:lnTo>
                    <a:pt x="4228066" y="582990"/>
                  </a:lnTo>
                  <a:lnTo>
                    <a:pt x="4228726" y="594378"/>
                  </a:lnTo>
                  <a:lnTo>
                    <a:pt x="4229387" y="588737"/>
                  </a:lnTo>
                  <a:lnTo>
                    <a:pt x="4230047" y="591625"/>
                  </a:lnTo>
                  <a:lnTo>
                    <a:pt x="4230708" y="586495"/>
                  </a:lnTo>
                  <a:lnTo>
                    <a:pt x="4231368" y="575519"/>
                  </a:lnTo>
                  <a:lnTo>
                    <a:pt x="4232029" y="571312"/>
                  </a:lnTo>
                  <a:lnTo>
                    <a:pt x="4232689" y="581818"/>
                  </a:lnTo>
                  <a:lnTo>
                    <a:pt x="4233350" y="578267"/>
                  </a:lnTo>
                  <a:lnTo>
                    <a:pt x="4234010" y="610967"/>
                  </a:lnTo>
                  <a:lnTo>
                    <a:pt x="4234671" y="607423"/>
                  </a:lnTo>
                  <a:lnTo>
                    <a:pt x="4235331" y="586312"/>
                  </a:lnTo>
                  <a:lnTo>
                    <a:pt x="4235992" y="601006"/>
                  </a:lnTo>
                  <a:lnTo>
                    <a:pt x="4236652" y="586312"/>
                  </a:lnTo>
                  <a:lnTo>
                    <a:pt x="4237313" y="573303"/>
                  </a:lnTo>
                  <a:lnTo>
                    <a:pt x="4237973" y="575337"/>
                  </a:lnTo>
                  <a:lnTo>
                    <a:pt x="4238634" y="575539"/>
                  </a:lnTo>
                  <a:lnTo>
                    <a:pt x="4239295" y="577496"/>
                  </a:lnTo>
                  <a:lnTo>
                    <a:pt x="4239955" y="571312"/>
                  </a:lnTo>
                  <a:lnTo>
                    <a:pt x="4240616" y="603749"/>
                  </a:lnTo>
                  <a:lnTo>
                    <a:pt x="4241276" y="616730"/>
                  </a:lnTo>
                  <a:lnTo>
                    <a:pt x="4241937" y="614618"/>
                  </a:lnTo>
                  <a:lnTo>
                    <a:pt x="4242597" y="619399"/>
                  </a:lnTo>
                  <a:lnTo>
                    <a:pt x="4243258" y="618013"/>
                  </a:lnTo>
                  <a:lnTo>
                    <a:pt x="4243918" y="613885"/>
                  </a:lnTo>
                  <a:lnTo>
                    <a:pt x="4244579" y="602378"/>
                  </a:lnTo>
                  <a:lnTo>
                    <a:pt x="4245239" y="591625"/>
                  </a:lnTo>
                  <a:lnTo>
                    <a:pt x="4245900" y="612164"/>
                  </a:lnTo>
                  <a:lnTo>
                    <a:pt x="4246560" y="618013"/>
                  </a:lnTo>
                  <a:lnTo>
                    <a:pt x="4247221" y="618013"/>
                  </a:lnTo>
                  <a:lnTo>
                    <a:pt x="4247881" y="617984"/>
                  </a:lnTo>
                  <a:lnTo>
                    <a:pt x="4248542" y="617311"/>
                  </a:lnTo>
                  <a:lnTo>
                    <a:pt x="4249203" y="616031"/>
                  </a:lnTo>
                  <a:lnTo>
                    <a:pt x="4249863" y="617311"/>
                  </a:lnTo>
                  <a:lnTo>
                    <a:pt x="4250524" y="609149"/>
                  </a:lnTo>
                  <a:lnTo>
                    <a:pt x="4251184" y="609985"/>
                  </a:lnTo>
                  <a:lnTo>
                    <a:pt x="4251845" y="612802"/>
                  </a:lnTo>
                  <a:lnTo>
                    <a:pt x="4252505" y="617025"/>
                  </a:lnTo>
                  <a:lnTo>
                    <a:pt x="4253166" y="618013"/>
                  </a:lnTo>
                  <a:lnTo>
                    <a:pt x="4253826" y="617054"/>
                  </a:lnTo>
                  <a:lnTo>
                    <a:pt x="4254487" y="606911"/>
                  </a:lnTo>
                  <a:lnTo>
                    <a:pt x="4255147" y="599743"/>
                  </a:lnTo>
                  <a:lnTo>
                    <a:pt x="4255808" y="618726"/>
                  </a:lnTo>
                  <a:lnTo>
                    <a:pt x="4256468" y="617340"/>
                  </a:lnTo>
                  <a:lnTo>
                    <a:pt x="4257129" y="617583"/>
                  </a:lnTo>
                  <a:lnTo>
                    <a:pt x="4257789" y="617425"/>
                  </a:lnTo>
                  <a:lnTo>
                    <a:pt x="4258450" y="614197"/>
                  </a:lnTo>
                  <a:lnTo>
                    <a:pt x="4259111" y="610996"/>
                  </a:lnTo>
                  <a:lnTo>
                    <a:pt x="4259771" y="610014"/>
                  </a:lnTo>
                  <a:lnTo>
                    <a:pt x="4260432" y="606303"/>
                  </a:lnTo>
                  <a:lnTo>
                    <a:pt x="4261092" y="577496"/>
                  </a:lnTo>
                  <a:lnTo>
                    <a:pt x="4261753" y="550849"/>
                  </a:lnTo>
                  <a:lnTo>
                    <a:pt x="4262413" y="538477"/>
                  </a:lnTo>
                  <a:lnTo>
                    <a:pt x="4263074" y="518599"/>
                  </a:lnTo>
                  <a:lnTo>
                    <a:pt x="4263734" y="544106"/>
                  </a:lnTo>
                  <a:lnTo>
                    <a:pt x="4264395" y="591996"/>
                  </a:lnTo>
                  <a:lnTo>
                    <a:pt x="4265055" y="594011"/>
                  </a:lnTo>
                  <a:lnTo>
                    <a:pt x="4265716" y="571312"/>
                  </a:lnTo>
                  <a:lnTo>
                    <a:pt x="4266376" y="562692"/>
                  </a:lnTo>
                  <a:lnTo>
                    <a:pt x="4267037" y="548192"/>
                  </a:lnTo>
                  <a:lnTo>
                    <a:pt x="4267697" y="562063"/>
                  </a:lnTo>
                  <a:lnTo>
                    <a:pt x="4268358" y="566981"/>
                  </a:lnTo>
                  <a:lnTo>
                    <a:pt x="4269019" y="571312"/>
                  </a:lnTo>
                  <a:lnTo>
                    <a:pt x="4269679" y="583424"/>
                  </a:lnTo>
                  <a:lnTo>
                    <a:pt x="4270340" y="594011"/>
                  </a:lnTo>
                  <a:lnTo>
                    <a:pt x="4271000" y="594585"/>
                  </a:lnTo>
                  <a:lnTo>
                    <a:pt x="4271661" y="594585"/>
                  </a:lnTo>
                  <a:lnTo>
                    <a:pt x="4272321" y="594011"/>
                  </a:lnTo>
                  <a:lnTo>
                    <a:pt x="4272982" y="591996"/>
                  </a:lnTo>
                  <a:lnTo>
                    <a:pt x="4273642" y="557783"/>
                  </a:lnTo>
                  <a:lnTo>
                    <a:pt x="4274303" y="557783"/>
                  </a:lnTo>
                  <a:lnTo>
                    <a:pt x="4274963" y="581818"/>
                  </a:lnTo>
                  <a:lnTo>
                    <a:pt x="4275624" y="607387"/>
                  </a:lnTo>
                  <a:lnTo>
                    <a:pt x="4276284" y="589030"/>
                  </a:lnTo>
                  <a:lnTo>
                    <a:pt x="4276945" y="573267"/>
                  </a:lnTo>
                  <a:lnTo>
                    <a:pt x="4277605" y="571276"/>
                  </a:lnTo>
                  <a:lnTo>
                    <a:pt x="4278266" y="581782"/>
                  </a:lnTo>
                  <a:lnTo>
                    <a:pt x="4278926" y="573267"/>
                  </a:lnTo>
                  <a:lnTo>
                    <a:pt x="4279587" y="557747"/>
                  </a:lnTo>
                  <a:lnTo>
                    <a:pt x="4280248" y="586276"/>
                  </a:lnTo>
                  <a:lnTo>
                    <a:pt x="4280908" y="606238"/>
                  </a:lnTo>
                  <a:lnTo>
                    <a:pt x="4281569" y="602277"/>
                  </a:lnTo>
                  <a:lnTo>
                    <a:pt x="4282229" y="592839"/>
                  </a:lnTo>
                  <a:lnTo>
                    <a:pt x="4282890" y="586276"/>
                  </a:lnTo>
                  <a:lnTo>
                    <a:pt x="4283550" y="581782"/>
                  </a:lnTo>
                  <a:lnTo>
                    <a:pt x="4284211" y="575301"/>
                  </a:lnTo>
                  <a:lnTo>
                    <a:pt x="4284871" y="564146"/>
                  </a:lnTo>
                  <a:lnTo>
                    <a:pt x="4285532" y="575265"/>
                  </a:lnTo>
                  <a:lnTo>
                    <a:pt x="4286192" y="557747"/>
                  </a:lnTo>
                  <a:lnTo>
                    <a:pt x="4286853" y="577501"/>
                  </a:lnTo>
                  <a:lnTo>
                    <a:pt x="4287513" y="577460"/>
                  </a:lnTo>
                  <a:lnTo>
                    <a:pt x="4288174" y="594549"/>
                  </a:lnTo>
                  <a:lnTo>
                    <a:pt x="4288834" y="581782"/>
                  </a:lnTo>
                  <a:lnTo>
                    <a:pt x="4289495" y="586276"/>
                  </a:lnTo>
                  <a:lnTo>
                    <a:pt x="4290156" y="575503"/>
                  </a:lnTo>
                  <a:lnTo>
                    <a:pt x="4290816" y="551489"/>
                  </a:lnTo>
                  <a:lnTo>
                    <a:pt x="4291477" y="538441"/>
                  </a:lnTo>
                  <a:lnTo>
                    <a:pt x="4292137" y="557747"/>
                  </a:lnTo>
                  <a:lnTo>
                    <a:pt x="4292798" y="563767"/>
                  </a:lnTo>
                  <a:lnTo>
                    <a:pt x="4293458" y="575301"/>
                  </a:lnTo>
                  <a:lnTo>
                    <a:pt x="4294119" y="578231"/>
                  </a:lnTo>
                  <a:lnTo>
                    <a:pt x="4294779" y="573267"/>
                  </a:lnTo>
                  <a:lnTo>
                    <a:pt x="4295440" y="573267"/>
                  </a:lnTo>
                  <a:lnTo>
                    <a:pt x="4296100" y="577353"/>
                  </a:lnTo>
                  <a:lnTo>
                    <a:pt x="4296761" y="583481"/>
                  </a:lnTo>
                  <a:lnTo>
                    <a:pt x="4297421" y="616507"/>
                  </a:lnTo>
                  <a:lnTo>
                    <a:pt x="4298082" y="606846"/>
                  </a:lnTo>
                  <a:lnTo>
                    <a:pt x="4298742" y="585993"/>
                  </a:lnTo>
                  <a:lnTo>
                    <a:pt x="4299403" y="606846"/>
                  </a:lnTo>
                  <a:lnTo>
                    <a:pt x="4300064" y="610931"/>
                  </a:lnTo>
                  <a:lnTo>
                    <a:pt x="4300724" y="595192"/>
                  </a:lnTo>
                  <a:lnTo>
                    <a:pt x="4301385" y="556833"/>
                  </a:lnTo>
                  <a:lnTo>
                    <a:pt x="4302045" y="558005"/>
                  </a:lnTo>
                  <a:lnTo>
                    <a:pt x="4302706" y="564146"/>
                  </a:lnTo>
                  <a:lnTo>
                    <a:pt x="4303366" y="542462"/>
                  </a:lnTo>
                  <a:lnTo>
                    <a:pt x="4304027" y="550534"/>
                  </a:lnTo>
                  <a:lnTo>
                    <a:pt x="4304687" y="571066"/>
                  </a:lnTo>
                  <a:lnTo>
                    <a:pt x="4305348" y="578231"/>
                  </a:lnTo>
                  <a:lnTo>
                    <a:pt x="4306008" y="583388"/>
                  </a:lnTo>
                  <a:lnTo>
                    <a:pt x="4306669" y="586276"/>
                  </a:lnTo>
                  <a:lnTo>
                    <a:pt x="4307329" y="593975"/>
                  </a:lnTo>
                  <a:lnTo>
                    <a:pt x="4307990" y="617519"/>
                  </a:lnTo>
                  <a:lnTo>
                    <a:pt x="4308650" y="615487"/>
                  </a:lnTo>
                  <a:lnTo>
                    <a:pt x="4309311" y="584946"/>
                  </a:lnTo>
                  <a:lnTo>
                    <a:pt x="4309971" y="605107"/>
                  </a:lnTo>
                  <a:lnTo>
                    <a:pt x="4310632" y="616989"/>
                  </a:lnTo>
                  <a:lnTo>
                    <a:pt x="4311293" y="617275"/>
                  </a:lnTo>
                  <a:lnTo>
                    <a:pt x="4311953" y="608142"/>
                  </a:lnTo>
                  <a:lnTo>
                    <a:pt x="4312614" y="606238"/>
                  </a:lnTo>
                  <a:lnTo>
                    <a:pt x="4313274" y="614926"/>
                  </a:lnTo>
                  <a:lnTo>
                    <a:pt x="4313935" y="617746"/>
                  </a:lnTo>
                  <a:lnTo>
                    <a:pt x="4314595" y="617948"/>
                  </a:lnTo>
                  <a:lnTo>
                    <a:pt x="4315256" y="614992"/>
                  </a:lnTo>
                  <a:lnTo>
                    <a:pt x="4315916" y="613870"/>
                  </a:lnTo>
                  <a:lnTo>
                    <a:pt x="4316577" y="614267"/>
                  </a:lnTo>
                  <a:lnTo>
                    <a:pt x="4317237" y="615011"/>
                  </a:lnTo>
                  <a:lnTo>
                    <a:pt x="4317898" y="612765"/>
                  </a:lnTo>
                  <a:lnTo>
                    <a:pt x="4318558" y="604913"/>
                  </a:lnTo>
                  <a:lnTo>
                    <a:pt x="4319219" y="598822"/>
                  </a:lnTo>
                  <a:lnTo>
                    <a:pt x="4319879" y="591588"/>
                  </a:lnTo>
                  <a:lnTo>
                    <a:pt x="4320540" y="581504"/>
                  </a:lnTo>
                  <a:lnTo>
                    <a:pt x="4321201" y="591588"/>
                  </a:lnTo>
                  <a:lnTo>
                    <a:pt x="4321861" y="615516"/>
                  </a:lnTo>
                  <a:lnTo>
                    <a:pt x="4322522" y="617977"/>
                  </a:lnTo>
                  <a:lnTo>
                    <a:pt x="4323182" y="617948"/>
                  </a:lnTo>
                  <a:lnTo>
                    <a:pt x="4323843" y="619965"/>
                  </a:lnTo>
                  <a:lnTo>
                    <a:pt x="4324503" y="619965"/>
                  </a:lnTo>
                  <a:lnTo>
                    <a:pt x="4325164" y="619965"/>
                  </a:lnTo>
                  <a:lnTo>
                    <a:pt x="4325824" y="612099"/>
                  </a:lnTo>
                  <a:lnTo>
                    <a:pt x="4326485" y="606238"/>
                  </a:lnTo>
                  <a:lnTo>
                    <a:pt x="4327145" y="604187"/>
                  </a:lnTo>
                  <a:lnTo>
                    <a:pt x="4327806" y="593828"/>
                  </a:lnTo>
                  <a:lnTo>
                    <a:pt x="4328466" y="605707"/>
                  </a:lnTo>
                  <a:lnTo>
                    <a:pt x="4329127" y="615995"/>
                  </a:lnTo>
                  <a:lnTo>
                    <a:pt x="4329787" y="619334"/>
                  </a:lnTo>
                  <a:lnTo>
                    <a:pt x="4330448" y="617948"/>
                  </a:lnTo>
                  <a:lnTo>
                    <a:pt x="4331109" y="619957"/>
                  </a:lnTo>
                  <a:lnTo>
                    <a:pt x="4331769" y="617948"/>
                  </a:lnTo>
                  <a:lnTo>
                    <a:pt x="4332430" y="617948"/>
                  </a:lnTo>
                  <a:lnTo>
                    <a:pt x="4333090" y="617977"/>
                  </a:lnTo>
                  <a:lnTo>
                    <a:pt x="4333751" y="617775"/>
                  </a:lnTo>
                  <a:lnTo>
                    <a:pt x="4334411" y="605577"/>
                  </a:lnTo>
                  <a:lnTo>
                    <a:pt x="4335072" y="592950"/>
                  </a:lnTo>
                  <a:lnTo>
                    <a:pt x="4335732" y="613635"/>
                  </a:lnTo>
                  <a:lnTo>
                    <a:pt x="4336393" y="609978"/>
                  </a:lnTo>
                  <a:lnTo>
                    <a:pt x="4337053" y="606267"/>
                  </a:lnTo>
                  <a:lnTo>
                    <a:pt x="4337714" y="608142"/>
                  </a:lnTo>
                  <a:lnTo>
                    <a:pt x="4338374" y="603684"/>
                  </a:lnTo>
                  <a:lnTo>
                    <a:pt x="4339035" y="597184"/>
                  </a:lnTo>
                  <a:lnTo>
                    <a:pt x="4339695" y="596378"/>
                  </a:lnTo>
                  <a:lnTo>
                    <a:pt x="4340356" y="599748"/>
                  </a:lnTo>
                  <a:lnTo>
                    <a:pt x="4341017" y="586276"/>
                  </a:lnTo>
                  <a:lnTo>
                    <a:pt x="4341677" y="575503"/>
                  </a:lnTo>
                  <a:lnTo>
                    <a:pt x="4342338" y="573267"/>
                  </a:lnTo>
                  <a:lnTo>
                    <a:pt x="4342998" y="564146"/>
                  </a:lnTo>
                  <a:lnTo>
                    <a:pt x="4343659" y="562656"/>
                  </a:lnTo>
                  <a:lnTo>
                    <a:pt x="4344319" y="594395"/>
                  </a:lnTo>
                  <a:lnTo>
                    <a:pt x="4344980" y="616750"/>
                  </a:lnTo>
                  <a:lnTo>
                    <a:pt x="4345640" y="607387"/>
                  </a:lnTo>
                  <a:lnTo>
                    <a:pt x="4346301" y="611357"/>
                  </a:lnTo>
                  <a:lnTo>
                    <a:pt x="4346961" y="616023"/>
                  </a:lnTo>
                  <a:lnTo>
                    <a:pt x="4347622" y="616237"/>
                  </a:lnTo>
                  <a:lnTo>
                    <a:pt x="4348282" y="605522"/>
                  </a:lnTo>
                  <a:lnTo>
                    <a:pt x="4348943" y="605102"/>
                  </a:lnTo>
                  <a:lnTo>
                    <a:pt x="4349603" y="612552"/>
                  </a:lnTo>
                  <a:lnTo>
                    <a:pt x="4350264" y="592950"/>
                  </a:lnTo>
                  <a:lnTo>
                    <a:pt x="4350924" y="585796"/>
                  </a:lnTo>
                  <a:lnTo>
                    <a:pt x="4351585" y="587538"/>
                  </a:lnTo>
                  <a:lnTo>
                    <a:pt x="4352246" y="594577"/>
                  </a:lnTo>
                  <a:lnTo>
                    <a:pt x="4352906" y="593021"/>
                  </a:lnTo>
                  <a:lnTo>
                    <a:pt x="4353567" y="577643"/>
                  </a:lnTo>
                  <a:lnTo>
                    <a:pt x="4354227" y="559728"/>
                  </a:lnTo>
                  <a:lnTo>
                    <a:pt x="4354888" y="575503"/>
                  </a:lnTo>
                  <a:lnTo>
                    <a:pt x="4355548" y="581964"/>
                  </a:lnTo>
                  <a:lnTo>
                    <a:pt x="4356209" y="609978"/>
                  </a:lnTo>
                  <a:lnTo>
                    <a:pt x="4356869" y="618032"/>
                  </a:lnTo>
                  <a:lnTo>
                    <a:pt x="4357530" y="602994"/>
                  </a:lnTo>
                  <a:lnTo>
                    <a:pt x="4358190" y="587094"/>
                  </a:lnTo>
                  <a:lnTo>
                    <a:pt x="4358851" y="603059"/>
                  </a:lnTo>
                  <a:lnTo>
                    <a:pt x="4359511" y="617389"/>
                  </a:lnTo>
                  <a:lnTo>
                    <a:pt x="4360172" y="617775"/>
                  </a:lnTo>
                  <a:lnTo>
                    <a:pt x="4360832" y="617948"/>
                  </a:lnTo>
                  <a:lnTo>
                    <a:pt x="4361493" y="617948"/>
                  </a:lnTo>
                  <a:lnTo>
                    <a:pt x="4362154" y="617381"/>
                  </a:lnTo>
                  <a:lnTo>
                    <a:pt x="4362814" y="615995"/>
                  </a:lnTo>
                  <a:lnTo>
                    <a:pt x="4363475" y="617948"/>
                  </a:lnTo>
                  <a:lnTo>
                    <a:pt x="4364135" y="616989"/>
                  </a:lnTo>
                  <a:lnTo>
                    <a:pt x="4364796" y="605107"/>
                  </a:lnTo>
                  <a:lnTo>
                    <a:pt x="4365456" y="615487"/>
                  </a:lnTo>
                  <a:lnTo>
                    <a:pt x="4366117" y="617948"/>
                  </a:lnTo>
                  <a:lnTo>
                    <a:pt x="4366777" y="617948"/>
                  </a:lnTo>
                  <a:lnTo>
                    <a:pt x="4367438" y="617977"/>
                  </a:lnTo>
                  <a:lnTo>
                    <a:pt x="4368098" y="617977"/>
                  </a:lnTo>
                  <a:lnTo>
                    <a:pt x="4368759" y="614582"/>
                  </a:lnTo>
                  <a:lnTo>
                    <a:pt x="4369419" y="602994"/>
                  </a:lnTo>
                  <a:lnTo>
                    <a:pt x="4370080" y="614955"/>
                  </a:lnTo>
                  <a:lnTo>
                    <a:pt x="4370740" y="605522"/>
                  </a:lnTo>
                  <a:lnTo>
                    <a:pt x="4371401" y="592950"/>
                  </a:lnTo>
                  <a:lnTo>
                    <a:pt x="4372062" y="614296"/>
                  </a:lnTo>
                  <a:lnTo>
                    <a:pt x="4372722" y="614955"/>
                  </a:lnTo>
                  <a:lnTo>
                    <a:pt x="4373383" y="614161"/>
                  </a:lnTo>
                  <a:lnTo>
                    <a:pt x="4374043" y="615995"/>
                  </a:lnTo>
                  <a:lnTo>
                    <a:pt x="4374704" y="617948"/>
                  </a:lnTo>
                  <a:lnTo>
                    <a:pt x="4375364" y="617948"/>
                  </a:lnTo>
                  <a:lnTo>
                    <a:pt x="4376025" y="617360"/>
                  </a:lnTo>
                  <a:lnTo>
                    <a:pt x="4376685" y="617948"/>
                  </a:lnTo>
                  <a:lnTo>
                    <a:pt x="4377346" y="617948"/>
                  </a:lnTo>
                  <a:lnTo>
                    <a:pt x="4378006" y="617948"/>
                  </a:lnTo>
                  <a:lnTo>
                    <a:pt x="4378667" y="619957"/>
                  </a:lnTo>
                  <a:lnTo>
                    <a:pt x="4379327" y="618033"/>
                  </a:lnTo>
                  <a:lnTo>
                    <a:pt x="4379988" y="617948"/>
                  </a:lnTo>
                  <a:lnTo>
                    <a:pt x="4380648" y="616750"/>
                  </a:lnTo>
                  <a:lnTo>
                    <a:pt x="4381309" y="614926"/>
                  </a:lnTo>
                  <a:lnTo>
                    <a:pt x="4381969" y="615995"/>
                  </a:lnTo>
                  <a:lnTo>
                    <a:pt x="4382630" y="617647"/>
                  </a:lnTo>
                  <a:lnTo>
                    <a:pt x="4383291" y="617647"/>
                  </a:lnTo>
                  <a:lnTo>
                    <a:pt x="4383951" y="615693"/>
                  </a:lnTo>
                  <a:lnTo>
                    <a:pt x="4384612" y="616773"/>
                  </a:lnTo>
                  <a:lnTo>
                    <a:pt x="4385272" y="613305"/>
                  </a:lnTo>
                  <a:lnTo>
                    <a:pt x="4385933" y="609648"/>
                  </a:lnTo>
                  <a:lnTo>
                    <a:pt x="4386593" y="588728"/>
                  </a:lnTo>
                  <a:lnTo>
                    <a:pt x="4387254" y="550512"/>
                  </a:lnTo>
                  <a:lnTo>
                    <a:pt x="4387914" y="543769"/>
                  </a:lnTo>
                  <a:lnTo>
                    <a:pt x="4388575" y="538140"/>
                  </a:lnTo>
                  <a:lnTo>
                    <a:pt x="4389235" y="540778"/>
                  </a:lnTo>
                  <a:lnTo>
                    <a:pt x="4389896" y="572966"/>
                  </a:lnTo>
                  <a:lnTo>
                    <a:pt x="4390556" y="601975"/>
                  </a:lnTo>
                  <a:lnTo>
                    <a:pt x="4391217" y="575202"/>
                  </a:lnTo>
                  <a:lnTo>
                    <a:pt x="4391877" y="563845"/>
                  </a:lnTo>
                  <a:lnTo>
                    <a:pt x="4392538" y="559038"/>
                  </a:lnTo>
                  <a:lnTo>
                    <a:pt x="4393199" y="557084"/>
                  </a:lnTo>
                  <a:lnTo>
                    <a:pt x="4393859" y="574638"/>
                  </a:lnTo>
                  <a:lnTo>
                    <a:pt x="4394520" y="563484"/>
                  </a:lnTo>
                  <a:lnTo>
                    <a:pt x="4395180" y="563484"/>
                  </a:lnTo>
                  <a:lnTo>
                    <a:pt x="4395841" y="574841"/>
                  </a:lnTo>
                  <a:lnTo>
                    <a:pt x="4396501" y="572605"/>
                  </a:lnTo>
                  <a:lnTo>
                    <a:pt x="4397162" y="572605"/>
                  </a:lnTo>
                  <a:lnTo>
                    <a:pt x="4397822" y="572605"/>
                  </a:lnTo>
                  <a:lnTo>
                    <a:pt x="4398483" y="566283"/>
                  </a:lnTo>
                  <a:lnTo>
                    <a:pt x="4399143" y="592176"/>
                  </a:lnTo>
                  <a:lnTo>
                    <a:pt x="4399804" y="593732"/>
                  </a:lnTo>
                  <a:lnTo>
                    <a:pt x="4400464" y="598131"/>
                  </a:lnTo>
                  <a:lnTo>
                    <a:pt x="4401125" y="600307"/>
                  </a:lnTo>
                  <a:lnTo>
                    <a:pt x="4401785" y="595716"/>
                  </a:lnTo>
                  <a:lnTo>
                    <a:pt x="4402446" y="585614"/>
                  </a:lnTo>
                  <a:lnTo>
                    <a:pt x="4403107" y="601614"/>
                  </a:lnTo>
                  <a:lnTo>
                    <a:pt x="4403767" y="607479"/>
                  </a:lnTo>
                  <a:lnTo>
                    <a:pt x="4404428" y="593313"/>
                  </a:lnTo>
                  <a:lnTo>
                    <a:pt x="4405088" y="570613"/>
                  </a:lnTo>
                  <a:lnTo>
                    <a:pt x="4405749" y="572605"/>
                  </a:lnTo>
                  <a:lnTo>
                    <a:pt x="4406409" y="600307"/>
                  </a:lnTo>
                  <a:lnTo>
                    <a:pt x="4407070" y="597238"/>
                  </a:lnTo>
                  <a:lnTo>
                    <a:pt x="4407730" y="585614"/>
                  </a:lnTo>
                  <a:lnTo>
                    <a:pt x="4408391" y="592176"/>
                  </a:lnTo>
                  <a:lnTo>
                    <a:pt x="4409051" y="557084"/>
                  </a:lnTo>
                  <a:lnTo>
                    <a:pt x="4409712" y="543408"/>
                  </a:lnTo>
                  <a:lnTo>
                    <a:pt x="4410372" y="557084"/>
                  </a:lnTo>
                  <a:lnTo>
                    <a:pt x="4411033" y="543408"/>
                  </a:lnTo>
                  <a:lnTo>
                    <a:pt x="4411693" y="543408"/>
                  </a:lnTo>
                  <a:lnTo>
                    <a:pt x="4412354" y="543408"/>
                  </a:lnTo>
                  <a:lnTo>
                    <a:pt x="4413015" y="543408"/>
                  </a:lnTo>
                  <a:lnTo>
                    <a:pt x="4413675" y="541799"/>
                  </a:lnTo>
                  <a:lnTo>
                    <a:pt x="4414336" y="544242"/>
                  </a:lnTo>
                  <a:lnTo>
                    <a:pt x="4414996" y="567570"/>
                  </a:lnTo>
                  <a:lnTo>
                    <a:pt x="4415657" y="574841"/>
                  </a:lnTo>
                  <a:lnTo>
                    <a:pt x="4416317" y="585614"/>
                  </a:lnTo>
                  <a:lnTo>
                    <a:pt x="4416978" y="585614"/>
                  </a:lnTo>
                  <a:lnTo>
                    <a:pt x="4417638" y="574638"/>
                  </a:lnTo>
                  <a:lnTo>
                    <a:pt x="4418299" y="559066"/>
                  </a:lnTo>
                  <a:lnTo>
                    <a:pt x="4418959" y="582726"/>
                  </a:lnTo>
                  <a:lnTo>
                    <a:pt x="4419620" y="585614"/>
                  </a:lnTo>
                  <a:lnTo>
                    <a:pt x="4420280" y="591297"/>
                  </a:lnTo>
                  <a:lnTo>
                    <a:pt x="4420941" y="591297"/>
                  </a:lnTo>
                  <a:lnTo>
                    <a:pt x="4421601" y="593732"/>
                  </a:lnTo>
                  <a:lnTo>
                    <a:pt x="4422262" y="607479"/>
                  </a:lnTo>
                  <a:lnTo>
                    <a:pt x="4422922" y="603524"/>
                  </a:lnTo>
                  <a:lnTo>
                    <a:pt x="4423583" y="610298"/>
                  </a:lnTo>
                  <a:lnTo>
                    <a:pt x="4424244" y="614853"/>
                  </a:lnTo>
                  <a:lnTo>
                    <a:pt x="4424904" y="611418"/>
                  </a:lnTo>
                  <a:lnTo>
                    <a:pt x="4425565" y="607555"/>
                  </a:lnTo>
                  <a:lnTo>
                    <a:pt x="4426225" y="615361"/>
                  </a:lnTo>
                  <a:lnTo>
                    <a:pt x="4426886" y="618860"/>
                  </a:lnTo>
                  <a:lnTo>
                    <a:pt x="4427546" y="616726"/>
                  </a:lnTo>
                  <a:lnTo>
                    <a:pt x="4428207" y="619302"/>
                  </a:lnTo>
                  <a:lnTo>
                    <a:pt x="4428867" y="616718"/>
                  </a:lnTo>
                  <a:lnTo>
                    <a:pt x="4429528" y="618336"/>
                  </a:lnTo>
                  <a:lnTo>
                    <a:pt x="4430188" y="619302"/>
                  </a:lnTo>
                  <a:lnTo>
                    <a:pt x="4430849" y="618546"/>
                  </a:lnTo>
                  <a:lnTo>
                    <a:pt x="4431509" y="618221"/>
                  </a:lnTo>
                  <a:lnTo>
                    <a:pt x="4432170" y="614376"/>
                  </a:lnTo>
                  <a:lnTo>
                    <a:pt x="4432830" y="614477"/>
                  </a:lnTo>
                  <a:lnTo>
                    <a:pt x="4433491" y="619295"/>
                  </a:lnTo>
                  <a:lnTo>
                    <a:pt x="4434152" y="617286"/>
                  </a:lnTo>
                  <a:lnTo>
                    <a:pt x="4434812" y="617371"/>
                  </a:lnTo>
                  <a:lnTo>
                    <a:pt x="4435473" y="606183"/>
                  </a:lnTo>
                  <a:lnTo>
                    <a:pt x="4436133" y="599802"/>
                  </a:lnTo>
                  <a:lnTo>
                    <a:pt x="4436794" y="608149"/>
                  </a:lnTo>
                  <a:lnTo>
                    <a:pt x="4437454" y="604831"/>
                  </a:lnTo>
                  <a:lnTo>
                    <a:pt x="4438115" y="604831"/>
                  </a:lnTo>
                  <a:lnTo>
                    <a:pt x="4438775" y="608515"/>
                  </a:lnTo>
                  <a:lnTo>
                    <a:pt x="4439436" y="603524"/>
                  </a:lnTo>
                  <a:lnTo>
                    <a:pt x="4440096" y="602303"/>
                  </a:lnTo>
                  <a:lnTo>
                    <a:pt x="4440757" y="611037"/>
                  </a:lnTo>
                  <a:lnTo>
                    <a:pt x="4441417" y="616613"/>
                  </a:lnTo>
                  <a:lnTo>
                    <a:pt x="4442078" y="616613"/>
                  </a:lnTo>
                  <a:lnTo>
                    <a:pt x="4442738" y="614824"/>
                  </a:lnTo>
                  <a:lnTo>
                    <a:pt x="4443399" y="609287"/>
                  </a:lnTo>
                  <a:lnTo>
                    <a:pt x="4444060" y="603022"/>
                  </a:lnTo>
                  <a:lnTo>
                    <a:pt x="4444720" y="593313"/>
                  </a:lnTo>
                  <a:lnTo>
                    <a:pt x="4445381" y="593313"/>
                  </a:lnTo>
                  <a:lnTo>
                    <a:pt x="4446041" y="603022"/>
                  </a:lnTo>
                  <a:lnTo>
                    <a:pt x="4446702" y="604444"/>
                  </a:lnTo>
                  <a:lnTo>
                    <a:pt x="4447362" y="585614"/>
                  </a:lnTo>
                  <a:lnTo>
                    <a:pt x="4448023" y="563484"/>
                  </a:lnTo>
                  <a:lnTo>
                    <a:pt x="4448683" y="577569"/>
                  </a:lnTo>
                  <a:lnTo>
                    <a:pt x="4449344" y="590365"/>
                  </a:lnTo>
                  <a:lnTo>
                    <a:pt x="4450004" y="597238"/>
                  </a:lnTo>
                  <a:lnTo>
                    <a:pt x="4450665" y="585614"/>
                  </a:lnTo>
                  <a:lnTo>
                    <a:pt x="4451325" y="577569"/>
                  </a:lnTo>
                  <a:lnTo>
                    <a:pt x="4451986" y="571008"/>
                  </a:lnTo>
                  <a:lnTo>
                    <a:pt x="4452646" y="574638"/>
                  </a:lnTo>
                  <a:lnTo>
                    <a:pt x="4453307" y="581302"/>
                  </a:lnTo>
                  <a:lnTo>
                    <a:pt x="4453967" y="605604"/>
                  </a:lnTo>
                  <a:lnTo>
                    <a:pt x="4454628" y="616356"/>
                  </a:lnTo>
                  <a:lnTo>
                    <a:pt x="4455289" y="604473"/>
                  </a:lnTo>
                  <a:lnTo>
                    <a:pt x="4455949" y="614292"/>
                  </a:lnTo>
                  <a:lnTo>
                    <a:pt x="4456610" y="611550"/>
                  </a:lnTo>
                  <a:lnTo>
                    <a:pt x="4457270" y="600307"/>
                  </a:lnTo>
                  <a:lnTo>
                    <a:pt x="4457931" y="609287"/>
                  </a:lnTo>
                  <a:lnTo>
                    <a:pt x="4458591" y="596521"/>
                  </a:lnTo>
                  <a:lnTo>
                    <a:pt x="4459252" y="585614"/>
                  </a:lnTo>
                  <a:lnTo>
                    <a:pt x="4459912" y="609315"/>
                  </a:lnTo>
                  <a:lnTo>
                    <a:pt x="4460573" y="591480"/>
                  </a:lnTo>
                  <a:lnTo>
                    <a:pt x="4461233" y="576980"/>
                  </a:lnTo>
                  <a:lnTo>
                    <a:pt x="4461894" y="581302"/>
                  </a:lnTo>
                  <a:lnTo>
                    <a:pt x="4462554" y="579757"/>
                  </a:lnTo>
                  <a:lnTo>
                    <a:pt x="4463215" y="581302"/>
                  </a:lnTo>
                  <a:lnTo>
                    <a:pt x="4463875" y="571491"/>
                  </a:lnTo>
                  <a:lnTo>
                    <a:pt x="4464536" y="555971"/>
                  </a:lnTo>
                  <a:lnTo>
                    <a:pt x="4465197" y="555971"/>
                  </a:lnTo>
                  <a:lnTo>
                    <a:pt x="4465857" y="581120"/>
                  </a:lnTo>
                  <a:lnTo>
                    <a:pt x="4466518" y="598131"/>
                  </a:lnTo>
                  <a:lnTo>
                    <a:pt x="4467178" y="593313"/>
                  </a:lnTo>
                  <a:lnTo>
                    <a:pt x="4467839" y="569894"/>
                  </a:lnTo>
                  <a:lnTo>
                    <a:pt x="4468499" y="549712"/>
                  </a:lnTo>
                  <a:lnTo>
                    <a:pt x="4469160" y="571491"/>
                  </a:lnTo>
                  <a:lnTo>
                    <a:pt x="4469820" y="585796"/>
                  </a:lnTo>
                  <a:lnTo>
                    <a:pt x="4470481" y="609315"/>
                  </a:lnTo>
                  <a:lnTo>
                    <a:pt x="4471141" y="616970"/>
                  </a:lnTo>
                  <a:lnTo>
                    <a:pt x="4471802" y="612255"/>
                  </a:lnTo>
                  <a:lnTo>
                    <a:pt x="4472462" y="590926"/>
                  </a:lnTo>
                  <a:lnTo>
                    <a:pt x="4473123" y="599044"/>
                  </a:lnTo>
                  <a:lnTo>
                    <a:pt x="4473783" y="616031"/>
                  </a:lnTo>
                  <a:lnTo>
                    <a:pt x="4474444" y="617399"/>
                  </a:lnTo>
                  <a:lnTo>
                    <a:pt x="4475105" y="617314"/>
                  </a:lnTo>
                  <a:lnTo>
                    <a:pt x="4475765" y="619302"/>
                  </a:lnTo>
                  <a:lnTo>
                    <a:pt x="4476426" y="619302"/>
                  </a:lnTo>
                  <a:lnTo>
                    <a:pt x="4477086" y="615332"/>
                  </a:lnTo>
                  <a:lnTo>
                    <a:pt x="4477747" y="616613"/>
                  </a:lnTo>
                  <a:lnTo>
                    <a:pt x="4478407" y="615319"/>
                  </a:lnTo>
                  <a:lnTo>
                    <a:pt x="4479068" y="612226"/>
                  </a:lnTo>
                  <a:lnTo>
                    <a:pt x="4479728" y="612226"/>
                  </a:lnTo>
                  <a:lnTo>
                    <a:pt x="4480389" y="613605"/>
                  </a:lnTo>
                  <a:lnTo>
                    <a:pt x="4481049" y="608515"/>
                  </a:lnTo>
                  <a:lnTo>
                    <a:pt x="4481710" y="612660"/>
                  </a:lnTo>
                  <a:lnTo>
                    <a:pt x="4482370" y="604831"/>
                  </a:lnTo>
                  <a:lnTo>
                    <a:pt x="4483031" y="602811"/>
                  </a:lnTo>
                  <a:lnTo>
                    <a:pt x="4483691" y="577569"/>
                  </a:lnTo>
                  <a:lnTo>
                    <a:pt x="4484352" y="570613"/>
                  </a:lnTo>
                  <a:lnTo>
                    <a:pt x="4485013" y="566283"/>
                  </a:lnTo>
                  <a:lnTo>
                    <a:pt x="4485673" y="593313"/>
                  </a:lnTo>
                  <a:lnTo>
                    <a:pt x="4486334" y="611436"/>
                  </a:lnTo>
                  <a:lnTo>
                    <a:pt x="4486994" y="600307"/>
                  </a:lnTo>
                  <a:lnTo>
                    <a:pt x="4487655" y="577569"/>
                  </a:lnTo>
                  <a:lnTo>
                    <a:pt x="4488315" y="566283"/>
                  </a:lnTo>
                  <a:lnTo>
                    <a:pt x="4488976" y="566283"/>
                  </a:lnTo>
                  <a:lnTo>
                    <a:pt x="4489636" y="574841"/>
                  </a:lnTo>
                  <a:lnTo>
                    <a:pt x="4490297" y="581120"/>
                  </a:lnTo>
                  <a:lnTo>
                    <a:pt x="4490957" y="574841"/>
                  </a:lnTo>
                  <a:lnTo>
                    <a:pt x="4491618" y="574638"/>
                  </a:lnTo>
                  <a:lnTo>
                    <a:pt x="4492278" y="581120"/>
                  </a:lnTo>
                  <a:lnTo>
                    <a:pt x="4492939" y="563484"/>
                  </a:lnTo>
                  <a:lnTo>
                    <a:pt x="4493599" y="537779"/>
                  </a:lnTo>
                  <a:lnTo>
                    <a:pt x="4494260" y="537779"/>
                  </a:lnTo>
                  <a:lnTo>
                    <a:pt x="4494920" y="557084"/>
                  </a:lnTo>
                  <a:lnTo>
                    <a:pt x="4495581" y="559431"/>
                  </a:lnTo>
                  <a:lnTo>
                    <a:pt x="4496242" y="570613"/>
                  </a:lnTo>
                  <a:lnTo>
                    <a:pt x="4496902" y="593313"/>
                  </a:lnTo>
                  <a:lnTo>
                    <a:pt x="4497563" y="601614"/>
                  </a:lnTo>
                  <a:lnTo>
                    <a:pt x="4498223" y="589400"/>
                  </a:lnTo>
                  <a:lnTo>
                    <a:pt x="4498884" y="547277"/>
                  </a:lnTo>
                  <a:lnTo>
                    <a:pt x="4499544" y="540599"/>
                  </a:lnTo>
                  <a:lnTo>
                    <a:pt x="4500205" y="551009"/>
                  </a:lnTo>
                  <a:lnTo>
                    <a:pt x="4500865" y="553297"/>
                  </a:lnTo>
                  <a:lnTo>
                    <a:pt x="4501526" y="555527"/>
                  </a:lnTo>
                  <a:lnTo>
                    <a:pt x="4502186" y="563666"/>
                  </a:lnTo>
                  <a:lnTo>
                    <a:pt x="4502847" y="570613"/>
                  </a:lnTo>
                  <a:lnTo>
                    <a:pt x="4503507" y="595716"/>
                  </a:lnTo>
                  <a:lnTo>
                    <a:pt x="4504168" y="592359"/>
                  </a:lnTo>
                  <a:lnTo>
                    <a:pt x="4504828" y="562176"/>
                  </a:lnTo>
                  <a:lnTo>
                    <a:pt x="4505489" y="570796"/>
                  </a:lnTo>
                  <a:lnTo>
                    <a:pt x="4506150" y="559248"/>
                  </a:lnTo>
                  <a:lnTo>
                    <a:pt x="4506810" y="547277"/>
                  </a:lnTo>
                  <a:lnTo>
                    <a:pt x="4507471" y="535962"/>
                  </a:lnTo>
                  <a:lnTo>
                    <a:pt x="4508131" y="535779"/>
                  </a:lnTo>
                  <a:lnTo>
                    <a:pt x="4508792" y="543408"/>
                  </a:lnTo>
                  <a:lnTo>
                    <a:pt x="4509452" y="572605"/>
                  </a:lnTo>
                  <a:lnTo>
                    <a:pt x="4510113" y="598909"/>
                  </a:lnTo>
                  <a:lnTo>
                    <a:pt x="4510773" y="599236"/>
                  </a:lnTo>
                  <a:lnTo>
                    <a:pt x="4511434" y="603022"/>
                  </a:lnTo>
                  <a:lnTo>
                    <a:pt x="4512094" y="603050"/>
                  </a:lnTo>
                  <a:lnTo>
                    <a:pt x="4512755" y="593915"/>
                  </a:lnTo>
                  <a:lnTo>
                    <a:pt x="4513415" y="585796"/>
                  </a:lnTo>
                  <a:lnTo>
                    <a:pt x="4514076" y="595745"/>
                  </a:lnTo>
                  <a:lnTo>
                    <a:pt x="4514736" y="593495"/>
                  </a:lnTo>
                  <a:lnTo>
                    <a:pt x="4515397" y="599265"/>
                  </a:lnTo>
                  <a:lnTo>
                    <a:pt x="4516058" y="563666"/>
                  </a:lnTo>
                  <a:lnTo>
                    <a:pt x="4516718" y="529213"/>
                  </a:lnTo>
                  <a:lnTo>
                    <a:pt x="4517379" y="518083"/>
                  </a:lnTo>
                  <a:lnTo>
                    <a:pt x="4518039" y="517900"/>
                  </a:lnTo>
                  <a:lnTo>
                    <a:pt x="4518700" y="561994"/>
                  </a:lnTo>
                  <a:lnTo>
                    <a:pt x="4519360" y="574841"/>
                  </a:lnTo>
                  <a:lnTo>
                    <a:pt x="4520021" y="543408"/>
                  </a:lnTo>
                  <a:lnTo>
                    <a:pt x="4520681" y="550151"/>
                  </a:lnTo>
                  <a:lnTo>
                    <a:pt x="4521342" y="559248"/>
                  </a:lnTo>
                  <a:lnTo>
                    <a:pt x="4522002" y="585796"/>
                  </a:lnTo>
                  <a:lnTo>
                    <a:pt x="4522663" y="604335"/>
                  </a:lnTo>
                  <a:lnTo>
                    <a:pt x="4523323" y="599044"/>
                  </a:lnTo>
                  <a:lnTo>
                    <a:pt x="4523984" y="614039"/>
                  </a:lnTo>
                  <a:lnTo>
                    <a:pt x="4524644" y="617112"/>
                  </a:lnTo>
                  <a:lnTo>
                    <a:pt x="4525305" y="615508"/>
                  </a:lnTo>
                  <a:lnTo>
                    <a:pt x="4525965" y="616638"/>
                  </a:lnTo>
                  <a:lnTo>
                    <a:pt x="4526626" y="614824"/>
                  </a:lnTo>
                  <a:lnTo>
                    <a:pt x="4527287" y="617286"/>
                  </a:lnTo>
                  <a:lnTo>
                    <a:pt x="4527947" y="617286"/>
                  </a:lnTo>
                  <a:lnTo>
                    <a:pt x="4528608" y="617084"/>
                  </a:lnTo>
                  <a:lnTo>
                    <a:pt x="4529268" y="616856"/>
                  </a:lnTo>
                  <a:lnTo>
                    <a:pt x="4529929" y="617286"/>
                  </a:lnTo>
                  <a:lnTo>
                    <a:pt x="4530589" y="617169"/>
                  </a:lnTo>
                  <a:lnTo>
                    <a:pt x="4531250" y="617286"/>
                  </a:lnTo>
                  <a:lnTo>
                    <a:pt x="4531910" y="616327"/>
                  </a:lnTo>
                  <a:lnTo>
                    <a:pt x="4532571" y="599086"/>
                  </a:lnTo>
                  <a:lnTo>
                    <a:pt x="4533231" y="581120"/>
                  </a:lnTo>
                  <a:lnTo>
                    <a:pt x="4533892" y="570613"/>
                  </a:lnTo>
                  <a:lnTo>
                    <a:pt x="4534552" y="581120"/>
                  </a:lnTo>
                  <a:lnTo>
                    <a:pt x="4535213" y="572605"/>
                  </a:lnTo>
                  <a:lnTo>
                    <a:pt x="4535873" y="543408"/>
                  </a:lnTo>
                  <a:lnTo>
                    <a:pt x="4536534" y="535779"/>
                  </a:lnTo>
                  <a:lnTo>
                    <a:pt x="4537195" y="540417"/>
                  </a:lnTo>
                  <a:lnTo>
                    <a:pt x="4537855" y="537777"/>
                  </a:lnTo>
                  <a:lnTo>
                    <a:pt x="4538516" y="541799"/>
                  </a:lnTo>
                  <a:lnTo>
                    <a:pt x="4539176" y="543408"/>
                  </a:lnTo>
                  <a:lnTo>
                    <a:pt x="4539837" y="543408"/>
                  </a:lnTo>
                  <a:lnTo>
                    <a:pt x="4540497" y="547094"/>
                  </a:lnTo>
                  <a:lnTo>
                    <a:pt x="4541158" y="557084"/>
                  </a:lnTo>
                  <a:lnTo>
                    <a:pt x="4541818" y="547494"/>
                  </a:lnTo>
                  <a:lnTo>
                    <a:pt x="4542479" y="550790"/>
                  </a:lnTo>
                  <a:lnTo>
                    <a:pt x="4543139" y="566448"/>
                  </a:lnTo>
                  <a:lnTo>
                    <a:pt x="4543800" y="574841"/>
                  </a:lnTo>
                  <a:lnTo>
                    <a:pt x="4544460" y="566283"/>
                  </a:lnTo>
                  <a:lnTo>
                    <a:pt x="4545121" y="555344"/>
                  </a:lnTo>
                  <a:lnTo>
                    <a:pt x="4545781" y="591297"/>
                  </a:lnTo>
                  <a:lnTo>
                    <a:pt x="4546442" y="599086"/>
                  </a:lnTo>
                  <a:lnTo>
                    <a:pt x="4547103" y="585614"/>
                  </a:lnTo>
                  <a:lnTo>
                    <a:pt x="4547763" y="563484"/>
                  </a:lnTo>
                  <a:lnTo>
                    <a:pt x="4548424" y="550151"/>
                  </a:lnTo>
                  <a:lnTo>
                    <a:pt x="4549084" y="566283"/>
                  </a:lnTo>
                  <a:lnTo>
                    <a:pt x="4549745" y="595716"/>
                  </a:lnTo>
                  <a:lnTo>
                    <a:pt x="4550405" y="610269"/>
                  </a:lnTo>
                  <a:lnTo>
                    <a:pt x="4551066" y="595716"/>
                  </a:lnTo>
                  <a:lnTo>
                    <a:pt x="4551726" y="585614"/>
                  </a:lnTo>
                  <a:lnTo>
                    <a:pt x="4552387" y="590744"/>
                  </a:lnTo>
                  <a:lnTo>
                    <a:pt x="4553047" y="598443"/>
                  </a:lnTo>
                  <a:lnTo>
                    <a:pt x="4553708" y="582818"/>
                  </a:lnTo>
                  <a:lnTo>
                    <a:pt x="4554368" y="569504"/>
                  </a:lnTo>
                  <a:lnTo>
                    <a:pt x="4555029" y="580659"/>
                  </a:lnTo>
                  <a:lnTo>
                    <a:pt x="4555689" y="559038"/>
                  </a:lnTo>
                  <a:lnTo>
                    <a:pt x="4556350" y="565086"/>
                  </a:lnTo>
                  <a:lnTo>
                    <a:pt x="4557011" y="569504"/>
                  </a:lnTo>
                  <a:lnTo>
                    <a:pt x="4557671" y="549871"/>
                  </a:lnTo>
                  <a:lnTo>
                    <a:pt x="4558332" y="545161"/>
                  </a:lnTo>
                  <a:lnTo>
                    <a:pt x="4558992" y="550790"/>
                  </a:lnTo>
                  <a:lnTo>
                    <a:pt x="4559653" y="550328"/>
                  </a:lnTo>
                  <a:lnTo>
                    <a:pt x="4560313" y="547799"/>
                  </a:lnTo>
                  <a:lnTo>
                    <a:pt x="4560974" y="550790"/>
                  </a:lnTo>
                  <a:lnTo>
                    <a:pt x="4561634" y="577077"/>
                  </a:lnTo>
                  <a:lnTo>
                    <a:pt x="4562295" y="581572"/>
                  </a:lnTo>
                  <a:lnTo>
                    <a:pt x="4562955" y="555344"/>
                  </a:lnTo>
                  <a:lnTo>
                    <a:pt x="4563616" y="566283"/>
                  </a:lnTo>
                  <a:lnTo>
                    <a:pt x="4564276" y="585614"/>
                  </a:lnTo>
                  <a:lnTo>
                    <a:pt x="4564937" y="604222"/>
                  </a:lnTo>
                  <a:lnTo>
                    <a:pt x="4565597" y="571008"/>
                  </a:lnTo>
                  <a:lnTo>
                    <a:pt x="4566258" y="550826"/>
                  </a:lnTo>
                  <a:lnTo>
                    <a:pt x="4566918" y="576798"/>
                  </a:lnTo>
                  <a:lnTo>
                    <a:pt x="4567579" y="605575"/>
                  </a:lnTo>
                  <a:lnTo>
                    <a:pt x="4568240" y="610666"/>
                  </a:lnTo>
                  <a:lnTo>
                    <a:pt x="4568900" y="589400"/>
                  </a:lnTo>
                  <a:lnTo>
                    <a:pt x="4569561" y="583117"/>
                  </a:lnTo>
                  <a:lnTo>
                    <a:pt x="4570221" y="585331"/>
                  </a:lnTo>
                  <a:lnTo>
                    <a:pt x="4570882" y="593497"/>
                  </a:lnTo>
                  <a:lnTo>
                    <a:pt x="4571542" y="580659"/>
                  </a:lnTo>
                  <a:lnTo>
                    <a:pt x="4572203" y="572303"/>
                  </a:lnTo>
                  <a:lnTo>
                    <a:pt x="4572863" y="580659"/>
                  </a:lnTo>
                  <a:lnTo>
                    <a:pt x="4573524" y="559038"/>
                  </a:lnTo>
                  <a:lnTo>
                    <a:pt x="4574184" y="565086"/>
                  </a:lnTo>
                  <a:lnTo>
                    <a:pt x="4574845" y="561365"/>
                  </a:lnTo>
                  <a:lnTo>
                    <a:pt x="4575505" y="544242"/>
                  </a:lnTo>
                  <a:lnTo>
                    <a:pt x="4576166" y="545161"/>
                  </a:lnTo>
                  <a:lnTo>
                    <a:pt x="4576826" y="550790"/>
                  </a:lnTo>
                  <a:lnTo>
                    <a:pt x="4577487" y="549871"/>
                  </a:lnTo>
                  <a:lnTo>
                    <a:pt x="4578148" y="547799"/>
                  </a:lnTo>
                  <a:lnTo>
                    <a:pt x="4578808" y="550790"/>
                  </a:lnTo>
                  <a:lnTo>
                    <a:pt x="4579469" y="580659"/>
                  </a:lnTo>
                  <a:lnTo>
                    <a:pt x="4580129" y="576798"/>
                  </a:lnTo>
                  <a:lnTo>
                    <a:pt x="4580790" y="557084"/>
                  </a:lnTo>
                  <a:lnTo>
                    <a:pt x="4581450" y="555344"/>
                  </a:lnTo>
                  <a:lnTo>
                    <a:pt x="4582111" y="591297"/>
                  </a:lnTo>
                  <a:lnTo>
                    <a:pt x="4582771" y="591297"/>
                  </a:lnTo>
                  <a:lnTo>
                    <a:pt x="4583432" y="576798"/>
                  </a:lnTo>
                  <a:lnTo>
                    <a:pt x="4584092" y="561994"/>
                  </a:lnTo>
                  <a:lnTo>
                    <a:pt x="4584753" y="547094"/>
                  </a:lnTo>
                  <a:lnTo>
                    <a:pt x="4585413" y="570613"/>
                  </a:lnTo>
                  <a:lnTo>
                    <a:pt x="4586074" y="605575"/>
                  </a:lnTo>
                  <a:lnTo>
                    <a:pt x="4586734" y="616613"/>
                  </a:lnTo>
                  <a:lnTo>
                    <a:pt x="4587395" y="598131"/>
                  </a:lnTo>
                  <a:lnTo>
                    <a:pt x="4588056" y="588367"/>
                  </a:lnTo>
                  <a:lnTo>
                    <a:pt x="4588716" y="604222"/>
                  </a:lnTo>
                  <a:lnTo>
                    <a:pt x="4589377" y="585614"/>
                  </a:lnTo>
                  <a:lnTo>
                    <a:pt x="4590037" y="574638"/>
                  </a:lnTo>
                  <a:lnTo>
                    <a:pt x="4590698" y="566283"/>
                  </a:lnTo>
                  <a:lnTo>
                    <a:pt x="4591358" y="561994"/>
                  </a:lnTo>
                  <a:lnTo>
                    <a:pt x="4592019" y="570613"/>
                  </a:lnTo>
                  <a:lnTo>
                    <a:pt x="4592679" y="571008"/>
                  </a:lnTo>
                  <a:lnTo>
                    <a:pt x="4593340" y="557342"/>
                  </a:lnTo>
                  <a:lnTo>
                    <a:pt x="4594000" y="574602"/>
                  </a:lnTo>
                  <a:lnTo>
                    <a:pt x="4594661" y="593313"/>
                  </a:lnTo>
                  <a:lnTo>
                    <a:pt x="4595321" y="577569"/>
                  </a:lnTo>
                  <a:lnTo>
                    <a:pt x="4595982" y="563484"/>
                  </a:lnTo>
                  <a:lnTo>
                    <a:pt x="4596642" y="550151"/>
                  </a:lnTo>
                  <a:lnTo>
                    <a:pt x="4597303" y="543408"/>
                  </a:lnTo>
                  <a:lnTo>
                    <a:pt x="4597963" y="579574"/>
                  </a:lnTo>
                  <a:lnTo>
                    <a:pt x="4598624" y="605575"/>
                  </a:lnTo>
                  <a:lnTo>
                    <a:pt x="4599285" y="604222"/>
                  </a:lnTo>
                  <a:lnTo>
                    <a:pt x="4599945" y="572605"/>
                  </a:lnTo>
                  <a:lnTo>
                    <a:pt x="4600606" y="576798"/>
                  </a:lnTo>
                  <a:lnTo>
                    <a:pt x="4601266" y="576798"/>
                  </a:lnTo>
                  <a:lnTo>
                    <a:pt x="4601927" y="566283"/>
                  </a:lnTo>
                  <a:lnTo>
                    <a:pt x="4602587" y="550826"/>
                  </a:lnTo>
                  <a:lnTo>
                    <a:pt x="4603248" y="555344"/>
                  </a:lnTo>
                  <a:lnTo>
                    <a:pt x="4603908" y="553018"/>
                  </a:lnTo>
                  <a:lnTo>
                    <a:pt x="4604569" y="561994"/>
                  </a:lnTo>
                  <a:lnTo>
                    <a:pt x="4605229" y="566283"/>
                  </a:lnTo>
                  <a:lnTo>
                    <a:pt x="4605890" y="553018"/>
                  </a:lnTo>
                  <a:lnTo>
                    <a:pt x="4606550" y="550151"/>
                  </a:lnTo>
                  <a:lnTo>
                    <a:pt x="4607211" y="566283"/>
                  </a:lnTo>
                  <a:lnTo>
                    <a:pt x="4607871" y="570613"/>
                  </a:lnTo>
                  <a:lnTo>
                    <a:pt x="4608532" y="558074"/>
                  </a:lnTo>
                  <a:lnTo>
                    <a:pt x="4609193" y="561365"/>
                  </a:lnTo>
                  <a:lnTo>
                    <a:pt x="4609853" y="569504"/>
                  </a:lnTo>
                  <a:lnTo>
                    <a:pt x="4610514" y="593313"/>
                  </a:lnTo>
                  <a:lnTo>
                    <a:pt x="4611174" y="570613"/>
                  </a:lnTo>
                  <a:lnTo>
                    <a:pt x="4611835" y="550151"/>
                  </a:lnTo>
                  <a:lnTo>
                    <a:pt x="4612495" y="570613"/>
                  </a:lnTo>
                  <a:lnTo>
                    <a:pt x="4613156" y="571008"/>
                  </a:lnTo>
                  <a:lnTo>
                    <a:pt x="4613816" y="543408"/>
                  </a:lnTo>
                  <a:lnTo>
                    <a:pt x="4614477" y="537779"/>
                  </a:lnTo>
                  <a:lnTo>
                    <a:pt x="4615137" y="549782"/>
                  </a:lnTo>
                  <a:lnTo>
                    <a:pt x="4615798" y="550457"/>
                  </a:lnTo>
                  <a:lnTo>
                    <a:pt x="4616458" y="552649"/>
                  </a:lnTo>
                  <a:lnTo>
                    <a:pt x="4617119" y="554976"/>
                  </a:lnTo>
                  <a:lnTo>
                    <a:pt x="4617779" y="556715"/>
                  </a:lnTo>
                  <a:lnTo>
                    <a:pt x="4618440" y="543039"/>
                  </a:lnTo>
                  <a:lnTo>
                    <a:pt x="4619101" y="543039"/>
                  </a:lnTo>
                  <a:lnTo>
                    <a:pt x="4619761" y="549782"/>
                  </a:lnTo>
                  <a:lnTo>
                    <a:pt x="4620422" y="552649"/>
                  </a:lnTo>
                  <a:lnTo>
                    <a:pt x="4621082" y="543039"/>
                  </a:lnTo>
                  <a:lnTo>
                    <a:pt x="4621743" y="542792"/>
                  </a:lnTo>
                  <a:lnTo>
                    <a:pt x="4622403" y="547430"/>
                  </a:lnTo>
                  <a:lnTo>
                    <a:pt x="4623064" y="572378"/>
                  </a:lnTo>
                  <a:lnTo>
                    <a:pt x="4623724" y="574472"/>
                  </a:lnTo>
                  <a:lnTo>
                    <a:pt x="4624385" y="537410"/>
                  </a:lnTo>
                  <a:lnTo>
                    <a:pt x="4625045" y="550457"/>
                  </a:lnTo>
                  <a:lnTo>
                    <a:pt x="4625706" y="580751"/>
                  </a:lnTo>
                  <a:lnTo>
                    <a:pt x="4626366" y="582357"/>
                  </a:lnTo>
                  <a:lnTo>
                    <a:pt x="4627027" y="550457"/>
                  </a:lnTo>
                  <a:lnTo>
                    <a:pt x="4627687" y="540048"/>
                  </a:lnTo>
                  <a:lnTo>
                    <a:pt x="4628348" y="556715"/>
                  </a:lnTo>
                  <a:lnTo>
                    <a:pt x="4629009" y="556715"/>
                  </a:lnTo>
                  <a:lnTo>
                    <a:pt x="4629669" y="563115"/>
                  </a:lnTo>
                  <a:lnTo>
                    <a:pt x="4630330" y="556715"/>
                  </a:lnTo>
                  <a:lnTo>
                    <a:pt x="4630990" y="554976"/>
                  </a:lnTo>
                  <a:lnTo>
                    <a:pt x="4631651" y="542792"/>
                  </a:lnTo>
                  <a:lnTo>
                    <a:pt x="4632311" y="544792"/>
                  </a:lnTo>
                  <a:lnTo>
                    <a:pt x="4632972" y="550421"/>
                  </a:lnTo>
                  <a:lnTo>
                    <a:pt x="4633632" y="554976"/>
                  </a:lnTo>
                  <a:lnTo>
                    <a:pt x="4634293" y="543039"/>
                  </a:lnTo>
                  <a:lnTo>
                    <a:pt x="4634953" y="550457"/>
                  </a:lnTo>
                  <a:lnTo>
                    <a:pt x="4635614" y="580751"/>
                  </a:lnTo>
                  <a:lnTo>
                    <a:pt x="4636274" y="574269"/>
                  </a:lnTo>
                  <a:lnTo>
                    <a:pt x="4636935" y="543039"/>
                  </a:lnTo>
                  <a:lnTo>
                    <a:pt x="4637595" y="564316"/>
                  </a:lnTo>
                  <a:lnTo>
                    <a:pt x="4638256" y="572117"/>
                  </a:lnTo>
                  <a:lnTo>
                    <a:pt x="4638916" y="549964"/>
                  </a:lnTo>
                  <a:lnTo>
                    <a:pt x="4639577" y="543221"/>
                  </a:lnTo>
                  <a:lnTo>
                    <a:pt x="4640238" y="543221"/>
                  </a:lnTo>
                  <a:lnTo>
                    <a:pt x="4640898" y="543221"/>
                  </a:lnTo>
                  <a:lnTo>
                    <a:pt x="4641559" y="546908"/>
                  </a:lnTo>
                  <a:lnTo>
                    <a:pt x="4642219" y="579205"/>
                  </a:lnTo>
                  <a:lnTo>
                    <a:pt x="4642880" y="598717"/>
                  </a:lnTo>
                  <a:lnTo>
                    <a:pt x="4643540" y="585245"/>
                  </a:lnTo>
                  <a:lnTo>
                    <a:pt x="4644201" y="549782"/>
                  </a:lnTo>
                  <a:lnTo>
                    <a:pt x="4644861" y="535410"/>
                  </a:lnTo>
                  <a:lnTo>
                    <a:pt x="4645522" y="537410"/>
                  </a:lnTo>
                  <a:lnTo>
                    <a:pt x="4646182" y="554976"/>
                  </a:lnTo>
                  <a:lnTo>
                    <a:pt x="4646843" y="543039"/>
                  </a:lnTo>
                  <a:lnTo>
                    <a:pt x="4647503" y="537592"/>
                  </a:lnTo>
                  <a:lnTo>
                    <a:pt x="4648164" y="523254"/>
                  </a:lnTo>
                  <a:lnTo>
                    <a:pt x="4648824" y="535593"/>
                  </a:lnTo>
                  <a:lnTo>
                    <a:pt x="4649485" y="535593"/>
                  </a:lnTo>
                  <a:lnTo>
                    <a:pt x="4650146" y="549964"/>
                  </a:lnTo>
                  <a:lnTo>
                    <a:pt x="4650806" y="565989"/>
                  </a:lnTo>
                  <a:lnTo>
                    <a:pt x="4651467" y="555158"/>
                  </a:lnTo>
                  <a:lnTo>
                    <a:pt x="4652127" y="543221"/>
                  </a:lnTo>
                  <a:lnTo>
                    <a:pt x="4652788" y="535410"/>
                  </a:lnTo>
                  <a:lnTo>
                    <a:pt x="4653448" y="543039"/>
                  </a:lnTo>
                  <a:lnTo>
                    <a:pt x="4654109" y="565914"/>
                  </a:lnTo>
                  <a:lnTo>
                    <a:pt x="4654769" y="561625"/>
                  </a:lnTo>
                  <a:lnTo>
                    <a:pt x="4655430" y="565914"/>
                  </a:lnTo>
                  <a:lnTo>
                    <a:pt x="4656090" y="570244"/>
                  </a:lnTo>
                  <a:lnTo>
                    <a:pt x="4656751" y="549782"/>
                  </a:lnTo>
                  <a:lnTo>
                    <a:pt x="4657411" y="550457"/>
                  </a:lnTo>
                  <a:lnTo>
                    <a:pt x="4658072" y="565914"/>
                  </a:lnTo>
                  <a:lnTo>
                    <a:pt x="4658732" y="543039"/>
                  </a:lnTo>
                  <a:lnTo>
                    <a:pt x="4659393" y="543039"/>
                  </a:lnTo>
                  <a:lnTo>
                    <a:pt x="4660054" y="550457"/>
                  </a:lnTo>
                  <a:lnTo>
                    <a:pt x="4660714" y="543039"/>
                  </a:lnTo>
                  <a:lnTo>
                    <a:pt x="4661375" y="543039"/>
                  </a:lnTo>
                  <a:lnTo>
                    <a:pt x="4662035" y="543039"/>
                  </a:lnTo>
                  <a:lnTo>
                    <a:pt x="4662696" y="543039"/>
                  </a:lnTo>
                  <a:lnTo>
                    <a:pt x="4663356" y="540048"/>
                  </a:lnTo>
                  <a:lnTo>
                    <a:pt x="4664017" y="543039"/>
                  </a:lnTo>
                  <a:lnTo>
                    <a:pt x="4664677" y="543039"/>
                  </a:lnTo>
                  <a:lnTo>
                    <a:pt x="4665338" y="549416"/>
                  </a:lnTo>
                  <a:lnTo>
                    <a:pt x="4665998" y="543039"/>
                  </a:lnTo>
                  <a:lnTo>
                    <a:pt x="4666659" y="546725"/>
                  </a:lnTo>
                  <a:lnTo>
                    <a:pt x="4667319" y="540048"/>
                  </a:lnTo>
                  <a:lnTo>
                    <a:pt x="4667980" y="549782"/>
                  </a:lnTo>
                  <a:lnTo>
                    <a:pt x="4668640" y="552831"/>
                  </a:lnTo>
                  <a:lnTo>
                    <a:pt x="4669301" y="540230"/>
                  </a:lnTo>
                  <a:lnTo>
                    <a:pt x="4669961" y="546908"/>
                  </a:lnTo>
                  <a:lnTo>
                    <a:pt x="4670622" y="565295"/>
                  </a:lnTo>
                  <a:lnTo>
                    <a:pt x="4671283" y="535593"/>
                  </a:lnTo>
                  <a:lnTo>
                    <a:pt x="4671943" y="511585"/>
                  </a:lnTo>
                  <a:lnTo>
                    <a:pt x="4672604" y="528845"/>
                  </a:lnTo>
                  <a:lnTo>
                    <a:pt x="4673264" y="549964"/>
                  </a:lnTo>
                  <a:lnTo>
                    <a:pt x="4673925" y="549964"/>
                  </a:lnTo>
                  <a:lnTo>
                    <a:pt x="4674585" y="540230"/>
                  </a:lnTo>
                  <a:lnTo>
                    <a:pt x="4675246" y="543221"/>
                  </a:lnTo>
                  <a:lnTo>
                    <a:pt x="4675906" y="523254"/>
                  </a:lnTo>
                  <a:lnTo>
                    <a:pt x="4676567" y="543039"/>
                  </a:lnTo>
                  <a:lnTo>
                    <a:pt x="4677227" y="574269"/>
                  </a:lnTo>
                  <a:lnTo>
                    <a:pt x="4677888" y="601245"/>
                  </a:lnTo>
                  <a:lnTo>
                    <a:pt x="4678548" y="610583"/>
                  </a:lnTo>
                  <a:lnTo>
                    <a:pt x="4679209" y="612575"/>
                  </a:lnTo>
                  <a:lnTo>
                    <a:pt x="4679869" y="595376"/>
                  </a:lnTo>
                  <a:lnTo>
                    <a:pt x="4680530" y="593127"/>
                  </a:lnTo>
                  <a:lnTo>
                    <a:pt x="4681191" y="606384"/>
                  </a:lnTo>
                  <a:lnTo>
                    <a:pt x="4681851" y="616743"/>
                  </a:lnTo>
                  <a:lnTo>
                    <a:pt x="4682512" y="608946"/>
                  </a:lnTo>
                  <a:lnTo>
                    <a:pt x="4683172" y="580933"/>
                  </a:lnTo>
                  <a:lnTo>
                    <a:pt x="4683833" y="587425"/>
                  </a:lnTo>
                  <a:lnTo>
                    <a:pt x="4684493" y="585427"/>
                  </a:lnTo>
                  <a:lnTo>
                    <a:pt x="4685154" y="570821"/>
                  </a:lnTo>
                  <a:lnTo>
                    <a:pt x="4685814" y="562388"/>
                  </a:lnTo>
                  <a:lnTo>
                    <a:pt x="4686475" y="574452"/>
                  </a:lnTo>
                  <a:lnTo>
                    <a:pt x="4687135" y="574452"/>
                  </a:lnTo>
                  <a:lnTo>
                    <a:pt x="4687796" y="597762"/>
                  </a:lnTo>
                  <a:lnTo>
                    <a:pt x="4688456" y="580751"/>
                  </a:lnTo>
                  <a:lnTo>
                    <a:pt x="4689117" y="608146"/>
                  </a:lnTo>
                  <a:lnTo>
                    <a:pt x="4689777" y="617182"/>
                  </a:lnTo>
                  <a:lnTo>
                    <a:pt x="4690438" y="605292"/>
                  </a:lnTo>
                  <a:lnTo>
                    <a:pt x="4691099" y="601934"/>
                  </a:lnTo>
                  <a:lnTo>
                    <a:pt x="4691759" y="604676"/>
                  </a:lnTo>
                  <a:lnTo>
                    <a:pt x="4692420" y="585245"/>
                  </a:lnTo>
                  <a:lnTo>
                    <a:pt x="4693080" y="556183"/>
                  </a:lnTo>
                  <a:lnTo>
                    <a:pt x="4693741" y="528277"/>
                  </a:lnTo>
                  <a:lnTo>
                    <a:pt x="4694401" y="526278"/>
                  </a:lnTo>
                  <a:lnTo>
                    <a:pt x="4695062" y="526278"/>
                  </a:lnTo>
                  <a:lnTo>
                    <a:pt x="4695722" y="519529"/>
                  </a:lnTo>
                  <a:lnTo>
                    <a:pt x="4696383" y="530915"/>
                  </a:lnTo>
                  <a:lnTo>
                    <a:pt x="4697043" y="530354"/>
                  </a:lnTo>
                  <a:lnTo>
                    <a:pt x="4697704" y="539167"/>
                  </a:lnTo>
                  <a:lnTo>
                    <a:pt x="4698364" y="566387"/>
                  </a:lnTo>
                  <a:lnTo>
                    <a:pt x="4699025" y="574472"/>
                  </a:lnTo>
                  <a:lnTo>
                    <a:pt x="4699685" y="549026"/>
                  </a:lnTo>
                  <a:lnTo>
                    <a:pt x="4700346" y="551038"/>
                  </a:lnTo>
                  <a:lnTo>
                    <a:pt x="4701007" y="570825"/>
                  </a:lnTo>
                  <a:lnTo>
                    <a:pt x="4701667" y="559278"/>
                  </a:lnTo>
                  <a:lnTo>
                    <a:pt x="4702328" y="555557"/>
                  </a:lnTo>
                  <a:lnTo>
                    <a:pt x="4702988" y="580751"/>
                  </a:lnTo>
                  <a:lnTo>
                    <a:pt x="4703649" y="570825"/>
                  </a:lnTo>
                  <a:lnTo>
                    <a:pt x="4704309" y="547306"/>
                  </a:lnTo>
                  <a:lnTo>
                    <a:pt x="4704970" y="535991"/>
                  </a:lnTo>
                  <a:lnTo>
                    <a:pt x="4705630" y="538173"/>
                  </a:lnTo>
                  <a:lnTo>
                    <a:pt x="4706291" y="593546"/>
                  </a:lnTo>
                  <a:lnTo>
                    <a:pt x="4706951" y="600919"/>
                  </a:lnTo>
                  <a:lnTo>
                    <a:pt x="4707612" y="594343"/>
                  </a:lnTo>
                  <a:lnTo>
                    <a:pt x="4708272" y="614613"/>
                  </a:lnTo>
                  <a:lnTo>
                    <a:pt x="4708933" y="614484"/>
                  </a:lnTo>
                  <a:lnTo>
                    <a:pt x="4709593" y="614992"/>
                  </a:lnTo>
                  <a:lnTo>
                    <a:pt x="4710254" y="607043"/>
                  </a:lnTo>
                  <a:lnTo>
                    <a:pt x="4710914" y="590557"/>
                  </a:lnTo>
                  <a:lnTo>
                    <a:pt x="4711575" y="609324"/>
                  </a:lnTo>
                  <a:lnTo>
                    <a:pt x="4712236" y="608174"/>
                  </a:lnTo>
                  <a:lnTo>
                    <a:pt x="4712896" y="589031"/>
                  </a:lnTo>
                  <a:lnTo>
                    <a:pt x="4713557" y="609032"/>
                  </a:lnTo>
                  <a:lnTo>
                    <a:pt x="4714217" y="616945"/>
                  </a:lnTo>
                  <a:lnTo>
                    <a:pt x="4714878" y="614992"/>
                  </a:lnTo>
                  <a:lnTo>
                    <a:pt x="4715538" y="601007"/>
                  </a:lnTo>
                  <a:lnTo>
                    <a:pt x="4716199" y="597119"/>
                  </a:lnTo>
                  <a:lnTo>
                    <a:pt x="4716859" y="591001"/>
                  </a:lnTo>
                  <a:lnTo>
                    <a:pt x="4717520" y="605478"/>
                  </a:lnTo>
                  <a:lnTo>
                    <a:pt x="4718180" y="607139"/>
                  </a:lnTo>
                  <a:lnTo>
                    <a:pt x="4718841" y="576611"/>
                  </a:lnTo>
                  <a:lnTo>
                    <a:pt x="4719501" y="549924"/>
                  </a:lnTo>
                  <a:lnTo>
                    <a:pt x="4720162" y="538053"/>
                  </a:lnTo>
                  <a:lnTo>
                    <a:pt x="4720822" y="554443"/>
                  </a:lnTo>
                  <a:lnTo>
                    <a:pt x="4721483" y="565222"/>
                  </a:lnTo>
                  <a:lnTo>
                    <a:pt x="4722144" y="582539"/>
                  </a:lnTo>
                  <a:lnTo>
                    <a:pt x="4722804" y="576611"/>
                  </a:lnTo>
                  <a:lnTo>
                    <a:pt x="4723465" y="586063"/>
                  </a:lnTo>
                  <a:lnTo>
                    <a:pt x="4724125" y="596241"/>
                  </a:lnTo>
                  <a:lnTo>
                    <a:pt x="4724786" y="580933"/>
                  </a:lnTo>
                  <a:lnTo>
                    <a:pt x="4725446" y="565564"/>
                  </a:lnTo>
                  <a:lnTo>
                    <a:pt x="4726107" y="561092"/>
                  </a:lnTo>
                  <a:lnTo>
                    <a:pt x="4726767" y="556183"/>
                  </a:lnTo>
                  <a:lnTo>
                    <a:pt x="4727428" y="569711"/>
                  </a:lnTo>
                  <a:lnTo>
                    <a:pt x="4728088" y="582357"/>
                  </a:lnTo>
                  <a:lnTo>
                    <a:pt x="4728749" y="580751"/>
                  </a:lnTo>
                  <a:lnTo>
                    <a:pt x="4729409" y="587243"/>
                  </a:lnTo>
                  <a:lnTo>
                    <a:pt x="4730070" y="600477"/>
                  </a:lnTo>
                  <a:lnTo>
                    <a:pt x="4730730" y="592944"/>
                  </a:lnTo>
                  <a:lnTo>
                    <a:pt x="4731391" y="585245"/>
                  </a:lnTo>
                  <a:lnTo>
                    <a:pt x="4732052" y="596181"/>
                  </a:lnTo>
                  <a:lnTo>
                    <a:pt x="4732712" y="590557"/>
                  </a:lnTo>
                  <a:lnTo>
                    <a:pt x="4733373" y="570754"/>
                  </a:lnTo>
                  <a:lnTo>
                    <a:pt x="4734033" y="581327"/>
                  </a:lnTo>
                  <a:lnTo>
                    <a:pt x="4734694" y="593109"/>
                  </a:lnTo>
                  <a:lnTo>
                    <a:pt x="4735354" y="593546"/>
                  </a:lnTo>
                  <a:lnTo>
                    <a:pt x="4736015" y="593546"/>
                  </a:lnTo>
                  <a:lnTo>
                    <a:pt x="4736675" y="613101"/>
                  </a:lnTo>
                  <a:lnTo>
                    <a:pt x="4737336" y="616715"/>
                  </a:lnTo>
                  <a:lnTo>
                    <a:pt x="4737996" y="604075"/>
                  </a:lnTo>
                  <a:lnTo>
                    <a:pt x="4738657" y="596152"/>
                  </a:lnTo>
                  <a:lnTo>
                    <a:pt x="4739317" y="620295"/>
                  </a:lnTo>
                  <a:lnTo>
                    <a:pt x="4739978" y="615634"/>
                  </a:lnTo>
                  <a:lnTo>
                    <a:pt x="4740638" y="593363"/>
                  </a:lnTo>
                  <a:lnTo>
                    <a:pt x="4741299" y="592944"/>
                  </a:lnTo>
                  <a:lnTo>
                    <a:pt x="4741959" y="590375"/>
                  </a:lnTo>
                  <a:lnTo>
                    <a:pt x="4742620" y="570825"/>
                  </a:lnTo>
                  <a:lnTo>
                    <a:pt x="4743281" y="563879"/>
                  </a:lnTo>
                  <a:lnTo>
                    <a:pt x="4743941" y="576611"/>
                  </a:lnTo>
                  <a:lnTo>
                    <a:pt x="4744602" y="579303"/>
                  </a:lnTo>
                  <a:lnTo>
                    <a:pt x="4745262" y="586063"/>
                  </a:lnTo>
                  <a:lnTo>
                    <a:pt x="4745923" y="580933"/>
                  </a:lnTo>
                  <a:lnTo>
                    <a:pt x="4746583" y="570821"/>
                  </a:lnTo>
                  <a:lnTo>
                    <a:pt x="4747244" y="596181"/>
                  </a:lnTo>
                  <a:lnTo>
                    <a:pt x="4747904" y="596152"/>
                  </a:lnTo>
                  <a:lnTo>
                    <a:pt x="4748565" y="587999"/>
                  </a:lnTo>
                  <a:lnTo>
                    <a:pt x="4749225" y="592944"/>
                  </a:lnTo>
                  <a:lnTo>
                    <a:pt x="4749886" y="599938"/>
                  </a:lnTo>
                  <a:lnTo>
                    <a:pt x="4750546" y="604075"/>
                  </a:lnTo>
                  <a:lnTo>
                    <a:pt x="4751207" y="590928"/>
                  </a:lnTo>
                  <a:lnTo>
                    <a:pt x="4751867" y="585245"/>
                  </a:lnTo>
                  <a:lnTo>
                    <a:pt x="4752528" y="585245"/>
                  </a:lnTo>
                  <a:lnTo>
                    <a:pt x="4753189" y="596152"/>
                  </a:lnTo>
                  <a:lnTo>
                    <a:pt x="4753849" y="597762"/>
                  </a:lnTo>
                  <a:lnTo>
                    <a:pt x="4754510" y="598717"/>
                  </a:lnTo>
                  <a:lnTo>
                    <a:pt x="4755170" y="597762"/>
                  </a:lnTo>
                  <a:lnTo>
                    <a:pt x="4755831" y="585245"/>
                  </a:lnTo>
                  <a:lnTo>
                    <a:pt x="4756491" y="587999"/>
                  </a:lnTo>
                  <a:lnTo>
                    <a:pt x="4757152" y="605207"/>
                  </a:lnTo>
                  <a:lnTo>
                    <a:pt x="4757812" y="613980"/>
                  </a:lnTo>
                  <a:lnTo>
                    <a:pt x="4758473" y="601245"/>
                  </a:lnTo>
                  <a:lnTo>
                    <a:pt x="4759133" y="599938"/>
                  </a:lnTo>
                  <a:lnTo>
                    <a:pt x="4759794" y="614963"/>
                  </a:lnTo>
                  <a:lnTo>
                    <a:pt x="4760454" y="616917"/>
                  </a:lnTo>
                  <a:lnTo>
                    <a:pt x="4761115" y="618331"/>
                  </a:lnTo>
                  <a:lnTo>
                    <a:pt x="4761775" y="616945"/>
                  </a:lnTo>
                  <a:lnTo>
                    <a:pt x="4762436" y="614035"/>
                  </a:lnTo>
                  <a:lnTo>
                    <a:pt x="4763097" y="603184"/>
                  </a:lnTo>
                  <a:lnTo>
                    <a:pt x="4763757" y="617881"/>
                  </a:lnTo>
                  <a:lnTo>
                    <a:pt x="4764418" y="616945"/>
                  </a:lnTo>
                  <a:lnTo>
                    <a:pt x="4765078" y="618962"/>
                  </a:lnTo>
                  <a:lnTo>
                    <a:pt x="4765739" y="618933"/>
                  </a:lnTo>
                  <a:lnTo>
                    <a:pt x="4766399" y="618933"/>
                  </a:lnTo>
                  <a:lnTo>
                    <a:pt x="4767060" y="611857"/>
                  </a:lnTo>
                  <a:lnTo>
                    <a:pt x="4767720" y="611021"/>
                  </a:lnTo>
                  <a:lnTo>
                    <a:pt x="4768381" y="613236"/>
                  </a:lnTo>
                  <a:lnTo>
                    <a:pt x="4769041" y="617182"/>
                  </a:lnTo>
                  <a:lnTo>
                    <a:pt x="4769702" y="618463"/>
                  </a:lnTo>
                  <a:lnTo>
                    <a:pt x="4770362" y="618463"/>
                  </a:lnTo>
                  <a:lnTo>
                    <a:pt x="4771023" y="618933"/>
                  </a:lnTo>
                  <a:lnTo>
                    <a:pt x="4771683" y="618933"/>
                  </a:lnTo>
                  <a:lnTo>
                    <a:pt x="4772344" y="618933"/>
                  </a:lnTo>
                  <a:lnTo>
                    <a:pt x="4773005" y="617853"/>
                  </a:lnTo>
                  <a:lnTo>
                    <a:pt x="4773665" y="618463"/>
                  </a:lnTo>
                  <a:lnTo>
                    <a:pt x="4774326" y="618706"/>
                  </a:lnTo>
                  <a:lnTo>
                    <a:pt x="4774986" y="618706"/>
                  </a:lnTo>
                  <a:lnTo>
                    <a:pt x="4775647" y="618933"/>
                  </a:lnTo>
                  <a:lnTo>
                    <a:pt x="4776307" y="618933"/>
                  </a:lnTo>
                  <a:lnTo>
                    <a:pt x="4776968" y="618933"/>
                  </a:lnTo>
                  <a:lnTo>
                    <a:pt x="4777628" y="618933"/>
                  </a:lnTo>
                  <a:lnTo>
                    <a:pt x="4778289" y="618463"/>
                  </a:lnTo>
                  <a:lnTo>
                    <a:pt x="4778949" y="618933"/>
                  </a:lnTo>
                  <a:lnTo>
                    <a:pt x="4779610" y="618933"/>
                  </a:lnTo>
                  <a:lnTo>
                    <a:pt x="4780270" y="618933"/>
                  </a:lnTo>
                  <a:lnTo>
                    <a:pt x="4780931" y="618706"/>
                  </a:lnTo>
                  <a:lnTo>
                    <a:pt x="4781591" y="609295"/>
                  </a:lnTo>
                  <a:lnTo>
                    <a:pt x="4782252" y="604462"/>
                  </a:lnTo>
                  <a:lnTo>
                    <a:pt x="4782912" y="604636"/>
                  </a:lnTo>
                  <a:lnTo>
                    <a:pt x="4783573" y="587446"/>
                  </a:lnTo>
                  <a:lnTo>
                    <a:pt x="4784234" y="594121"/>
                  </a:lnTo>
                  <a:lnTo>
                    <a:pt x="4784894" y="607402"/>
                  </a:lnTo>
                  <a:lnTo>
                    <a:pt x="4785555" y="613297"/>
                  </a:lnTo>
                  <a:lnTo>
                    <a:pt x="4786215" y="615536"/>
                  </a:lnTo>
                  <a:lnTo>
                    <a:pt x="4786876" y="614067"/>
                  </a:lnTo>
                  <a:lnTo>
                    <a:pt x="4787536" y="614734"/>
                  </a:lnTo>
                  <a:lnTo>
                    <a:pt x="4788197" y="616330"/>
                  </a:lnTo>
                  <a:lnTo>
                    <a:pt x="4788857" y="616330"/>
                  </a:lnTo>
                  <a:lnTo>
                    <a:pt x="4789518" y="616891"/>
                  </a:lnTo>
                  <a:lnTo>
                    <a:pt x="4790178" y="613297"/>
                  </a:lnTo>
                  <a:lnTo>
                    <a:pt x="4790839" y="611918"/>
                  </a:lnTo>
                  <a:lnTo>
                    <a:pt x="4791499" y="611918"/>
                  </a:lnTo>
                  <a:lnTo>
                    <a:pt x="4792160" y="611918"/>
                  </a:lnTo>
                  <a:lnTo>
                    <a:pt x="4792820" y="615010"/>
                  </a:lnTo>
                  <a:lnTo>
                    <a:pt x="4793481" y="615010"/>
                  </a:lnTo>
                  <a:lnTo>
                    <a:pt x="4794142" y="614067"/>
                  </a:lnTo>
                  <a:lnTo>
                    <a:pt x="4794802" y="613583"/>
                  </a:lnTo>
                  <a:lnTo>
                    <a:pt x="4795463" y="614734"/>
                  </a:lnTo>
                  <a:lnTo>
                    <a:pt x="4796123" y="616330"/>
                  </a:lnTo>
                  <a:lnTo>
                    <a:pt x="4796784" y="614067"/>
                  </a:lnTo>
                  <a:lnTo>
                    <a:pt x="4797444" y="612352"/>
                  </a:lnTo>
                  <a:lnTo>
                    <a:pt x="4798105" y="604216"/>
                  </a:lnTo>
                  <a:lnTo>
                    <a:pt x="4798765" y="611918"/>
                  </a:lnTo>
                  <a:lnTo>
                    <a:pt x="4799426" y="598340"/>
                  </a:lnTo>
                  <a:lnTo>
                    <a:pt x="4800086" y="590209"/>
                  </a:lnTo>
                  <a:lnTo>
                    <a:pt x="4800747" y="603355"/>
                  </a:lnTo>
                  <a:lnTo>
                    <a:pt x="4801407" y="606613"/>
                  </a:lnTo>
                  <a:lnTo>
                    <a:pt x="4802068" y="614983"/>
                  </a:lnTo>
                  <a:lnTo>
                    <a:pt x="4802728" y="606428"/>
                  </a:lnTo>
                  <a:lnTo>
                    <a:pt x="4803389" y="611482"/>
                  </a:lnTo>
                  <a:lnTo>
                    <a:pt x="4804050" y="613958"/>
                  </a:lnTo>
                  <a:lnTo>
                    <a:pt x="4804710" y="604709"/>
                  </a:lnTo>
                  <a:lnTo>
                    <a:pt x="4805371" y="604522"/>
                  </a:lnTo>
                  <a:lnTo>
                    <a:pt x="4806031" y="602864"/>
                  </a:lnTo>
                  <a:lnTo>
                    <a:pt x="4806692" y="600335"/>
                  </a:lnTo>
                  <a:lnTo>
                    <a:pt x="4807352" y="604463"/>
                  </a:lnTo>
                  <a:lnTo>
                    <a:pt x="4808013" y="599860"/>
                  </a:lnTo>
                  <a:lnTo>
                    <a:pt x="4808673" y="593749"/>
                  </a:lnTo>
                  <a:lnTo>
                    <a:pt x="4809334" y="584282"/>
                  </a:lnTo>
                  <a:lnTo>
                    <a:pt x="4809994" y="592021"/>
                  </a:lnTo>
                  <a:lnTo>
                    <a:pt x="4810655" y="596055"/>
                  </a:lnTo>
                  <a:lnTo>
                    <a:pt x="4811315" y="599380"/>
                  </a:lnTo>
                  <a:lnTo>
                    <a:pt x="4811976" y="614067"/>
                  </a:lnTo>
                  <a:lnTo>
                    <a:pt x="4812636" y="614734"/>
                  </a:lnTo>
                  <a:lnTo>
                    <a:pt x="4813297" y="612900"/>
                  </a:lnTo>
                  <a:lnTo>
                    <a:pt x="4813957" y="606271"/>
                  </a:lnTo>
                  <a:lnTo>
                    <a:pt x="4814618" y="601557"/>
                  </a:lnTo>
                  <a:lnTo>
                    <a:pt x="4815279" y="610110"/>
                  </a:lnTo>
                  <a:lnTo>
                    <a:pt x="4815939" y="618994"/>
                  </a:lnTo>
                  <a:lnTo>
                    <a:pt x="4816600" y="616330"/>
                  </a:lnTo>
                  <a:lnTo>
                    <a:pt x="4817260" y="609356"/>
                  </a:lnTo>
                  <a:lnTo>
                    <a:pt x="4817921" y="601136"/>
                  </a:lnTo>
                  <a:lnTo>
                    <a:pt x="4818581" y="614734"/>
                  </a:lnTo>
                  <a:lnTo>
                    <a:pt x="4819242" y="618994"/>
                  </a:lnTo>
                  <a:lnTo>
                    <a:pt x="4819902" y="616305"/>
                  </a:lnTo>
                  <a:lnTo>
                    <a:pt x="4820563" y="618994"/>
                  </a:lnTo>
                  <a:lnTo>
                    <a:pt x="4821223" y="618363"/>
                  </a:lnTo>
                  <a:lnTo>
                    <a:pt x="4821884" y="618237"/>
                  </a:lnTo>
                  <a:lnTo>
                    <a:pt x="4822544" y="618523"/>
                  </a:lnTo>
                  <a:lnTo>
                    <a:pt x="4823205" y="618994"/>
                  </a:lnTo>
                  <a:lnTo>
                    <a:pt x="4823865" y="618313"/>
                  </a:lnTo>
                  <a:lnTo>
                    <a:pt x="4824526" y="616089"/>
                  </a:lnTo>
                  <a:lnTo>
                    <a:pt x="4825187" y="603768"/>
                  </a:lnTo>
                  <a:lnTo>
                    <a:pt x="4825847" y="605076"/>
                  </a:lnTo>
                  <a:lnTo>
                    <a:pt x="4826508" y="605289"/>
                  </a:lnTo>
                  <a:lnTo>
                    <a:pt x="4827168" y="616332"/>
                  </a:lnTo>
                  <a:lnTo>
                    <a:pt x="4827829" y="614620"/>
                  </a:lnTo>
                  <a:lnTo>
                    <a:pt x="4828489" y="601090"/>
                  </a:lnTo>
                  <a:lnTo>
                    <a:pt x="4829150" y="596475"/>
                  </a:lnTo>
                  <a:lnTo>
                    <a:pt x="4829810" y="600513"/>
                  </a:lnTo>
                  <a:lnTo>
                    <a:pt x="4830471" y="606414"/>
                  </a:lnTo>
                  <a:lnTo>
                    <a:pt x="4831131" y="606416"/>
                  </a:lnTo>
                  <a:lnTo>
                    <a:pt x="4831792" y="616305"/>
                  </a:lnTo>
                  <a:lnTo>
                    <a:pt x="4832452" y="607171"/>
                  </a:lnTo>
                  <a:lnTo>
                    <a:pt x="4833113" y="611128"/>
                  </a:lnTo>
                  <a:lnTo>
                    <a:pt x="4833773" y="613955"/>
                  </a:lnTo>
                  <a:lnTo>
                    <a:pt x="4834434" y="598340"/>
                  </a:lnTo>
                  <a:lnTo>
                    <a:pt x="4835095" y="591346"/>
                  </a:lnTo>
                  <a:lnTo>
                    <a:pt x="4835755" y="595271"/>
                  </a:lnTo>
                  <a:lnTo>
                    <a:pt x="4836416" y="609961"/>
                  </a:lnTo>
                  <a:lnTo>
                    <a:pt x="4837076" y="608142"/>
                  </a:lnTo>
                  <a:lnTo>
                    <a:pt x="4837737" y="591346"/>
                  </a:lnTo>
                  <a:lnTo>
                    <a:pt x="4838397" y="591346"/>
                  </a:lnTo>
                  <a:lnTo>
                    <a:pt x="4839058" y="605267"/>
                  </a:lnTo>
                  <a:lnTo>
                    <a:pt x="4839718" y="607171"/>
                  </a:lnTo>
                  <a:lnTo>
                    <a:pt x="4840379" y="610644"/>
                  </a:lnTo>
                  <a:lnTo>
                    <a:pt x="4841039" y="614206"/>
                  </a:lnTo>
                  <a:lnTo>
                    <a:pt x="4841700" y="574831"/>
                  </a:lnTo>
                  <a:lnTo>
                    <a:pt x="4842360" y="572671"/>
                  </a:lnTo>
                  <a:lnTo>
                    <a:pt x="4843021" y="579152"/>
                  </a:lnTo>
                  <a:lnTo>
                    <a:pt x="4843681" y="573945"/>
                  </a:lnTo>
                  <a:lnTo>
                    <a:pt x="4844342" y="558934"/>
                  </a:lnTo>
                  <a:lnTo>
                    <a:pt x="4845003" y="576085"/>
                  </a:lnTo>
                  <a:lnTo>
                    <a:pt x="4845663" y="587091"/>
                  </a:lnTo>
                  <a:lnTo>
                    <a:pt x="4846324" y="592504"/>
                  </a:lnTo>
                  <a:lnTo>
                    <a:pt x="4846984" y="601592"/>
                  </a:lnTo>
                  <a:lnTo>
                    <a:pt x="4847645" y="615287"/>
                  </a:lnTo>
                  <a:lnTo>
                    <a:pt x="4848305" y="614466"/>
                  </a:lnTo>
                  <a:lnTo>
                    <a:pt x="4848966" y="606639"/>
                  </a:lnTo>
                  <a:lnTo>
                    <a:pt x="4849626" y="613397"/>
                  </a:lnTo>
                  <a:lnTo>
                    <a:pt x="4850287" y="617795"/>
                  </a:lnTo>
                  <a:lnTo>
                    <a:pt x="4850947" y="601090"/>
                  </a:lnTo>
                  <a:lnTo>
                    <a:pt x="4851608" y="609616"/>
                  </a:lnTo>
                  <a:lnTo>
                    <a:pt x="4852268" y="617530"/>
                  </a:lnTo>
                  <a:lnTo>
                    <a:pt x="4852929" y="616419"/>
                  </a:lnTo>
                  <a:lnTo>
                    <a:pt x="4853589" y="616305"/>
                  </a:lnTo>
                  <a:lnTo>
                    <a:pt x="4854250" y="601557"/>
                  </a:lnTo>
                  <a:lnTo>
                    <a:pt x="4854910" y="592562"/>
                  </a:lnTo>
                  <a:lnTo>
                    <a:pt x="4855571" y="599684"/>
                  </a:lnTo>
                  <a:lnTo>
                    <a:pt x="4856232" y="609402"/>
                  </a:lnTo>
                  <a:lnTo>
                    <a:pt x="4856892" y="614466"/>
                  </a:lnTo>
                  <a:lnTo>
                    <a:pt x="4857553" y="614466"/>
                  </a:lnTo>
                  <a:lnTo>
                    <a:pt x="4858213" y="597704"/>
                  </a:lnTo>
                  <a:lnTo>
                    <a:pt x="4858874" y="594928"/>
                  </a:lnTo>
                  <a:lnTo>
                    <a:pt x="4859534" y="614136"/>
                  </a:lnTo>
                  <a:lnTo>
                    <a:pt x="4860195" y="612470"/>
                  </a:lnTo>
                  <a:lnTo>
                    <a:pt x="4860855" y="609356"/>
                  </a:lnTo>
                  <a:lnTo>
                    <a:pt x="4861516" y="616775"/>
                  </a:lnTo>
                  <a:lnTo>
                    <a:pt x="4862176" y="607171"/>
                  </a:lnTo>
                  <a:lnTo>
                    <a:pt x="4862837" y="596163"/>
                  </a:lnTo>
                  <a:lnTo>
                    <a:pt x="4863497" y="590209"/>
                  </a:lnTo>
                  <a:lnTo>
                    <a:pt x="4864158" y="587433"/>
                  </a:lnTo>
                  <a:lnTo>
                    <a:pt x="4864818" y="567926"/>
                  </a:lnTo>
                  <a:lnTo>
                    <a:pt x="4865479" y="570637"/>
                  </a:lnTo>
                  <a:lnTo>
                    <a:pt x="4866140" y="583647"/>
                  </a:lnTo>
                  <a:lnTo>
                    <a:pt x="4866800" y="612636"/>
                  </a:lnTo>
                  <a:lnTo>
                    <a:pt x="4867461" y="616977"/>
                  </a:lnTo>
                  <a:lnTo>
                    <a:pt x="4868121" y="614516"/>
                  </a:lnTo>
                  <a:lnTo>
                    <a:pt x="4868782" y="615024"/>
                  </a:lnTo>
                  <a:lnTo>
                    <a:pt x="4869442" y="616977"/>
                  </a:lnTo>
                  <a:lnTo>
                    <a:pt x="4870103" y="616977"/>
                  </a:lnTo>
                  <a:lnTo>
                    <a:pt x="4870763" y="616305"/>
                  </a:lnTo>
                  <a:lnTo>
                    <a:pt x="4871424" y="612636"/>
                  </a:lnTo>
                  <a:lnTo>
                    <a:pt x="4872084" y="606416"/>
                  </a:lnTo>
                  <a:lnTo>
                    <a:pt x="4872745" y="610443"/>
                  </a:lnTo>
                  <a:lnTo>
                    <a:pt x="4873405" y="616548"/>
                  </a:lnTo>
                  <a:lnTo>
                    <a:pt x="4874066" y="616977"/>
                  </a:lnTo>
                  <a:lnTo>
                    <a:pt x="4874726" y="618363"/>
                  </a:lnTo>
                  <a:lnTo>
                    <a:pt x="4875387" y="618363"/>
                  </a:lnTo>
                  <a:lnTo>
                    <a:pt x="4876048" y="610358"/>
                  </a:lnTo>
                  <a:lnTo>
                    <a:pt x="4876708" y="577607"/>
                  </a:lnTo>
                  <a:lnTo>
                    <a:pt x="4877369" y="601909"/>
                  </a:lnTo>
                  <a:lnTo>
                    <a:pt x="4878029" y="617913"/>
                  </a:lnTo>
                  <a:lnTo>
                    <a:pt x="4878690" y="618994"/>
                  </a:lnTo>
                  <a:lnTo>
                    <a:pt x="4879350" y="616989"/>
                  </a:lnTo>
                  <a:lnTo>
                    <a:pt x="4880011" y="617243"/>
                  </a:lnTo>
                  <a:lnTo>
                    <a:pt x="4880671" y="618237"/>
                  </a:lnTo>
                  <a:lnTo>
                    <a:pt x="4881332" y="618994"/>
                  </a:lnTo>
                  <a:lnTo>
                    <a:pt x="4881992" y="618161"/>
                  </a:lnTo>
                  <a:lnTo>
                    <a:pt x="4882653" y="617795"/>
                  </a:lnTo>
                  <a:lnTo>
                    <a:pt x="4883313" y="619547"/>
                  </a:lnTo>
                  <a:lnTo>
                    <a:pt x="4883974" y="617795"/>
                  </a:lnTo>
                  <a:lnTo>
                    <a:pt x="4884634" y="601592"/>
                  </a:lnTo>
                  <a:lnTo>
                    <a:pt x="4885295" y="610663"/>
                  </a:lnTo>
                  <a:lnTo>
                    <a:pt x="4885955" y="619076"/>
                  </a:lnTo>
                  <a:lnTo>
                    <a:pt x="4886616" y="613452"/>
                  </a:lnTo>
                  <a:lnTo>
                    <a:pt x="4887277" y="605260"/>
                  </a:lnTo>
                  <a:lnTo>
                    <a:pt x="4887937" y="605071"/>
                  </a:lnTo>
                  <a:lnTo>
                    <a:pt x="4888598" y="596475"/>
                  </a:lnTo>
                  <a:lnTo>
                    <a:pt x="4889258" y="576102"/>
                  </a:lnTo>
                  <a:lnTo>
                    <a:pt x="4889919" y="576102"/>
                  </a:lnTo>
                  <a:lnTo>
                    <a:pt x="4890579" y="582477"/>
                  </a:lnTo>
                  <a:lnTo>
                    <a:pt x="4891240" y="606271"/>
                  </a:lnTo>
                  <a:lnTo>
                    <a:pt x="4891900" y="606271"/>
                  </a:lnTo>
                  <a:lnTo>
                    <a:pt x="4892561" y="606271"/>
                  </a:lnTo>
                  <a:lnTo>
                    <a:pt x="4893221" y="600335"/>
                  </a:lnTo>
                  <a:lnTo>
                    <a:pt x="4893882" y="606271"/>
                  </a:lnTo>
                  <a:lnTo>
                    <a:pt x="4894542" y="615536"/>
                  </a:lnTo>
                  <a:lnTo>
                    <a:pt x="4895203" y="618523"/>
                  </a:lnTo>
                  <a:lnTo>
                    <a:pt x="4895863" y="615010"/>
                  </a:lnTo>
                  <a:lnTo>
                    <a:pt x="4896524" y="602864"/>
                  </a:lnTo>
                  <a:lnTo>
                    <a:pt x="4897185" y="599380"/>
                  </a:lnTo>
                  <a:lnTo>
                    <a:pt x="4897845" y="602864"/>
                  </a:lnTo>
                  <a:lnTo>
                    <a:pt x="4898506" y="614734"/>
                  </a:lnTo>
                  <a:lnTo>
                    <a:pt x="4899166" y="618994"/>
                  </a:lnTo>
                  <a:lnTo>
                    <a:pt x="4899827" y="618994"/>
                  </a:lnTo>
                  <a:lnTo>
                    <a:pt x="4900487" y="618523"/>
                  </a:lnTo>
                  <a:lnTo>
                    <a:pt x="4901148" y="618994"/>
                  </a:lnTo>
                  <a:lnTo>
                    <a:pt x="4901808" y="618994"/>
                  </a:lnTo>
                  <a:lnTo>
                    <a:pt x="4902469" y="617913"/>
                  </a:lnTo>
                  <a:lnTo>
                    <a:pt x="4903129" y="617913"/>
                  </a:lnTo>
                  <a:lnTo>
                    <a:pt x="4903790" y="618523"/>
                  </a:lnTo>
                  <a:lnTo>
                    <a:pt x="4904450" y="616305"/>
                  </a:lnTo>
                  <a:lnTo>
                    <a:pt x="4905111" y="618994"/>
                  </a:lnTo>
                  <a:lnTo>
                    <a:pt x="4905771" y="618994"/>
                  </a:lnTo>
                  <a:lnTo>
                    <a:pt x="4906432" y="615010"/>
                  </a:lnTo>
                  <a:lnTo>
                    <a:pt x="4907093" y="607402"/>
                  </a:lnTo>
                  <a:lnTo>
                    <a:pt x="4907753" y="606271"/>
                  </a:lnTo>
                  <a:lnTo>
                    <a:pt x="4908414" y="610110"/>
                  </a:lnTo>
                  <a:lnTo>
                    <a:pt x="4909074" y="606428"/>
                  </a:lnTo>
                  <a:lnTo>
                    <a:pt x="4909735" y="614136"/>
                  </a:lnTo>
                  <a:lnTo>
                    <a:pt x="4910395" y="618486"/>
                  </a:lnTo>
                  <a:lnTo>
                    <a:pt x="4911056" y="606428"/>
                  </a:lnTo>
                  <a:lnTo>
                    <a:pt x="4911716" y="602547"/>
                  </a:lnTo>
                  <a:lnTo>
                    <a:pt x="4912377" y="608420"/>
                  </a:lnTo>
                  <a:lnTo>
                    <a:pt x="4913037" y="602126"/>
                  </a:lnTo>
                  <a:lnTo>
                    <a:pt x="4913698" y="598340"/>
                  </a:lnTo>
                  <a:lnTo>
                    <a:pt x="4914358" y="596163"/>
                  </a:lnTo>
                  <a:lnTo>
                    <a:pt x="4915019" y="603109"/>
                  </a:lnTo>
                  <a:lnTo>
                    <a:pt x="4915679" y="604709"/>
                  </a:lnTo>
                  <a:lnTo>
                    <a:pt x="4916340" y="602155"/>
                  </a:lnTo>
                  <a:lnTo>
                    <a:pt x="4917001" y="603768"/>
                  </a:lnTo>
                  <a:lnTo>
                    <a:pt x="4917661" y="603768"/>
                  </a:lnTo>
                  <a:lnTo>
                    <a:pt x="4918322" y="607628"/>
                  </a:lnTo>
                  <a:lnTo>
                    <a:pt x="4918982" y="613452"/>
                  </a:lnTo>
                  <a:lnTo>
                    <a:pt x="4919643" y="601592"/>
                  </a:lnTo>
                  <a:lnTo>
                    <a:pt x="4920303" y="598219"/>
                  </a:lnTo>
                  <a:lnTo>
                    <a:pt x="4920964" y="607584"/>
                  </a:lnTo>
                  <a:lnTo>
                    <a:pt x="4921624" y="611688"/>
                  </a:lnTo>
                  <a:lnTo>
                    <a:pt x="4922285" y="599860"/>
                  </a:lnTo>
                  <a:lnTo>
                    <a:pt x="4922945" y="594554"/>
                  </a:lnTo>
                  <a:lnTo>
                    <a:pt x="4923606" y="604463"/>
                  </a:lnTo>
                  <a:lnTo>
                    <a:pt x="4924266" y="592418"/>
                  </a:lnTo>
                  <a:lnTo>
                    <a:pt x="4924927" y="563352"/>
                  </a:lnTo>
                  <a:lnTo>
                    <a:pt x="4925587" y="571892"/>
                  </a:lnTo>
                  <a:lnTo>
                    <a:pt x="4926248" y="582114"/>
                  </a:lnTo>
                  <a:lnTo>
                    <a:pt x="4926908" y="605076"/>
                  </a:lnTo>
                  <a:lnTo>
                    <a:pt x="4927569" y="603578"/>
                  </a:lnTo>
                  <a:lnTo>
                    <a:pt x="4928230" y="592600"/>
                  </a:lnTo>
                  <a:lnTo>
                    <a:pt x="4928890" y="591142"/>
                  </a:lnTo>
                  <a:lnTo>
                    <a:pt x="4929551" y="566151"/>
                  </a:lnTo>
                  <a:lnTo>
                    <a:pt x="4930211" y="563352"/>
                  </a:lnTo>
                  <a:lnTo>
                    <a:pt x="4930872" y="582557"/>
                  </a:lnTo>
                  <a:lnTo>
                    <a:pt x="4931532" y="591585"/>
                  </a:lnTo>
                  <a:lnTo>
                    <a:pt x="4932193" y="587655"/>
                  </a:lnTo>
                  <a:lnTo>
                    <a:pt x="4932853" y="577496"/>
                  </a:lnTo>
                  <a:lnTo>
                    <a:pt x="4933514" y="572700"/>
                  </a:lnTo>
                  <a:lnTo>
                    <a:pt x="4934174" y="565612"/>
                  </a:lnTo>
                  <a:lnTo>
                    <a:pt x="4934835" y="576545"/>
                  </a:lnTo>
                  <a:lnTo>
                    <a:pt x="4935495" y="591281"/>
                  </a:lnTo>
                  <a:lnTo>
                    <a:pt x="4936156" y="606613"/>
                  </a:lnTo>
                  <a:lnTo>
                    <a:pt x="4936816" y="612464"/>
                  </a:lnTo>
                  <a:lnTo>
                    <a:pt x="4937477" y="603257"/>
                  </a:lnTo>
                  <a:lnTo>
                    <a:pt x="4938138" y="588009"/>
                  </a:lnTo>
                  <a:lnTo>
                    <a:pt x="4938798" y="600622"/>
                  </a:lnTo>
                  <a:lnTo>
                    <a:pt x="4939459" y="608071"/>
                  </a:lnTo>
                  <a:lnTo>
                    <a:pt x="4940119" y="606871"/>
                  </a:lnTo>
                  <a:lnTo>
                    <a:pt x="4940780" y="583476"/>
                  </a:lnTo>
                  <a:lnTo>
                    <a:pt x="4941440" y="572700"/>
                  </a:lnTo>
                  <a:lnTo>
                    <a:pt x="4942101" y="583476"/>
                  </a:lnTo>
                  <a:lnTo>
                    <a:pt x="4942761" y="593924"/>
                  </a:lnTo>
                  <a:lnTo>
                    <a:pt x="4943422" y="557001"/>
                  </a:lnTo>
                  <a:lnTo>
                    <a:pt x="4944082" y="472074"/>
                  </a:lnTo>
                  <a:lnTo>
                    <a:pt x="4944743" y="470668"/>
                  </a:lnTo>
                  <a:lnTo>
                    <a:pt x="4945403" y="538247"/>
                  </a:lnTo>
                  <a:lnTo>
                    <a:pt x="4946064" y="602954"/>
                  </a:lnTo>
                  <a:lnTo>
                    <a:pt x="4946724" y="603909"/>
                  </a:lnTo>
                  <a:lnTo>
                    <a:pt x="4947385" y="595257"/>
                  </a:lnTo>
                  <a:lnTo>
                    <a:pt x="4948046" y="602155"/>
                  </a:lnTo>
                  <a:lnTo>
                    <a:pt x="4948706" y="610570"/>
                  </a:lnTo>
                  <a:lnTo>
                    <a:pt x="4949367" y="615460"/>
                  </a:lnTo>
                  <a:lnTo>
                    <a:pt x="4950027" y="608420"/>
                  </a:lnTo>
                  <a:lnTo>
                    <a:pt x="4950688" y="600622"/>
                  </a:lnTo>
                  <a:lnTo>
                    <a:pt x="4951348" y="572700"/>
                  </a:lnTo>
                  <a:lnTo>
                    <a:pt x="4952009" y="583476"/>
                  </a:lnTo>
                  <a:lnTo>
                    <a:pt x="4952669" y="605289"/>
                  </a:lnTo>
                  <a:lnTo>
                    <a:pt x="4953330" y="607790"/>
                  </a:lnTo>
                  <a:lnTo>
                    <a:pt x="4953990" y="592504"/>
                  </a:lnTo>
                  <a:lnTo>
                    <a:pt x="4954651" y="601330"/>
                  </a:lnTo>
                  <a:lnTo>
                    <a:pt x="4955311" y="603768"/>
                  </a:lnTo>
                  <a:lnTo>
                    <a:pt x="4955972" y="615894"/>
                  </a:lnTo>
                  <a:lnTo>
                    <a:pt x="4956632" y="616775"/>
                  </a:lnTo>
                  <a:lnTo>
                    <a:pt x="4957293" y="616548"/>
                  </a:lnTo>
                  <a:lnTo>
                    <a:pt x="4957953" y="618994"/>
                  </a:lnTo>
                  <a:lnTo>
                    <a:pt x="4958614" y="618767"/>
                  </a:lnTo>
                  <a:lnTo>
                    <a:pt x="4959275" y="609356"/>
                  </a:lnTo>
                  <a:lnTo>
                    <a:pt x="4959935" y="614107"/>
                  </a:lnTo>
                  <a:lnTo>
                    <a:pt x="4960596" y="608759"/>
                  </a:lnTo>
                  <a:lnTo>
                    <a:pt x="4961256" y="593020"/>
                  </a:lnTo>
                  <a:lnTo>
                    <a:pt x="4961917" y="579643"/>
                  </a:lnTo>
                  <a:lnTo>
                    <a:pt x="4962577" y="602954"/>
                  </a:lnTo>
                  <a:lnTo>
                    <a:pt x="4963238" y="616419"/>
                  </a:lnTo>
                  <a:lnTo>
                    <a:pt x="4963898" y="615136"/>
                  </a:lnTo>
                  <a:lnTo>
                    <a:pt x="4964559" y="609402"/>
                  </a:lnTo>
                  <a:lnTo>
                    <a:pt x="4965219" y="596128"/>
                  </a:lnTo>
                  <a:lnTo>
                    <a:pt x="4965880" y="591142"/>
                  </a:lnTo>
                  <a:lnTo>
                    <a:pt x="4966540" y="602547"/>
                  </a:lnTo>
                  <a:lnTo>
                    <a:pt x="4967201" y="608759"/>
                  </a:lnTo>
                  <a:lnTo>
                    <a:pt x="4967861" y="607628"/>
                  </a:lnTo>
                  <a:lnTo>
                    <a:pt x="4968522" y="607599"/>
                  </a:lnTo>
                  <a:lnTo>
                    <a:pt x="4969183" y="609799"/>
                  </a:lnTo>
                  <a:lnTo>
                    <a:pt x="4969843" y="609616"/>
                  </a:lnTo>
                  <a:lnTo>
                    <a:pt x="4970504" y="598841"/>
                  </a:lnTo>
                  <a:lnTo>
                    <a:pt x="4971164" y="607628"/>
                  </a:lnTo>
                  <a:lnTo>
                    <a:pt x="4971825" y="617744"/>
                  </a:lnTo>
                  <a:lnTo>
                    <a:pt x="4972485" y="613849"/>
                  </a:lnTo>
                  <a:lnTo>
                    <a:pt x="4973146" y="601895"/>
                  </a:lnTo>
                  <a:lnTo>
                    <a:pt x="4973806" y="614254"/>
                  </a:lnTo>
                  <a:lnTo>
                    <a:pt x="4974467" y="603768"/>
                  </a:lnTo>
                  <a:lnTo>
                    <a:pt x="4975127" y="571782"/>
                  </a:lnTo>
                  <a:lnTo>
                    <a:pt x="4975788" y="570335"/>
                  </a:lnTo>
                  <a:lnTo>
                    <a:pt x="4976448" y="556186"/>
                  </a:lnTo>
                  <a:lnTo>
                    <a:pt x="4977109" y="567926"/>
                  </a:lnTo>
                  <a:lnTo>
                    <a:pt x="4977769" y="602864"/>
                  </a:lnTo>
                  <a:lnTo>
                    <a:pt x="4978430" y="613297"/>
                  </a:lnTo>
                  <a:lnTo>
                    <a:pt x="4979091" y="604003"/>
                  </a:lnTo>
                  <a:lnTo>
                    <a:pt x="4979751" y="610663"/>
                  </a:lnTo>
                  <a:lnTo>
                    <a:pt x="4980412" y="615287"/>
                  </a:lnTo>
                  <a:lnTo>
                    <a:pt x="4981072" y="613849"/>
                  </a:lnTo>
                  <a:lnTo>
                    <a:pt x="4981733" y="589578"/>
                  </a:lnTo>
                  <a:lnTo>
                    <a:pt x="4982393" y="592041"/>
                  </a:lnTo>
                  <a:lnTo>
                    <a:pt x="4983054" y="582114"/>
                  </a:lnTo>
                  <a:lnTo>
                    <a:pt x="4983714" y="601895"/>
                  </a:lnTo>
                  <a:lnTo>
                    <a:pt x="4984375" y="615790"/>
                  </a:lnTo>
                  <a:lnTo>
                    <a:pt x="4985035" y="610309"/>
                  </a:lnTo>
                  <a:lnTo>
                    <a:pt x="4985696" y="598340"/>
                  </a:lnTo>
                  <a:lnTo>
                    <a:pt x="4986356" y="601054"/>
                  </a:lnTo>
                  <a:lnTo>
                    <a:pt x="4987017" y="608978"/>
                  </a:lnTo>
                  <a:lnTo>
                    <a:pt x="4987677" y="617443"/>
                  </a:lnTo>
                  <a:lnTo>
                    <a:pt x="4988338" y="616656"/>
                  </a:lnTo>
                  <a:lnTo>
                    <a:pt x="4988998" y="605905"/>
                  </a:lnTo>
                  <a:lnTo>
                    <a:pt x="4989659" y="585433"/>
                  </a:lnTo>
                  <a:lnTo>
                    <a:pt x="4990320" y="583476"/>
                  </a:lnTo>
                  <a:lnTo>
                    <a:pt x="4990980" y="583273"/>
                  </a:lnTo>
                  <a:lnTo>
                    <a:pt x="4991641" y="597958"/>
                  </a:lnTo>
                  <a:lnTo>
                    <a:pt x="4992301" y="605289"/>
                  </a:lnTo>
                  <a:lnTo>
                    <a:pt x="4992962" y="609908"/>
                  </a:lnTo>
                  <a:lnTo>
                    <a:pt x="4993622" y="608206"/>
                  </a:lnTo>
                  <a:lnTo>
                    <a:pt x="4994283" y="606271"/>
                  </a:lnTo>
                  <a:lnTo>
                    <a:pt x="4994943" y="598458"/>
                  </a:lnTo>
                  <a:lnTo>
                    <a:pt x="4995604" y="594554"/>
                  </a:lnTo>
                  <a:lnTo>
                    <a:pt x="4996264" y="601054"/>
                  </a:lnTo>
                  <a:lnTo>
                    <a:pt x="4996925" y="591765"/>
                  </a:lnTo>
                  <a:lnTo>
                    <a:pt x="4997585" y="570637"/>
                  </a:lnTo>
                  <a:lnTo>
                    <a:pt x="4998246" y="560607"/>
                  </a:lnTo>
                  <a:lnTo>
                    <a:pt x="4998906" y="573926"/>
                  </a:lnTo>
                  <a:lnTo>
                    <a:pt x="4999567" y="576085"/>
                  </a:lnTo>
                  <a:lnTo>
                    <a:pt x="5000228" y="570481"/>
                  </a:lnTo>
                  <a:lnTo>
                    <a:pt x="5000888" y="579829"/>
                  </a:lnTo>
                  <a:lnTo>
                    <a:pt x="5001549" y="591142"/>
                  </a:lnTo>
                  <a:lnTo>
                    <a:pt x="5002209" y="593020"/>
                  </a:lnTo>
                  <a:lnTo>
                    <a:pt x="5002870" y="587655"/>
                  </a:lnTo>
                  <a:lnTo>
                    <a:pt x="5003530" y="594928"/>
                  </a:lnTo>
                  <a:lnTo>
                    <a:pt x="5004191" y="589632"/>
                  </a:lnTo>
                  <a:lnTo>
                    <a:pt x="5004851" y="597269"/>
                  </a:lnTo>
                  <a:lnTo>
                    <a:pt x="5005512" y="574260"/>
                  </a:lnTo>
                  <a:lnTo>
                    <a:pt x="5006172" y="561862"/>
                  </a:lnTo>
                  <a:lnTo>
                    <a:pt x="5006833" y="576085"/>
                  </a:lnTo>
                  <a:lnTo>
                    <a:pt x="5007493" y="588009"/>
                  </a:lnTo>
                  <a:lnTo>
                    <a:pt x="5008154" y="587091"/>
                  </a:lnTo>
                  <a:lnTo>
                    <a:pt x="5008814" y="575768"/>
                  </a:lnTo>
                  <a:lnTo>
                    <a:pt x="5009475" y="569977"/>
                  </a:lnTo>
                  <a:lnTo>
                    <a:pt x="5010136" y="575768"/>
                  </a:lnTo>
                  <a:lnTo>
                    <a:pt x="5010796" y="563035"/>
                  </a:lnTo>
                  <a:lnTo>
                    <a:pt x="5011457" y="558617"/>
                  </a:lnTo>
                  <a:lnTo>
                    <a:pt x="5012117" y="558617"/>
                  </a:lnTo>
                  <a:lnTo>
                    <a:pt x="5012778" y="549702"/>
                  </a:lnTo>
                  <a:lnTo>
                    <a:pt x="5013438" y="556635"/>
                  </a:lnTo>
                  <a:lnTo>
                    <a:pt x="5014099" y="561780"/>
                  </a:lnTo>
                  <a:lnTo>
                    <a:pt x="5014759" y="553641"/>
                  </a:lnTo>
                  <a:lnTo>
                    <a:pt x="5015420" y="556635"/>
                  </a:lnTo>
                  <a:lnTo>
                    <a:pt x="5016080" y="549702"/>
                  </a:lnTo>
                  <a:lnTo>
                    <a:pt x="5016741" y="572685"/>
                  </a:lnTo>
                  <a:lnTo>
                    <a:pt x="5017401" y="580321"/>
                  </a:lnTo>
                  <a:lnTo>
                    <a:pt x="5018062" y="587091"/>
                  </a:lnTo>
                  <a:lnTo>
                    <a:pt x="5018722" y="605289"/>
                  </a:lnTo>
                  <a:lnTo>
                    <a:pt x="5019383" y="612470"/>
                  </a:lnTo>
                  <a:lnTo>
                    <a:pt x="5020044" y="615100"/>
                  </a:lnTo>
                  <a:lnTo>
                    <a:pt x="5020704" y="614734"/>
                  </a:lnTo>
                  <a:lnTo>
                    <a:pt x="5021365" y="610663"/>
                  </a:lnTo>
                  <a:lnTo>
                    <a:pt x="5022025" y="612470"/>
                  </a:lnTo>
                  <a:lnTo>
                    <a:pt x="5022686" y="608759"/>
                  </a:lnTo>
                  <a:lnTo>
                    <a:pt x="5023346" y="585729"/>
                  </a:lnTo>
                  <a:lnTo>
                    <a:pt x="5024007" y="602612"/>
                  </a:lnTo>
                  <a:lnTo>
                    <a:pt x="5024667" y="610252"/>
                  </a:lnTo>
                  <a:lnTo>
                    <a:pt x="5025328" y="610297"/>
                  </a:lnTo>
                  <a:lnTo>
                    <a:pt x="5025988" y="610110"/>
                  </a:lnTo>
                  <a:lnTo>
                    <a:pt x="5026649" y="616086"/>
                  </a:lnTo>
                  <a:lnTo>
                    <a:pt x="5027309" y="618237"/>
                  </a:lnTo>
                  <a:lnTo>
                    <a:pt x="5027970" y="614645"/>
                  </a:lnTo>
                  <a:lnTo>
                    <a:pt x="5028630" y="618237"/>
                  </a:lnTo>
                  <a:lnTo>
                    <a:pt x="5029291" y="618994"/>
                  </a:lnTo>
                  <a:lnTo>
                    <a:pt x="5029951" y="618994"/>
                  </a:lnTo>
                  <a:lnTo>
                    <a:pt x="5030612" y="618994"/>
                  </a:lnTo>
                  <a:lnTo>
                    <a:pt x="5031273" y="619547"/>
                  </a:lnTo>
                  <a:lnTo>
                    <a:pt x="5031933" y="617921"/>
                  </a:lnTo>
                  <a:lnTo>
                    <a:pt x="5032594" y="619547"/>
                  </a:lnTo>
                  <a:lnTo>
                    <a:pt x="5033254" y="608759"/>
                  </a:lnTo>
                  <a:lnTo>
                    <a:pt x="5033915" y="612379"/>
                  </a:lnTo>
                  <a:lnTo>
                    <a:pt x="5034575" y="613679"/>
                  </a:lnTo>
                  <a:lnTo>
                    <a:pt x="5035236" y="584450"/>
                  </a:lnTo>
                  <a:lnTo>
                    <a:pt x="5035896" y="593012"/>
                  </a:lnTo>
                  <a:lnTo>
                    <a:pt x="5036557" y="617152"/>
                  </a:lnTo>
                  <a:lnTo>
                    <a:pt x="5037217" y="618903"/>
                  </a:lnTo>
                  <a:lnTo>
                    <a:pt x="5037878" y="616045"/>
                  </a:lnTo>
                  <a:lnTo>
                    <a:pt x="5038538" y="614224"/>
                  </a:lnTo>
                  <a:lnTo>
                    <a:pt x="5039199" y="616580"/>
                  </a:lnTo>
                  <a:lnTo>
                    <a:pt x="5039859" y="609731"/>
                  </a:lnTo>
                  <a:lnTo>
                    <a:pt x="5040520" y="602648"/>
                  </a:lnTo>
                  <a:lnTo>
                    <a:pt x="5041181" y="604752"/>
                  </a:lnTo>
                  <a:lnTo>
                    <a:pt x="5041841" y="599254"/>
                  </a:lnTo>
                  <a:lnTo>
                    <a:pt x="5042502" y="599084"/>
                  </a:lnTo>
                  <a:lnTo>
                    <a:pt x="5043162" y="581367"/>
                  </a:lnTo>
                  <a:lnTo>
                    <a:pt x="5043823" y="568692"/>
                  </a:lnTo>
                  <a:lnTo>
                    <a:pt x="5044483" y="554925"/>
                  </a:lnTo>
                  <a:lnTo>
                    <a:pt x="5045144" y="555369"/>
                  </a:lnTo>
                  <a:lnTo>
                    <a:pt x="5045804" y="558647"/>
                  </a:lnTo>
                  <a:lnTo>
                    <a:pt x="5046465" y="574296"/>
                  </a:lnTo>
                  <a:lnTo>
                    <a:pt x="5047125" y="589639"/>
                  </a:lnTo>
                  <a:lnTo>
                    <a:pt x="5047786" y="607371"/>
                  </a:lnTo>
                  <a:lnTo>
                    <a:pt x="5048446" y="615498"/>
                  </a:lnTo>
                  <a:lnTo>
                    <a:pt x="5049107" y="615174"/>
                  </a:lnTo>
                  <a:lnTo>
                    <a:pt x="5049767" y="615174"/>
                  </a:lnTo>
                  <a:lnTo>
                    <a:pt x="5050428" y="614504"/>
                  </a:lnTo>
                  <a:lnTo>
                    <a:pt x="5051089" y="612797"/>
                  </a:lnTo>
                  <a:lnTo>
                    <a:pt x="5051749" y="615784"/>
                  </a:lnTo>
                  <a:lnTo>
                    <a:pt x="5052410" y="616255"/>
                  </a:lnTo>
                  <a:lnTo>
                    <a:pt x="5053070" y="613591"/>
                  </a:lnTo>
                  <a:lnTo>
                    <a:pt x="5053731" y="614504"/>
                  </a:lnTo>
                  <a:lnTo>
                    <a:pt x="5054391" y="613591"/>
                  </a:lnTo>
                  <a:lnTo>
                    <a:pt x="5055052" y="607371"/>
                  </a:lnTo>
                  <a:lnTo>
                    <a:pt x="5055712" y="612271"/>
                  </a:lnTo>
                  <a:lnTo>
                    <a:pt x="5056373" y="614504"/>
                  </a:lnTo>
                  <a:lnTo>
                    <a:pt x="5057033" y="613591"/>
                  </a:lnTo>
                  <a:lnTo>
                    <a:pt x="5057694" y="612797"/>
                  </a:lnTo>
                  <a:lnTo>
                    <a:pt x="5058354" y="614152"/>
                  </a:lnTo>
                  <a:lnTo>
                    <a:pt x="5059015" y="614504"/>
                  </a:lnTo>
                  <a:lnTo>
                    <a:pt x="5059675" y="612797"/>
                  </a:lnTo>
                  <a:lnTo>
                    <a:pt x="5060336" y="611328"/>
                  </a:lnTo>
                  <a:lnTo>
                    <a:pt x="5060996" y="609179"/>
                  </a:lnTo>
                  <a:lnTo>
                    <a:pt x="5061657" y="612271"/>
                  </a:lnTo>
                  <a:lnTo>
                    <a:pt x="5062318" y="609613"/>
                  </a:lnTo>
                  <a:lnTo>
                    <a:pt x="5062978" y="600436"/>
                  </a:lnTo>
                  <a:lnTo>
                    <a:pt x="5063639" y="564944"/>
                  </a:lnTo>
                  <a:lnTo>
                    <a:pt x="5064299" y="549473"/>
                  </a:lnTo>
                  <a:lnTo>
                    <a:pt x="5064960" y="558671"/>
                  </a:lnTo>
                  <a:lnTo>
                    <a:pt x="5065620" y="561500"/>
                  </a:lnTo>
                  <a:lnTo>
                    <a:pt x="5066281" y="555872"/>
                  </a:lnTo>
                  <a:lnTo>
                    <a:pt x="5066941" y="551454"/>
                  </a:lnTo>
                  <a:lnTo>
                    <a:pt x="5067602" y="561500"/>
                  </a:lnTo>
                  <a:lnTo>
                    <a:pt x="5068262" y="595763"/>
                  </a:lnTo>
                  <a:lnTo>
                    <a:pt x="5068923" y="579706"/>
                  </a:lnTo>
                  <a:lnTo>
                    <a:pt x="5069583" y="557127"/>
                  </a:lnTo>
                  <a:lnTo>
                    <a:pt x="5070244" y="582858"/>
                  </a:lnTo>
                  <a:lnTo>
                    <a:pt x="5070904" y="590613"/>
                  </a:lnTo>
                  <a:lnTo>
                    <a:pt x="5071565" y="577174"/>
                  </a:lnTo>
                  <a:lnTo>
                    <a:pt x="5072226" y="564165"/>
                  </a:lnTo>
                  <a:lnTo>
                    <a:pt x="5072886" y="580960"/>
                  </a:lnTo>
                  <a:lnTo>
                    <a:pt x="5073547" y="616255"/>
                  </a:lnTo>
                  <a:lnTo>
                    <a:pt x="5074207" y="616771"/>
                  </a:lnTo>
                  <a:lnTo>
                    <a:pt x="5074868" y="614332"/>
                  </a:lnTo>
                  <a:lnTo>
                    <a:pt x="5075528" y="616337"/>
                  </a:lnTo>
                  <a:lnTo>
                    <a:pt x="5076189" y="604979"/>
                  </a:lnTo>
                  <a:lnTo>
                    <a:pt x="5076849" y="598923"/>
                  </a:lnTo>
                  <a:lnTo>
                    <a:pt x="5077510" y="571293"/>
                  </a:lnTo>
                  <a:lnTo>
                    <a:pt x="5078170" y="565030"/>
                  </a:lnTo>
                  <a:lnTo>
                    <a:pt x="5078831" y="578375"/>
                  </a:lnTo>
                  <a:lnTo>
                    <a:pt x="5079491" y="561695"/>
                  </a:lnTo>
                  <a:lnTo>
                    <a:pt x="5080152" y="551248"/>
                  </a:lnTo>
                  <a:lnTo>
                    <a:pt x="5080812" y="534855"/>
                  </a:lnTo>
                  <a:lnTo>
                    <a:pt x="5081473" y="520995"/>
                  </a:lnTo>
                  <a:lnTo>
                    <a:pt x="5082134" y="525736"/>
                  </a:lnTo>
                  <a:lnTo>
                    <a:pt x="5082794" y="518317"/>
                  </a:lnTo>
                  <a:lnTo>
                    <a:pt x="5083455" y="526666"/>
                  </a:lnTo>
                  <a:lnTo>
                    <a:pt x="5084115" y="524864"/>
                  </a:lnTo>
                  <a:lnTo>
                    <a:pt x="5084776" y="513549"/>
                  </a:lnTo>
                  <a:lnTo>
                    <a:pt x="5085436" y="542683"/>
                  </a:lnTo>
                  <a:lnTo>
                    <a:pt x="5086097" y="554770"/>
                  </a:lnTo>
                  <a:lnTo>
                    <a:pt x="5086757" y="551941"/>
                  </a:lnTo>
                  <a:lnTo>
                    <a:pt x="5087418" y="554583"/>
                  </a:lnTo>
                  <a:lnTo>
                    <a:pt x="5088078" y="519498"/>
                  </a:lnTo>
                  <a:lnTo>
                    <a:pt x="5088739" y="516507"/>
                  </a:lnTo>
                  <a:lnTo>
                    <a:pt x="5089399" y="521930"/>
                  </a:lnTo>
                  <a:lnTo>
                    <a:pt x="5090060" y="532296"/>
                  </a:lnTo>
                  <a:lnTo>
                    <a:pt x="5090720" y="538197"/>
                  </a:lnTo>
                  <a:lnTo>
                    <a:pt x="5091381" y="527866"/>
                  </a:lnTo>
                  <a:lnTo>
                    <a:pt x="5092042" y="523348"/>
                  </a:lnTo>
                  <a:lnTo>
                    <a:pt x="5092702" y="522672"/>
                  </a:lnTo>
                  <a:lnTo>
                    <a:pt x="5093363" y="536006"/>
                  </a:lnTo>
                  <a:lnTo>
                    <a:pt x="5094023" y="551284"/>
                  </a:lnTo>
                  <a:lnTo>
                    <a:pt x="5094684" y="540252"/>
                  </a:lnTo>
                  <a:lnTo>
                    <a:pt x="5095344" y="529587"/>
                  </a:lnTo>
                  <a:lnTo>
                    <a:pt x="5096005" y="526383"/>
                  </a:lnTo>
                  <a:lnTo>
                    <a:pt x="5096665" y="525865"/>
                  </a:lnTo>
                  <a:lnTo>
                    <a:pt x="5097326" y="526383"/>
                  </a:lnTo>
                  <a:lnTo>
                    <a:pt x="5097986" y="507114"/>
                  </a:lnTo>
                  <a:lnTo>
                    <a:pt x="5098647" y="497644"/>
                  </a:lnTo>
                  <a:lnTo>
                    <a:pt x="5099307" y="502282"/>
                  </a:lnTo>
                  <a:lnTo>
                    <a:pt x="5099968" y="494839"/>
                  </a:lnTo>
                  <a:lnTo>
                    <a:pt x="5100628" y="498683"/>
                  </a:lnTo>
                  <a:lnTo>
                    <a:pt x="5101289" y="493885"/>
                  </a:lnTo>
                  <a:lnTo>
                    <a:pt x="5101949" y="489952"/>
                  </a:lnTo>
                  <a:lnTo>
                    <a:pt x="5102610" y="504228"/>
                  </a:lnTo>
                  <a:lnTo>
                    <a:pt x="5103271" y="508646"/>
                  </a:lnTo>
                  <a:lnTo>
                    <a:pt x="5103931" y="568500"/>
                  </a:lnTo>
                  <a:lnTo>
                    <a:pt x="5104592" y="531154"/>
                  </a:lnTo>
                  <a:lnTo>
                    <a:pt x="5105252" y="486509"/>
                  </a:lnTo>
                  <a:lnTo>
                    <a:pt x="5105913" y="507420"/>
                  </a:lnTo>
                  <a:lnTo>
                    <a:pt x="5106573" y="518759"/>
                  </a:lnTo>
                  <a:lnTo>
                    <a:pt x="5107234" y="509655"/>
                  </a:lnTo>
                  <a:lnTo>
                    <a:pt x="5107894" y="480358"/>
                  </a:lnTo>
                  <a:lnTo>
                    <a:pt x="5108555" y="473918"/>
                  </a:lnTo>
                  <a:lnTo>
                    <a:pt x="5109215" y="461160"/>
                  </a:lnTo>
                  <a:lnTo>
                    <a:pt x="5109876" y="443493"/>
                  </a:lnTo>
                  <a:lnTo>
                    <a:pt x="5110536" y="434636"/>
                  </a:lnTo>
                  <a:lnTo>
                    <a:pt x="5111197" y="416318"/>
                  </a:lnTo>
                  <a:lnTo>
                    <a:pt x="5111857" y="437802"/>
                  </a:lnTo>
                  <a:lnTo>
                    <a:pt x="5112518" y="416572"/>
                  </a:lnTo>
                  <a:lnTo>
                    <a:pt x="5113179" y="394712"/>
                  </a:lnTo>
                  <a:lnTo>
                    <a:pt x="5113839" y="381015"/>
                  </a:lnTo>
                  <a:lnTo>
                    <a:pt x="5114500" y="379715"/>
                  </a:lnTo>
                  <a:lnTo>
                    <a:pt x="5115160" y="373394"/>
                  </a:lnTo>
                  <a:lnTo>
                    <a:pt x="5115821" y="342533"/>
                  </a:lnTo>
                  <a:lnTo>
                    <a:pt x="5116481" y="322107"/>
                  </a:lnTo>
                  <a:lnTo>
                    <a:pt x="5117142" y="275322"/>
                  </a:lnTo>
                  <a:lnTo>
                    <a:pt x="5117802" y="254954"/>
                  </a:lnTo>
                  <a:lnTo>
                    <a:pt x="5118463" y="207921"/>
                  </a:lnTo>
                  <a:lnTo>
                    <a:pt x="5119123" y="190673"/>
                  </a:lnTo>
                  <a:lnTo>
                    <a:pt x="5119784" y="188623"/>
                  </a:lnTo>
                  <a:lnTo>
                    <a:pt x="5120444" y="181533"/>
                  </a:lnTo>
                  <a:lnTo>
                    <a:pt x="5121105" y="176925"/>
                  </a:lnTo>
                  <a:lnTo>
                    <a:pt x="5121765" y="175477"/>
                  </a:lnTo>
                  <a:lnTo>
                    <a:pt x="5122426" y="195860"/>
                  </a:lnTo>
                  <a:lnTo>
                    <a:pt x="5123087" y="225057"/>
                  </a:lnTo>
                  <a:lnTo>
                    <a:pt x="5123747" y="239450"/>
                  </a:lnTo>
                  <a:lnTo>
                    <a:pt x="5124408" y="254113"/>
                  </a:lnTo>
                  <a:lnTo>
                    <a:pt x="5125068" y="301041"/>
                  </a:lnTo>
                  <a:lnTo>
                    <a:pt x="5125729" y="332086"/>
                  </a:lnTo>
                  <a:lnTo>
                    <a:pt x="5126389" y="362487"/>
                  </a:lnTo>
                  <a:lnTo>
                    <a:pt x="5127050" y="376276"/>
                  </a:lnTo>
                  <a:lnTo>
                    <a:pt x="5127710" y="383035"/>
                  </a:lnTo>
                  <a:lnTo>
                    <a:pt x="5128371" y="395932"/>
                  </a:lnTo>
                  <a:lnTo>
                    <a:pt x="5129031" y="415288"/>
                  </a:lnTo>
                  <a:lnTo>
                    <a:pt x="5129692" y="418617"/>
                  </a:lnTo>
                  <a:lnTo>
                    <a:pt x="5130352" y="434932"/>
                  </a:lnTo>
                  <a:lnTo>
                    <a:pt x="5131013" y="450049"/>
                  </a:lnTo>
                  <a:lnTo>
                    <a:pt x="5131673" y="457447"/>
                  </a:lnTo>
                  <a:lnTo>
                    <a:pt x="5132334" y="457104"/>
                  </a:lnTo>
                  <a:lnTo>
                    <a:pt x="5132994" y="481700"/>
                  </a:lnTo>
                  <a:lnTo>
                    <a:pt x="5133655" y="482499"/>
                  </a:lnTo>
                  <a:lnTo>
                    <a:pt x="5134316" y="484198"/>
                  </a:lnTo>
                  <a:lnTo>
                    <a:pt x="5134976" y="517036"/>
                  </a:lnTo>
                  <a:lnTo>
                    <a:pt x="5135637" y="504028"/>
                  </a:lnTo>
                  <a:lnTo>
                    <a:pt x="5136297" y="495889"/>
                  </a:lnTo>
                  <a:lnTo>
                    <a:pt x="5136958" y="534936"/>
                  </a:lnTo>
                  <a:lnTo>
                    <a:pt x="5137618" y="501298"/>
                  </a:lnTo>
                  <a:lnTo>
                    <a:pt x="5138279" y="482052"/>
                  </a:lnTo>
                  <a:lnTo>
                    <a:pt x="5138939" y="495545"/>
                  </a:lnTo>
                  <a:lnTo>
                    <a:pt x="5139600" y="506163"/>
                  </a:lnTo>
                  <a:lnTo>
                    <a:pt x="5140260" y="499536"/>
                  </a:lnTo>
                  <a:lnTo>
                    <a:pt x="5140921" y="515867"/>
                  </a:lnTo>
                  <a:lnTo>
                    <a:pt x="5141581" y="523120"/>
                  </a:lnTo>
                  <a:lnTo>
                    <a:pt x="5142242" y="534716"/>
                  </a:lnTo>
                  <a:lnTo>
                    <a:pt x="5142902" y="542003"/>
                  </a:lnTo>
                  <a:lnTo>
                    <a:pt x="5143563" y="536897"/>
                  </a:lnTo>
                  <a:lnTo>
                    <a:pt x="5144224" y="521305"/>
                  </a:lnTo>
                  <a:lnTo>
                    <a:pt x="5144884" y="506933"/>
                  </a:lnTo>
                  <a:lnTo>
                    <a:pt x="5145545" y="521579"/>
                  </a:lnTo>
                  <a:lnTo>
                    <a:pt x="5146205" y="540540"/>
                  </a:lnTo>
                  <a:lnTo>
                    <a:pt x="5146866" y="510874"/>
                  </a:lnTo>
                  <a:lnTo>
                    <a:pt x="5147526" y="504126"/>
                  </a:lnTo>
                  <a:lnTo>
                    <a:pt x="5148187" y="513034"/>
                  </a:lnTo>
                  <a:lnTo>
                    <a:pt x="5148847" y="540666"/>
                  </a:lnTo>
                  <a:lnTo>
                    <a:pt x="5149508" y="532131"/>
                  </a:lnTo>
                  <a:lnTo>
                    <a:pt x="5150168" y="523216"/>
                  </a:lnTo>
                  <a:lnTo>
                    <a:pt x="5150829" y="523558"/>
                  </a:lnTo>
                  <a:lnTo>
                    <a:pt x="5151489" y="522581"/>
                  </a:lnTo>
                  <a:lnTo>
                    <a:pt x="5152150" y="540866"/>
                  </a:lnTo>
                  <a:lnTo>
                    <a:pt x="5152810" y="530821"/>
                  </a:lnTo>
                  <a:lnTo>
                    <a:pt x="5153471" y="528565"/>
                  </a:lnTo>
                  <a:lnTo>
                    <a:pt x="5154132" y="550517"/>
                  </a:lnTo>
                  <a:lnTo>
                    <a:pt x="5154792" y="563651"/>
                  </a:lnTo>
                  <a:lnTo>
                    <a:pt x="5155453" y="568692"/>
                  </a:lnTo>
                  <a:lnTo>
                    <a:pt x="5156113" y="590010"/>
                  </a:lnTo>
                  <a:lnTo>
                    <a:pt x="5156774" y="594280"/>
                  </a:lnTo>
                  <a:lnTo>
                    <a:pt x="5157434" y="572728"/>
                  </a:lnTo>
                  <a:lnTo>
                    <a:pt x="5158095" y="554964"/>
                  </a:lnTo>
                  <a:lnTo>
                    <a:pt x="5158755" y="572728"/>
                  </a:lnTo>
                  <a:lnTo>
                    <a:pt x="5159416" y="578412"/>
                  </a:lnTo>
                  <a:lnTo>
                    <a:pt x="5160076" y="560815"/>
                  </a:lnTo>
                  <a:lnTo>
                    <a:pt x="5160737" y="531958"/>
                  </a:lnTo>
                  <a:lnTo>
                    <a:pt x="5161397" y="531958"/>
                  </a:lnTo>
                  <a:lnTo>
                    <a:pt x="5162058" y="534402"/>
                  </a:lnTo>
                  <a:lnTo>
                    <a:pt x="5162718" y="524969"/>
                  </a:lnTo>
                  <a:lnTo>
                    <a:pt x="5163379" y="528219"/>
                  </a:lnTo>
                  <a:lnTo>
                    <a:pt x="5164040" y="517439"/>
                  </a:lnTo>
                  <a:lnTo>
                    <a:pt x="5164700" y="522196"/>
                  </a:lnTo>
                  <a:lnTo>
                    <a:pt x="5165361" y="556280"/>
                  </a:lnTo>
                  <a:lnTo>
                    <a:pt x="5166021" y="592822"/>
                  </a:lnTo>
                  <a:lnTo>
                    <a:pt x="5166682" y="573545"/>
                  </a:lnTo>
                  <a:lnTo>
                    <a:pt x="5167342" y="531932"/>
                  </a:lnTo>
                  <a:lnTo>
                    <a:pt x="5168003" y="523424"/>
                  </a:lnTo>
                  <a:lnTo>
                    <a:pt x="5168663" y="531932"/>
                  </a:lnTo>
                  <a:lnTo>
                    <a:pt x="5169324" y="545266"/>
                  </a:lnTo>
                  <a:lnTo>
                    <a:pt x="5169984" y="537126"/>
                  </a:lnTo>
                  <a:lnTo>
                    <a:pt x="5170645" y="526794"/>
                  </a:lnTo>
                  <a:lnTo>
                    <a:pt x="5171305" y="542635"/>
                  </a:lnTo>
                  <a:lnTo>
                    <a:pt x="5171966" y="561061"/>
                  </a:lnTo>
                  <a:lnTo>
                    <a:pt x="5172626" y="533720"/>
                  </a:lnTo>
                  <a:lnTo>
                    <a:pt x="5173287" y="516630"/>
                  </a:lnTo>
                  <a:lnTo>
                    <a:pt x="5173947" y="522220"/>
                  </a:lnTo>
                  <a:lnTo>
                    <a:pt x="5174608" y="530663"/>
                  </a:lnTo>
                  <a:lnTo>
                    <a:pt x="5175269" y="550978"/>
                  </a:lnTo>
                  <a:lnTo>
                    <a:pt x="5175929" y="559871"/>
                  </a:lnTo>
                  <a:lnTo>
                    <a:pt x="5176590" y="578226"/>
                  </a:lnTo>
                  <a:lnTo>
                    <a:pt x="5177250" y="582547"/>
                  </a:lnTo>
                  <a:lnTo>
                    <a:pt x="5177911" y="586812"/>
                  </a:lnTo>
                  <a:lnTo>
                    <a:pt x="5178571" y="582771"/>
                  </a:lnTo>
                  <a:lnTo>
                    <a:pt x="5179232" y="531932"/>
                  </a:lnTo>
                  <a:lnTo>
                    <a:pt x="5179892" y="514842"/>
                  </a:lnTo>
                  <a:lnTo>
                    <a:pt x="5180553" y="520056"/>
                  </a:lnTo>
                  <a:lnTo>
                    <a:pt x="5181213" y="524948"/>
                  </a:lnTo>
                  <a:lnTo>
                    <a:pt x="5181874" y="524948"/>
                  </a:lnTo>
                  <a:lnTo>
                    <a:pt x="5182534" y="519815"/>
                  </a:lnTo>
                  <a:lnTo>
                    <a:pt x="5183195" y="528635"/>
                  </a:lnTo>
                  <a:lnTo>
                    <a:pt x="5183855" y="528635"/>
                  </a:lnTo>
                  <a:lnTo>
                    <a:pt x="5184516" y="528635"/>
                  </a:lnTo>
                  <a:lnTo>
                    <a:pt x="5185177" y="531691"/>
                  </a:lnTo>
                  <a:lnTo>
                    <a:pt x="5185837" y="528635"/>
                  </a:lnTo>
                  <a:lnTo>
                    <a:pt x="5186498" y="523182"/>
                  </a:lnTo>
                  <a:lnTo>
                    <a:pt x="5187158" y="528635"/>
                  </a:lnTo>
                  <a:lnTo>
                    <a:pt x="5187819" y="538625"/>
                  </a:lnTo>
                  <a:lnTo>
                    <a:pt x="5188479" y="545024"/>
                  </a:lnTo>
                  <a:lnTo>
                    <a:pt x="5189140" y="554299"/>
                  </a:lnTo>
                  <a:lnTo>
                    <a:pt x="5189800" y="554096"/>
                  </a:lnTo>
                  <a:lnTo>
                    <a:pt x="5190461" y="550652"/>
                  </a:lnTo>
                  <a:lnTo>
                    <a:pt x="5191121" y="545024"/>
                  </a:lnTo>
                  <a:lnTo>
                    <a:pt x="5191782" y="544261"/>
                  </a:lnTo>
                  <a:lnTo>
                    <a:pt x="5192442" y="536121"/>
                  </a:lnTo>
                  <a:lnTo>
                    <a:pt x="5193103" y="530928"/>
                  </a:lnTo>
                  <a:lnTo>
                    <a:pt x="5193763" y="530327"/>
                  </a:lnTo>
                  <a:lnTo>
                    <a:pt x="5194424" y="534393"/>
                  </a:lnTo>
                  <a:lnTo>
                    <a:pt x="5195085" y="546260"/>
                  </a:lnTo>
                  <a:lnTo>
                    <a:pt x="5195745" y="534233"/>
                  </a:lnTo>
                  <a:lnTo>
                    <a:pt x="5196406" y="519343"/>
                  </a:lnTo>
                  <a:lnTo>
                    <a:pt x="5197066" y="523030"/>
                  </a:lnTo>
                  <a:lnTo>
                    <a:pt x="5197727" y="513935"/>
                  </a:lnTo>
                  <a:lnTo>
                    <a:pt x="5198387" y="513241"/>
                  </a:lnTo>
                  <a:lnTo>
                    <a:pt x="5199048" y="505965"/>
                  </a:lnTo>
                  <a:lnTo>
                    <a:pt x="5199708" y="504949"/>
                  </a:lnTo>
                  <a:lnTo>
                    <a:pt x="5200369" y="508216"/>
                  </a:lnTo>
                  <a:lnTo>
                    <a:pt x="5201029" y="511901"/>
                  </a:lnTo>
                  <a:lnTo>
                    <a:pt x="5201690" y="513667"/>
                  </a:lnTo>
                  <a:lnTo>
                    <a:pt x="5202350" y="503320"/>
                  </a:lnTo>
                  <a:lnTo>
                    <a:pt x="5203011" y="497707"/>
                  </a:lnTo>
                  <a:lnTo>
                    <a:pt x="5203671" y="503320"/>
                  </a:lnTo>
                  <a:lnTo>
                    <a:pt x="5204332" y="476197"/>
                  </a:lnTo>
                  <a:lnTo>
                    <a:pt x="5204992" y="474080"/>
                  </a:lnTo>
                  <a:lnTo>
                    <a:pt x="5205653" y="520205"/>
                  </a:lnTo>
                  <a:lnTo>
                    <a:pt x="5206314" y="522208"/>
                  </a:lnTo>
                  <a:lnTo>
                    <a:pt x="5206974" y="529109"/>
                  </a:lnTo>
                  <a:lnTo>
                    <a:pt x="5207635" y="518521"/>
                  </a:lnTo>
                  <a:lnTo>
                    <a:pt x="5208295" y="514700"/>
                  </a:lnTo>
                  <a:lnTo>
                    <a:pt x="5208956" y="527982"/>
                  </a:lnTo>
                  <a:lnTo>
                    <a:pt x="5209616" y="518790"/>
                  </a:lnTo>
                  <a:lnTo>
                    <a:pt x="5210277" y="518413"/>
                  </a:lnTo>
                  <a:lnTo>
                    <a:pt x="5210937" y="519441"/>
                  </a:lnTo>
                  <a:lnTo>
                    <a:pt x="5211598" y="533808"/>
                  </a:lnTo>
                  <a:lnTo>
                    <a:pt x="5212258" y="525353"/>
                  </a:lnTo>
                  <a:lnTo>
                    <a:pt x="5212919" y="527118"/>
                  </a:lnTo>
                  <a:lnTo>
                    <a:pt x="5213579" y="539216"/>
                  </a:lnTo>
                  <a:lnTo>
                    <a:pt x="5214240" y="523433"/>
                  </a:lnTo>
                  <a:lnTo>
                    <a:pt x="5214900" y="522115"/>
                  </a:lnTo>
                  <a:lnTo>
                    <a:pt x="5215561" y="522115"/>
                  </a:lnTo>
                  <a:lnTo>
                    <a:pt x="5216222" y="527084"/>
                  </a:lnTo>
                  <a:lnTo>
                    <a:pt x="5216882" y="533298"/>
                  </a:lnTo>
                  <a:lnTo>
                    <a:pt x="5217543" y="545235"/>
                  </a:lnTo>
                  <a:lnTo>
                    <a:pt x="5218203" y="545235"/>
                  </a:lnTo>
                  <a:lnTo>
                    <a:pt x="5218864" y="538253"/>
                  </a:lnTo>
                  <a:lnTo>
                    <a:pt x="5219524" y="530278"/>
                  </a:lnTo>
                  <a:lnTo>
                    <a:pt x="5220185" y="527847"/>
                  </a:lnTo>
                  <a:lnTo>
                    <a:pt x="5220845" y="563947"/>
                  </a:lnTo>
                  <a:lnTo>
                    <a:pt x="5221506" y="575440"/>
                  </a:lnTo>
                  <a:lnTo>
                    <a:pt x="5222166" y="540041"/>
                  </a:lnTo>
                  <a:lnTo>
                    <a:pt x="5222827" y="533298"/>
                  </a:lnTo>
                  <a:lnTo>
                    <a:pt x="5223487" y="533298"/>
                  </a:lnTo>
                  <a:lnTo>
                    <a:pt x="5224148" y="526592"/>
                  </a:lnTo>
                  <a:lnTo>
                    <a:pt x="5224808" y="526060"/>
                  </a:lnTo>
                  <a:lnTo>
                    <a:pt x="5225469" y="529745"/>
                  </a:lnTo>
                  <a:lnTo>
                    <a:pt x="5226130" y="526377"/>
                  </a:lnTo>
                  <a:lnTo>
                    <a:pt x="5226790" y="531510"/>
                  </a:lnTo>
                  <a:lnTo>
                    <a:pt x="5227451" y="538253"/>
                  </a:lnTo>
                  <a:lnTo>
                    <a:pt x="5228111" y="551828"/>
                  </a:lnTo>
                  <a:lnTo>
                    <a:pt x="5228772" y="554627"/>
                  </a:lnTo>
                  <a:lnTo>
                    <a:pt x="5229432" y="543688"/>
                  </a:lnTo>
                  <a:lnTo>
                    <a:pt x="5230093" y="541362"/>
                  </a:lnTo>
                  <a:lnTo>
                    <a:pt x="5230753" y="531751"/>
                  </a:lnTo>
                  <a:lnTo>
                    <a:pt x="5231414" y="526995"/>
                  </a:lnTo>
                  <a:lnTo>
                    <a:pt x="5232074" y="529986"/>
                  </a:lnTo>
                  <a:lnTo>
                    <a:pt x="5232735" y="565332"/>
                  </a:lnTo>
                  <a:lnTo>
                    <a:pt x="5233395" y="560367"/>
                  </a:lnTo>
                  <a:lnTo>
                    <a:pt x="5234056" y="541679"/>
                  </a:lnTo>
                  <a:lnTo>
                    <a:pt x="5234716" y="541679"/>
                  </a:lnTo>
                  <a:lnTo>
                    <a:pt x="5235377" y="550655"/>
                  </a:lnTo>
                  <a:lnTo>
                    <a:pt x="5236038" y="545745"/>
                  </a:lnTo>
                  <a:lnTo>
                    <a:pt x="5236698" y="559274"/>
                  </a:lnTo>
                  <a:lnTo>
                    <a:pt x="5237359" y="547727"/>
                  </a:lnTo>
                  <a:lnTo>
                    <a:pt x="5238019" y="545745"/>
                  </a:lnTo>
                  <a:lnTo>
                    <a:pt x="5238680" y="535755"/>
                  </a:lnTo>
                  <a:lnTo>
                    <a:pt x="5239340" y="530303"/>
                  </a:lnTo>
                  <a:lnTo>
                    <a:pt x="5240001" y="532069"/>
                  </a:lnTo>
                  <a:lnTo>
                    <a:pt x="5240661" y="527312"/>
                  </a:lnTo>
                  <a:lnTo>
                    <a:pt x="5241322" y="535755"/>
                  </a:lnTo>
                  <a:lnTo>
                    <a:pt x="5241982" y="526618"/>
                  </a:lnTo>
                  <a:lnTo>
                    <a:pt x="5242643" y="526618"/>
                  </a:lnTo>
                  <a:lnTo>
                    <a:pt x="5243303" y="538812"/>
                  </a:lnTo>
                  <a:lnTo>
                    <a:pt x="5243964" y="532069"/>
                  </a:lnTo>
                  <a:lnTo>
                    <a:pt x="5244624" y="522680"/>
                  </a:lnTo>
                  <a:lnTo>
                    <a:pt x="5245285" y="539843"/>
                  </a:lnTo>
                  <a:lnTo>
                    <a:pt x="5245945" y="545390"/>
                  </a:lnTo>
                  <a:lnTo>
                    <a:pt x="5246606" y="540196"/>
                  </a:lnTo>
                  <a:lnTo>
                    <a:pt x="5247267" y="545390"/>
                  </a:lnTo>
                  <a:lnTo>
                    <a:pt x="5247927" y="543064"/>
                  </a:lnTo>
                  <a:lnTo>
                    <a:pt x="5248588" y="528320"/>
                  </a:lnTo>
                  <a:lnTo>
                    <a:pt x="5249248" y="529230"/>
                  </a:lnTo>
                  <a:lnTo>
                    <a:pt x="5249909" y="530484"/>
                  </a:lnTo>
                  <a:lnTo>
                    <a:pt x="5250569" y="538927"/>
                  </a:lnTo>
                  <a:lnTo>
                    <a:pt x="5251230" y="544851"/>
                  </a:lnTo>
                  <a:lnTo>
                    <a:pt x="5251890" y="533475"/>
                  </a:lnTo>
                  <a:lnTo>
                    <a:pt x="5252551" y="529790"/>
                  </a:lnTo>
                  <a:lnTo>
                    <a:pt x="5253211" y="535241"/>
                  </a:lnTo>
                  <a:lnTo>
                    <a:pt x="5253872" y="533986"/>
                  </a:lnTo>
                  <a:lnTo>
                    <a:pt x="5254532" y="535241"/>
                  </a:lnTo>
                  <a:lnTo>
                    <a:pt x="5255193" y="535241"/>
                  </a:lnTo>
                  <a:lnTo>
                    <a:pt x="5255853" y="544851"/>
                  </a:lnTo>
                  <a:lnTo>
                    <a:pt x="5256514" y="542659"/>
                  </a:lnTo>
                  <a:lnTo>
                    <a:pt x="5257175" y="541984"/>
                  </a:lnTo>
                  <a:lnTo>
                    <a:pt x="5257835" y="530107"/>
                  </a:lnTo>
                  <a:lnTo>
                    <a:pt x="5258496" y="524711"/>
                  </a:lnTo>
                  <a:lnTo>
                    <a:pt x="5259156" y="528003"/>
                  </a:lnTo>
                  <a:lnTo>
                    <a:pt x="5259817" y="528320"/>
                  </a:lnTo>
                  <a:lnTo>
                    <a:pt x="5260477" y="528697"/>
                  </a:lnTo>
                  <a:lnTo>
                    <a:pt x="5261138" y="528697"/>
                  </a:lnTo>
                  <a:lnTo>
                    <a:pt x="5261798" y="531688"/>
                  </a:lnTo>
                  <a:lnTo>
                    <a:pt x="5262459" y="545390"/>
                  </a:lnTo>
                  <a:lnTo>
                    <a:pt x="5263119" y="528853"/>
                  </a:lnTo>
                  <a:lnTo>
                    <a:pt x="5263780" y="529790"/>
                  </a:lnTo>
                  <a:lnTo>
                    <a:pt x="5264440" y="530484"/>
                  </a:lnTo>
                  <a:lnTo>
                    <a:pt x="5265101" y="535758"/>
                  </a:lnTo>
                  <a:lnTo>
                    <a:pt x="5265761" y="538927"/>
                  </a:lnTo>
                  <a:lnTo>
                    <a:pt x="5266422" y="542659"/>
                  </a:lnTo>
                  <a:lnTo>
                    <a:pt x="5267083" y="538927"/>
                  </a:lnTo>
                  <a:lnTo>
                    <a:pt x="5267743" y="545390"/>
                  </a:lnTo>
                  <a:lnTo>
                    <a:pt x="5268404" y="540196"/>
                  </a:lnTo>
                  <a:lnTo>
                    <a:pt x="5269064" y="528320"/>
                  </a:lnTo>
                  <a:lnTo>
                    <a:pt x="5269725" y="552039"/>
                  </a:lnTo>
                  <a:lnTo>
                    <a:pt x="5270385" y="549112"/>
                  </a:lnTo>
                  <a:lnTo>
                    <a:pt x="5271046" y="528320"/>
                  </a:lnTo>
                  <a:lnTo>
                    <a:pt x="5271706" y="528003"/>
                  </a:lnTo>
                  <a:lnTo>
                    <a:pt x="5272367" y="528320"/>
                  </a:lnTo>
                  <a:lnTo>
                    <a:pt x="5273027" y="533453"/>
                  </a:lnTo>
                  <a:lnTo>
                    <a:pt x="5273688" y="533453"/>
                  </a:lnTo>
                  <a:lnTo>
                    <a:pt x="5274348" y="538745"/>
                  </a:lnTo>
                  <a:lnTo>
                    <a:pt x="5275009" y="538927"/>
                  </a:lnTo>
                  <a:lnTo>
                    <a:pt x="5275669" y="530484"/>
                  </a:lnTo>
                  <a:lnTo>
                    <a:pt x="5276330" y="545555"/>
                  </a:lnTo>
                  <a:lnTo>
                    <a:pt x="5276990" y="530484"/>
                  </a:lnTo>
                  <a:lnTo>
                    <a:pt x="5277651" y="541984"/>
                  </a:lnTo>
                  <a:lnTo>
                    <a:pt x="5278312" y="548918"/>
                  </a:lnTo>
                  <a:lnTo>
                    <a:pt x="5278972" y="532221"/>
                  </a:lnTo>
                  <a:lnTo>
                    <a:pt x="5279633" y="528697"/>
                  </a:lnTo>
                  <a:lnTo>
                    <a:pt x="5280293" y="528697"/>
                  </a:lnTo>
                  <a:lnTo>
                    <a:pt x="5280954" y="543813"/>
                  </a:lnTo>
                  <a:lnTo>
                    <a:pt x="5281614" y="548332"/>
                  </a:lnTo>
                  <a:lnTo>
                    <a:pt x="5282275" y="551676"/>
                  </a:lnTo>
                  <a:lnTo>
                    <a:pt x="5282935" y="550119"/>
                  </a:lnTo>
                  <a:lnTo>
                    <a:pt x="5283596" y="561058"/>
                  </a:lnTo>
                  <a:lnTo>
                    <a:pt x="5284256" y="551859"/>
                  </a:lnTo>
                  <a:lnTo>
                    <a:pt x="5284917" y="544925"/>
                  </a:lnTo>
                  <a:lnTo>
                    <a:pt x="5285577" y="545601"/>
                  </a:lnTo>
                  <a:lnTo>
                    <a:pt x="5286238" y="545601"/>
                  </a:lnTo>
                  <a:lnTo>
                    <a:pt x="5286898" y="579625"/>
                  </a:lnTo>
                  <a:lnTo>
                    <a:pt x="5287559" y="571762"/>
                  </a:lnTo>
                  <a:lnTo>
                    <a:pt x="5288220" y="558259"/>
                  </a:lnTo>
                  <a:lnTo>
                    <a:pt x="5288880" y="561367"/>
                  </a:lnTo>
                  <a:lnTo>
                    <a:pt x="5289541" y="581535"/>
                  </a:lnTo>
                  <a:lnTo>
                    <a:pt x="5290201" y="586491"/>
                  </a:lnTo>
                  <a:lnTo>
                    <a:pt x="5290862" y="590561"/>
                  </a:lnTo>
                  <a:lnTo>
                    <a:pt x="5291522" y="558259"/>
                  </a:lnTo>
                  <a:lnTo>
                    <a:pt x="5292183" y="544066"/>
                  </a:lnTo>
                  <a:lnTo>
                    <a:pt x="5292843" y="545868"/>
                  </a:lnTo>
                  <a:lnTo>
                    <a:pt x="5293504" y="546011"/>
                  </a:lnTo>
                  <a:lnTo>
                    <a:pt x="5294164" y="552269"/>
                  </a:lnTo>
                  <a:lnTo>
                    <a:pt x="5294825" y="552269"/>
                  </a:lnTo>
                  <a:lnTo>
                    <a:pt x="5295485" y="558669"/>
                  </a:lnTo>
                  <a:lnTo>
                    <a:pt x="5296146" y="558669"/>
                  </a:lnTo>
                  <a:lnTo>
                    <a:pt x="5296806" y="548202"/>
                  </a:lnTo>
                  <a:lnTo>
                    <a:pt x="5297467" y="604307"/>
                  </a:lnTo>
                  <a:lnTo>
                    <a:pt x="5298128" y="610313"/>
                  </a:lnTo>
                  <a:lnTo>
                    <a:pt x="5298788" y="593689"/>
                  </a:lnTo>
                  <a:lnTo>
                    <a:pt x="5299449" y="550529"/>
                  </a:lnTo>
                  <a:lnTo>
                    <a:pt x="5300109" y="554783"/>
                  </a:lnTo>
                  <a:lnTo>
                    <a:pt x="5300770" y="571232"/>
                  </a:lnTo>
                  <a:lnTo>
                    <a:pt x="5301430" y="549990"/>
                  </a:lnTo>
                  <a:lnTo>
                    <a:pt x="5302091" y="552317"/>
                  </a:lnTo>
                  <a:lnTo>
                    <a:pt x="5302751" y="547798"/>
                  </a:lnTo>
                  <a:lnTo>
                    <a:pt x="5303412" y="548316"/>
                  </a:lnTo>
                  <a:lnTo>
                    <a:pt x="5304072" y="579117"/>
                  </a:lnTo>
                  <a:lnTo>
                    <a:pt x="5304733" y="555856"/>
                  </a:lnTo>
                  <a:lnTo>
                    <a:pt x="5305393" y="547123"/>
                  </a:lnTo>
                  <a:lnTo>
                    <a:pt x="5306054" y="538614"/>
                  </a:lnTo>
                  <a:lnTo>
                    <a:pt x="5306714" y="549990"/>
                  </a:lnTo>
                  <a:lnTo>
                    <a:pt x="5307375" y="547798"/>
                  </a:lnTo>
                  <a:lnTo>
                    <a:pt x="5308036" y="540380"/>
                  </a:lnTo>
                  <a:lnTo>
                    <a:pt x="5308696" y="535623"/>
                  </a:lnTo>
                  <a:lnTo>
                    <a:pt x="5309357" y="546544"/>
                  </a:lnTo>
                  <a:lnTo>
                    <a:pt x="5310017" y="528326"/>
                  </a:lnTo>
                  <a:lnTo>
                    <a:pt x="5310678" y="548202"/>
                  </a:lnTo>
                  <a:lnTo>
                    <a:pt x="5311338" y="551062"/>
                  </a:lnTo>
                  <a:lnTo>
                    <a:pt x="5311999" y="534813"/>
                  </a:lnTo>
                  <a:lnTo>
                    <a:pt x="5312659" y="567882"/>
                  </a:lnTo>
                  <a:lnTo>
                    <a:pt x="5313320" y="566471"/>
                  </a:lnTo>
                  <a:lnTo>
                    <a:pt x="5313980" y="532616"/>
                  </a:lnTo>
                  <a:lnTo>
                    <a:pt x="5314641" y="540893"/>
                  </a:lnTo>
                  <a:lnTo>
                    <a:pt x="5315301" y="587507"/>
                  </a:lnTo>
                  <a:lnTo>
                    <a:pt x="5315962" y="586491"/>
                  </a:lnTo>
                  <a:lnTo>
                    <a:pt x="5316622" y="596802"/>
                  </a:lnTo>
                  <a:lnTo>
                    <a:pt x="5317283" y="604848"/>
                  </a:lnTo>
                  <a:lnTo>
                    <a:pt x="5317943" y="580967"/>
                  </a:lnTo>
                  <a:lnTo>
                    <a:pt x="5318604" y="600460"/>
                  </a:lnTo>
                  <a:lnTo>
                    <a:pt x="5319265" y="586895"/>
                  </a:lnTo>
                  <a:lnTo>
                    <a:pt x="5319925" y="556114"/>
                  </a:lnTo>
                  <a:lnTo>
                    <a:pt x="5320586" y="589147"/>
                  </a:lnTo>
                  <a:lnTo>
                    <a:pt x="5321246" y="609191"/>
                  </a:lnTo>
                  <a:lnTo>
                    <a:pt x="5321907" y="597837"/>
                  </a:lnTo>
                  <a:lnTo>
                    <a:pt x="5322567" y="567801"/>
                  </a:lnTo>
                  <a:lnTo>
                    <a:pt x="5323228" y="554624"/>
                  </a:lnTo>
                  <a:lnTo>
                    <a:pt x="5323888" y="564357"/>
                  </a:lnTo>
                  <a:lnTo>
                    <a:pt x="5324549" y="574282"/>
                  </a:lnTo>
                  <a:lnTo>
                    <a:pt x="5325209" y="606066"/>
                  </a:lnTo>
                  <a:lnTo>
                    <a:pt x="5325870" y="608673"/>
                  </a:lnTo>
                  <a:lnTo>
                    <a:pt x="5326530" y="582652"/>
                  </a:lnTo>
                  <a:lnTo>
                    <a:pt x="5327191" y="602381"/>
                  </a:lnTo>
                  <a:lnTo>
                    <a:pt x="5327851" y="609726"/>
                  </a:lnTo>
                  <a:lnTo>
                    <a:pt x="5328512" y="600632"/>
                  </a:lnTo>
                  <a:lnTo>
                    <a:pt x="5329173" y="581885"/>
                  </a:lnTo>
                  <a:lnTo>
                    <a:pt x="5329833" y="577352"/>
                  </a:lnTo>
                  <a:lnTo>
                    <a:pt x="5330494" y="555738"/>
                  </a:lnTo>
                  <a:lnTo>
                    <a:pt x="5331154" y="572737"/>
                  </a:lnTo>
                  <a:lnTo>
                    <a:pt x="5331815" y="602355"/>
                  </a:lnTo>
                  <a:lnTo>
                    <a:pt x="5332475" y="588804"/>
                  </a:lnTo>
                  <a:lnTo>
                    <a:pt x="5333136" y="585017"/>
                  </a:lnTo>
                  <a:lnTo>
                    <a:pt x="5333796" y="583454"/>
                  </a:lnTo>
                  <a:lnTo>
                    <a:pt x="5334457" y="584604"/>
                  </a:lnTo>
                  <a:lnTo>
                    <a:pt x="5335117" y="607825"/>
                  </a:lnTo>
                  <a:lnTo>
                    <a:pt x="5335778" y="604563"/>
                  </a:lnTo>
                  <a:lnTo>
                    <a:pt x="5336438" y="599591"/>
                  </a:lnTo>
                  <a:lnTo>
                    <a:pt x="5337099" y="581855"/>
                  </a:lnTo>
                  <a:lnTo>
                    <a:pt x="5337759" y="574214"/>
                  </a:lnTo>
                  <a:lnTo>
                    <a:pt x="5338420" y="576819"/>
                  </a:lnTo>
                  <a:lnTo>
                    <a:pt x="5339081" y="591360"/>
                  </a:lnTo>
                  <a:lnTo>
                    <a:pt x="5339741" y="561468"/>
                  </a:lnTo>
                  <a:lnTo>
                    <a:pt x="5340402" y="556859"/>
                  </a:lnTo>
                  <a:lnTo>
                    <a:pt x="5341062" y="570864"/>
                  </a:lnTo>
                  <a:lnTo>
                    <a:pt x="5341723" y="576171"/>
                  </a:lnTo>
                  <a:lnTo>
                    <a:pt x="5342383" y="565955"/>
                  </a:lnTo>
                  <a:lnTo>
                    <a:pt x="5343044" y="586213"/>
                  </a:lnTo>
                  <a:lnTo>
                    <a:pt x="5343704" y="582097"/>
                  </a:lnTo>
                  <a:lnTo>
                    <a:pt x="5344365" y="578748"/>
                  </a:lnTo>
                  <a:lnTo>
                    <a:pt x="5345025" y="583242"/>
                  </a:lnTo>
                  <a:lnTo>
                    <a:pt x="5345686" y="565238"/>
                  </a:lnTo>
                  <a:lnTo>
                    <a:pt x="5346346" y="571794"/>
                  </a:lnTo>
                  <a:lnTo>
                    <a:pt x="5347007" y="582323"/>
                  </a:lnTo>
                  <a:lnTo>
                    <a:pt x="5347667" y="585795"/>
                  </a:lnTo>
                  <a:lnTo>
                    <a:pt x="5348328" y="582674"/>
                  </a:lnTo>
                  <a:lnTo>
                    <a:pt x="5348988" y="594328"/>
                  </a:lnTo>
                  <a:lnTo>
                    <a:pt x="5349649" y="586179"/>
                  </a:lnTo>
                  <a:lnTo>
                    <a:pt x="5350310" y="565789"/>
                  </a:lnTo>
                  <a:lnTo>
                    <a:pt x="5350970" y="548596"/>
                  </a:lnTo>
                  <a:lnTo>
                    <a:pt x="5351631" y="579677"/>
                  </a:lnTo>
                  <a:lnTo>
                    <a:pt x="5352291" y="579200"/>
                  </a:lnTo>
                  <a:lnTo>
                    <a:pt x="5352952" y="574871"/>
                  </a:lnTo>
                  <a:lnTo>
                    <a:pt x="5353612" y="561293"/>
                  </a:lnTo>
                  <a:lnTo>
                    <a:pt x="5354273" y="570941"/>
                  </a:lnTo>
                  <a:lnTo>
                    <a:pt x="5354933" y="570731"/>
                  </a:lnTo>
                  <a:lnTo>
                    <a:pt x="5355594" y="530360"/>
                  </a:lnTo>
                  <a:lnTo>
                    <a:pt x="5356254" y="476074"/>
                  </a:lnTo>
                  <a:lnTo>
                    <a:pt x="5356915" y="515213"/>
                  </a:lnTo>
                  <a:lnTo>
                    <a:pt x="5357575" y="563497"/>
                  </a:lnTo>
                  <a:lnTo>
                    <a:pt x="5358236" y="545688"/>
                  </a:lnTo>
                  <a:lnTo>
                    <a:pt x="5358896" y="525916"/>
                  </a:lnTo>
                  <a:lnTo>
                    <a:pt x="5359557" y="544827"/>
                  </a:lnTo>
                  <a:lnTo>
                    <a:pt x="5360218" y="570516"/>
                  </a:lnTo>
                  <a:lnTo>
                    <a:pt x="5360878" y="589206"/>
                  </a:lnTo>
                  <a:lnTo>
                    <a:pt x="5361539" y="572278"/>
                  </a:lnTo>
                  <a:lnTo>
                    <a:pt x="5362199" y="557737"/>
                  </a:lnTo>
                  <a:lnTo>
                    <a:pt x="5362860" y="525887"/>
                  </a:lnTo>
                  <a:lnTo>
                    <a:pt x="5363520" y="538085"/>
                  </a:lnTo>
                  <a:lnTo>
                    <a:pt x="5364181" y="542917"/>
                  </a:lnTo>
                  <a:lnTo>
                    <a:pt x="5364841" y="538347"/>
                  </a:lnTo>
                  <a:lnTo>
                    <a:pt x="5365502" y="539716"/>
                  </a:lnTo>
                  <a:lnTo>
                    <a:pt x="5366162" y="530732"/>
                  </a:lnTo>
                  <a:lnTo>
                    <a:pt x="5366823" y="463398"/>
                  </a:lnTo>
                  <a:lnTo>
                    <a:pt x="5367483" y="382242"/>
                  </a:lnTo>
                  <a:lnTo>
                    <a:pt x="5368144" y="371480"/>
                  </a:lnTo>
                  <a:lnTo>
                    <a:pt x="5368804" y="383496"/>
                  </a:lnTo>
                  <a:lnTo>
                    <a:pt x="5369465" y="436736"/>
                  </a:lnTo>
                  <a:lnTo>
                    <a:pt x="5370126" y="450091"/>
                  </a:lnTo>
                  <a:lnTo>
                    <a:pt x="5370786" y="487155"/>
                  </a:lnTo>
                  <a:lnTo>
                    <a:pt x="5371447" y="487195"/>
                  </a:lnTo>
                  <a:lnTo>
                    <a:pt x="5372107" y="474997"/>
                  </a:lnTo>
                  <a:lnTo>
                    <a:pt x="5372768" y="516206"/>
                  </a:lnTo>
                  <a:lnTo>
                    <a:pt x="5373428" y="541985"/>
                  </a:lnTo>
                  <a:lnTo>
                    <a:pt x="5374089" y="565575"/>
                  </a:lnTo>
                  <a:lnTo>
                    <a:pt x="5374749" y="562821"/>
                  </a:lnTo>
                  <a:lnTo>
                    <a:pt x="5375410" y="575086"/>
                  </a:lnTo>
                  <a:lnTo>
                    <a:pt x="5376070" y="572450"/>
                  </a:lnTo>
                  <a:lnTo>
                    <a:pt x="5376731" y="561815"/>
                  </a:lnTo>
                  <a:lnTo>
                    <a:pt x="5377391" y="565608"/>
                  </a:lnTo>
                  <a:lnTo>
                    <a:pt x="5378052" y="548456"/>
                  </a:lnTo>
                  <a:lnTo>
                    <a:pt x="5378712" y="560392"/>
                  </a:lnTo>
                  <a:lnTo>
                    <a:pt x="5379373" y="574360"/>
                  </a:lnTo>
                  <a:lnTo>
                    <a:pt x="5380034" y="547769"/>
                  </a:lnTo>
                  <a:lnTo>
                    <a:pt x="5380694" y="566945"/>
                  </a:lnTo>
                  <a:lnTo>
                    <a:pt x="5381355" y="586505"/>
                  </a:lnTo>
                  <a:lnTo>
                    <a:pt x="5382015" y="559624"/>
                  </a:lnTo>
                  <a:lnTo>
                    <a:pt x="5382676" y="540919"/>
                  </a:lnTo>
                  <a:lnTo>
                    <a:pt x="5383336" y="543111"/>
                  </a:lnTo>
                  <a:lnTo>
                    <a:pt x="5383997" y="565708"/>
                  </a:lnTo>
                  <a:lnTo>
                    <a:pt x="5384657" y="562909"/>
                  </a:lnTo>
                  <a:lnTo>
                    <a:pt x="5385318" y="553577"/>
                  </a:lnTo>
                  <a:lnTo>
                    <a:pt x="5385978" y="545438"/>
                  </a:lnTo>
                  <a:lnTo>
                    <a:pt x="5386639" y="553577"/>
                  </a:lnTo>
                  <a:lnTo>
                    <a:pt x="5387299" y="556376"/>
                  </a:lnTo>
                  <a:lnTo>
                    <a:pt x="5387960" y="556376"/>
                  </a:lnTo>
                  <a:lnTo>
                    <a:pt x="5388620" y="562909"/>
                  </a:lnTo>
                  <a:lnTo>
                    <a:pt x="5389281" y="523186"/>
                  </a:lnTo>
                  <a:lnTo>
                    <a:pt x="5389941" y="516438"/>
                  </a:lnTo>
                  <a:lnTo>
                    <a:pt x="5390602" y="530632"/>
                  </a:lnTo>
                  <a:lnTo>
                    <a:pt x="5391263" y="537535"/>
                  </a:lnTo>
                  <a:lnTo>
                    <a:pt x="5391923" y="530792"/>
                  </a:lnTo>
                  <a:lnTo>
                    <a:pt x="5392584" y="549923"/>
                  </a:lnTo>
                  <a:lnTo>
                    <a:pt x="5393244" y="564862"/>
                  </a:lnTo>
                  <a:lnTo>
                    <a:pt x="5393905" y="542990"/>
                  </a:lnTo>
                  <a:lnTo>
                    <a:pt x="5394565" y="536246"/>
                  </a:lnTo>
                  <a:lnTo>
                    <a:pt x="5395226" y="575787"/>
                  </a:lnTo>
                  <a:lnTo>
                    <a:pt x="5395886" y="568456"/>
                  </a:lnTo>
                  <a:lnTo>
                    <a:pt x="5396547" y="528471"/>
                  </a:lnTo>
                  <a:lnTo>
                    <a:pt x="5397207" y="537865"/>
                  </a:lnTo>
                  <a:lnTo>
                    <a:pt x="5397868" y="544608"/>
                  </a:lnTo>
                  <a:lnTo>
                    <a:pt x="5398528" y="561269"/>
                  </a:lnTo>
                  <a:lnTo>
                    <a:pt x="5399189" y="578829"/>
                  </a:lnTo>
                  <a:lnTo>
                    <a:pt x="5399849" y="593382"/>
                  </a:lnTo>
                  <a:lnTo>
                    <a:pt x="5400510" y="581977"/>
                  </a:lnTo>
                  <a:lnTo>
                    <a:pt x="5401171" y="556820"/>
                  </a:lnTo>
                  <a:lnTo>
                    <a:pt x="5401831" y="551197"/>
                  </a:lnTo>
                  <a:lnTo>
                    <a:pt x="5402492" y="533940"/>
                  </a:lnTo>
                  <a:lnTo>
                    <a:pt x="5403152" y="532603"/>
                  </a:lnTo>
                  <a:lnTo>
                    <a:pt x="5403813" y="527125"/>
                  </a:lnTo>
                  <a:lnTo>
                    <a:pt x="5404473" y="533868"/>
                  </a:lnTo>
                  <a:lnTo>
                    <a:pt x="5405134" y="556273"/>
                  </a:lnTo>
                  <a:lnTo>
                    <a:pt x="5405794" y="522368"/>
                  </a:lnTo>
                  <a:lnTo>
                    <a:pt x="5406455" y="533868"/>
                  </a:lnTo>
                  <a:lnTo>
                    <a:pt x="5407115" y="562307"/>
                  </a:lnTo>
                  <a:lnTo>
                    <a:pt x="5407776" y="563904"/>
                  </a:lnTo>
                  <a:lnTo>
                    <a:pt x="5408436" y="527125"/>
                  </a:lnTo>
                  <a:lnTo>
                    <a:pt x="5409097" y="510982"/>
                  </a:lnTo>
                  <a:lnTo>
                    <a:pt x="5409757" y="522368"/>
                  </a:lnTo>
                  <a:lnTo>
                    <a:pt x="5410418" y="550000"/>
                  </a:lnTo>
                  <a:lnTo>
                    <a:pt x="5411079" y="547130"/>
                  </a:lnTo>
                  <a:lnTo>
                    <a:pt x="5411739" y="514860"/>
                  </a:lnTo>
                  <a:lnTo>
                    <a:pt x="5412400" y="514860"/>
                  </a:lnTo>
                  <a:lnTo>
                    <a:pt x="5413060" y="502522"/>
                  </a:lnTo>
                  <a:lnTo>
                    <a:pt x="5413721" y="515393"/>
                  </a:lnTo>
                  <a:lnTo>
                    <a:pt x="5414381" y="540801"/>
                  </a:lnTo>
                  <a:lnTo>
                    <a:pt x="5415042" y="540801"/>
                  </a:lnTo>
                  <a:lnTo>
                    <a:pt x="5415702" y="559203"/>
                  </a:lnTo>
                  <a:lnTo>
                    <a:pt x="5416363" y="556475"/>
                  </a:lnTo>
                  <a:lnTo>
                    <a:pt x="5417023" y="542783"/>
                  </a:lnTo>
                  <a:lnTo>
                    <a:pt x="5417684" y="539062"/>
                  </a:lnTo>
                  <a:lnTo>
                    <a:pt x="5418344" y="523022"/>
                  </a:lnTo>
                  <a:lnTo>
                    <a:pt x="5419005" y="522489"/>
                  </a:lnTo>
                  <a:lnTo>
                    <a:pt x="5419665" y="522489"/>
                  </a:lnTo>
                  <a:lnTo>
                    <a:pt x="5420326" y="522489"/>
                  </a:lnTo>
                  <a:lnTo>
                    <a:pt x="5420986" y="519498"/>
                  </a:lnTo>
                  <a:lnTo>
                    <a:pt x="5421647" y="514860"/>
                  </a:lnTo>
                  <a:lnTo>
                    <a:pt x="5422308" y="533865"/>
                  </a:lnTo>
                  <a:lnTo>
                    <a:pt x="5422968" y="537931"/>
                  </a:lnTo>
                  <a:lnTo>
                    <a:pt x="5423629" y="535470"/>
                  </a:lnTo>
                  <a:lnTo>
                    <a:pt x="5424289" y="540801"/>
                  </a:lnTo>
                  <a:lnTo>
                    <a:pt x="5424950" y="547201"/>
                  </a:lnTo>
                  <a:lnTo>
                    <a:pt x="5425610" y="582785"/>
                  </a:lnTo>
                  <a:lnTo>
                    <a:pt x="5426271" y="565938"/>
                  </a:lnTo>
                  <a:lnTo>
                    <a:pt x="5426931" y="559665"/>
                  </a:lnTo>
                  <a:lnTo>
                    <a:pt x="5427592" y="566141"/>
                  </a:lnTo>
                  <a:lnTo>
                    <a:pt x="5428252" y="556273"/>
                  </a:lnTo>
                  <a:lnTo>
                    <a:pt x="5428913" y="540801"/>
                  </a:lnTo>
                  <a:lnTo>
                    <a:pt x="5429573" y="535470"/>
                  </a:lnTo>
                  <a:lnTo>
                    <a:pt x="5430234" y="544331"/>
                  </a:lnTo>
                  <a:lnTo>
                    <a:pt x="5430894" y="549958"/>
                  </a:lnTo>
                  <a:lnTo>
                    <a:pt x="5431555" y="530998"/>
                  </a:lnTo>
                  <a:lnTo>
                    <a:pt x="5432216" y="519498"/>
                  </a:lnTo>
                  <a:lnTo>
                    <a:pt x="5432876" y="536191"/>
                  </a:lnTo>
                  <a:lnTo>
                    <a:pt x="5433537" y="547201"/>
                  </a:lnTo>
                  <a:lnTo>
                    <a:pt x="5434197" y="562754"/>
                  </a:lnTo>
                  <a:lnTo>
                    <a:pt x="5434858" y="568093"/>
                  </a:lnTo>
                  <a:lnTo>
                    <a:pt x="5435518" y="561132"/>
                  </a:lnTo>
                  <a:lnTo>
                    <a:pt x="5436179" y="584357"/>
                  </a:lnTo>
                  <a:lnTo>
                    <a:pt x="5436839" y="575783"/>
                  </a:lnTo>
                  <a:lnTo>
                    <a:pt x="5437500" y="554239"/>
                  </a:lnTo>
                  <a:lnTo>
                    <a:pt x="5438160" y="539579"/>
                  </a:lnTo>
                  <a:lnTo>
                    <a:pt x="5438821" y="527125"/>
                  </a:lnTo>
                  <a:lnTo>
                    <a:pt x="5439481" y="522368"/>
                  </a:lnTo>
                  <a:lnTo>
                    <a:pt x="5440142" y="518719"/>
                  </a:lnTo>
                  <a:lnTo>
                    <a:pt x="5440802" y="534725"/>
                  </a:lnTo>
                  <a:lnTo>
                    <a:pt x="5441463" y="581929"/>
                  </a:lnTo>
                  <a:lnTo>
                    <a:pt x="5442124" y="565982"/>
                  </a:lnTo>
                  <a:lnTo>
                    <a:pt x="5442784" y="532769"/>
                  </a:lnTo>
                  <a:lnTo>
                    <a:pt x="5443445" y="503182"/>
                  </a:lnTo>
                  <a:lnTo>
                    <a:pt x="5444105" y="501996"/>
                  </a:lnTo>
                  <a:lnTo>
                    <a:pt x="5444766" y="499659"/>
                  </a:lnTo>
                  <a:lnTo>
                    <a:pt x="5445426" y="501442"/>
                  </a:lnTo>
                  <a:lnTo>
                    <a:pt x="5446087" y="507732"/>
                  </a:lnTo>
                  <a:lnTo>
                    <a:pt x="5446747" y="515971"/>
                  </a:lnTo>
                  <a:lnTo>
                    <a:pt x="5447408" y="518899"/>
                  </a:lnTo>
                  <a:lnTo>
                    <a:pt x="5448068" y="513990"/>
                  </a:lnTo>
                  <a:lnTo>
                    <a:pt x="5448729" y="539185"/>
                  </a:lnTo>
                  <a:lnTo>
                    <a:pt x="5449389" y="576049"/>
                  </a:lnTo>
                  <a:lnTo>
                    <a:pt x="5450050" y="568870"/>
                  </a:lnTo>
                  <a:lnTo>
                    <a:pt x="5450710" y="540547"/>
                  </a:lnTo>
                  <a:lnTo>
                    <a:pt x="5451371" y="556075"/>
                  </a:lnTo>
                  <a:lnTo>
                    <a:pt x="5452032" y="570831"/>
                  </a:lnTo>
                  <a:lnTo>
                    <a:pt x="5452692" y="535538"/>
                  </a:lnTo>
                  <a:lnTo>
                    <a:pt x="5453353" y="541913"/>
                  </a:lnTo>
                  <a:lnTo>
                    <a:pt x="5454013" y="569052"/>
                  </a:lnTo>
                  <a:lnTo>
                    <a:pt x="5454674" y="555156"/>
                  </a:lnTo>
                  <a:lnTo>
                    <a:pt x="5455334" y="589227"/>
                  </a:lnTo>
                  <a:lnTo>
                    <a:pt x="5455995" y="598174"/>
                  </a:lnTo>
                  <a:lnTo>
                    <a:pt x="5456655" y="555156"/>
                  </a:lnTo>
                  <a:lnTo>
                    <a:pt x="5457316" y="540991"/>
                  </a:lnTo>
                  <a:lnTo>
                    <a:pt x="5457976" y="538755"/>
                  </a:lnTo>
                  <a:lnTo>
                    <a:pt x="5458637" y="570859"/>
                  </a:lnTo>
                  <a:lnTo>
                    <a:pt x="5459297" y="579173"/>
                  </a:lnTo>
                  <a:lnTo>
                    <a:pt x="5459958" y="542309"/>
                  </a:lnTo>
                  <a:lnTo>
                    <a:pt x="5460618" y="575943"/>
                  </a:lnTo>
                  <a:lnTo>
                    <a:pt x="5461279" y="575444"/>
                  </a:lnTo>
                  <a:lnTo>
                    <a:pt x="5461939" y="535051"/>
                  </a:lnTo>
                  <a:lnTo>
                    <a:pt x="5462600" y="507354"/>
                  </a:lnTo>
                  <a:lnTo>
                    <a:pt x="5463261" y="548748"/>
                  </a:lnTo>
                  <a:lnTo>
                    <a:pt x="5463921" y="567446"/>
                  </a:lnTo>
                  <a:lnTo>
                    <a:pt x="5464582" y="550858"/>
                  </a:lnTo>
                  <a:lnTo>
                    <a:pt x="5465242" y="536996"/>
                  </a:lnTo>
                  <a:lnTo>
                    <a:pt x="5465903" y="523543"/>
                  </a:lnTo>
                  <a:lnTo>
                    <a:pt x="5466563" y="524981"/>
                  </a:lnTo>
                  <a:lnTo>
                    <a:pt x="5467224" y="524981"/>
                  </a:lnTo>
                  <a:lnTo>
                    <a:pt x="5467884" y="462588"/>
                  </a:lnTo>
                  <a:lnTo>
                    <a:pt x="5468545" y="445071"/>
                  </a:lnTo>
                  <a:lnTo>
                    <a:pt x="5469205" y="451898"/>
                  </a:lnTo>
                  <a:lnTo>
                    <a:pt x="5469866" y="474011"/>
                  </a:lnTo>
                  <a:lnTo>
                    <a:pt x="5470526" y="466172"/>
                  </a:lnTo>
                  <a:lnTo>
                    <a:pt x="5471187" y="438845"/>
                  </a:lnTo>
                  <a:lnTo>
                    <a:pt x="5471847" y="429529"/>
                  </a:lnTo>
                  <a:lnTo>
                    <a:pt x="5472508" y="426193"/>
                  </a:lnTo>
                  <a:lnTo>
                    <a:pt x="5473169" y="418822"/>
                  </a:lnTo>
                  <a:lnTo>
                    <a:pt x="5473829" y="417123"/>
                  </a:lnTo>
                  <a:lnTo>
                    <a:pt x="5474490" y="394835"/>
                  </a:lnTo>
                  <a:lnTo>
                    <a:pt x="5475150" y="403617"/>
                  </a:lnTo>
                  <a:lnTo>
                    <a:pt x="5475811" y="386796"/>
                  </a:lnTo>
                  <a:lnTo>
                    <a:pt x="5476471" y="376546"/>
                  </a:lnTo>
                  <a:lnTo>
                    <a:pt x="5477132" y="355950"/>
                  </a:lnTo>
                  <a:lnTo>
                    <a:pt x="5477792" y="325307"/>
                  </a:lnTo>
                  <a:lnTo>
                    <a:pt x="5478453" y="321248"/>
                  </a:lnTo>
                  <a:lnTo>
                    <a:pt x="5479113" y="273992"/>
                  </a:lnTo>
                  <a:lnTo>
                    <a:pt x="5479774" y="245683"/>
                  </a:lnTo>
                  <a:lnTo>
                    <a:pt x="5480434" y="206104"/>
                  </a:lnTo>
                  <a:lnTo>
                    <a:pt x="5481095" y="186861"/>
                  </a:lnTo>
                  <a:lnTo>
                    <a:pt x="5481755" y="164746"/>
                  </a:lnTo>
                  <a:lnTo>
                    <a:pt x="5482416" y="155956"/>
                  </a:lnTo>
                  <a:lnTo>
                    <a:pt x="5483077" y="117970"/>
                  </a:lnTo>
                  <a:lnTo>
                    <a:pt x="5483737" y="110365"/>
                  </a:lnTo>
                  <a:lnTo>
                    <a:pt x="5484398" y="105308"/>
                  </a:lnTo>
                  <a:lnTo>
                    <a:pt x="5485058" y="105308"/>
                  </a:lnTo>
                  <a:lnTo>
                    <a:pt x="5485719" y="105308"/>
                  </a:lnTo>
                  <a:lnTo>
                    <a:pt x="5486379" y="100229"/>
                  </a:lnTo>
                  <a:lnTo>
                    <a:pt x="5487040" y="103056"/>
                  </a:lnTo>
                  <a:lnTo>
                    <a:pt x="5487700" y="109812"/>
                  </a:lnTo>
                  <a:lnTo>
                    <a:pt x="5488361" y="109812"/>
                  </a:lnTo>
                  <a:lnTo>
                    <a:pt x="5489021" y="112914"/>
                  </a:lnTo>
                  <a:lnTo>
                    <a:pt x="5489682" y="148002"/>
                  </a:lnTo>
                  <a:lnTo>
                    <a:pt x="5490342" y="160520"/>
                  </a:lnTo>
                  <a:lnTo>
                    <a:pt x="5491003" y="181528"/>
                  </a:lnTo>
                  <a:lnTo>
                    <a:pt x="5491663" y="195758"/>
                  </a:lnTo>
                  <a:lnTo>
                    <a:pt x="5492324" y="243843"/>
                  </a:lnTo>
                  <a:lnTo>
                    <a:pt x="5492984" y="278445"/>
                  </a:lnTo>
                  <a:lnTo>
                    <a:pt x="5493645" y="316785"/>
                  </a:lnTo>
                  <a:lnTo>
                    <a:pt x="5494306" y="330339"/>
                  </a:lnTo>
                  <a:lnTo>
                    <a:pt x="5494966" y="373917"/>
                  </a:lnTo>
                  <a:lnTo>
                    <a:pt x="5495627" y="419461"/>
                  </a:lnTo>
                  <a:lnTo>
                    <a:pt x="5496287" y="442243"/>
                  </a:lnTo>
                  <a:lnTo>
                    <a:pt x="5496948" y="446702"/>
                  </a:lnTo>
                  <a:lnTo>
                    <a:pt x="5497608" y="426988"/>
                  </a:lnTo>
                  <a:lnTo>
                    <a:pt x="5498269" y="418989"/>
                  </a:lnTo>
                  <a:lnTo>
                    <a:pt x="5498929" y="416544"/>
                  </a:lnTo>
                  <a:lnTo>
                    <a:pt x="5499590" y="427003"/>
                  </a:lnTo>
                  <a:lnTo>
                    <a:pt x="5500250" y="445317"/>
                  </a:lnTo>
                  <a:lnTo>
                    <a:pt x="5500911" y="459919"/>
                  </a:lnTo>
                  <a:lnTo>
                    <a:pt x="5501571" y="458453"/>
                  </a:lnTo>
                  <a:lnTo>
                    <a:pt x="5502232" y="466657"/>
                  </a:lnTo>
                  <a:lnTo>
                    <a:pt x="5502892" y="528170"/>
                  </a:lnTo>
                  <a:lnTo>
                    <a:pt x="5503553" y="518249"/>
                  </a:lnTo>
                  <a:lnTo>
                    <a:pt x="5504214" y="523574"/>
                  </a:lnTo>
                  <a:lnTo>
                    <a:pt x="5504874" y="503796"/>
                  </a:lnTo>
                  <a:lnTo>
                    <a:pt x="5505535" y="519836"/>
                  </a:lnTo>
                  <a:lnTo>
                    <a:pt x="5506195" y="552084"/>
                  </a:lnTo>
                  <a:lnTo>
                    <a:pt x="5506856" y="549279"/>
                  </a:lnTo>
                  <a:lnTo>
                    <a:pt x="5507516" y="563574"/>
                  </a:lnTo>
                  <a:lnTo>
                    <a:pt x="5508177" y="542017"/>
                  </a:lnTo>
                  <a:lnTo>
                    <a:pt x="5508837" y="521708"/>
                  </a:lnTo>
                  <a:lnTo>
                    <a:pt x="5509498" y="534624"/>
                  </a:lnTo>
                  <a:lnTo>
                    <a:pt x="5510158" y="533762"/>
                  </a:lnTo>
                  <a:lnTo>
                    <a:pt x="5510819" y="585945"/>
                  </a:lnTo>
                  <a:lnTo>
                    <a:pt x="5511479" y="591013"/>
                  </a:lnTo>
                  <a:lnTo>
                    <a:pt x="5512140" y="577044"/>
                  </a:lnTo>
                  <a:lnTo>
                    <a:pt x="5512800" y="577177"/>
                  </a:lnTo>
                  <a:lnTo>
                    <a:pt x="5513461" y="560592"/>
                  </a:lnTo>
                  <a:lnTo>
                    <a:pt x="5514122" y="540117"/>
                  </a:lnTo>
                  <a:lnTo>
                    <a:pt x="5514782" y="543262"/>
                  </a:lnTo>
                  <a:lnTo>
                    <a:pt x="5515443" y="548235"/>
                  </a:lnTo>
                  <a:lnTo>
                    <a:pt x="5516103" y="544146"/>
                  </a:lnTo>
                  <a:lnTo>
                    <a:pt x="5516764" y="554936"/>
                  </a:lnTo>
                  <a:lnTo>
                    <a:pt x="5517424" y="535496"/>
                  </a:lnTo>
                  <a:lnTo>
                    <a:pt x="5518085" y="578406"/>
                  </a:lnTo>
                  <a:lnTo>
                    <a:pt x="5518745" y="575810"/>
                  </a:lnTo>
                  <a:lnTo>
                    <a:pt x="5519406" y="589451"/>
                  </a:lnTo>
                  <a:lnTo>
                    <a:pt x="5520066" y="585975"/>
                  </a:lnTo>
                  <a:lnTo>
                    <a:pt x="5520727" y="542886"/>
                  </a:lnTo>
                  <a:lnTo>
                    <a:pt x="5521387" y="533159"/>
                  </a:lnTo>
                  <a:lnTo>
                    <a:pt x="5522048" y="532923"/>
                  </a:lnTo>
                  <a:lnTo>
                    <a:pt x="5522708" y="528162"/>
                  </a:lnTo>
                  <a:lnTo>
                    <a:pt x="5523369" y="532923"/>
                  </a:lnTo>
                  <a:lnTo>
                    <a:pt x="5524030" y="526222"/>
                  </a:lnTo>
                  <a:lnTo>
                    <a:pt x="5524690" y="507360"/>
                  </a:lnTo>
                  <a:lnTo>
                    <a:pt x="5525351" y="535496"/>
                  </a:lnTo>
                  <a:lnTo>
                    <a:pt x="5526011" y="546608"/>
                  </a:lnTo>
                  <a:lnTo>
                    <a:pt x="5526672" y="557603"/>
                  </a:lnTo>
                  <a:lnTo>
                    <a:pt x="5527332" y="541936"/>
                  </a:lnTo>
                  <a:lnTo>
                    <a:pt x="5527993" y="536485"/>
                  </a:lnTo>
                  <a:lnTo>
                    <a:pt x="5528653" y="563033"/>
                  </a:lnTo>
                  <a:lnTo>
                    <a:pt x="5529314" y="582116"/>
                  </a:lnTo>
                  <a:lnTo>
                    <a:pt x="5529974" y="555186"/>
                  </a:lnTo>
                  <a:lnTo>
                    <a:pt x="5530635" y="556426"/>
                  </a:lnTo>
                  <a:lnTo>
                    <a:pt x="5531295" y="568944"/>
                  </a:lnTo>
                  <a:lnTo>
                    <a:pt x="5531956" y="570935"/>
                  </a:lnTo>
                  <a:lnTo>
                    <a:pt x="5532616" y="568978"/>
                  </a:lnTo>
                  <a:lnTo>
                    <a:pt x="5533277" y="565145"/>
                  </a:lnTo>
                  <a:lnTo>
                    <a:pt x="5533937" y="568776"/>
                  </a:lnTo>
                  <a:lnTo>
                    <a:pt x="5534598" y="606259"/>
                  </a:lnTo>
                  <a:lnTo>
                    <a:pt x="5535259" y="600752"/>
                  </a:lnTo>
                  <a:lnTo>
                    <a:pt x="5535919" y="557076"/>
                  </a:lnTo>
                  <a:lnTo>
                    <a:pt x="5536580" y="556329"/>
                  </a:lnTo>
                  <a:lnTo>
                    <a:pt x="5537240" y="565996"/>
                  </a:lnTo>
                  <a:lnTo>
                    <a:pt x="5537901" y="569145"/>
                  </a:lnTo>
                  <a:lnTo>
                    <a:pt x="5538561" y="602817"/>
                  </a:lnTo>
                  <a:lnTo>
                    <a:pt x="5539222" y="606330"/>
                  </a:lnTo>
                  <a:lnTo>
                    <a:pt x="5539882" y="595368"/>
                  </a:lnTo>
                  <a:lnTo>
                    <a:pt x="5540543" y="553329"/>
                  </a:lnTo>
                  <a:lnTo>
                    <a:pt x="5541203" y="534368"/>
                  </a:lnTo>
                  <a:lnTo>
                    <a:pt x="5541864" y="537235"/>
                  </a:lnTo>
                  <a:lnTo>
                    <a:pt x="5542524" y="535368"/>
                  </a:lnTo>
                  <a:lnTo>
                    <a:pt x="5543185" y="535368"/>
                  </a:lnTo>
                  <a:lnTo>
                    <a:pt x="5543845" y="527091"/>
                  </a:lnTo>
                  <a:lnTo>
                    <a:pt x="5544506" y="562503"/>
                  </a:lnTo>
                  <a:lnTo>
                    <a:pt x="5545167" y="580857"/>
                  </a:lnTo>
                  <a:lnTo>
                    <a:pt x="5545827" y="554552"/>
                  </a:lnTo>
                  <a:lnTo>
                    <a:pt x="5546488" y="540785"/>
                  </a:lnTo>
                  <a:lnTo>
                    <a:pt x="5547148" y="559110"/>
                  </a:lnTo>
                  <a:lnTo>
                    <a:pt x="5547809" y="564031"/>
                  </a:lnTo>
                  <a:lnTo>
                    <a:pt x="5548469" y="568776"/>
                  </a:lnTo>
                  <a:lnTo>
                    <a:pt x="5549130" y="571231"/>
                  </a:lnTo>
                  <a:lnTo>
                    <a:pt x="5549790" y="585622"/>
                  </a:lnTo>
                  <a:lnTo>
                    <a:pt x="5550451" y="563113"/>
                  </a:lnTo>
                  <a:lnTo>
                    <a:pt x="5551111" y="553044"/>
                  </a:lnTo>
                  <a:lnTo>
                    <a:pt x="5551772" y="554552"/>
                  </a:lnTo>
                  <a:lnTo>
                    <a:pt x="5552432" y="548925"/>
                  </a:lnTo>
                  <a:lnTo>
                    <a:pt x="5553093" y="561389"/>
                  </a:lnTo>
                  <a:lnTo>
                    <a:pt x="5553753" y="558590"/>
                  </a:lnTo>
                  <a:lnTo>
                    <a:pt x="5554414" y="591133"/>
                  </a:lnTo>
                  <a:lnTo>
                    <a:pt x="5555075" y="609160"/>
                  </a:lnTo>
                  <a:lnTo>
                    <a:pt x="5555735" y="611981"/>
                  </a:lnTo>
                  <a:lnTo>
                    <a:pt x="5556396" y="608908"/>
                  </a:lnTo>
                  <a:lnTo>
                    <a:pt x="5557056" y="610615"/>
                  </a:lnTo>
                  <a:lnTo>
                    <a:pt x="5557717" y="596917"/>
                  </a:lnTo>
                  <a:lnTo>
                    <a:pt x="5558377" y="572149"/>
                  </a:lnTo>
                  <a:lnTo>
                    <a:pt x="5559038" y="572937"/>
                  </a:lnTo>
                  <a:lnTo>
                    <a:pt x="5559698" y="572937"/>
                  </a:lnTo>
                  <a:lnTo>
                    <a:pt x="5560359" y="572937"/>
                  </a:lnTo>
                  <a:lnTo>
                    <a:pt x="5561019" y="559110"/>
                  </a:lnTo>
                  <a:lnTo>
                    <a:pt x="5561680" y="542525"/>
                  </a:lnTo>
                  <a:lnTo>
                    <a:pt x="5562340" y="579138"/>
                  </a:lnTo>
                  <a:lnTo>
                    <a:pt x="5563001" y="588436"/>
                  </a:lnTo>
                  <a:lnTo>
                    <a:pt x="5563661" y="532673"/>
                  </a:lnTo>
                  <a:lnTo>
                    <a:pt x="5564322" y="524396"/>
                  </a:lnTo>
                  <a:lnTo>
                    <a:pt x="5564982" y="546587"/>
                  </a:lnTo>
                  <a:lnTo>
                    <a:pt x="5565643" y="546587"/>
                  </a:lnTo>
                  <a:lnTo>
                    <a:pt x="5566304" y="563254"/>
                  </a:lnTo>
                  <a:lnTo>
                    <a:pt x="5566964" y="595427"/>
                  </a:lnTo>
                  <a:lnTo>
                    <a:pt x="5567625" y="566109"/>
                  </a:lnTo>
                  <a:lnTo>
                    <a:pt x="5568285" y="572937"/>
                  </a:lnTo>
                  <a:lnTo>
                    <a:pt x="5568946" y="576505"/>
                  </a:lnTo>
                  <a:lnTo>
                    <a:pt x="5569606" y="585035"/>
                  </a:lnTo>
                  <a:lnTo>
                    <a:pt x="5570267" y="600553"/>
                  </a:lnTo>
                  <a:lnTo>
                    <a:pt x="5570927" y="602589"/>
                  </a:lnTo>
                  <a:lnTo>
                    <a:pt x="5571588" y="593515"/>
                  </a:lnTo>
                  <a:lnTo>
                    <a:pt x="5572248" y="590952"/>
                  </a:lnTo>
                  <a:lnTo>
                    <a:pt x="5572909" y="588885"/>
                  </a:lnTo>
                  <a:lnTo>
                    <a:pt x="5573569" y="568425"/>
                  </a:lnTo>
                  <a:lnTo>
                    <a:pt x="5574230" y="548121"/>
                  </a:lnTo>
                  <a:lnTo>
                    <a:pt x="5574890" y="552639"/>
                  </a:lnTo>
                  <a:lnTo>
                    <a:pt x="5575551" y="576288"/>
                  </a:lnTo>
                  <a:lnTo>
                    <a:pt x="5576212" y="605246"/>
                  </a:lnTo>
                  <a:lnTo>
                    <a:pt x="5576872" y="581017"/>
                  </a:lnTo>
                  <a:lnTo>
                    <a:pt x="5577533" y="590247"/>
                  </a:lnTo>
                  <a:lnTo>
                    <a:pt x="5578193" y="587359"/>
                  </a:lnTo>
                  <a:lnTo>
                    <a:pt x="5578854" y="595931"/>
                  </a:lnTo>
                  <a:lnTo>
                    <a:pt x="5579514" y="601718"/>
                  </a:lnTo>
                  <a:lnTo>
                    <a:pt x="5580175" y="583177"/>
                  </a:lnTo>
                  <a:lnTo>
                    <a:pt x="5580835" y="603884"/>
                  </a:lnTo>
                  <a:lnTo>
                    <a:pt x="5581496" y="610513"/>
                  </a:lnTo>
                  <a:lnTo>
                    <a:pt x="5582156" y="595448"/>
                  </a:lnTo>
                  <a:lnTo>
                    <a:pt x="5582817" y="601164"/>
                  </a:lnTo>
                  <a:lnTo>
                    <a:pt x="5583477" y="603718"/>
                  </a:lnTo>
                  <a:lnTo>
                    <a:pt x="5584138" y="606663"/>
                  </a:lnTo>
                  <a:lnTo>
                    <a:pt x="5584798" y="601001"/>
                  </a:lnTo>
                  <a:lnTo>
                    <a:pt x="5585459" y="578984"/>
                  </a:lnTo>
                  <a:lnTo>
                    <a:pt x="5586120" y="573243"/>
                  </a:lnTo>
                  <a:lnTo>
                    <a:pt x="5586780" y="582258"/>
                  </a:lnTo>
                  <a:lnTo>
                    <a:pt x="5587441" y="554379"/>
                  </a:lnTo>
                  <a:lnTo>
                    <a:pt x="5588101" y="552639"/>
                  </a:lnTo>
                  <a:lnTo>
                    <a:pt x="5588762" y="556361"/>
                  </a:lnTo>
                  <a:lnTo>
                    <a:pt x="5589422" y="551385"/>
                  </a:lnTo>
                  <a:lnTo>
                    <a:pt x="5590083" y="566467"/>
                  </a:lnTo>
                  <a:lnTo>
                    <a:pt x="5590743" y="576579"/>
                  </a:lnTo>
                  <a:lnTo>
                    <a:pt x="5591404" y="554379"/>
                  </a:lnTo>
                  <a:lnTo>
                    <a:pt x="5592064" y="540702"/>
                  </a:lnTo>
                  <a:lnTo>
                    <a:pt x="5592725" y="562304"/>
                  </a:lnTo>
                  <a:lnTo>
                    <a:pt x="5593385" y="584835"/>
                  </a:lnTo>
                  <a:lnTo>
                    <a:pt x="5594046" y="605237"/>
                  </a:lnTo>
                  <a:lnTo>
                    <a:pt x="5594706" y="605908"/>
                  </a:lnTo>
                  <a:lnTo>
                    <a:pt x="5595367" y="590446"/>
                  </a:lnTo>
                  <a:lnTo>
                    <a:pt x="5596028" y="552639"/>
                  </a:lnTo>
                  <a:lnTo>
                    <a:pt x="5596688" y="582145"/>
                  </a:lnTo>
                  <a:lnTo>
                    <a:pt x="5597349" y="605080"/>
                  </a:lnTo>
                  <a:lnTo>
                    <a:pt x="5598009" y="605080"/>
                  </a:lnTo>
                  <a:lnTo>
                    <a:pt x="5598670" y="589345"/>
                  </a:lnTo>
                  <a:lnTo>
                    <a:pt x="5599330" y="573028"/>
                  </a:lnTo>
                  <a:lnTo>
                    <a:pt x="5599991" y="566467"/>
                  </a:lnTo>
                  <a:lnTo>
                    <a:pt x="5600651" y="585177"/>
                  </a:lnTo>
                  <a:lnTo>
                    <a:pt x="5601312" y="593907"/>
                  </a:lnTo>
                  <a:lnTo>
                    <a:pt x="5601972" y="607021"/>
                  </a:lnTo>
                  <a:lnTo>
                    <a:pt x="5602633" y="607021"/>
                  </a:lnTo>
                  <a:lnTo>
                    <a:pt x="5603293" y="578502"/>
                  </a:lnTo>
                  <a:lnTo>
                    <a:pt x="5603954" y="562640"/>
                  </a:lnTo>
                  <a:lnTo>
                    <a:pt x="5604614" y="581390"/>
                  </a:lnTo>
                  <a:lnTo>
                    <a:pt x="5605275" y="578502"/>
                  </a:lnTo>
                  <a:lnTo>
                    <a:pt x="5605935" y="570415"/>
                  </a:lnTo>
                  <a:lnTo>
                    <a:pt x="5606596" y="581390"/>
                  </a:lnTo>
                  <a:lnTo>
                    <a:pt x="5607257" y="546508"/>
                  </a:lnTo>
                  <a:lnTo>
                    <a:pt x="5607917" y="539765"/>
                  </a:lnTo>
                  <a:lnTo>
                    <a:pt x="5608578" y="547184"/>
                  </a:lnTo>
                  <a:lnTo>
                    <a:pt x="5609238" y="543452"/>
                  </a:lnTo>
                  <a:lnTo>
                    <a:pt x="5609899" y="546508"/>
                  </a:lnTo>
                  <a:lnTo>
                    <a:pt x="5610559" y="546508"/>
                  </a:lnTo>
                  <a:lnTo>
                    <a:pt x="5611220" y="555423"/>
                  </a:lnTo>
                  <a:lnTo>
                    <a:pt x="5611880" y="559841"/>
                  </a:lnTo>
                  <a:lnTo>
                    <a:pt x="5612541" y="539765"/>
                  </a:lnTo>
                  <a:lnTo>
                    <a:pt x="5613201" y="539765"/>
                  </a:lnTo>
                  <a:lnTo>
                    <a:pt x="5613862" y="546508"/>
                  </a:lnTo>
                  <a:lnTo>
                    <a:pt x="5614522" y="548256"/>
                  </a:lnTo>
                  <a:lnTo>
                    <a:pt x="5615183" y="563895"/>
                  </a:lnTo>
                  <a:lnTo>
                    <a:pt x="5615843" y="561096"/>
                  </a:lnTo>
                  <a:lnTo>
                    <a:pt x="5616504" y="571872"/>
                  </a:lnTo>
                  <a:lnTo>
                    <a:pt x="5617165" y="580638"/>
                  </a:lnTo>
                  <a:lnTo>
                    <a:pt x="5617825" y="589207"/>
                  </a:lnTo>
                  <a:lnTo>
                    <a:pt x="5618486" y="568039"/>
                  </a:lnTo>
                  <a:lnTo>
                    <a:pt x="5619146" y="561096"/>
                  </a:lnTo>
                  <a:lnTo>
                    <a:pt x="5619807" y="571872"/>
                  </a:lnTo>
                  <a:lnTo>
                    <a:pt x="5620467" y="580099"/>
                  </a:lnTo>
                  <a:lnTo>
                    <a:pt x="5621128" y="583486"/>
                  </a:lnTo>
                  <a:lnTo>
                    <a:pt x="5621788" y="585398"/>
                  </a:lnTo>
                  <a:lnTo>
                    <a:pt x="5622449" y="574600"/>
                  </a:lnTo>
                  <a:lnTo>
                    <a:pt x="5623109" y="560914"/>
                  </a:lnTo>
                  <a:lnTo>
                    <a:pt x="5623770" y="591160"/>
                  </a:lnTo>
                  <a:lnTo>
                    <a:pt x="5624430" y="587174"/>
                  </a:lnTo>
                  <a:lnTo>
                    <a:pt x="5625091" y="572574"/>
                  </a:lnTo>
                  <a:lnTo>
                    <a:pt x="5625751" y="551702"/>
                  </a:lnTo>
                  <a:lnTo>
                    <a:pt x="5626412" y="546508"/>
                  </a:lnTo>
                  <a:lnTo>
                    <a:pt x="5627073" y="551702"/>
                  </a:lnTo>
                  <a:lnTo>
                    <a:pt x="5627733" y="559606"/>
                  </a:lnTo>
                  <a:lnTo>
                    <a:pt x="5628394" y="568225"/>
                  </a:lnTo>
                  <a:lnTo>
                    <a:pt x="5629054" y="554696"/>
                  </a:lnTo>
                  <a:lnTo>
                    <a:pt x="5629715" y="564044"/>
                  </a:lnTo>
                  <a:lnTo>
                    <a:pt x="5630375" y="557786"/>
                  </a:lnTo>
                  <a:lnTo>
                    <a:pt x="5631036" y="572187"/>
                  </a:lnTo>
                  <a:lnTo>
                    <a:pt x="5631696" y="568039"/>
                  </a:lnTo>
                  <a:lnTo>
                    <a:pt x="5632357" y="547184"/>
                  </a:lnTo>
                  <a:lnTo>
                    <a:pt x="5633017" y="570415"/>
                  </a:lnTo>
                  <a:lnTo>
                    <a:pt x="5633678" y="575351"/>
                  </a:lnTo>
                  <a:lnTo>
                    <a:pt x="5634338" y="581390"/>
                  </a:lnTo>
                  <a:lnTo>
                    <a:pt x="5634999" y="600366"/>
                  </a:lnTo>
                  <a:lnTo>
                    <a:pt x="5635659" y="596084"/>
                  </a:lnTo>
                  <a:lnTo>
                    <a:pt x="5636320" y="602160"/>
                  </a:lnTo>
                  <a:lnTo>
                    <a:pt x="5636980" y="593399"/>
                  </a:lnTo>
                  <a:lnTo>
                    <a:pt x="5637641" y="595008"/>
                  </a:lnTo>
                  <a:lnTo>
                    <a:pt x="5638302" y="585398"/>
                  </a:lnTo>
                  <a:lnTo>
                    <a:pt x="5638962" y="582645"/>
                  </a:lnTo>
                  <a:lnTo>
                    <a:pt x="5639623" y="586431"/>
                  </a:lnTo>
                  <a:lnTo>
                    <a:pt x="5640283" y="586249"/>
                  </a:lnTo>
                  <a:lnTo>
                    <a:pt x="5640944" y="615386"/>
                  </a:lnTo>
                  <a:lnTo>
                    <a:pt x="5641604" y="616912"/>
                  </a:lnTo>
                  <a:lnTo>
                    <a:pt x="5642265" y="618087"/>
                  </a:lnTo>
                  <a:lnTo>
                    <a:pt x="5642925" y="616375"/>
                  </a:lnTo>
                  <a:lnTo>
                    <a:pt x="5643586" y="613805"/>
                  </a:lnTo>
                  <a:lnTo>
                    <a:pt x="5644246" y="618373"/>
                  </a:lnTo>
                  <a:lnTo>
                    <a:pt x="5644907" y="615630"/>
                  </a:lnTo>
                  <a:lnTo>
                    <a:pt x="5645567" y="603272"/>
                  </a:lnTo>
                  <a:lnTo>
                    <a:pt x="5646228" y="573345"/>
                  </a:lnTo>
                  <a:lnTo>
                    <a:pt x="5646888" y="570617"/>
                  </a:lnTo>
                  <a:lnTo>
                    <a:pt x="5647549" y="593015"/>
                  </a:lnTo>
                  <a:lnTo>
                    <a:pt x="5648210" y="578502"/>
                  </a:lnTo>
                  <a:lnTo>
                    <a:pt x="5648870" y="563895"/>
                  </a:lnTo>
                  <a:lnTo>
                    <a:pt x="5649531" y="569636"/>
                  </a:lnTo>
                  <a:lnTo>
                    <a:pt x="5650191" y="568225"/>
                  </a:lnTo>
                  <a:lnTo>
                    <a:pt x="5650852" y="582645"/>
                  </a:lnTo>
                  <a:lnTo>
                    <a:pt x="5651512" y="588885"/>
                  </a:lnTo>
                  <a:lnTo>
                    <a:pt x="5652173" y="595448"/>
                  </a:lnTo>
                  <a:lnTo>
                    <a:pt x="5652833" y="563895"/>
                  </a:lnTo>
                  <a:lnTo>
                    <a:pt x="5653494" y="552957"/>
                  </a:lnTo>
                  <a:lnTo>
                    <a:pt x="5654154" y="559606"/>
                  </a:lnTo>
                  <a:lnTo>
                    <a:pt x="5654815" y="550630"/>
                  </a:lnTo>
                  <a:lnTo>
                    <a:pt x="5655475" y="541020"/>
                  </a:lnTo>
                  <a:lnTo>
                    <a:pt x="5656136" y="555154"/>
                  </a:lnTo>
                  <a:lnTo>
                    <a:pt x="5656796" y="576797"/>
                  </a:lnTo>
                  <a:lnTo>
                    <a:pt x="5657457" y="563293"/>
                  </a:lnTo>
                  <a:lnTo>
                    <a:pt x="5658118" y="550636"/>
                  </a:lnTo>
                  <a:lnTo>
                    <a:pt x="5658778" y="581181"/>
                  </a:lnTo>
                  <a:lnTo>
                    <a:pt x="5659439" y="587950"/>
                  </a:lnTo>
                  <a:lnTo>
                    <a:pt x="5660099" y="573867"/>
                  </a:lnTo>
                  <a:lnTo>
                    <a:pt x="5660760" y="578803"/>
                  </a:lnTo>
                  <a:lnTo>
                    <a:pt x="5661420" y="574069"/>
                  </a:lnTo>
                  <a:lnTo>
                    <a:pt x="5662081" y="549778"/>
                  </a:lnTo>
                  <a:lnTo>
                    <a:pt x="5662741" y="528840"/>
                  </a:lnTo>
                  <a:lnTo>
                    <a:pt x="5663402" y="543217"/>
                  </a:lnTo>
                  <a:lnTo>
                    <a:pt x="5664062" y="583417"/>
                  </a:lnTo>
                  <a:lnTo>
                    <a:pt x="5664723" y="581181"/>
                  </a:lnTo>
                  <a:lnTo>
                    <a:pt x="5665383" y="578803"/>
                  </a:lnTo>
                  <a:lnTo>
                    <a:pt x="5666044" y="591083"/>
                  </a:lnTo>
                  <a:lnTo>
                    <a:pt x="5666704" y="584012"/>
                  </a:lnTo>
                  <a:lnTo>
                    <a:pt x="5667365" y="557621"/>
                  </a:lnTo>
                  <a:lnTo>
                    <a:pt x="5668026" y="555639"/>
                  </a:lnTo>
                  <a:lnTo>
                    <a:pt x="5668686" y="562039"/>
                  </a:lnTo>
                  <a:lnTo>
                    <a:pt x="5669347" y="555639"/>
                  </a:lnTo>
                  <a:lnTo>
                    <a:pt x="5670007" y="562039"/>
                  </a:lnTo>
                  <a:lnTo>
                    <a:pt x="5670668" y="555639"/>
                  </a:lnTo>
                  <a:lnTo>
                    <a:pt x="5671328" y="545649"/>
                  </a:lnTo>
                  <a:lnTo>
                    <a:pt x="5671989" y="556894"/>
                  </a:lnTo>
                  <a:lnTo>
                    <a:pt x="5672649" y="550636"/>
                  </a:lnTo>
                  <a:lnTo>
                    <a:pt x="5673310" y="561803"/>
                  </a:lnTo>
                  <a:lnTo>
                    <a:pt x="5673970" y="576026"/>
                  </a:lnTo>
                  <a:lnTo>
                    <a:pt x="5674631" y="584842"/>
                  </a:lnTo>
                  <a:lnTo>
                    <a:pt x="5675291" y="566092"/>
                  </a:lnTo>
                  <a:lnTo>
                    <a:pt x="5675952" y="552827"/>
                  </a:lnTo>
                  <a:lnTo>
                    <a:pt x="5676612" y="555154"/>
                  </a:lnTo>
                  <a:lnTo>
                    <a:pt x="5677273" y="558875"/>
                  </a:lnTo>
                  <a:lnTo>
                    <a:pt x="5677933" y="563293"/>
                  </a:lnTo>
                  <a:lnTo>
                    <a:pt x="5678594" y="571833"/>
                  </a:lnTo>
                  <a:lnTo>
                    <a:pt x="5679255" y="592626"/>
                  </a:lnTo>
                  <a:lnTo>
                    <a:pt x="5679915" y="586589"/>
                  </a:lnTo>
                  <a:lnTo>
                    <a:pt x="5680576" y="602488"/>
                  </a:lnTo>
                  <a:lnTo>
                    <a:pt x="5681236" y="600144"/>
                  </a:lnTo>
                  <a:lnTo>
                    <a:pt x="5681897" y="581181"/>
                  </a:lnTo>
                  <a:lnTo>
                    <a:pt x="5682557" y="605072"/>
                  </a:lnTo>
                  <a:lnTo>
                    <a:pt x="5683218" y="602488"/>
                  </a:lnTo>
                  <a:lnTo>
                    <a:pt x="5683878" y="563293"/>
                  </a:lnTo>
                  <a:lnTo>
                    <a:pt x="5684539" y="521996"/>
                  </a:lnTo>
                  <a:lnTo>
                    <a:pt x="5685199" y="541963"/>
                  </a:lnTo>
                  <a:lnTo>
                    <a:pt x="5685860" y="545649"/>
                  </a:lnTo>
                  <a:lnTo>
                    <a:pt x="5686520" y="555639"/>
                  </a:lnTo>
                  <a:lnTo>
                    <a:pt x="5687181" y="589271"/>
                  </a:lnTo>
                  <a:lnTo>
                    <a:pt x="5687841" y="587374"/>
                  </a:lnTo>
                  <a:lnTo>
                    <a:pt x="5688502" y="564838"/>
                  </a:lnTo>
                  <a:lnTo>
                    <a:pt x="5689163" y="562039"/>
                  </a:lnTo>
                  <a:lnTo>
                    <a:pt x="5689823" y="579546"/>
                  </a:lnTo>
                  <a:lnTo>
                    <a:pt x="5690484" y="595650"/>
                  </a:lnTo>
                  <a:lnTo>
                    <a:pt x="5691144" y="574978"/>
                  </a:lnTo>
                  <a:lnTo>
                    <a:pt x="5691805" y="580865"/>
                  </a:lnTo>
                  <a:lnTo>
                    <a:pt x="5692465" y="589557"/>
                  </a:lnTo>
                  <a:lnTo>
                    <a:pt x="5693126" y="579584"/>
                  </a:lnTo>
                  <a:lnTo>
                    <a:pt x="5693786" y="587951"/>
                  </a:lnTo>
                  <a:lnTo>
                    <a:pt x="5694447" y="581954"/>
                  </a:lnTo>
                  <a:lnTo>
                    <a:pt x="5695107" y="549778"/>
                  </a:lnTo>
                  <a:lnTo>
                    <a:pt x="5695768" y="553899"/>
                  </a:lnTo>
                  <a:lnTo>
                    <a:pt x="5696428" y="553899"/>
                  </a:lnTo>
                  <a:lnTo>
                    <a:pt x="5697089" y="560549"/>
                  </a:lnTo>
                  <a:lnTo>
                    <a:pt x="5697749" y="549381"/>
                  </a:lnTo>
                  <a:lnTo>
                    <a:pt x="5698410" y="551573"/>
                  </a:lnTo>
                  <a:lnTo>
                    <a:pt x="5699071" y="585360"/>
                  </a:lnTo>
                  <a:lnTo>
                    <a:pt x="5699731" y="606592"/>
                  </a:lnTo>
                  <a:lnTo>
                    <a:pt x="5700392" y="596231"/>
                  </a:lnTo>
                  <a:lnTo>
                    <a:pt x="5701052" y="601837"/>
                  </a:lnTo>
                  <a:lnTo>
                    <a:pt x="5701713" y="602614"/>
                  </a:lnTo>
                  <a:lnTo>
                    <a:pt x="5702373" y="587596"/>
                  </a:lnTo>
                  <a:lnTo>
                    <a:pt x="5703034" y="563293"/>
                  </a:lnTo>
                  <a:lnTo>
                    <a:pt x="5703694" y="549960"/>
                  </a:lnTo>
                  <a:lnTo>
                    <a:pt x="5704355" y="563293"/>
                  </a:lnTo>
                  <a:lnTo>
                    <a:pt x="5705015" y="549960"/>
                  </a:lnTo>
                  <a:lnTo>
                    <a:pt x="5705676" y="577174"/>
                  </a:lnTo>
                  <a:lnTo>
                    <a:pt x="5706336" y="603710"/>
                  </a:lnTo>
                  <a:lnTo>
                    <a:pt x="5706997" y="591526"/>
                  </a:lnTo>
                  <a:lnTo>
                    <a:pt x="5707657" y="602280"/>
                  </a:lnTo>
                  <a:lnTo>
                    <a:pt x="5708318" y="601800"/>
                  </a:lnTo>
                  <a:lnTo>
                    <a:pt x="5708978" y="570236"/>
                  </a:lnTo>
                  <a:lnTo>
                    <a:pt x="5709639" y="566610"/>
                  </a:lnTo>
                  <a:lnTo>
                    <a:pt x="5710300" y="585374"/>
                  </a:lnTo>
                  <a:lnTo>
                    <a:pt x="5710960" y="581181"/>
                  </a:lnTo>
                  <a:lnTo>
                    <a:pt x="5711621" y="586145"/>
                  </a:lnTo>
                  <a:lnTo>
                    <a:pt x="5712281" y="573867"/>
                  </a:lnTo>
                  <a:lnTo>
                    <a:pt x="5712942" y="563293"/>
                  </a:lnTo>
                  <a:lnTo>
                    <a:pt x="5713602" y="566092"/>
                  </a:lnTo>
                  <a:lnTo>
                    <a:pt x="5714263" y="594072"/>
                  </a:lnTo>
                  <a:lnTo>
                    <a:pt x="5714923" y="599988"/>
                  </a:lnTo>
                  <a:lnTo>
                    <a:pt x="5715584" y="594449"/>
                  </a:lnTo>
                  <a:lnTo>
                    <a:pt x="5716244" y="573038"/>
                  </a:lnTo>
                  <a:lnTo>
                    <a:pt x="5716905" y="557845"/>
                  </a:lnTo>
                  <a:lnTo>
                    <a:pt x="5717565" y="545873"/>
                  </a:lnTo>
                  <a:lnTo>
                    <a:pt x="5718226" y="540932"/>
                  </a:lnTo>
                  <a:lnTo>
                    <a:pt x="5718886" y="552869"/>
                  </a:lnTo>
                  <a:lnTo>
                    <a:pt x="5719547" y="569392"/>
                  </a:lnTo>
                  <a:lnTo>
                    <a:pt x="5720208" y="557845"/>
                  </a:lnTo>
                  <a:lnTo>
                    <a:pt x="5720868" y="562263"/>
                  </a:lnTo>
                  <a:lnTo>
                    <a:pt x="5721529" y="584640"/>
                  </a:lnTo>
                  <a:lnTo>
                    <a:pt x="5722189" y="578788"/>
                  </a:lnTo>
                  <a:lnTo>
                    <a:pt x="5722850" y="585606"/>
                  </a:lnTo>
                  <a:lnTo>
                    <a:pt x="5723510" y="582426"/>
                  </a:lnTo>
                  <a:lnTo>
                    <a:pt x="5724171" y="579592"/>
                  </a:lnTo>
                  <a:lnTo>
                    <a:pt x="5724831" y="576517"/>
                  </a:lnTo>
                  <a:lnTo>
                    <a:pt x="5725492" y="556590"/>
                  </a:lnTo>
                  <a:lnTo>
                    <a:pt x="5726152" y="534558"/>
                  </a:lnTo>
                  <a:lnTo>
                    <a:pt x="5726813" y="545873"/>
                  </a:lnTo>
                  <a:lnTo>
                    <a:pt x="5727473" y="562263"/>
                  </a:lnTo>
                  <a:lnTo>
                    <a:pt x="5728134" y="562263"/>
                  </a:lnTo>
                  <a:lnTo>
                    <a:pt x="5728794" y="554123"/>
                  </a:lnTo>
                  <a:lnTo>
                    <a:pt x="5729455" y="588045"/>
                  </a:lnTo>
                  <a:lnTo>
                    <a:pt x="5730116" y="594176"/>
                  </a:lnTo>
                  <a:lnTo>
                    <a:pt x="5730776" y="572836"/>
                  </a:lnTo>
                  <a:lnTo>
                    <a:pt x="5731437" y="570802"/>
                  </a:lnTo>
                  <a:lnTo>
                    <a:pt x="5732097" y="548929"/>
                  </a:lnTo>
                  <a:lnTo>
                    <a:pt x="5732758" y="554123"/>
                  </a:lnTo>
                  <a:lnTo>
                    <a:pt x="5733418" y="559233"/>
                  </a:lnTo>
                  <a:lnTo>
                    <a:pt x="5734079" y="539156"/>
                  </a:lnTo>
                  <a:lnTo>
                    <a:pt x="5734739" y="536165"/>
                  </a:lnTo>
                  <a:lnTo>
                    <a:pt x="5735400" y="551093"/>
                  </a:lnTo>
                  <a:lnTo>
                    <a:pt x="5736060" y="570008"/>
                  </a:lnTo>
                  <a:lnTo>
                    <a:pt x="5736721" y="559233"/>
                  </a:lnTo>
                  <a:lnTo>
                    <a:pt x="5737381" y="545899"/>
                  </a:lnTo>
                  <a:lnTo>
                    <a:pt x="5738042" y="536165"/>
                  </a:lnTo>
                  <a:lnTo>
                    <a:pt x="5738702" y="551093"/>
                  </a:lnTo>
                  <a:lnTo>
                    <a:pt x="5739363" y="567772"/>
                  </a:lnTo>
                  <a:lnTo>
                    <a:pt x="5740024" y="559233"/>
                  </a:lnTo>
                  <a:lnTo>
                    <a:pt x="5740684" y="545899"/>
                  </a:lnTo>
                  <a:lnTo>
                    <a:pt x="5741345" y="545899"/>
                  </a:lnTo>
                  <a:lnTo>
                    <a:pt x="5742005" y="539156"/>
                  </a:lnTo>
                  <a:lnTo>
                    <a:pt x="5742666" y="526034"/>
                  </a:lnTo>
                  <a:lnTo>
                    <a:pt x="5743326" y="547829"/>
                  </a:lnTo>
                  <a:lnTo>
                    <a:pt x="5743987" y="579188"/>
                  </a:lnTo>
                  <a:lnTo>
                    <a:pt x="5744647" y="582702"/>
                  </a:lnTo>
                  <a:lnTo>
                    <a:pt x="5745308" y="566705"/>
                  </a:lnTo>
                  <a:lnTo>
                    <a:pt x="5745968" y="573648"/>
                  </a:lnTo>
                  <a:lnTo>
                    <a:pt x="5746629" y="566480"/>
                  </a:lnTo>
                  <a:lnTo>
                    <a:pt x="5747289" y="539655"/>
                  </a:lnTo>
                  <a:lnTo>
                    <a:pt x="5747950" y="501620"/>
                  </a:lnTo>
                  <a:lnTo>
                    <a:pt x="5748610" y="511751"/>
                  </a:lnTo>
                  <a:lnTo>
                    <a:pt x="5749271" y="524950"/>
                  </a:lnTo>
                  <a:lnTo>
                    <a:pt x="5749931" y="538862"/>
                  </a:lnTo>
                  <a:lnTo>
                    <a:pt x="5750592" y="546750"/>
                  </a:lnTo>
                  <a:lnTo>
                    <a:pt x="5751253" y="544719"/>
                  </a:lnTo>
                  <a:lnTo>
                    <a:pt x="5751913" y="571762"/>
                  </a:lnTo>
                  <a:lnTo>
                    <a:pt x="5752574" y="555572"/>
                  </a:lnTo>
                  <a:lnTo>
                    <a:pt x="5753234" y="522918"/>
                  </a:lnTo>
                  <a:lnTo>
                    <a:pt x="5753895" y="511192"/>
                  </a:lnTo>
                  <a:lnTo>
                    <a:pt x="5754555" y="500344"/>
                  </a:lnTo>
                  <a:lnTo>
                    <a:pt x="5755216" y="441971"/>
                  </a:lnTo>
                  <a:lnTo>
                    <a:pt x="5755876" y="452733"/>
                  </a:lnTo>
                  <a:lnTo>
                    <a:pt x="5756537" y="443668"/>
                  </a:lnTo>
                  <a:lnTo>
                    <a:pt x="5757197" y="465318"/>
                  </a:lnTo>
                  <a:lnTo>
                    <a:pt x="5757858" y="533397"/>
                  </a:lnTo>
                  <a:lnTo>
                    <a:pt x="5758518" y="538096"/>
                  </a:lnTo>
                  <a:lnTo>
                    <a:pt x="5759179" y="536099"/>
                  </a:lnTo>
                  <a:lnTo>
                    <a:pt x="5759839" y="523102"/>
                  </a:lnTo>
                  <a:lnTo>
                    <a:pt x="5760500" y="510120"/>
                  </a:lnTo>
                  <a:lnTo>
                    <a:pt x="5761161" y="517432"/>
                  </a:lnTo>
                  <a:lnTo>
                    <a:pt x="5761821" y="529930"/>
                  </a:lnTo>
                  <a:lnTo>
                    <a:pt x="5762482" y="573106"/>
                  </a:lnTo>
                  <a:lnTo>
                    <a:pt x="5763142" y="571100"/>
                  </a:lnTo>
                  <a:lnTo>
                    <a:pt x="5763803" y="536392"/>
                  </a:lnTo>
                  <a:lnTo>
                    <a:pt x="5764463" y="545604"/>
                  </a:lnTo>
                  <a:lnTo>
                    <a:pt x="5765124" y="594018"/>
                  </a:lnTo>
                  <a:lnTo>
                    <a:pt x="5765784" y="600717"/>
                  </a:lnTo>
                  <a:lnTo>
                    <a:pt x="5766445" y="593265"/>
                  </a:lnTo>
                  <a:lnTo>
                    <a:pt x="5767105" y="573834"/>
                  </a:lnTo>
                  <a:lnTo>
                    <a:pt x="5767766" y="566705"/>
                  </a:lnTo>
                  <a:lnTo>
                    <a:pt x="5768426" y="575473"/>
                  </a:lnTo>
                  <a:lnTo>
                    <a:pt x="5769087" y="571263"/>
                  </a:lnTo>
                  <a:lnTo>
                    <a:pt x="5769747" y="567430"/>
                  </a:lnTo>
                  <a:lnTo>
                    <a:pt x="5770408" y="562032"/>
                  </a:lnTo>
                  <a:lnTo>
                    <a:pt x="5771069" y="578774"/>
                  </a:lnTo>
                  <a:lnTo>
                    <a:pt x="5771729" y="567772"/>
                  </a:lnTo>
                  <a:lnTo>
                    <a:pt x="5772390" y="559233"/>
                  </a:lnTo>
                  <a:lnTo>
                    <a:pt x="5773050" y="551093"/>
                  </a:lnTo>
                  <a:lnTo>
                    <a:pt x="5773711" y="536165"/>
                  </a:lnTo>
                  <a:lnTo>
                    <a:pt x="5774371" y="545899"/>
                  </a:lnTo>
                  <a:lnTo>
                    <a:pt x="5775032" y="536165"/>
                  </a:lnTo>
                  <a:lnTo>
                    <a:pt x="5775692" y="539156"/>
                  </a:lnTo>
                  <a:lnTo>
                    <a:pt x="5776353" y="545899"/>
                  </a:lnTo>
                  <a:lnTo>
                    <a:pt x="5777013" y="548767"/>
                  </a:lnTo>
                  <a:lnTo>
                    <a:pt x="5777674" y="551093"/>
                  </a:lnTo>
                  <a:lnTo>
                    <a:pt x="5778334" y="559233"/>
                  </a:lnTo>
                  <a:lnTo>
                    <a:pt x="5778995" y="559233"/>
                  </a:lnTo>
                  <a:lnTo>
                    <a:pt x="5779655" y="563807"/>
                  </a:lnTo>
                  <a:lnTo>
                    <a:pt x="5780316" y="571581"/>
                  </a:lnTo>
                  <a:lnTo>
                    <a:pt x="5780976" y="571784"/>
                  </a:lnTo>
                  <a:lnTo>
                    <a:pt x="5781637" y="589119"/>
                  </a:lnTo>
                  <a:lnTo>
                    <a:pt x="5782298" y="580550"/>
                  </a:lnTo>
                  <a:lnTo>
                    <a:pt x="5782958" y="563807"/>
                  </a:lnTo>
                  <a:lnTo>
                    <a:pt x="5783619" y="560590"/>
                  </a:lnTo>
                  <a:lnTo>
                    <a:pt x="5784279" y="569205"/>
                  </a:lnTo>
                  <a:lnTo>
                    <a:pt x="5784940" y="570802"/>
                  </a:lnTo>
                  <a:lnTo>
                    <a:pt x="5785600" y="588045"/>
                  </a:lnTo>
                  <a:lnTo>
                    <a:pt x="5786261" y="596615"/>
                  </a:lnTo>
                  <a:lnTo>
                    <a:pt x="5786921" y="584329"/>
                  </a:lnTo>
                  <a:lnTo>
                    <a:pt x="5787582" y="554123"/>
                  </a:lnTo>
                  <a:lnTo>
                    <a:pt x="5788242" y="542186"/>
                  </a:lnTo>
                  <a:lnTo>
                    <a:pt x="5788903" y="536558"/>
                  </a:lnTo>
                  <a:lnTo>
                    <a:pt x="5789563" y="544618"/>
                  </a:lnTo>
                  <a:lnTo>
                    <a:pt x="5790224" y="567893"/>
                  </a:lnTo>
                  <a:lnTo>
                    <a:pt x="5790884" y="552869"/>
                  </a:lnTo>
                  <a:lnTo>
                    <a:pt x="5791545" y="540932"/>
                  </a:lnTo>
                  <a:lnTo>
                    <a:pt x="5792206" y="540932"/>
                  </a:lnTo>
                  <a:lnTo>
                    <a:pt x="5792866" y="570802"/>
                  </a:lnTo>
                  <a:lnTo>
                    <a:pt x="5793527" y="562263"/>
                  </a:lnTo>
                  <a:lnTo>
                    <a:pt x="5794187" y="542186"/>
                  </a:lnTo>
                  <a:lnTo>
                    <a:pt x="5794848" y="565211"/>
                  </a:lnTo>
                  <a:lnTo>
                    <a:pt x="5795508" y="571611"/>
                  </a:lnTo>
                  <a:lnTo>
                    <a:pt x="5796169" y="542186"/>
                  </a:lnTo>
                  <a:lnTo>
                    <a:pt x="5796829" y="540226"/>
                  </a:lnTo>
                  <a:lnTo>
                    <a:pt x="5797490" y="543035"/>
                  </a:lnTo>
                  <a:lnTo>
                    <a:pt x="5798150" y="556894"/>
                  </a:lnTo>
                  <a:lnTo>
                    <a:pt x="5798811" y="566092"/>
                  </a:lnTo>
                  <a:lnTo>
                    <a:pt x="5799471" y="572641"/>
                  </a:lnTo>
                  <a:lnTo>
                    <a:pt x="5800132" y="579771"/>
                  </a:lnTo>
                  <a:lnTo>
                    <a:pt x="5800792" y="563293"/>
                  </a:lnTo>
                  <a:lnTo>
                    <a:pt x="5801453" y="550636"/>
                  </a:lnTo>
                  <a:lnTo>
                    <a:pt x="5802114" y="546904"/>
                  </a:lnTo>
                  <a:lnTo>
                    <a:pt x="5802774" y="558875"/>
                  </a:lnTo>
                  <a:lnTo>
                    <a:pt x="5803435" y="564827"/>
                  </a:lnTo>
                  <a:lnTo>
                    <a:pt x="5804095" y="550636"/>
                  </a:lnTo>
                  <a:lnTo>
                    <a:pt x="5804756" y="543217"/>
                  </a:lnTo>
                  <a:lnTo>
                    <a:pt x="5805416" y="546904"/>
                  </a:lnTo>
                  <a:lnTo>
                    <a:pt x="5806077" y="555154"/>
                  </a:lnTo>
                  <a:lnTo>
                    <a:pt x="5806737" y="556894"/>
                  </a:lnTo>
                  <a:lnTo>
                    <a:pt x="5807398" y="572641"/>
                  </a:lnTo>
                  <a:lnTo>
                    <a:pt x="5808058" y="572641"/>
                  </a:lnTo>
                  <a:lnTo>
                    <a:pt x="5808719" y="563293"/>
                  </a:lnTo>
                  <a:lnTo>
                    <a:pt x="5809379" y="563293"/>
                  </a:lnTo>
                  <a:lnTo>
                    <a:pt x="5810040" y="546904"/>
                  </a:lnTo>
                  <a:lnTo>
                    <a:pt x="5810700" y="535589"/>
                  </a:lnTo>
                  <a:lnTo>
                    <a:pt x="5811361" y="556711"/>
                  </a:lnTo>
                  <a:lnTo>
                    <a:pt x="5812022" y="566402"/>
                  </a:lnTo>
                  <a:lnTo>
                    <a:pt x="5812682" y="561803"/>
                  </a:lnTo>
                  <a:lnTo>
                    <a:pt x="5813343" y="550636"/>
                  </a:lnTo>
                  <a:lnTo>
                    <a:pt x="5814003" y="566092"/>
                  </a:lnTo>
                  <a:lnTo>
                    <a:pt x="5814664" y="556894"/>
                  </a:lnTo>
                  <a:lnTo>
                    <a:pt x="5815324" y="543217"/>
                  </a:lnTo>
                  <a:lnTo>
                    <a:pt x="5815985" y="543217"/>
                  </a:lnTo>
                  <a:lnTo>
                    <a:pt x="5816645" y="534334"/>
                  </a:lnTo>
                  <a:lnTo>
                    <a:pt x="5817306" y="521996"/>
                  </a:lnTo>
                  <a:lnTo>
                    <a:pt x="5817966" y="521996"/>
                  </a:lnTo>
                  <a:lnTo>
                    <a:pt x="5818627" y="534334"/>
                  </a:lnTo>
                  <a:lnTo>
                    <a:pt x="5819287" y="534334"/>
                  </a:lnTo>
                  <a:lnTo>
                    <a:pt x="5819948" y="537406"/>
                  </a:lnTo>
                  <a:lnTo>
                    <a:pt x="5820608" y="540226"/>
                  </a:lnTo>
                  <a:lnTo>
                    <a:pt x="5821269" y="537588"/>
                  </a:lnTo>
                  <a:lnTo>
                    <a:pt x="5821929" y="543217"/>
                  </a:lnTo>
                  <a:lnTo>
                    <a:pt x="5822590" y="543217"/>
                  </a:lnTo>
                  <a:lnTo>
                    <a:pt x="5823251" y="543639"/>
                  </a:lnTo>
                  <a:lnTo>
                    <a:pt x="5823911" y="551838"/>
                  </a:lnTo>
                  <a:lnTo>
                    <a:pt x="5824572" y="564314"/>
                  </a:lnTo>
                  <a:lnTo>
                    <a:pt x="5825232" y="544237"/>
                  </a:lnTo>
                  <a:lnTo>
                    <a:pt x="5825893" y="544460"/>
                  </a:lnTo>
                  <a:lnTo>
                    <a:pt x="5826553" y="551203"/>
                  </a:lnTo>
                  <a:lnTo>
                    <a:pt x="5827214" y="544460"/>
                  </a:lnTo>
                  <a:lnTo>
                    <a:pt x="5827874" y="556397"/>
                  </a:lnTo>
                  <a:lnTo>
                    <a:pt x="5828535" y="564536"/>
                  </a:lnTo>
                  <a:lnTo>
                    <a:pt x="5829195" y="558137"/>
                  </a:lnTo>
                  <a:lnTo>
                    <a:pt x="5829856" y="547964"/>
                  </a:lnTo>
                  <a:lnTo>
                    <a:pt x="5830516" y="571483"/>
                  </a:lnTo>
                  <a:lnTo>
                    <a:pt x="5831177" y="585903"/>
                  </a:lnTo>
                  <a:lnTo>
                    <a:pt x="5831837" y="571483"/>
                  </a:lnTo>
                  <a:lnTo>
                    <a:pt x="5832498" y="553888"/>
                  </a:lnTo>
                  <a:lnTo>
                    <a:pt x="5833159" y="551696"/>
                  </a:lnTo>
                  <a:lnTo>
                    <a:pt x="5833819" y="553888"/>
                  </a:lnTo>
                  <a:lnTo>
                    <a:pt x="5834480" y="567153"/>
                  </a:lnTo>
                  <a:lnTo>
                    <a:pt x="5835140" y="575130"/>
                  </a:lnTo>
                  <a:lnTo>
                    <a:pt x="5835801" y="551021"/>
                  </a:lnTo>
                  <a:lnTo>
                    <a:pt x="5836461" y="538649"/>
                  </a:lnTo>
                  <a:lnTo>
                    <a:pt x="5837122" y="544278"/>
                  </a:lnTo>
                  <a:lnTo>
                    <a:pt x="5837782" y="553888"/>
                  </a:lnTo>
                  <a:lnTo>
                    <a:pt x="5838443" y="544278"/>
                  </a:lnTo>
                  <a:lnTo>
                    <a:pt x="5839103" y="557954"/>
                  </a:lnTo>
                  <a:lnTo>
                    <a:pt x="5839764" y="559936"/>
                  </a:lnTo>
                  <a:lnTo>
                    <a:pt x="5840424" y="536649"/>
                  </a:lnTo>
                  <a:lnTo>
                    <a:pt x="5841085" y="518770"/>
                  </a:lnTo>
                  <a:lnTo>
                    <a:pt x="5841745" y="529901"/>
                  </a:lnTo>
                  <a:lnTo>
                    <a:pt x="5842406" y="547964"/>
                  </a:lnTo>
                  <a:lnTo>
                    <a:pt x="5843067" y="544278"/>
                  </a:lnTo>
                  <a:lnTo>
                    <a:pt x="5843727" y="547964"/>
                  </a:lnTo>
                  <a:lnTo>
                    <a:pt x="5844388" y="556214"/>
                  </a:lnTo>
                  <a:lnTo>
                    <a:pt x="5845048" y="556214"/>
                  </a:lnTo>
                  <a:lnTo>
                    <a:pt x="5845709" y="572893"/>
                  </a:lnTo>
                  <a:lnTo>
                    <a:pt x="5846369" y="571483"/>
                  </a:lnTo>
                  <a:lnTo>
                    <a:pt x="5847030" y="551879"/>
                  </a:lnTo>
                  <a:lnTo>
                    <a:pt x="5847690" y="549866"/>
                  </a:lnTo>
                  <a:lnTo>
                    <a:pt x="5848351" y="571660"/>
                  </a:lnTo>
                  <a:lnTo>
                    <a:pt x="5849011" y="580199"/>
                  </a:lnTo>
                  <a:lnTo>
                    <a:pt x="5849672" y="589872"/>
                  </a:lnTo>
                  <a:lnTo>
                    <a:pt x="5850332" y="571962"/>
                  </a:lnTo>
                  <a:lnTo>
                    <a:pt x="5850993" y="559005"/>
                  </a:lnTo>
                  <a:lnTo>
                    <a:pt x="5851653" y="546989"/>
                  </a:lnTo>
                  <a:lnTo>
                    <a:pt x="5852314" y="538711"/>
                  </a:lnTo>
                  <a:lnTo>
                    <a:pt x="5852974" y="575130"/>
                  </a:lnTo>
                  <a:lnTo>
                    <a:pt x="5853635" y="592465"/>
                  </a:lnTo>
                  <a:lnTo>
                    <a:pt x="5854296" y="575130"/>
                  </a:lnTo>
                  <a:lnTo>
                    <a:pt x="5854956" y="580046"/>
                  </a:lnTo>
                  <a:lnTo>
                    <a:pt x="5855617" y="557023"/>
                  </a:lnTo>
                  <a:lnTo>
                    <a:pt x="5856277" y="552957"/>
                  </a:lnTo>
                  <a:lnTo>
                    <a:pt x="5856938" y="566222"/>
                  </a:lnTo>
                  <a:lnTo>
                    <a:pt x="5857598" y="555283"/>
                  </a:lnTo>
                  <a:lnTo>
                    <a:pt x="5858259" y="561932"/>
                  </a:lnTo>
                  <a:lnTo>
                    <a:pt x="5858919" y="593784"/>
                  </a:lnTo>
                  <a:lnTo>
                    <a:pt x="5859580" y="601932"/>
                  </a:lnTo>
                  <a:lnTo>
                    <a:pt x="5860240" y="592577"/>
                  </a:lnTo>
                  <a:lnTo>
                    <a:pt x="5860901" y="579716"/>
                  </a:lnTo>
                  <a:lnTo>
                    <a:pt x="5861561" y="556397"/>
                  </a:lnTo>
                  <a:lnTo>
                    <a:pt x="5862222" y="551203"/>
                  </a:lnTo>
                  <a:lnTo>
                    <a:pt x="5862882" y="551021"/>
                  </a:lnTo>
                  <a:lnTo>
                    <a:pt x="5863543" y="557954"/>
                  </a:lnTo>
                  <a:lnTo>
                    <a:pt x="5864204" y="551879"/>
                  </a:lnTo>
                  <a:lnTo>
                    <a:pt x="5864864" y="558137"/>
                  </a:lnTo>
                  <a:lnTo>
                    <a:pt x="5865525" y="568356"/>
                  </a:lnTo>
                  <a:lnTo>
                    <a:pt x="5866185" y="581313"/>
                  </a:lnTo>
                  <a:lnTo>
                    <a:pt x="5866846" y="577269"/>
                  </a:lnTo>
                  <a:lnTo>
                    <a:pt x="5867506" y="588327"/>
                  </a:lnTo>
                  <a:lnTo>
                    <a:pt x="5868167" y="589872"/>
                  </a:lnTo>
                  <a:lnTo>
                    <a:pt x="5868827" y="592577"/>
                  </a:lnTo>
                  <a:lnTo>
                    <a:pt x="5869488" y="582428"/>
                  </a:lnTo>
                  <a:lnTo>
                    <a:pt x="5870148" y="557023"/>
                  </a:lnTo>
                  <a:lnTo>
                    <a:pt x="5870809" y="578040"/>
                  </a:lnTo>
                  <a:lnTo>
                    <a:pt x="5871469" y="589872"/>
                  </a:lnTo>
                  <a:lnTo>
                    <a:pt x="5872130" y="586085"/>
                  </a:lnTo>
                  <a:lnTo>
                    <a:pt x="5872790" y="576099"/>
                  </a:lnTo>
                  <a:lnTo>
                    <a:pt x="5873451" y="588083"/>
                  </a:lnTo>
                  <a:lnTo>
                    <a:pt x="5874112" y="583347"/>
                  </a:lnTo>
                  <a:lnTo>
                    <a:pt x="5874772" y="578789"/>
                  </a:lnTo>
                  <a:lnTo>
                    <a:pt x="5875433" y="563520"/>
                  </a:lnTo>
                  <a:lnTo>
                    <a:pt x="5876093" y="565260"/>
                  </a:lnTo>
                  <a:lnTo>
                    <a:pt x="5876754" y="596363"/>
                  </a:lnTo>
                  <a:lnTo>
                    <a:pt x="5877414" y="605592"/>
                  </a:lnTo>
                  <a:lnTo>
                    <a:pt x="5878075" y="577087"/>
                  </a:lnTo>
                  <a:lnTo>
                    <a:pt x="5878735" y="601636"/>
                  </a:lnTo>
                  <a:lnTo>
                    <a:pt x="5879396" y="599151"/>
                  </a:lnTo>
                  <a:lnTo>
                    <a:pt x="5880056" y="571666"/>
                  </a:lnTo>
                  <a:lnTo>
                    <a:pt x="5880717" y="554030"/>
                  </a:lnTo>
                  <a:lnTo>
                    <a:pt x="5881377" y="589831"/>
                  </a:lnTo>
                  <a:lnTo>
                    <a:pt x="5882038" y="589186"/>
                  </a:lnTo>
                  <a:lnTo>
                    <a:pt x="5882698" y="572733"/>
                  </a:lnTo>
                  <a:lnTo>
                    <a:pt x="5883359" y="560078"/>
                  </a:lnTo>
                  <a:lnTo>
                    <a:pt x="5884020" y="556357"/>
                  </a:lnTo>
                  <a:lnTo>
                    <a:pt x="5884680" y="551656"/>
                  </a:lnTo>
                  <a:lnTo>
                    <a:pt x="5885341" y="553848"/>
                  </a:lnTo>
                  <a:lnTo>
                    <a:pt x="5886001" y="544237"/>
                  </a:lnTo>
                  <a:lnTo>
                    <a:pt x="5886662" y="544237"/>
                  </a:lnTo>
                  <a:lnTo>
                    <a:pt x="5887322" y="544237"/>
                  </a:lnTo>
                  <a:lnTo>
                    <a:pt x="5887983" y="557914"/>
                  </a:lnTo>
                  <a:lnTo>
                    <a:pt x="5888643" y="601103"/>
                  </a:lnTo>
                  <a:lnTo>
                    <a:pt x="5889304" y="599135"/>
                  </a:lnTo>
                  <a:lnTo>
                    <a:pt x="5889964" y="586045"/>
                  </a:lnTo>
                  <a:lnTo>
                    <a:pt x="5890625" y="609564"/>
                  </a:lnTo>
                  <a:lnTo>
                    <a:pt x="5891285" y="613882"/>
                  </a:lnTo>
                  <a:lnTo>
                    <a:pt x="5891946" y="598874"/>
                  </a:lnTo>
                  <a:lnTo>
                    <a:pt x="5892606" y="605938"/>
                  </a:lnTo>
                  <a:lnTo>
                    <a:pt x="5893267" y="609564"/>
                  </a:lnTo>
                  <a:lnTo>
                    <a:pt x="5893927" y="591729"/>
                  </a:lnTo>
                  <a:lnTo>
                    <a:pt x="5894588" y="586206"/>
                  </a:lnTo>
                  <a:lnTo>
                    <a:pt x="5895249" y="580354"/>
                  </a:lnTo>
                  <a:lnTo>
                    <a:pt x="5895909" y="558097"/>
                  </a:lnTo>
                  <a:lnTo>
                    <a:pt x="5896570" y="544420"/>
                  </a:lnTo>
                  <a:lnTo>
                    <a:pt x="5897230" y="544237"/>
                  </a:lnTo>
                  <a:lnTo>
                    <a:pt x="5897891" y="564314"/>
                  </a:lnTo>
                  <a:lnTo>
                    <a:pt x="5898551" y="553848"/>
                  </a:lnTo>
                  <a:lnTo>
                    <a:pt x="5899212" y="544237"/>
                  </a:lnTo>
                  <a:lnTo>
                    <a:pt x="5899872" y="567113"/>
                  </a:lnTo>
                  <a:lnTo>
                    <a:pt x="5900533" y="551163"/>
                  </a:lnTo>
                  <a:lnTo>
                    <a:pt x="5901193" y="553623"/>
                  </a:lnTo>
                  <a:lnTo>
                    <a:pt x="5901854" y="581945"/>
                  </a:lnTo>
                  <a:lnTo>
                    <a:pt x="5902514" y="586680"/>
                  </a:lnTo>
                  <a:lnTo>
                    <a:pt x="5903175" y="566334"/>
                  </a:lnTo>
                  <a:lnTo>
                    <a:pt x="5903835" y="545028"/>
                  </a:lnTo>
                  <a:lnTo>
                    <a:pt x="5904496" y="552657"/>
                  </a:lnTo>
                  <a:lnTo>
                    <a:pt x="5905157" y="574170"/>
                  </a:lnTo>
                  <a:lnTo>
                    <a:pt x="5905817" y="581273"/>
                  </a:lnTo>
                  <a:lnTo>
                    <a:pt x="5906478" y="572733"/>
                  </a:lnTo>
                  <a:lnTo>
                    <a:pt x="5907138" y="568315"/>
                  </a:lnTo>
                  <a:lnTo>
                    <a:pt x="5907799" y="558482"/>
                  </a:lnTo>
                  <a:lnTo>
                    <a:pt x="5908459" y="543667"/>
                  </a:lnTo>
                  <a:lnTo>
                    <a:pt x="5909120" y="526967"/>
                  </a:lnTo>
                  <a:lnTo>
                    <a:pt x="5909780" y="549666"/>
                  </a:lnTo>
                  <a:lnTo>
                    <a:pt x="5910441" y="578501"/>
                  </a:lnTo>
                  <a:lnTo>
                    <a:pt x="5911101" y="605322"/>
                  </a:lnTo>
                  <a:lnTo>
                    <a:pt x="5911762" y="591175"/>
                  </a:lnTo>
                  <a:lnTo>
                    <a:pt x="5912422" y="572733"/>
                  </a:lnTo>
                  <a:lnTo>
                    <a:pt x="5913083" y="562267"/>
                  </a:lnTo>
                  <a:lnTo>
                    <a:pt x="5913743" y="571061"/>
                  </a:lnTo>
                  <a:lnTo>
                    <a:pt x="5914404" y="564411"/>
                  </a:lnTo>
                  <a:lnTo>
                    <a:pt x="5915065" y="575350"/>
                  </a:lnTo>
                  <a:lnTo>
                    <a:pt x="5915725" y="562085"/>
                  </a:lnTo>
                  <a:lnTo>
                    <a:pt x="5916386" y="556161"/>
                  </a:lnTo>
                  <a:lnTo>
                    <a:pt x="5917046" y="552474"/>
                  </a:lnTo>
                  <a:lnTo>
                    <a:pt x="5917707" y="579409"/>
                  </a:lnTo>
                  <a:lnTo>
                    <a:pt x="5918367" y="568380"/>
                  </a:lnTo>
                  <a:lnTo>
                    <a:pt x="5919028" y="554528"/>
                  </a:lnTo>
                  <a:lnTo>
                    <a:pt x="5919688" y="557585"/>
                  </a:lnTo>
                  <a:lnTo>
                    <a:pt x="5920349" y="552204"/>
                  </a:lnTo>
                  <a:lnTo>
                    <a:pt x="5921009" y="555890"/>
                  </a:lnTo>
                  <a:lnTo>
                    <a:pt x="5921670" y="552204"/>
                  </a:lnTo>
                  <a:lnTo>
                    <a:pt x="5922330" y="554528"/>
                  </a:lnTo>
                  <a:lnTo>
                    <a:pt x="5922991" y="543213"/>
                  </a:lnTo>
                  <a:lnTo>
                    <a:pt x="5923651" y="544575"/>
                  </a:lnTo>
                  <a:lnTo>
                    <a:pt x="5924312" y="537833"/>
                  </a:lnTo>
                  <a:lnTo>
                    <a:pt x="5924972" y="540798"/>
                  </a:lnTo>
                  <a:lnTo>
                    <a:pt x="5925633" y="548294"/>
                  </a:lnTo>
                  <a:lnTo>
                    <a:pt x="5926294" y="544758"/>
                  </a:lnTo>
                  <a:lnTo>
                    <a:pt x="5926954" y="551024"/>
                  </a:lnTo>
                  <a:lnTo>
                    <a:pt x="5927615" y="573899"/>
                  </a:lnTo>
                  <a:lnTo>
                    <a:pt x="5928275" y="581876"/>
                  </a:lnTo>
                  <a:lnTo>
                    <a:pt x="5928936" y="554711"/>
                  </a:lnTo>
                  <a:lnTo>
                    <a:pt x="5929596" y="546757"/>
                  </a:lnTo>
                  <a:lnTo>
                    <a:pt x="5930257" y="559129"/>
                  </a:lnTo>
                  <a:lnTo>
                    <a:pt x="5930917" y="580357"/>
                  </a:lnTo>
                  <a:lnTo>
                    <a:pt x="5931578" y="579409"/>
                  </a:lnTo>
                  <a:lnTo>
                    <a:pt x="5932238" y="565880"/>
                  </a:lnTo>
                  <a:lnTo>
                    <a:pt x="5932899" y="600355"/>
                  </a:lnTo>
                  <a:lnTo>
                    <a:pt x="5933559" y="579409"/>
                  </a:lnTo>
                  <a:lnTo>
                    <a:pt x="5934220" y="572280"/>
                  </a:lnTo>
                  <a:lnTo>
                    <a:pt x="5934880" y="551285"/>
                  </a:lnTo>
                  <a:lnTo>
                    <a:pt x="5935541" y="565880"/>
                  </a:lnTo>
                  <a:lnTo>
                    <a:pt x="5936202" y="585784"/>
                  </a:lnTo>
                  <a:lnTo>
                    <a:pt x="5936862" y="570790"/>
                  </a:lnTo>
                  <a:lnTo>
                    <a:pt x="5937523" y="558947"/>
                  </a:lnTo>
                  <a:lnTo>
                    <a:pt x="5938183" y="546575"/>
                  </a:lnTo>
                  <a:lnTo>
                    <a:pt x="5938844" y="544575"/>
                  </a:lnTo>
                  <a:lnTo>
                    <a:pt x="5939504" y="544575"/>
                  </a:lnTo>
                  <a:lnTo>
                    <a:pt x="5940165" y="544575"/>
                  </a:lnTo>
                  <a:lnTo>
                    <a:pt x="5940825" y="532654"/>
                  </a:lnTo>
                  <a:lnTo>
                    <a:pt x="5941486" y="532654"/>
                  </a:lnTo>
                  <a:lnTo>
                    <a:pt x="5942146" y="566063"/>
                  </a:lnTo>
                  <a:lnTo>
                    <a:pt x="5942807" y="583833"/>
                  </a:lnTo>
                  <a:lnTo>
                    <a:pt x="5943467" y="571100"/>
                  </a:lnTo>
                  <a:lnTo>
                    <a:pt x="5944128" y="566682"/>
                  </a:lnTo>
                  <a:lnTo>
                    <a:pt x="5944788" y="584277"/>
                  </a:lnTo>
                  <a:lnTo>
                    <a:pt x="5945449" y="581002"/>
                  </a:lnTo>
                  <a:lnTo>
                    <a:pt x="5946110" y="583036"/>
                  </a:lnTo>
                  <a:lnTo>
                    <a:pt x="5946770" y="585195"/>
                  </a:lnTo>
                  <a:lnTo>
                    <a:pt x="5947431" y="592266"/>
                  </a:lnTo>
                  <a:lnTo>
                    <a:pt x="5948091" y="599965"/>
                  </a:lnTo>
                  <a:lnTo>
                    <a:pt x="5948752" y="609883"/>
                  </a:lnTo>
                  <a:lnTo>
                    <a:pt x="5949412" y="615769"/>
                  </a:lnTo>
                  <a:lnTo>
                    <a:pt x="5950073" y="587771"/>
                  </a:lnTo>
                  <a:lnTo>
                    <a:pt x="5950733" y="566931"/>
                  </a:lnTo>
                  <a:lnTo>
                    <a:pt x="5951394" y="595019"/>
                  </a:lnTo>
                  <a:lnTo>
                    <a:pt x="5952054" y="620671"/>
                  </a:lnTo>
                  <a:lnTo>
                    <a:pt x="5952715" y="611787"/>
                  </a:lnTo>
                  <a:lnTo>
                    <a:pt x="5953375" y="574147"/>
                  </a:lnTo>
                  <a:lnTo>
                    <a:pt x="5954036" y="586853"/>
                  </a:lnTo>
                  <a:lnTo>
                    <a:pt x="5954696" y="597910"/>
                  </a:lnTo>
                  <a:lnTo>
                    <a:pt x="5955357" y="593657"/>
                  </a:lnTo>
                  <a:lnTo>
                    <a:pt x="5956018" y="586853"/>
                  </a:lnTo>
                  <a:lnTo>
                    <a:pt x="5956678" y="587771"/>
                  </a:lnTo>
                  <a:lnTo>
                    <a:pt x="5957339" y="605281"/>
                  </a:lnTo>
                  <a:lnTo>
                    <a:pt x="5957999" y="614382"/>
                  </a:lnTo>
                  <a:lnTo>
                    <a:pt x="5958660" y="615325"/>
                  </a:lnTo>
                  <a:lnTo>
                    <a:pt x="5959320" y="619309"/>
                  </a:lnTo>
                  <a:lnTo>
                    <a:pt x="5959981" y="619309"/>
                  </a:lnTo>
                  <a:lnTo>
                    <a:pt x="5960641" y="618248"/>
                  </a:lnTo>
                  <a:lnTo>
                    <a:pt x="5961302" y="601354"/>
                  </a:lnTo>
                  <a:lnTo>
                    <a:pt x="5961962" y="586853"/>
                  </a:lnTo>
                  <a:lnTo>
                    <a:pt x="5962623" y="609305"/>
                  </a:lnTo>
                  <a:lnTo>
                    <a:pt x="5963283" y="616704"/>
                  </a:lnTo>
                  <a:lnTo>
                    <a:pt x="5963944" y="602716"/>
                  </a:lnTo>
                  <a:lnTo>
                    <a:pt x="5964604" y="583036"/>
                  </a:lnTo>
                  <a:lnTo>
                    <a:pt x="5965265" y="603736"/>
                  </a:lnTo>
                  <a:lnTo>
                    <a:pt x="5965925" y="599022"/>
                  </a:lnTo>
                  <a:lnTo>
                    <a:pt x="5966586" y="586853"/>
                  </a:lnTo>
                  <a:lnTo>
                    <a:pt x="5967247" y="593657"/>
                  </a:lnTo>
                  <a:lnTo>
                    <a:pt x="5967907" y="616644"/>
                  </a:lnTo>
                  <a:lnTo>
                    <a:pt x="5968568" y="613898"/>
                  </a:lnTo>
                  <a:lnTo>
                    <a:pt x="5969228" y="594690"/>
                  </a:lnTo>
                  <a:lnTo>
                    <a:pt x="5969889" y="602309"/>
                  </a:lnTo>
                  <a:lnTo>
                    <a:pt x="5970549" y="601657"/>
                  </a:lnTo>
                  <a:lnTo>
                    <a:pt x="5971210" y="600852"/>
                  </a:lnTo>
                  <a:lnTo>
                    <a:pt x="5971870" y="608521"/>
                  </a:lnTo>
                  <a:lnTo>
                    <a:pt x="5972531" y="609670"/>
                  </a:lnTo>
                  <a:lnTo>
                    <a:pt x="5973191" y="613215"/>
                  </a:lnTo>
                  <a:lnTo>
                    <a:pt x="5973852" y="617177"/>
                  </a:lnTo>
                  <a:lnTo>
                    <a:pt x="5974512" y="617529"/>
                  </a:lnTo>
                  <a:lnTo>
                    <a:pt x="5975173" y="617558"/>
                  </a:lnTo>
                  <a:lnTo>
                    <a:pt x="5975833" y="614382"/>
                  </a:lnTo>
                  <a:lnTo>
                    <a:pt x="5976494" y="601657"/>
                  </a:lnTo>
                  <a:lnTo>
                    <a:pt x="5977155" y="601354"/>
                  </a:lnTo>
                  <a:lnTo>
                    <a:pt x="5977815" y="616644"/>
                  </a:lnTo>
                  <a:lnTo>
                    <a:pt x="5978476" y="618228"/>
                  </a:lnTo>
                  <a:lnTo>
                    <a:pt x="5979136" y="617558"/>
                  </a:lnTo>
                  <a:lnTo>
                    <a:pt x="5979797" y="613611"/>
                  </a:lnTo>
                  <a:lnTo>
                    <a:pt x="5980457" y="603531"/>
                  </a:lnTo>
                  <a:lnTo>
                    <a:pt x="5981118" y="586853"/>
                  </a:lnTo>
                  <a:lnTo>
                    <a:pt x="5981778" y="591347"/>
                  </a:lnTo>
                  <a:lnTo>
                    <a:pt x="5982439" y="608521"/>
                  </a:lnTo>
                  <a:lnTo>
                    <a:pt x="5983099" y="609670"/>
                  </a:lnTo>
                  <a:lnTo>
                    <a:pt x="5983760" y="602374"/>
                  </a:lnTo>
                  <a:lnTo>
                    <a:pt x="5984420" y="602374"/>
                  </a:lnTo>
                  <a:lnTo>
                    <a:pt x="5985081" y="590904"/>
                  </a:lnTo>
                  <a:lnTo>
                    <a:pt x="5985741" y="597466"/>
                  </a:lnTo>
                  <a:lnTo>
                    <a:pt x="5986402" y="594690"/>
                  </a:lnTo>
                  <a:lnTo>
                    <a:pt x="5987063" y="602374"/>
                  </a:lnTo>
                  <a:lnTo>
                    <a:pt x="5987723" y="602374"/>
                  </a:lnTo>
                  <a:lnTo>
                    <a:pt x="5988384" y="597466"/>
                  </a:lnTo>
                  <a:lnTo>
                    <a:pt x="5989044" y="601354"/>
                  </a:lnTo>
                  <a:lnTo>
                    <a:pt x="5989705" y="599022"/>
                  </a:lnTo>
                  <a:lnTo>
                    <a:pt x="5990365" y="608521"/>
                  </a:lnTo>
                  <a:lnTo>
                    <a:pt x="5991026" y="603531"/>
                  </a:lnTo>
                  <a:lnTo>
                    <a:pt x="5991686" y="590904"/>
                  </a:lnTo>
                  <a:lnTo>
                    <a:pt x="5992347" y="608521"/>
                  </a:lnTo>
                  <a:lnTo>
                    <a:pt x="5993007" y="619081"/>
                  </a:lnTo>
                  <a:lnTo>
                    <a:pt x="5993668" y="619309"/>
                  </a:lnTo>
                  <a:lnTo>
                    <a:pt x="5994328" y="619280"/>
                  </a:lnTo>
                  <a:lnTo>
                    <a:pt x="5994989" y="613869"/>
                  </a:lnTo>
                  <a:lnTo>
                    <a:pt x="5995649" y="590721"/>
                  </a:lnTo>
                  <a:lnTo>
                    <a:pt x="5996310" y="593475"/>
                  </a:lnTo>
                  <a:lnTo>
                    <a:pt x="5996970" y="607390"/>
                  </a:lnTo>
                  <a:lnTo>
                    <a:pt x="5997631" y="617558"/>
                  </a:lnTo>
                  <a:lnTo>
                    <a:pt x="5998292" y="608521"/>
                  </a:lnTo>
                  <a:lnTo>
                    <a:pt x="5998952" y="597466"/>
                  </a:lnTo>
                  <a:lnTo>
                    <a:pt x="5999613" y="618228"/>
                  </a:lnTo>
                  <a:lnTo>
                    <a:pt x="6000273" y="619309"/>
                  </a:lnTo>
                  <a:lnTo>
                    <a:pt x="6000934" y="612666"/>
                  </a:lnTo>
                  <a:lnTo>
                    <a:pt x="6001594" y="607390"/>
                  </a:lnTo>
                  <a:lnTo>
                    <a:pt x="6002255" y="599022"/>
                  </a:lnTo>
                  <a:lnTo>
                    <a:pt x="6002915" y="581876"/>
                  </a:lnTo>
                  <a:lnTo>
                    <a:pt x="6003576" y="570054"/>
                  </a:lnTo>
                  <a:lnTo>
                    <a:pt x="6004236" y="584094"/>
                  </a:lnTo>
                  <a:lnTo>
                    <a:pt x="6004897" y="590721"/>
                  </a:lnTo>
                  <a:lnTo>
                    <a:pt x="6005557" y="598603"/>
                  </a:lnTo>
                  <a:lnTo>
                    <a:pt x="6006218" y="601354"/>
                  </a:lnTo>
                  <a:lnTo>
                    <a:pt x="6006878" y="599965"/>
                  </a:lnTo>
                  <a:lnTo>
                    <a:pt x="6007539" y="602214"/>
                  </a:lnTo>
                  <a:lnTo>
                    <a:pt x="6008200" y="616687"/>
                  </a:lnTo>
                  <a:lnTo>
                    <a:pt x="6008860" y="602374"/>
                  </a:lnTo>
                  <a:lnTo>
                    <a:pt x="6009521" y="607390"/>
                  </a:lnTo>
                  <a:lnTo>
                    <a:pt x="6010181" y="615049"/>
                  </a:lnTo>
                  <a:lnTo>
                    <a:pt x="6010842" y="610425"/>
                  </a:lnTo>
                  <a:lnTo>
                    <a:pt x="6011502" y="613215"/>
                  </a:lnTo>
                  <a:lnTo>
                    <a:pt x="6012163" y="603974"/>
                  </a:lnTo>
                  <a:lnTo>
                    <a:pt x="6012823" y="585966"/>
                  </a:lnTo>
                  <a:lnTo>
                    <a:pt x="6013484" y="603736"/>
                  </a:lnTo>
                  <a:lnTo>
                    <a:pt x="6014144" y="597466"/>
                  </a:lnTo>
                  <a:lnTo>
                    <a:pt x="6014805" y="598603"/>
                  </a:lnTo>
                  <a:lnTo>
                    <a:pt x="6015465" y="603531"/>
                  </a:lnTo>
                  <a:lnTo>
                    <a:pt x="6016126" y="608521"/>
                  </a:lnTo>
                  <a:lnTo>
                    <a:pt x="6016786" y="590904"/>
                  </a:lnTo>
                  <a:lnTo>
                    <a:pt x="6017447" y="601296"/>
                  </a:lnTo>
                  <a:lnTo>
                    <a:pt x="6018108" y="612232"/>
                  </a:lnTo>
                  <a:lnTo>
                    <a:pt x="6018768" y="612232"/>
                  </a:lnTo>
                  <a:lnTo>
                    <a:pt x="6019429" y="619309"/>
                  </a:lnTo>
                  <a:lnTo>
                    <a:pt x="6020089" y="616687"/>
                  </a:lnTo>
                  <a:lnTo>
                    <a:pt x="6020750" y="597949"/>
                  </a:lnTo>
                  <a:lnTo>
                    <a:pt x="6021410" y="592266"/>
                  </a:lnTo>
                  <a:lnTo>
                    <a:pt x="6022071" y="605051"/>
                  </a:lnTo>
                  <a:lnTo>
                    <a:pt x="6022731" y="601354"/>
                  </a:lnTo>
                  <a:lnTo>
                    <a:pt x="6023392" y="597466"/>
                  </a:lnTo>
                  <a:lnTo>
                    <a:pt x="6024052" y="590904"/>
                  </a:lnTo>
                  <a:lnTo>
                    <a:pt x="6024713" y="606190"/>
                  </a:lnTo>
                  <a:lnTo>
                    <a:pt x="6025373" y="602101"/>
                  </a:lnTo>
                  <a:lnTo>
                    <a:pt x="6026034" y="618228"/>
                  </a:lnTo>
                  <a:lnTo>
                    <a:pt x="6026694" y="619309"/>
                  </a:lnTo>
                  <a:lnTo>
                    <a:pt x="6027355" y="614382"/>
                  </a:lnTo>
                  <a:lnTo>
                    <a:pt x="6028016" y="615296"/>
                  </a:lnTo>
                  <a:lnTo>
                    <a:pt x="6028676" y="619280"/>
                  </a:lnTo>
                  <a:lnTo>
                    <a:pt x="6029337" y="618199"/>
                  </a:lnTo>
                  <a:lnTo>
                    <a:pt x="6029997" y="602280"/>
                  </a:lnTo>
                  <a:lnTo>
                    <a:pt x="6030658" y="598420"/>
                  </a:lnTo>
                  <a:lnTo>
                    <a:pt x="6031318" y="614382"/>
                  </a:lnTo>
                  <a:lnTo>
                    <a:pt x="6031979" y="619309"/>
                  </a:lnTo>
                  <a:lnTo>
                    <a:pt x="6032639" y="611396"/>
                  </a:lnTo>
                  <a:lnTo>
                    <a:pt x="6033300" y="606190"/>
                  </a:lnTo>
                  <a:lnTo>
                    <a:pt x="6033960" y="618228"/>
                  </a:lnTo>
                  <a:lnTo>
                    <a:pt x="6034621" y="615851"/>
                  </a:lnTo>
                  <a:lnTo>
                    <a:pt x="6035281" y="604809"/>
                  </a:lnTo>
                  <a:lnTo>
                    <a:pt x="6035942" y="610396"/>
                  </a:lnTo>
                  <a:lnTo>
                    <a:pt x="6036602" y="617529"/>
                  </a:lnTo>
                  <a:lnTo>
                    <a:pt x="6037263" y="617529"/>
                  </a:lnTo>
                  <a:lnTo>
                    <a:pt x="6037923" y="617529"/>
                  </a:lnTo>
                  <a:lnTo>
                    <a:pt x="6038584" y="619280"/>
                  </a:lnTo>
                  <a:lnTo>
                    <a:pt x="6039245" y="619280"/>
                  </a:lnTo>
                  <a:lnTo>
                    <a:pt x="6039905" y="619280"/>
                  </a:lnTo>
                  <a:lnTo>
                    <a:pt x="6040566" y="618809"/>
                  </a:lnTo>
                  <a:lnTo>
                    <a:pt x="6041226" y="619280"/>
                  </a:lnTo>
                  <a:lnTo>
                    <a:pt x="6041887" y="619280"/>
                  </a:lnTo>
                  <a:lnTo>
                    <a:pt x="6042547" y="619280"/>
                  </a:lnTo>
                  <a:lnTo>
                    <a:pt x="6043208" y="619280"/>
                  </a:lnTo>
                  <a:lnTo>
                    <a:pt x="6043868" y="619309"/>
                  </a:lnTo>
                  <a:lnTo>
                    <a:pt x="6044529" y="618838"/>
                  </a:lnTo>
                  <a:lnTo>
                    <a:pt x="6045189" y="611032"/>
                  </a:lnTo>
                  <a:lnTo>
                    <a:pt x="6045850" y="592266"/>
                  </a:lnTo>
                  <a:lnTo>
                    <a:pt x="6046510" y="591803"/>
                  </a:lnTo>
                  <a:lnTo>
                    <a:pt x="6047171" y="619309"/>
                  </a:lnTo>
                  <a:lnTo>
                    <a:pt x="6047831" y="619301"/>
                  </a:lnTo>
                  <a:lnTo>
                    <a:pt x="6048492" y="619309"/>
                  </a:lnTo>
                  <a:lnTo>
                    <a:pt x="6049153" y="601621"/>
                  </a:lnTo>
                  <a:lnTo>
                    <a:pt x="6049813" y="588459"/>
                  </a:lnTo>
                  <a:lnTo>
                    <a:pt x="6050474" y="585195"/>
                  </a:lnTo>
                  <a:lnTo>
                    <a:pt x="6051134" y="610425"/>
                  </a:lnTo>
                  <a:lnTo>
                    <a:pt x="6051795" y="616704"/>
                  </a:lnTo>
                  <a:lnTo>
                    <a:pt x="6052455" y="604838"/>
                  </a:lnTo>
                  <a:lnTo>
                    <a:pt x="6053116" y="596587"/>
                  </a:lnTo>
                  <a:lnTo>
                    <a:pt x="6053776" y="585269"/>
                  </a:lnTo>
                  <a:lnTo>
                    <a:pt x="6054437" y="583278"/>
                  </a:lnTo>
                  <a:lnTo>
                    <a:pt x="6055097" y="602523"/>
                  </a:lnTo>
                  <a:lnTo>
                    <a:pt x="6055758" y="599214"/>
                  </a:lnTo>
                  <a:lnTo>
                    <a:pt x="6056418" y="580593"/>
                  </a:lnTo>
                  <a:lnTo>
                    <a:pt x="6057079" y="594152"/>
                  </a:lnTo>
                  <a:lnTo>
                    <a:pt x="6057739" y="593464"/>
                  </a:lnTo>
                  <a:lnTo>
                    <a:pt x="6058400" y="605638"/>
                  </a:lnTo>
                  <a:lnTo>
                    <a:pt x="6059061" y="618600"/>
                  </a:lnTo>
                  <a:lnTo>
                    <a:pt x="6059721" y="611312"/>
                  </a:lnTo>
                  <a:lnTo>
                    <a:pt x="6060382" y="598840"/>
                  </a:lnTo>
                  <a:lnTo>
                    <a:pt x="6061042" y="599148"/>
                  </a:lnTo>
                  <a:lnTo>
                    <a:pt x="6061703" y="598193"/>
                  </a:lnTo>
                  <a:lnTo>
                    <a:pt x="6062363" y="585087"/>
                  </a:lnTo>
                  <a:lnTo>
                    <a:pt x="6063024" y="601087"/>
                  </a:lnTo>
                  <a:lnTo>
                    <a:pt x="6063684" y="616804"/>
                  </a:lnTo>
                  <a:lnTo>
                    <a:pt x="6064345" y="606787"/>
                  </a:lnTo>
                  <a:lnTo>
                    <a:pt x="6065005" y="585183"/>
                  </a:lnTo>
                  <a:lnTo>
                    <a:pt x="6065666" y="593054"/>
                  </a:lnTo>
                  <a:lnTo>
                    <a:pt x="6066326" y="591649"/>
                  </a:lnTo>
                  <a:lnTo>
                    <a:pt x="6066987" y="579047"/>
                  </a:lnTo>
                  <a:lnTo>
                    <a:pt x="6067647" y="587589"/>
                  </a:lnTo>
                  <a:lnTo>
                    <a:pt x="6068308" y="604893"/>
                  </a:lnTo>
                  <a:lnTo>
                    <a:pt x="6068968" y="602716"/>
                  </a:lnTo>
                  <a:lnTo>
                    <a:pt x="6069629" y="591347"/>
                  </a:lnTo>
                  <a:lnTo>
                    <a:pt x="6070290" y="610425"/>
                  </a:lnTo>
                  <a:lnTo>
                    <a:pt x="6070950" y="618228"/>
                  </a:lnTo>
                  <a:lnTo>
                    <a:pt x="6071611" y="618228"/>
                  </a:lnTo>
                  <a:lnTo>
                    <a:pt x="6072271" y="617177"/>
                  </a:lnTo>
                  <a:lnTo>
                    <a:pt x="6072932" y="619280"/>
                  </a:lnTo>
                  <a:lnTo>
                    <a:pt x="6073592" y="619280"/>
                  </a:lnTo>
                  <a:lnTo>
                    <a:pt x="6074253" y="601621"/>
                  </a:lnTo>
                  <a:lnTo>
                    <a:pt x="6074913" y="574496"/>
                  </a:lnTo>
                  <a:lnTo>
                    <a:pt x="6075574" y="595544"/>
                  </a:lnTo>
                  <a:lnTo>
                    <a:pt x="6076234" y="598915"/>
                  </a:lnTo>
                  <a:lnTo>
                    <a:pt x="6076895" y="597046"/>
                  </a:lnTo>
                  <a:lnTo>
                    <a:pt x="6077555" y="587772"/>
                  </a:lnTo>
                  <a:lnTo>
                    <a:pt x="6078216" y="582786"/>
                  </a:lnTo>
                  <a:lnTo>
                    <a:pt x="6078876" y="570850"/>
                  </a:lnTo>
                  <a:lnTo>
                    <a:pt x="6079537" y="574496"/>
                  </a:lnTo>
                  <a:lnTo>
                    <a:pt x="6080198" y="590953"/>
                  </a:lnTo>
                  <a:lnTo>
                    <a:pt x="6080858" y="594690"/>
                  </a:lnTo>
                  <a:lnTo>
                    <a:pt x="6081519" y="598603"/>
                  </a:lnTo>
                  <a:lnTo>
                    <a:pt x="6082179" y="587595"/>
                  </a:lnTo>
                  <a:lnTo>
                    <a:pt x="6082840" y="585269"/>
                  </a:lnTo>
                  <a:lnTo>
                    <a:pt x="6083500" y="607361"/>
                  </a:lnTo>
                  <a:lnTo>
                    <a:pt x="6084161" y="601677"/>
                  </a:lnTo>
                  <a:lnTo>
                    <a:pt x="6084821" y="600823"/>
                  </a:lnTo>
                  <a:lnTo>
                    <a:pt x="6085482" y="588714"/>
                  </a:lnTo>
                  <a:lnTo>
                    <a:pt x="6086142" y="590721"/>
                  </a:lnTo>
                  <a:lnTo>
                    <a:pt x="6086803" y="572078"/>
                  </a:lnTo>
                  <a:lnTo>
                    <a:pt x="6087463" y="563538"/>
                  </a:lnTo>
                  <a:lnTo>
                    <a:pt x="6088124" y="591832"/>
                  </a:lnTo>
                  <a:lnTo>
                    <a:pt x="6088784" y="601657"/>
                  </a:lnTo>
                  <a:lnTo>
                    <a:pt x="6089445" y="593455"/>
                  </a:lnTo>
                  <a:lnTo>
                    <a:pt x="6090106" y="608788"/>
                  </a:lnTo>
                  <a:lnTo>
                    <a:pt x="6090766" y="606981"/>
                  </a:lnTo>
                  <a:lnTo>
                    <a:pt x="6091427" y="597632"/>
                  </a:lnTo>
                  <a:lnTo>
                    <a:pt x="6092087" y="590904"/>
                  </a:lnTo>
                  <a:lnTo>
                    <a:pt x="6092748" y="603531"/>
                  </a:lnTo>
                  <a:lnTo>
                    <a:pt x="6093408" y="601706"/>
                  </a:lnTo>
                  <a:lnTo>
                    <a:pt x="6094069" y="605582"/>
                  </a:lnTo>
                  <a:lnTo>
                    <a:pt x="6094729" y="601706"/>
                  </a:lnTo>
                  <a:lnTo>
                    <a:pt x="6095390" y="599809"/>
                  </a:lnTo>
                  <a:lnTo>
                    <a:pt x="6096050" y="612007"/>
                  </a:lnTo>
                  <a:lnTo>
                    <a:pt x="6096711" y="593326"/>
                  </a:lnTo>
                  <a:lnTo>
                    <a:pt x="6097371" y="598182"/>
                  </a:lnTo>
                  <a:lnTo>
                    <a:pt x="6098032" y="602487"/>
                  </a:lnTo>
                  <a:lnTo>
                    <a:pt x="6098692" y="601354"/>
                  </a:lnTo>
                  <a:lnTo>
                    <a:pt x="6099353" y="603531"/>
                  </a:lnTo>
                  <a:lnTo>
                    <a:pt x="6100014" y="605051"/>
                  </a:lnTo>
                  <a:lnTo>
                    <a:pt x="6100674" y="606161"/>
                  </a:lnTo>
                  <a:lnTo>
                    <a:pt x="6101335" y="614353"/>
                  </a:lnTo>
                  <a:lnTo>
                    <a:pt x="6101995" y="608492"/>
                  </a:lnTo>
                  <a:lnTo>
                    <a:pt x="6102656" y="597377"/>
                  </a:lnTo>
                  <a:lnTo>
                    <a:pt x="6103316" y="598559"/>
                  </a:lnTo>
                  <a:lnTo>
                    <a:pt x="6103977" y="606373"/>
                  </a:lnTo>
                  <a:lnTo>
                    <a:pt x="6104637" y="603794"/>
                  </a:lnTo>
                  <a:lnTo>
                    <a:pt x="6105298" y="595154"/>
                  </a:lnTo>
                  <a:lnTo>
                    <a:pt x="6105958" y="580458"/>
                  </a:lnTo>
                  <a:lnTo>
                    <a:pt x="6106619" y="576136"/>
                  </a:lnTo>
                  <a:lnTo>
                    <a:pt x="6107279" y="579087"/>
                  </a:lnTo>
                  <a:lnTo>
                    <a:pt x="6107940" y="581815"/>
                  </a:lnTo>
                  <a:lnTo>
                    <a:pt x="6108600" y="597315"/>
                  </a:lnTo>
                  <a:lnTo>
                    <a:pt x="6109261" y="615524"/>
                  </a:lnTo>
                  <a:lnTo>
                    <a:pt x="6109921" y="613164"/>
                  </a:lnTo>
                  <a:lnTo>
                    <a:pt x="6110582" y="592651"/>
                  </a:lnTo>
                  <a:lnTo>
                    <a:pt x="6111243" y="590635"/>
                  </a:lnTo>
                  <a:lnTo>
                    <a:pt x="6111903" y="603974"/>
                  </a:lnTo>
                  <a:lnTo>
                    <a:pt x="6112564" y="592266"/>
                  </a:lnTo>
                  <a:lnTo>
                    <a:pt x="6113224" y="604893"/>
                  </a:lnTo>
                  <a:lnTo>
                    <a:pt x="6113885" y="614060"/>
                  </a:lnTo>
                  <a:lnTo>
                    <a:pt x="6114545" y="614960"/>
                  </a:lnTo>
                  <a:lnTo>
                    <a:pt x="6115206" y="607390"/>
                  </a:lnTo>
                  <a:lnTo>
                    <a:pt x="6115866" y="585966"/>
                  </a:lnTo>
                  <a:lnTo>
                    <a:pt x="6116527" y="598366"/>
                  </a:lnTo>
                  <a:lnTo>
                    <a:pt x="6117187" y="619309"/>
                  </a:lnTo>
                  <a:lnTo>
                    <a:pt x="6117848" y="619309"/>
                  </a:lnTo>
                  <a:lnTo>
                    <a:pt x="6118508" y="619309"/>
                  </a:lnTo>
                  <a:lnTo>
                    <a:pt x="6119169" y="619309"/>
                  </a:lnTo>
                  <a:lnTo>
                    <a:pt x="6119829" y="617010"/>
                  </a:lnTo>
                  <a:lnTo>
                    <a:pt x="6120490" y="617010"/>
                  </a:lnTo>
                  <a:lnTo>
                    <a:pt x="6121151" y="599492"/>
                  </a:lnTo>
                  <a:lnTo>
                    <a:pt x="6121811" y="571544"/>
                  </a:lnTo>
                  <a:lnTo>
                    <a:pt x="6122472" y="576907"/>
                  </a:lnTo>
                  <a:lnTo>
                    <a:pt x="6123132" y="600934"/>
                  </a:lnTo>
                  <a:lnTo>
                    <a:pt x="6123793" y="576479"/>
                  </a:lnTo>
                  <a:lnTo>
                    <a:pt x="6124453" y="576681"/>
                  </a:lnTo>
                  <a:lnTo>
                    <a:pt x="6125114" y="574179"/>
                  </a:lnTo>
                  <a:lnTo>
                    <a:pt x="6125774" y="581674"/>
                  </a:lnTo>
                  <a:lnTo>
                    <a:pt x="6126435" y="583971"/>
                  </a:lnTo>
                  <a:lnTo>
                    <a:pt x="6127095" y="576136"/>
                  </a:lnTo>
                  <a:lnTo>
                    <a:pt x="6127756" y="582945"/>
                  </a:lnTo>
                  <a:lnTo>
                    <a:pt x="6128416" y="573976"/>
                  </a:lnTo>
                  <a:lnTo>
                    <a:pt x="6129077" y="584952"/>
                  </a:lnTo>
                  <a:lnTo>
                    <a:pt x="6129737" y="596164"/>
                  </a:lnTo>
                  <a:lnTo>
                    <a:pt x="6130398" y="578912"/>
                  </a:lnTo>
                  <a:lnTo>
                    <a:pt x="6131059" y="570890"/>
                  </a:lnTo>
                  <a:lnTo>
                    <a:pt x="6131719" y="589605"/>
                  </a:lnTo>
                  <a:lnTo>
                    <a:pt x="6132380" y="568388"/>
                  </a:lnTo>
                  <a:lnTo>
                    <a:pt x="6133040" y="575859"/>
                  </a:lnTo>
                  <a:lnTo>
                    <a:pt x="6133701" y="602844"/>
                  </a:lnTo>
                  <a:lnTo>
                    <a:pt x="6134361" y="587255"/>
                  </a:lnTo>
                  <a:lnTo>
                    <a:pt x="6135022" y="573701"/>
                  </a:lnTo>
                  <a:lnTo>
                    <a:pt x="6135682" y="598873"/>
                  </a:lnTo>
                  <a:lnTo>
                    <a:pt x="6136343" y="604787"/>
                  </a:lnTo>
                  <a:lnTo>
                    <a:pt x="6137003" y="608548"/>
                  </a:lnTo>
                  <a:lnTo>
                    <a:pt x="6137664" y="582349"/>
                  </a:lnTo>
                  <a:lnTo>
                    <a:pt x="6138324" y="546403"/>
                  </a:lnTo>
                  <a:lnTo>
                    <a:pt x="6138985" y="550739"/>
                  </a:lnTo>
                  <a:lnTo>
                    <a:pt x="6139645" y="544122"/>
                  </a:lnTo>
                  <a:lnTo>
                    <a:pt x="6140306" y="585055"/>
                  </a:lnTo>
                  <a:lnTo>
                    <a:pt x="6140966" y="566008"/>
                  </a:lnTo>
                  <a:lnTo>
                    <a:pt x="6141627" y="516243"/>
                  </a:lnTo>
                  <a:lnTo>
                    <a:pt x="6142288" y="525302"/>
                  </a:lnTo>
                  <a:lnTo>
                    <a:pt x="6142948" y="530915"/>
                  </a:lnTo>
                  <a:lnTo>
                    <a:pt x="6143609" y="535577"/>
                  </a:lnTo>
                  <a:lnTo>
                    <a:pt x="6144269" y="525369"/>
                  </a:lnTo>
                  <a:lnTo>
                    <a:pt x="6144930" y="544686"/>
                  </a:lnTo>
                  <a:lnTo>
                    <a:pt x="6145590" y="562158"/>
                  </a:lnTo>
                  <a:lnTo>
                    <a:pt x="6146251" y="566576"/>
                  </a:lnTo>
                  <a:lnTo>
                    <a:pt x="6146911" y="564038"/>
                  </a:lnTo>
                  <a:lnTo>
                    <a:pt x="6147572" y="565470"/>
                  </a:lnTo>
                  <a:lnTo>
                    <a:pt x="6148232" y="526776"/>
                  </a:lnTo>
                  <a:lnTo>
                    <a:pt x="6148893" y="529972"/>
                  </a:lnTo>
                  <a:lnTo>
                    <a:pt x="6149553" y="534291"/>
                  </a:lnTo>
                  <a:lnTo>
                    <a:pt x="6150214" y="535628"/>
                  </a:lnTo>
                  <a:lnTo>
                    <a:pt x="6150874" y="535628"/>
                  </a:lnTo>
                  <a:lnTo>
                    <a:pt x="6151535" y="563721"/>
                  </a:lnTo>
                  <a:lnTo>
                    <a:pt x="6152196" y="555125"/>
                  </a:lnTo>
                  <a:lnTo>
                    <a:pt x="6152856" y="549383"/>
                  </a:lnTo>
                  <a:lnTo>
                    <a:pt x="6153517" y="582314"/>
                  </a:lnTo>
                  <a:lnTo>
                    <a:pt x="6154177" y="545502"/>
                  </a:lnTo>
                  <a:lnTo>
                    <a:pt x="6154838" y="535990"/>
                  </a:lnTo>
                  <a:lnTo>
                    <a:pt x="6155498" y="533284"/>
                  </a:lnTo>
                  <a:lnTo>
                    <a:pt x="6156159" y="542134"/>
                  </a:lnTo>
                  <a:lnTo>
                    <a:pt x="6156819" y="536684"/>
                  </a:lnTo>
                  <a:lnTo>
                    <a:pt x="6157480" y="531329"/>
                  </a:lnTo>
                  <a:lnTo>
                    <a:pt x="6158140" y="531256"/>
                  </a:lnTo>
                  <a:lnTo>
                    <a:pt x="6158801" y="530493"/>
                  </a:lnTo>
                  <a:lnTo>
                    <a:pt x="6159461" y="528465"/>
                  </a:lnTo>
                  <a:lnTo>
                    <a:pt x="6160122" y="532058"/>
                  </a:lnTo>
                  <a:lnTo>
                    <a:pt x="6160782" y="533457"/>
                  </a:lnTo>
                  <a:lnTo>
                    <a:pt x="6161443" y="534011"/>
                  </a:lnTo>
                  <a:lnTo>
                    <a:pt x="6162104" y="539497"/>
                  </a:lnTo>
                  <a:lnTo>
                    <a:pt x="6162764" y="530332"/>
                  </a:lnTo>
                  <a:lnTo>
                    <a:pt x="6163425" y="527412"/>
                  </a:lnTo>
                  <a:lnTo>
                    <a:pt x="6164085" y="527412"/>
                  </a:lnTo>
                  <a:lnTo>
                    <a:pt x="6164746" y="535179"/>
                  </a:lnTo>
                  <a:lnTo>
                    <a:pt x="6165406" y="526760"/>
                  </a:lnTo>
                  <a:lnTo>
                    <a:pt x="6166067" y="510640"/>
                  </a:lnTo>
                  <a:lnTo>
                    <a:pt x="6166727" y="526589"/>
                  </a:lnTo>
                  <a:lnTo>
                    <a:pt x="6167388" y="553647"/>
                  </a:lnTo>
                  <a:lnTo>
                    <a:pt x="6168048" y="574439"/>
                  </a:lnTo>
                  <a:lnTo>
                    <a:pt x="6168709" y="545069"/>
                  </a:lnTo>
                  <a:lnTo>
                    <a:pt x="6169369" y="524367"/>
                  </a:lnTo>
                  <a:lnTo>
                    <a:pt x="6170030" y="530461"/>
                  </a:lnTo>
                  <a:lnTo>
                    <a:pt x="6170690" y="520866"/>
                  </a:lnTo>
                  <a:lnTo>
                    <a:pt x="6171351" y="527046"/>
                  </a:lnTo>
                  <a:lnTo>
                    <a:pt x="6172012" y="518762"/>
                  </a:lnTo>
                  <a:lnTo>
                    <a:pt x="6172672" y="518762"/>
                  </a:lnTo>
                  <a:lnTo>
                    <a:pt x="6173333" y="530279"/>
                  </a:lnTo>
                  <a:lnTo>
                    <a:pt x="6173993" y="531834"/>
                  </a:lnTo>
                  <a:lnTo>
                    <a:pt x="6174654" y="529824"/>
                  </a:lnTo>
                  <a:lnTo>
                    <a:pt x="6175314" y="531799"/>
                  </a:lnTo>
                  <a:lnTo>
                    <a:pt x="6175975" y="547280"/>
                  </a:lnTo>
                  <a:lnTo>
                    <a:pt x="6176635" y="568188"/>
                  </a:lnTo>
                  <a:lnTo>
                    <a:pt x="6177296" y="599924"/>
                  </a:lnTo>
                  <a:lnTo>
                    <a:pt x="6177956" y="584728"/>
                  </a:lnTo>
                  <a:lnTo>
                    <a:pt x="6178617" y="583856"/>
                  </a:lnTo>
                  <a:lnTo>
                    <a:pt x="6179277" y="556308"/>
                  </a:lnTo>
                  <a:lnTo>
                    <a:pt x="6179938" y="547978"/>
                  </a:lnTo>
                  <a:lnTo>
                    <a:pt x="6180598" y="541235"/>
                  </a:lnTo>
                  <a:lnTo>
                    <a:pt x="6181259" y="564873"/>
                  </a:lnTo>
                  <a:lnTo>
                    <a:pt x="6181919" y="574343"/>
                  </a:lnTo>
                  <a:lnTo>
                    <a:pt x="6182580" y="574964"/>
                  </a:lnTo>
                  <a:lnTo>
                    <a:pt x="6183241" y="559222"/>
                  </a:lnTo>
                  <a:lnTo>
                    <a:pt x="6183901" y="522948"/>
                  </a:lnTo>
                  <a:lnTo>
                    <a:pt x="6184562" y="517913"/>
                  </a:lnTo>
                  <a:lnTo>
                    <a:pt x="6185222" y="520082"/>
                  </a:lnTo>
                  <a:lnTo>
                    <a:pt x="6185883" y="523840"/>
                  </a:lnTo>
                  <a:lnTo>
                    <a:pt x="6186543" y="514733"/>
                  </a:lnTo>
                  <a:lnTo>
                    <a:pt x="6187204" y="507549"/>
                  </a:lnTo>
                  <a:lnTo>
                    <a:pt x="6187864" y="526524"/>
                  </a:lnTo>
                  <a:lnTo>
                    <a:pt x="6188525" y="522074"/>
                  </a:lnTo>
                  <a:lnTo>
                    <a:pt x="6189185" y="510963"/>
                  </a:lnTo>
                  <a:lnTo>
                    <a:pt x="6189846" y="521828"/>
                  </a:lnTo>
                  <a:lnTo>
                    <a:pt x="6190506" y="511468"/>
                  </a:lnTo>
                  <a:lnTo>
                    <a:pt x="6191167" y="498864"/>
                  </a:lnTo>
                  <a:lnTo>
                    <a:pt x="6191827" y="508092"/>
                  </a:lnTo>
                  <a:lnTo>
                    <a:pt x="6192488" y="518760"/>
                  </a:lnTo>
                  <a:lnTo>
                    <a:pt x="6193149" y="526306"/>
                  </a:lnTo>
                  <a:lnTo>
                    <a:pt x="6193809" y="530261"/>
                  </a:lnTo>
                  <a:lnTo>
                    <a:pt x="6194470" y="506039"/>
                  </a:lnTo>
                  <a:lnTo>
                    <a:pt x="6195130" y="492771"/>
                  </a:lnTo>
                  <a:lnTo>
                    <a:pt x="6195791" y="491564"/>
                  </a:lnTo>
                  <a:lnTo>
                    <a:pt x="6196451" y="481279"/>
                  </a:lnTo>
                  <a:lnTo>
                    <a:pt x="6197112" y="490790"/>
                  </a:lnTo>
                  <a:lnTo>
                    <a:pt x="6197772" y="495528"/>
                  </a:lnTo>
                  <a:lnTo>
                    <a:pt x="6198433" y="525208"/>
                  </a:lnTo>
                  <a:lnTo>
                    <a:pt x="6199093" y="492979"/>
                  </a:lnTo>
                  <a:lnTo>
                    <a:pt x="6199754" y="479578"/>
                  </a:lnTo>
                  <a:lnTo>
                    <a:pt x="6200414" y="474756"/>
                  </a:lnTo>
                  <a:lnTo>
                    <a:pt x="6201075" y="477375"/>
                  </a:lnTo>
                  <a:lnTo>
                    <a:pt x="6201735" y="469322"/>
                  </a:lnTo>
                  <a:lnTo>
                    <a:pt x="6202396" y="488146"/>
                  </a:lnTo>
                  <a:lnTo>
                    <a:pt x="6203057" y="469888"/>
                  </a:lnTo>
                  <a:lnTo>
                    <a:pt x="6203717" y="483728"/>
                  </a:lnTo>
                  <a:lnTo>
                    <a:pt x="6204378" y="475005"/>
                  </a:lnTo>
                  <a:lnTo>
                    <a:pt x="6205038" y="462152"/>
                  </a:lnTo>
                  <a:lnTo>
                    <a:pt x="6205699" y="464799"/>
                  </a:lnTo>
                  <a:lnTo>
                    <a:pt x="6206359" y="464124"/>
                  </a:lnTo>
                  <a:lnTo>
                    <a:pt x="6207020" y="452432"/>
                  </a:lnTo>
                  <a:lnTo>
                    <a:pt x="6207680" y="436660"/>
                  </a:lnTo>
                  <a:lnTo>
                    <a:pt x="6208341" y="418866"/>
                  </a:lnTo>
                  <a:lnTo>
                    <a:pt x="6209001" y="421458"/>
                  </a:lnTo>
                  <a:lnTo>
                    <a:pt x="6209662" y="413284"/>
                  </a:lnTo>
                  <a:lnTo>
                    <a:pt x="6210322" y="413344"/>
                  </a:lnTo>
                  <a:lnTo>
                    <a:pt x="6210983" y="403533"/>
                  </a:lnTo>
                  <a:lnTo>
                    <a:pt x="6211643" y="389565"/>
                  </a:lnTo>
                  <a:lnTo>
                    <a:pt x="6212304" y="373052"/>
                  </a:lnTo>
                  <a:lnTo>
                    <a:pt x="6212964" y="350209"/>
                  </a:lnTo>
                  <a:lnTo>
                    <a:pt x="6213625" y="338144"/>
                  </a:lnTo>
                  <a:lnTo>
                    <a:pt x="6214286" y="294442"/>
                  </a:lnTo>
                  <a:lnTo>
                    <a:pt x="6214946" y="243821"/>
                  </a:lnTo>
                  <a:lnTo>
                    <a:pt x="6215607" y="239038"/>
                  </a:lnTo>
                  <a:lnTo>
                    <a:pt x="6216267" y="207559"/>
                  </a:lnTo>
                  <a:lnTo>
                    <a:pt x="6216928" y="199029"/>
                  </a:lnTo>
                  <a:lnTo>
                    <a:pt x="6217588" y="201718"/>
                  </a:lnTo>
                  <a:lnTo>
                    <a:pt x="6218249" y="205401"/>
                  </a:lnTo>
                  <a:lnTo>
                    <a:pt x="6218909" y="251551"/>
                  </a:lnTo>
                  <a:lnTo>
                    <a:pt x="6219570" y="261719"/>
                  </a:lnTo>
                  <a:lnTo>
                    <a:pt x="6220230" y="297166"/>
                  </a:lnTo>
                  <a:lnTo>
                    <a:pt x="6220891" y="341923"/>
                  </a:lnTo>
                  <a:lnTo>
                    <a:pt x="6221551" y="367708"/>
                  </a:lnTo>
                  <a:lnTo>
                    <a:pt x="6222212" y="375474"/>
                  </a:lnTo>
                  <a:lnTo>
                    <a:pt x="6222872" y="407072"/>
                  </a:lnTo>
                  <a:lnTo>
                    <a:pt x="6223533" y="419984"/>
                  </a:lnTo>
                  <a:lnTo>
                    <a:pt x="6224194" y="429798"/>
                  </a:lnTo>
                  <a:lnTo>
                    <a:pt x="6224854" y="432090"/>
                  </a:lnTo>
                  <a:lnTo>
                    <a:pt x="6225515" y="440963"/>
                  </a:lnTo>
                  <a:lnTo>
                    <a:pt x="6226175" y="453103"/>
                  </a:lnTo>
                  <a:lnTo>
                    <a:pt x="6226836" y="453714"/>
                  </a:lnTo>
                  <a:lnTo>
                    <a:pt x="6227496" y="463640"/>
                  </a:lnTo>
                  <a:lnTo>
                    <a:pt x="6228157" y="574088"/>
                  </a:lnTo>
                  <a:lnTo>
                    <a:pt x="6228817" y="594292"/>
                  </a:lnTo>
                  <a:lnTo>
                    <a:pt x="6229478" y="595602"/>
                  </a:lnTo>
                  <a:lnTo>
                    <a:pt x="6230138" y="596359"/>
                  </a:lnTo>
                  <a:lnTo>
                    <a:pt x="6230799" y="600554"/>
                  </a:lnTo>
                  <a:lnTo>
                    <a:pt x="6231459" y="548156"/>
                  </a:lnTo>
                  <a:lnTo>
                    <a:pt x="6232120" y="575440"/>
                  </a:lnTo>
                  <a:lnTo>
                    <a:pt x="6232780" y="589500"/>
                  </a:lnTo>
                  <a:lnTo>
                    <a:pt x="6233441" y="586179"/>
                  </a:lnTo>
                  <a:lnTo>
                    <a:pt x="6234102" y="589500"/>
                  </a:lnTo>
                  <a:lnTo>
                    <a:pt x="6234762" y="578085"/>
                  </a:lnTo>
                  <a:lnTo>
                    <a:pt x="6235423" y="551033"/>
                  </a:lnTo>
                  <a:lnTo>
                    <a:pt x="6236083" y="578528"/>
                  </a:lnTo>
                  <a:lnTo>
                    <a:pt x="6236744" y="594292"/>
                  </a:lnTo>
                  <a:lnTo>
                    <a:pt x="6237404" y="575019"/>
                  </a:lnTo>
                  <a:lnTo>
                    <a:pt x="6238065" y="570827"/>
                  </a:lnTo>
                  <a:lnTo>
                    <a:pt x="6238725" y="536265"/>
                  </a:lnTo>
                  <a:lnTo>
                    <a:pt x="6239386" y="571926"/>
                  </a:lnTo>
                  <a:lnTo>
                    <a:pt x="6240046" y="599380"/>
                  </a:lnTo>
                  <a:lnTo>
                    <a:pt x="6240707" y="573792"/>
                  </a:lnTo>
                  <a:lnTo>
                    <a:pt x="6241367" y="561387"/>
                  </a:lnTo>
                  <a:lnTo>
                    <a:pt x="6242028" y="550751"/>
                  </a:lnTo>
                  <a:lnTo>
                    <a:pt x="6242688" y="556471"/>
                  </a:lnTo>
                  <a:lnTo>
                    <a:pt x="6243349" y="566972"/>
                  </a:lnTo>
                  <a:lnTo>
                    <a:pt x="6244010" y="564683"/>
                  </a:lnTo>
                  <a:lnTo>
                    <a:pt x="6244670" y="588457"/>
                  </a:lnTo>
                  <a:lnTo>
                    <a:pt x="6245331" y="605306"/>
                  </a:lnTo>
                  <a:lnTo>
                    <a:pt x="6245991" y="605021"/>
                  </a:lnTo>
                  <a:lnTo>
                    <a:pt x="6246652" y="595925"/>
                  </a:lnTo>
                  <a:lnTo>
                    <a:pt x="6247312" y="603275"/>
                  </a:lnTo>
                  <a:lnTo>
                    <a:pt x="6247973" y="596292"/>
                  </a:lnTo>
                  <a:lnTo>
                    <a:pt x="6248633" y="593961"/>
                  </a:lnTo>
                  <a:lnTo>
                    <a:pt x="6249294" y="593688"/>
                  </a:lnTo>
                  <a:lnTo>
                    <a:pt x="6249954" y="596241"/>
                  </a:lnTo>
                  <a:lnTo>
                    <a:pt x="6250615" y="599637"/>
                  </a:lnTo>
                  <a:lnTo>
                    <a:pt x="6251275" y="597476"/>
                  </a:lnTo>
                  <a:lnTo>
                    <a:pt x="6251936" y="596263"/>
                  </a:lnTo>
                  <a:lnTo>
                    <a:pt x="6252596" y="594200"/>
                  </a:lnTo>
                  <a:lnTo>
                    <a:pt x="6253257" y="584208"/>
                  </a:lnTo>
                  <a:lnTo>
                    <a:pt x="6253917" y="590055"/>
                  </a:lnTo>
                  <a:lnTo>
                    <a:pt x="6254578" y="599610"/>
                  </a:lnTo>
                  <a:lnTo>
                    <a:pt x="6255239" y="603622"/>
                  </a:lnTo>
                  <a:lnTo>
                    <a:pt x="6255899" y="600721"/>
                  </a:lnTo>
                  <a:lnTo>
                    <a:pt x="6256560" y="582388"/>
                  </a:lnTo>
                  <a:lnTo>
                    <a:pt x="6257220" y="541418"/>
                  </a:lnTo>
                  <a:lnTo>
                    <a:pt x="6257881" y="510222"/>
                  </a:lnTo>
                  <a:lnTo>
                    <a:pt x="6258541" y="510039"/>
                  </a:lnTo>
                  <a:lnTo>
                    <a:pt x="6259202" y="510039"/>
                  </a:lnTo>
                  <a:lnTo>
                    <a:pt x="6259862" y="523556"/>
                  </a:lnTo>
                  <a:lnTo>
                    <a:pt x="6260523" y="540680"/>
                  </a:lnTo>
                  <a:lnTo>
                    <a:pt x="6261183" y="591755"/>
                  </a:lnTo>
                  <a:lnTo>
                    <a:pt x="6261844" y="577800"/>
                  </a:lnTo>
                  <a:lnTo>
                    <a:pt x="6262504" y="554102"/>
                  </a:lnTo>
                  <a:lnTo>
                    <a:pt x="6263165" y="551730"/>
                  </a:lnTo>
                  <a:lnTo>
                    <a:pt x="6263825" y="571094"/>
                  </a:lnTo>
                  <a:lnTo>
                    <a:pt x="6264486" y="571296"/>
                  </a:lnTo>
                  <a:lnTo>
                    <a:pt x="6265147" y="576945"/>
                  </a:lnTo>
                  <a:lnTo>
                    <a:pt x="6265807" y="599596"/>
                  </a:lnTo>
                  <a:lnTo>
                    <a:pt x="6266468" y="604872"/>
                  </a:lnTo>
                  <a:lnTo>
                    <a:pt x="6267128" y="605032"/>
                  </a:lnTo>
                  <a:lnTo>
                    <a:pt x="6267789" y="589088"/>
                  </a:lnTo>
                  <a:lnTo>
                    <a:pt x="6268449" y="570909"/>
                  </a:lnTo>
                  <a:lnTo>
                    <a:pt x="6269110" y="561982"/>
                  </a:lnTo>
                  <a:lnTo>
                    <a:pt x="6269770" y="555177"/>
                  </a:lnTo>
                  <a:lnTo>
                    <a:pt x="6270431" y="571875"/>
                  </a:lnTo>
                  <a:lnTo>
                    <a:pt x="6271091" y="591130"/>
                  </a:lnTo>
                  <a:lnTo>
                    <a:pt x="6271752" y="593878"/>
                  </a:lnTo>
                  <a:lnTo>
                    <a:pt x="6272412" y="578756"/>
                  </a:lnTo>
                  <a:lnTo>
                    <a:pt x="6273073" y="579199"/>
                  </a:lnTo>
                  <a:lnTo>
                    <a:pt x="6273733" y="591447"/>
                  </a:lnTo>
                  <a:lnTo>
                    <a:pt x="6274394" y="589687"/>
                  </a:lnTo>
                  <a:lnTo>
                    <a:pt x="6275055" y="555430"/>
                  </a:lnTo>
                  <a:lnTo>
                    <a:pt x="6275715" y="585768"/>
                  </a:lnTo>
                  <a:lnTo>
                    <a:pt x="6276376" y="591930"/>
                  </a:lnTo>
                  <a:lnTo>
                    <a:pt x="6277036" y="572003"/>
                  </a:lnTo>
                  <a:lnTo>
                    <a:pt x="6277697" y="598409"/>
                  </a:lnTo>
                  <a:lnTo>
                    <a:pt x="6278357" y="597188"/>
                  </a:lnTo>
                  <a:lnTo>
                    <a:pt x="6279018" y="561256"/>
                  </a:lnTo>
                  <a:lnTo>
                    <a:pt x="6279678" y="571312"/>
                  </a:lnTo>
                  <a:lnTo>
                    <a:pt x="6280339" y="593106"/>
                  </a:lnTo>
                  <a:lnTo>
                    <a:pt x="6280999" y="578689"/>
                  </a:lnTo>
                  <a:lnTo>
                    <a:pt x="6281660" y="584227"/>
                  </a:lnTo>
                  <a:lnTo>
                    <a:pt x="6282320" y="600732"/>
                  </a:lnTo>
                  <a:lnTo>
                    <a:pt x="6282981" y="603063"/>
                  </a:lnTo>
                  <a:lnTo>
                    <a:pt x="6283641" y="588013"/>
                  </a:lnTo>
                  <a:lnTo>
                    <a:pt x="6284302" y="564858"/>
                  </a:lnTo>
                  <a:lnTo>
                    <a:pt x="6284962" y="569019"/>
                  </a:lnTo>
                  <a:lnTo>
                    <a:pt x="6285623" y="561802"/>
                  </a:lnTo>
                  <a:lnTo>
                    <a:pt x="6286284" y="546245"/>
                  </a:lnTo>
                  <a:lnTo>
                    <a:pt x="6286944" y="556719"/>
                  </a:lnTo>
                  <a:lnTo>
                    <a:pt x="6287605" y="575432"/>
                  </a:lnTo>
                  <a:lnTo>
                    <a:pt x="6288265" y="592804"/>
                  </a:lnTo>
                  <a:lnTo>
                    <a:pt x="6288926" y="592804"/>
                  </a:lnTo>
                  <a:lnTo>
                    <a:pt x="6289586" y="590345"/>
                  </a:lnTo>
                  <a:lnTo>
                    <a:pt x="6290247" y="584662"/>
                  </a:lnTo>
                  <a:lnTo>
                    <a:pt x="6290907" y="580167"/>
                  </a:lnTo>
                  <a:lnTo>
                    <a:pt x="6291568" y="575432"/>
                  </a:lnTo>
                  <a:lnTo>
                    <a:pt x="6292228" y="580167"/>
                  </a:lnTo>
                  <a:lnTo>
                    <a:pt x="6292889" y="574802"/>
                  </a:lnTo>
                  <a:lnTo>
                    <a:pt x="6293549" y="578362"/>
                  </a:lnTo>
                  <a:lnTo>
                    <a:pt x="6294210" y="591224"/>
                  </a:lnTo>
                  <a:lnTo>
                    <a:pt x="6294870" y="587415"/>
                  </a:lnTo>
                  <a:lnTo>
                    <a:pt x="6295531" y="578362"/>
                  </a:lnTo>
                  <a:lnTo>
                    <a:pt x="6296192" y="584662"/>
                  </a:lnTo>
                  <a:lnTo>
                    <a:pt x="6296852" y="579249"/>
                  </a:lnTo>
                  <a:lnTo>
                    <a:pt x="6297513" y="599661"/>
                  </a:lnTo>
                  <a:lnTo>
                    <a:pt x="6298173" y="604375"/>
                  </a:lnTo>
                  <a:lnTo>
                    <a:pt x="6298834" y="583685"/>
                  </a:lnTo>
                  <a:lnTo>
                    <a:pt x="6299494" y="602044"/>
                  </a:lnTo>
                  <a:lnTo>
                    <a:pt x="6300155" y="602255"/>
                  </a:lnTo>
                  <a:lnTo>
                    <a:pt x="6300815" y="611757"/>
                  </a:lnTo>
                  <a:lnTo>
                    <a:pt x="6301476" y="609127"/>
                  </a:lnTo>
                  <a:lnTo>
                    <a:pt x="6302136" y="592255"/>
                  </a:lnTo>
                  <a:lnTo>
                    <a:pt x="6302797" y="606244"/>
                  </a:lnTo>
                  <a:lnTo>
                    <a:pt x="6303457" y="616871"/>
                  </a:lnTo>
                  <a:lnTo>
                    <a:pt x="6304118" y="616871"/>
                  </a:lnTo>
                  <a:lnTo>
                    <a:pt x="6304778" y="611664"/>
                  </a:lnTo>
                  <a:lnTo>
                    <a:pt x="6305439" y="615834"/>
                  </a:lnTo>
                  <a:lnTo>
                    <a:pt x="6306100" y="615959"/>
                  </a:lnTo>
                  <a:lnTo>
                    <a:pt x="6306760" y="614114"/>
                  </a:lnTo>
                  <a:lnTo>
                    <a:pt x="6307421" y="614292"/>
                  </a:lnTo>
                  <a:lnTo>
                    <a:pt x="6308081" y="614386"/>
                  </a:lnTo>
                  <a:lnTo>
                    <a:pt x="6308742" y="599768"/>
                  </a:lnTo>
                  <a:lnTo>
                    <a:pt x="6309402" y="590571"/>
                  </a:lnTo>
                  <a:lnTo>
                    <a:pt x="6310063" y="594150"/>
                  </a:lnTo>
                  <a:lnTo>
                    <a:pt x="6310723" y="582515"/>
                  </a:lnTo>
                  <a:lnTo>
                    <a:pt x="6311384" y="610620"/>
                  </a:lnTo>
                  <a:lnTo>
                    <a:pt x="6312044" y="590214"/>
                  </a:lnTo>
                  <a:lnTo>
                    <a:pt x="6312705" y="556113"/>
                  </a:lnTo>
                  <a:lnTo>
                    <a:pt x="6313365" y="569070"/>
                  </a:lnTo>
                  <a:lnTo>
                    <a:pt x="6314026" y="550065"/>
                  </a:lnTo>
                  <a:lnTo>
                    <a:pt x="6314686" y="556932"/>
                  </a:lnTo>
                  <a:lnTo>
                    <a:pt x="6315347" y="596747"/>
                  </a:lnTo>
                  <a:lnTo>
                    <a:pt x="6316008" y="582619"/>
                  </a:lnTo>
                  <a:lnTo>
                    <a:pt x="6316668" y="554766"/>
                  </a:lnTo>
                  <a:lnTo>
                    <a:pt x="6317329" y="549514"/>
                  </a:lnTo>
                  <a:lnTo>
                    <a:pt x="6317989" y="578130"/>
                  </a:lnTo>
                  <a:lnTo>
                    <a:pt x="6318650" y="568100"/>
                  </a:lnTo>
                  <a:lnTo>
                    <a:pt x="6319310" y="546146"/>
                  </a:lnTo>
                  <a:lnTo>
                    <a:pt x="6319971" y="535554"/>
                  </a:lnTo>
                  <a:lnTo>
                    <a:pt x="6320631" y="535554"/>
                  </a:lnTo>
                  <a:lnTo>
                    <a:pt x="6321292" y="580801"/>
                  </a:lnTo>
                  <a:lnTo>
                    <a:pt x="6321952" y="580801"/>
                  </a:lnTo>
                  <a:lnTo>
                    <a:pt x="6322613" y="543031"/>
                  </a:lnTo>
                  <a:lnTo>
                    <a:pt x="6323273" y="541530"/>
                  </a:lnTo>
                  <a:lnTo>
                    <a:pt x="6323934" y="556692"/>
                  </a:lnTo>
                  <a:lnTo>
                    <a:pt x="6324594" y="553635"/>
                  </a:lnTo>
                  <a:lnTo>
                    <a:pt x="6325255" y="541530"/>
                  </a:lnTo>
                  <a:lnTo>
                    <a:pt x="6325915" y="553635"/>
                  </a:lnTo>
                  <a:lnTo>
                    <a:pt x="6326576" y="570025"/>
                  </a:lnTo>
                  <a:lnTo>
                    <a:pt x="6327237" y="561885"/>
                  </a:lnTo>
                  <a:lnTo>
                    <a:pt x="6327897" y="546958"/>
                  </a:lnTo>
                  <a:lnTo>
                    <a:pt x="6328558" y="532756"/>
                  </a:lnTo>
                  <a:lnTo>
                    <a:pt x="6329218" y="537862"/>
                  </a:lnTo>
                  <a:lnTo>
                    <a:pt x="6329879" y="556932"/>
                  </a:lnTo>
                  <a:lnTo>
                    <a:pt x="6330539" y="541167"/>
                  </a:lnTo>
                  <a:lnTo>
                    <a:pt x="6331200" y="541095"/>
                  </a:lnTo>
                  <a:lnTo>
                    <a:pt x="6331860" y="546146"/>
                  </a:lnTo>
                  <a:lnTo>
                    <a:pt x="6332521" y="562160"/>
                  </a:lnTo>
                  <a:lnTo>
                    <a:pt x="6333181" y="574708"/>
                  </a:lnTo>
                  <a:lnTo>
                    <a:pt x="6333842" y="586876"/>
                  </a:lnTo>
                  <a:lnTo>
                    <a:pt x="6334502" y="568559"/>
                  </a:lnTo>
                  <a:lnTo>
                    <a:pt x="6335163" y="555226"/>
                  </a:lnTo>
                  <a:lnTo>
                    <a:pt x="6335823" y="567068"/>
                  </a:lnTo>
                  <a:lnTo>
                    <a:pt x="6336484" y="598465"/>
                  </a:lnTo>
                  <a:lnTo>
                    <a:pt x="6337145" y="601532"/>
                  </a:lnTo>
                  <a:lnTo>
                    <a:pt x="6337805" y="608483"/>
                  </a:lnTo>
                  <a:lnTo>
                    <a:pt x="6338466" y="615332"/>
                  </a:lnTo>
                  <a:lnTo>
                    <a:pt x="6339126" y="615841"/>
                  </a:lnTo>
                  <a:lnTo>
                    <a:pt x="6339787" y="610914"/>
                  </a:lnTo>
                  <a:lnTo>
                    <a:pt x="6340447" y="587436"/>
                  </a:lnTo>
                  <a:lnTo>
                    <a:pt x="6341108" y="582023"/>
                  </a:lnTo>
                  <a:lnTo>
                    <a:pt x="6341768" y="595554"/>
                  </a:lnTo>
                  <a:lnTo>
                    <a:pt x="6342429" y="605053"/>
                  </a:lnTo>
                  <a:lnTo>
                    <a:pt x="6343089" y="615613"/>
                  </a:lnTo>
                  <a:lnTo>
                    <a:pt x="6343750" y="613808"/>
                  </a:lnTo>
                  <a:lnTo>
                    <a:pt x="6344410" y="610633"/>
                  </a:lnTo>
                  <a:lnTo>
                    <a:pt x="6345071" y="615089"/>
                  </a:lnTo>
                  <a:lnTo>
                    <a:pt x="6345731" y="615332"/>
                  </a:lnTo>
                  <a:lnTo>
                    <a:pt x="6346392" y="615559"/>
                  </a:lnTo>
                  <a:lnTo>
                    <a:pt x="6347053" y="614760"/>
                  </a:lnTo>
                  <a:lnTo>
                    <a:pt x="6347713" y="614089"/>
                  </a:lnTo>
                  <a:lnTo>
                    <a:pt x="6348374" y="603922"/>
                  </a:lnTo>
                  <a:lnTo>
                    <a:pt x="6349034" y="582941"/>
                  </a:lnTo>
                  <a:lnTo>
                    <a:pt x="6349695" y="611339"/>
                  </a:lnTo>
                  <a:lnTo>
                    <a:pt x="6350355" y="615129"/>
                  </a:lnTo>
                  <a:lnTo>
                    <a:pt x="6351016" y="612142"/>
                  </a:lnTo>
                  <a:lnTo>
                    <a:pt x="6351676" y="587195"/>
                  </a:lnTo>
                  <a:lnTo>
                    <a:pt x="6352337" y="580895"/>
                  </a:lnTo>
                  <a:lnTo>
                    <a:pt x="6352997" y="604812"/>
                  </a:lnTo>
                  <a:lnTo>
                    <a:pt x="6353658" y="606716"/>
                  </a:lnTo>
                  <a:lnTo>
                    <a:pt x="6354318" y="604812"/>
                  </a:lnTo>
                  <a:lnTo>
                    <a:pt x="6354979" y="605680"/>
                  </a:lnTo>
                  <a:lnTo>
                    <a:pt x="6355639" y="600847"/>
                  </a:lnTo>
                  <a:lnTo>
                    <a:pt x="6356300" y="600847"/>
                  </a:lnTo>
                  <a:lnTo>
                    <a:pt x="6356960" y="603400"/>
                  </a:lnTo>
                  <a:lnTo>
                    <a:pt x="6357621" y="608242"/>
                  </a:lnTo>
                  <a:lnTo>
                    <a:pt x="6358282" y="613848"/>
                  </a:lnTo>
                  <a:lnTo>
                    <a:pt x="6358942" y="613496"/>
                  </a:lnTo>
                  <a:lnTo>
                    <a:pt x="6359603" y="611116"/>
                  </a:lnTo>
                  <a:lnTo>
                    <a:pt x="6360263" y="586875"/>
                  </a:lnTo>
                  <a:lnTo>
                    <a:pt x="6360924" y="580132"/>
                  </a:lnTo>
                  <a:lnTo>
                    <a:pt x="6361584" y="604048"/>
                  </a:lnTo>
                  <a:lnTo>
                    <a:pt x="6362245" y="604287"/>
                  </a:lnTo>
                  <a:lnTo>
                    <a:pt x="6362905" y="566886"/>
                  </a:lnTo>
                  <a:lnTo>
                    <a:pt x="6363566" y="534388"/>
                  </a:lnTo>
                  <a:lnTo>
                    <a:pt x="6364226" y="552899"/>
                  </a:lnTo>
                  <a:lnTo>
                    <a:pt x="6364887" y="589929"/>
                  </a:lnTo>
                  <a:lnTo>
                    <a:pt x="6365547" y="576315"/>
                  </a:lnTo>
                  <a:lnTo>
                    <a:pt x="6366208" y="546119"/>
                  </a:lnTo>
                  <a:lnTo>
                    <a:pt x="6366868" y="531633"/>
                  </a:lnTo>
                  <a:lnTo>
                    <a:pt x="6367529" y="543424"/>
                  </a:lnTo>
                  <a:lnTo>
                    <a:pt x="6368190" y="527314"/>
                  </a:lnTo>
                  <a:lnTo>
                    <a:pt x="6368850" y="505522"/>
                  </a:lnTo>
                  <a:lnTo>
                    <a:pt x="6369511" y="502695"/>
                  </a:lnTo>
                  <a:lnTo>
                    <a:pt x="6370171" y="502260"/>
                  </a:lnTo>
                  <a:lnTo>
                    <a:pt x="6370832" y="505088"/>
                  </a:lnTo>
                  <a:lnTo>
                    <a:pt x="6371492" y="516605"/>
                  </a:lnTo>
                  <a:lnTo>
                    <a:pt x="6372153" y="542989"/>
                  </a:lnTo>
                  <a:lnTo>
                    <a:pt x="6372813" y="560690"/>
                  </a:lnTo>
                  <a:lnTo>
                    <a:pt x="6373474" y="520654"/>
                  </a:lnTo>
                  <a:lnTo>
                    <a:pt x="6374134" y="516605"/>
                  </a:lnTo>
                  <a:lnTo>
                    <a:pt x="6374795" y="526879"/>
                  </a:lnTo>
                  <a:lnTo>
                    <a:pt x="6375455" y="523647"/>
                  </a:lnTo>
                  <a:lnTo>
                    <a:pt x="6376116" y="526879"/>
                  </a:lnTo>
                  <a:lnTo>
                    <a:pt x="6376776" y="524222"/>
                  </a:lnTo>
                  <a:lnTo>
                    <a:pt x="6377437" y="519795"/>
                  </a:lnTo>
                  <a:lnTo>
                    <a:pt x="6378098" y="561006"/>
                  </a:lnTo>
                  <a:lnTo>
                    <a:pt x="6378758" y="589050"/>
                  </a:lnTo>
                  <a:lnTo>
                    <a:pt x="6379419" y="564361"/>
                  </a:lnTo>
                  <a:lnTo>
                    <a:pt x="6380079" y="535938"/>
                  </a:lnTo>
                  <a:lnTo>
                    <a:pt x="6380740" y="540760"/>
                  </a:lnTo>
                  <a:lnTo>
                    <a:pt x="6381400" y="533159"/>
                  </a:lnTo>
                  <a:lnTo>
                    <a:pt x="6382061" y="539601"/>
                  </a:lnTo>
                  <a:lnTo>
                    <a:pt x="6382721" y="544228"/>
                  </a:lnTo>
                  <a:lnTo>
                    <a:pt x="6383382" y="542302"/>
                  </a:lnTo>
                  <a:lnTo>
                    <a:pt x="6384042" y="590875"/>
                  </a:lnTo>
                  <a:lnTo>
                    <a:pt x="6384703" y="611250"/>
                  </a:lnTo>
                  <a:lnTo>
                    <a:pt x="6385363" y="602490"/>
                  </a:lnTo>
                  <a:lnTo>
                    <a:pt x="6386024" y="596255"/>
                  </a:lnTo>
                  <a:lnTo>
                    <a:pt x="6386684" y="592878"/>
                  </a:lnTo>
                  <a:lnTo>
                    <a:pt x="6387345" y="615129"/>
                  </a:lnTo>
                  <a:lnTo>
                    <a:pt x="6388006" y="615599"/>
                  </a:lnTo>
                  <a:lnTo>
                    <a:pt x="6388666" y="602704"/>
                  </a:lnTo>
                  <a:lnTo>
                    <a:pt x="6389327" y="579094"/>
                  </a:lnTo>
                  <a:lnTo>
                    <a:pt x="6389987" y="604762"/>
                  </a:lnTo>
                  <a:lnTo>
                    <a:pt x="6390648" y="614766"/>
                  </a:lnTo>
                  <a:lnTo>
                    <a:pt x="6391308" y="617475"/>
                  </a:lnTo>
                  <a:lnTo>
                    <a:pt x="6391969" y="606313"/>
                  </a:lnTo>
                  <a:lnTo>
                    <a:pt x="6392629" y="585577"/>
                  </a:lnTo>
                  <a:lnTo>
                    <a:pt x="6393290" y="588465"/>
                  </a:lnTo>
                  <a:lnTo>
                    <a:pt x="6393950" y="598413"/>
                  </a:lnTo>
                  <a:lnTo>
                    <a:pt x="6394611" y="604951"/>
                  </a:lnTo>
                  <a:lnTo>
                    <a:pt x="6395271" y="599218"/>
                  </a:lnTo>
                  <a:lnTo>
                    <a:pt x="6395932" y="576718"/>
                  </a:lnTo>
                  <a:lnTo>
                    <a:pt x="6396592" y="539602"/>
                  </a:lnTo>
                  <a:lnTo>
                    <a:pt x="6397253" y="535552"/>
                  </a:lnTo>
                  <a:lnTo>
                    <a:pt x="6397913" y="557798"/>
                  </a:lnTo>
                  <a:lnTo>
                    <a:pt x="6398574" y="559629"/>
                  </a:lnTo>
                  <a:lnTo>
                    <a:pt x="6399235" y="541565"/>
                  </a:lnTo>
                  <a:lnTo>
                    <a:pt x="6399895" y="572059"/>
                  </a:lnTo>
                  <a:lnTo>
                    <a:pt x="6400556" y="575027"/>
                  </a:lnTo>
                  <a:lnTo>
                    <a:pt x="6401216" y="555079"/>
                  </a:lnTo>
                  <a:lnTo>
                    <a:pt x="6401877" y="567609"/>
                  </a:lnTo>
                  <a:lnTo>
                    <a:pt x="6402537" y="537756"/>
                  </a:lnTo>
                  <a:lnTo>
                    <a:pt x="6403198" y="521058"/>
                  </a:lnTo>
                  <a:lnTo>
                    <a:pt x="6403858" y="492934"/>
                  </a:lnTo>
                  <a:lnTo>
                    <a:pt x="6404519" y="494841"/>
                  </a:lnTo>
                  <a:lnTo>
                    <a:pt x="6405179" y="541784"/>
                  </a:lnTo>
                  <a:lnTo>
                    <a:pt x="6405840" y="536670"/>
                  </a:lnTo>
                  <a:lnTo>
                    <a:pt x="6406500" y="529695"/>
                  </a:lnTo>
                  <a:lnTo>
                    <a:pt x="6407161" y="535751"/>
                  </a:lnTo>
                  <a:lnTo>
                    <a:pt x="6407821" y="536670"/>
                  </a:lnTo>
                  <a:lnTo>
                    <a:pt x="6408482" y="515909"/>
                  </a:lnTo>
                  <a:lnTo>
                    <a:pt x="6409143" y="531057"/>
                  </a:lnTo>
                  <a:lnTo>
                    <a:pt x="6409803" y="531057"/>
                  </a:lnTo>
                  <a:lnTo>
                    <a:pt x="6410464" y="575490"/>
                  </a:lnTo>
                  <a:lnTo>
                    <a:pt x="6411124" y="606627"/>
                  </a:lnTo>
                  <a:lnTo>
                    <a:pt x="6411785" y="608559"/>
                  </a:lnTo>
                  <a:lnTo>
                    <a:pt x="6412445" y="600721"/>
                  </a:lnTo>
                  <a:lnTo>
                    <a:pt x="6413106" y="597912"/>
                  </a:lnTo>
                  <a:lnTo>
                    <a:pt x="6413766" y="597223"/>
                  </a:lnTo>
                  <a:lnTo>
                    <a:pt x="6414427" y="551074"/>
                  </a:lnTo>
                  <a:lnTo>
                    <a:pt x="6415087" y="539637"/>
                  </a:lnTo>
                  <a:lnTo>
                    <a:pt x="6415748" y="593244"/>
                  </a:lnTo>
                  <a:lnTo>
                    <a:pt x="6416408" y="612873"/>
                  </a:lnTo>
                  <a:lnTo>
                    <a:pt x="6417069" y="612873"/>
                  </a:lnTo>
                  <a:lnTo>
                    <a:pt x="6417729" y="612424"/>
                  </a:lnTo>
                  <a:lnTo>
                    <a:pt x="6418390" y="613706"/>
                  </a:lnTo>
                  <a:lnTo>
                    <a:pt x="6419051" y="613706"/>
                  </a:lnTo>
                  <a:lnTo>
                    <a:pt x="6419711" y="613706"/>
                  </a:lnTo>
                  <a:lnTo>
                    <a:pt x="6420372" y="614463"/>
                  </a:lnTo>
                  <a:lnTo>
                    <a:pt x="6421032" y="609513"/>
                  </a:lnTo>
                  <a:lnTo>
                    <a:pt x="6421693" y="606334"/>
                  </a:lnTo>
                  <a:lnTo>
                    <a:pt x="6422353" y="598979"/>
                  </a:lnTo>
                  <a:lnTo>
                    <a:pt x="6423014" y="610258"/>
                  </a:lnTo>
                  <a:lnTo>
                    <a:pt x="6423674" y="615502"/>
                  </a:lnTo>
                  <a:lnTo>
                    <a:pt x="6424335" y="616307"/>
                  </a:lnTo>
                  <a:lnTo>
                    <a:pt x="6424995" y="616778"/>
                  </a:lnTo>
                  <a:lnTo>
                    <a:pt x="6425656" y="615026"/>
                  </a:lnTo>
                  <a:lnTo>
                    <a:pt x="6426316" y="598765"/>
                  </a:lnTo>
                  <a:lnTo>
                    <a:pt x="6426977" y="608865"/>
                  </a:lnTo>
                  <a:lnTo>
                    <a:pt x="6427637" y="587952"/>
                  </a:lnTo>
                  <a:lnTo>
                    <a:pt x="6428298" y="564151"/>
                  </a:lnTo>
                  <a:lnTo>
                    <a:pt x="6428958" y="564904"/>
                  </a:lnTo>
                  <a:lnTo>
                    <a:pt x="6429619" y="582867"/>
                  </a:lnTo>
                  <a:lnTo>
                    <a:pt x="6430280" y="568203"/>
                  </a:lnTo>
                  <a:lnTo>
                    <a:pt x="6430940" y="574586"/>
                  </a:lnTo>
                  <a:lnTo>
                    <a:pt x="6431601" y="612756"/>
                  </a:lnTo>
                  <a:lnTo>
                    <a:pt x="6432261" y="613800"/>
                  </a:lnTo>
                  <a:lnTo>
                    <a:pt x="6432922" y="609138"/>
                  </a:lnTo>
                  <a:lnTo>
                    <a:pt x="6433582" y="611287"/>
                  </a:lnTo>
                  <a:lnTo>
                    <a:pt x="6434243" y="615133"/>
                  </a:lnTo>
                  <a:lnTo>
                    <a:pt x="6434903" y="617019"/>
                  </a:lnTo>
                  <a:lnTo>
                    <a:pt x="6435564" y="609942"/>
                  </a:lnTo>
                  <a:lnTo>
                    <a:pt x="6436224" y="596732"/>
                  </a:lnTo>
                  <a:lnTo>
                    <a:pt x="6436885" y="592400"/>
                  </a:lnTo>
                  <a:lnTo>
                    <a:pt x="6437545" y="596756"/>
                  </a:lnTo>
                  <a:lnTo>
                    <a:pt x="6438206" y="576940"/>
                  </a:lnTo>
                  <a:lnTo>
                    <a:pt x="6438866" y="588614"/>
                  </a:lnTo>
                  <a:lnTo>
                    <a:pt x="6439527" y="594297"/>
                  </a:lnTo>
                  <a:lnTo>
                    <a:pt x="6440188" y="585996"/>
                  </a:lnTo>
                  <a:lnTo>
                    <a:pt x="6440848" y="597555"/>
                  </a:lnTo>
                  <a:lnTo>
                    <a:pt x="6441509" y="596512"/>
                  </a:lnTo>
                  <a:lnTo>
                    <a:pt x="6442169" y="597621"/>
                  </a:lnTo>
                  <a:lnTo>
                    <a:pt x="6442830" y="600047"/>
                  </a:lnTo>
                  <a:lnTo>
                    <a:pt x="6443490" y="586924"/>
                  </a:lnTo>
                  <a:lnTo>
                    <a:pt x="6444151" y="596904"/>
                  </a:lnTo>
                  <a:lnTo>
                    <a:pt x="6444811" y="615743"/>
                  </a:lnTo>
                  <a:lnTo>
                    <a:pt x="6445472" y="607330"/>
                  </a:lnTo>
                  <a:lnTo>
                    <a:pt x="6446132" y="596600"/>
                  </a:lnTo>
                  <a:lnTo>
                    <a:pt x="6446793" y="593695"/>
                  </a:lnTo>
                  <a:lnTo>
                    <a:pt x="6447453" y="596732"/>
                  </a:lnTo>
                  <a:lnTo>
                    <a:pt x="6448114" y="599064"/>
                  </a:lnTo>
                  <a:lnTo>
                    <a:pt x="6448774" y="583936"/>
                  </a:lnTo>
                  <a:lnTo>
                    <a:pt x="6449435" y="574002"/>
                  </a:lnTo>
                  <a:lnTo>
                    <a:pt x="6450096" y="589645"/>
                  </a:lnTo>
                  <a:lnTo>
                    <a:pt x="6450756" y="599978"/>
                  </a:lnTo>
                  <a:lnTo>
                    <a:pt x="6451417" y="601050"/>
                  </a:lnTo>
                  <a:lnTo>
                    <a:pt x="6452077" y="601328"/>
                  </a:lnTo>
                  <a:lnTo>
                    <a:pt x="6452738" y="594726"/>
                  </a:lnTo>
                  <a:lnTo>
                    <a:pt x="6453398" y="595169"/>
                  </a:lnTo>
                  <a:lnTo>
                    <a:pt x="6454059" y="612318"/>
                  </a:lnTo>
                  <a:lnTo>
                    <a:pt x="6454719" y="616774"/>
                  </a:lnTo>
                  <a:lnTo>
                    <a:pt x="6455380" y="610168"/>
                  </a:lnTo>
                  <a:lnTo>
                    <a:pt x="6456040" y="616774"/>
                  </a:lnTo>
                  <a:lnTo>
                    <a:pt x="6456701" y="616774"/>
                  </a:lnTo>
                  <a:lnTo>
                    <a:pt x="6457361" y="613261"/>
                  </a:lnTo>
                  <a:lnTo>
                    <a:pt x="6458022" y="613787"/>
                  </a:lnTo>
                  <a:lnTo>
                    <a:pt x="6458682" y="612318"/>
                  </a:lnTo>
                  <a:lnTo>
                    <a:pt x="6459343" y="603091"/>
                  </a:lnTo>
                  <a:lnTo>
                    <a:pt x="6460004" y="614066"/>
                  </a:lnTo>
                  <a:lnTo>
                    <a:pt x="6460664" y="618050"/>
                  </a:lnTo>
                  <a:lnTo>
                    <a:pt x="6461325" y="601050"/>
                  </a:lnTo>
                  <a:lnTo>
                    <a:pt x="6461985" y="602271"/>
                  </a:lnTo>
                  <a:lnTo>
                    <a:pt x="6462646" y="616298"/>
                  </a:lnTo>
                  <a:lnTo>
                    <a:pt x="6463306" y="614066"/>
                  </a:lnTo>
                  <a:lnTo>
                    <a:pt x="6463967" y="617298"/>
                  </a:lnTo>
                  <a:lnTo>
                    <a:pt x="6464627" y="617245"/>
                  </a:lnTo>
                  <a:lnTo>
                    <a:pt x="6465288" y="615141"/>
                  </a:lnTo>
                  <a:lnTo>
                    <a:pt x="6465948" y="580727"/>
                  </a:lnTo>
                  <a:lnTo>
                    <a:pt x="6466609" y="577797"/>
                  </a:lnTo>
                  <a:lnTo>
                    <a:pt x="6467269" y="575772"/>
                  </a:lnTo>
                  <a:lnTo>
                    <a:pt x="6467930" y="611151"/>
                  </a:lnTo>
                  <a:lnTo>
                    <a:pt x="6468590" y="615228"/>
                  </a:lnTo>
                  <a:lnTo>
                    <a:pt x="6469251" y="617245"/>
                  </a:lnTo>
                  <a:lnTo>
                    <a:pt x="6469911" y="614640"/>
                  </a:lnTo>
                  <a:lnTo>
                    <a:pt x="6470572" y="618050"/>
                  </a:lnTo>
                  <a:lnTo>
                    <a:pt x="6471233" y="615931"/>
                  </a:lnTo>
                  <a:lnTo>
                    <a:pt x="6471893" y="615946"/>
                  </a:lnTo>
                  <a:lnTo>
                    <a:pt x="6472554" y="597763"/>
                  </a:lnTo>
                  <a:lnTo>
                    <a:pt x="6473214" y="614066"/>
                  </a:lnTo>
                  <a:lnTo>
                    <a:pt x="6473875" y="616969"/>
                  </a:lnTo>
                  <a:lnTo>
                    <a:pt x="6474535" y="604374"/>
                  </a:lnTo>
                  <a:lnTo>
                    <a:pt x="6475196" y="597606"/>
                  </a:lnTo>
                  <a:lnTo>
                    <a:pt x="6475856" y="606724"/>
                  </a:lnTo>
                  <a:lnTo>
                    <a:pt x="6476517" y="606457"/>
                  </a:lnTo>
                  <a:lnTo>
                    <a:pt x="6477177" y="606200"/>
                  </a:lnTo>
                  <a:lnTo>
                    <a:pt x="6477838" y="589979"/>
                  </a:lnTo>
                  <a:lnTo>
                    <a:pt x="6478498" y="593431"/>
                  </a:lnTo>
                  <a:lnTo>
                    <a:pt x="6479159" y="596207"/>
                  </a:lnTo>
                  <a:lnTo>
                    <a:pt x="6479819" y="602271"/>
                  </a:lnTo>
                  <a:lnTo>
                    <a:pt x="6480480" y="599140"/>
                  </a:lnTo>
                  <a:lnTo>
                    <a:pt x="6481141" y="599674"/>
                  </a:lnTo>
                  <a:lnTo>
                    <a:pt x="6481801" y="607262"/>
                  </a:lnTo>
                  <a:lnTo>
                    <a:pt x="6482462" y="608693"/>
                  </a:lnTo>
                  <a:lnTo>
                    <a:pt x="6483122" y="602271"/>
                  </a:lnTo>
                  <a:lnTo>
                    <a:pt x="6483783" y="599140"/>
                  </a:lnTo>
                  <a:lnTo>
                    <a:pt x="6484443" y="611955"/>
                  </a:lnTo>
                  <a:lnTo>
                    <a:pt x="6485104" y="604931"/>
                  </a:lnTo>
                  <a:lnTo>
                    <a:pt x="6485764" y="585594"/>
                  </a:lnTo>
                  <a:lnTo>
                    <a:pt x="6486425" y="588119"/>
                  </a:lnTo>
                  <a:lnTo>
                    <a:pt x="6487085" y="597344"/>
                  </a:lnTo>
                  <a:lnTo>
                    <a:pt x="6487746" y="596963"/>
                  </a:lnTo>
                  <a:lnTo>
                    <a:pt x="6488406" y="602547"/>
                  </a:lnTo>
                  <a:lnTo>
                    <a:pt x="6489067" y="595328"/>
                  </a:lnTo>
                  <a:lnTo>
                    <a:pt x="6489727" y="602535"/>
                  </a:lnTo>
                  <a:lnTo>
                    <a:pt x="6490388" y="604611"/>
                  </a:lnTo>
                  <a:lnTo>
                    <a:pt x="6491049" y="599833"/>
                  </a:lnTo>
                  <a:lnTo>
                    <a:pt x="6491709" y="601115"/>
                  </a:lnTo>
                  <a:lnTo>
                    <a:pt x="6492370" y="612985"/>
                  </a:lnTo>
                  <a:lnTo>
                    <a:pt x="6493030" y="617245"/>
                  </a:lnTo>
                  <a:lnTo>
                    <a:pt x="6493691" y="615313"/>
                  </a:lnTo>
                  <a:lnTo>
                    <a:pt x="6494351" y="616614"/>
                  </a:lnTo>
                  <a:lnTo>
                    <a:pt x="6495012" y="617245"/>
                  </a:lnTo>
                  <a:lnTo>
                    <a:pt x="6495672" y="611834"/>
                  </a:lnTo>
                  <a:lnTo>
                    <a:pt x="6496333" y="604522"/>
                  </a:lnTo>
                  <a:lnTo>
                    <a:pt x="6496993" y="611547"/>
                  </a:lnTo>
                  <a:lnTo>
                    <a:pt x="6497654" y="604156"/>
                  </a:lnTo>
                  <a:lnTo>
                    <a:pt x="6498314" y="610612"/>
                  </a:lnTo>
                  <a:lnTo>
                    <a:pt x="6498975" y="615665"/>
                  </a:lnTo>
                  <a:lnTo>
                    <a:pt x="6499635" y="615385"/>
                  </a:lnTo>
                  <a:lnTo>
                    <a:pt x="6500296" y="614066"/>
                  </a:lnTo>
                  <a:lnTo>
                    <a:pt x="6500956" y="608624"/>
                  </a:lnTo>
                  <a:lnTo>
                    <a:pt x="6501617" y="586512"/>
                  </a:lnTo>
                  <a:lnTo>
                    <a:pt x="6502278" y="588999"/>
                  </a:lnTo>
                  <a:lnTo>
                    <a:pt x="6502938" y="606293"/>
                  </a:lnTo>
                  <a:lnTo>
                    <a:pt x="6503599" y="612757"/>
                  </a:lnTo>
                  <a:lnTo>
                    <a:pt x="6504259" y="613123"/>
                  </a:lnTo>
                  <a:lnTo>
                    <a:pt x="6504920" y="585594"/>
                  </a:lnTo>
                  <a:lnTo>
                    <a:pt x="6505580" y="586512"/>
                  </a:lnTo>
                  <a:lnTo>
                    <a:pt x="6506241" y="606131"/>
                  </a:lnTo>
                  <a:lnTo>
                    <a:pt x="6506901" y="599593"/>
                  </a:lnTo>
                  <a:lnTo>
                    <a:pt x="6507562" y="589645"/>
                  </a:lnTo>
                  <a:lnTo>
                    <a:pt x="6508222" y="585150"/>
                  </a:lnTo>
                  <a:lnTo>
                    <a:pt x="6508883" y="601115"/>
                  </a:lnTo>
                  <a:lnTo>
                    <a:pt x="6509543" y="612315"/>
                  </a:lnTo>
                  <a:lnTo>
                    <a:pt x="6510204" y="602477"/>
                  </a:lnTo>
                  <a:lnTo>
                    <a:pt x="6510864" y="578146"/>
                  </a:lnTo>
                  <a:lnTo>
                    <a:pt x="6511525" y="585594"/>
                  </a:lnTo>
                  <a:lnTo>
                    <a:pt x="6512186" y="613123"/>
                  </a:lnTo>
                  <a:lnTo>
                    <a:pt x="6512846" y="611691"/>
                  </a:lnTo>
                  <a:lnTo>
                    <a:pt x="6513507" y="589645"/>
                  </a:lnTo>
                  <a:lnTo>
                    <a:pt x="6514167" y="584232"/>
                  </a:lnTo>
                  <a:lnTo>
                    <a:pt x="6514828" y="568480"/>
                  </a:lnTo>
                  <a:lnTo>
                    <a:pt x="6515488" y="575999"/>
                  </a:lnTo>
                  <a:lnTo>
                    <a:pt x="6516149" y="584675"/>
                  </a:lnTo>
                  <a:lnTo>
                    <a:pt x="6516809" y="590088"/>
                  </a:lnTo>
                  <a:lnTo>
                    <a:pt x="6517470" y="574601"/>
                  </a:lnTo>
                  <a:lnTo>
                    <a:pt x="6518130" y="567763"/>
                  </a:lnTo>
                  <a:lnTo>
                    <a:pt x="6518791" y="588601"/>
                  </a:lnTo>
                  <a:lnTo>
                    <a:pt x="6519451" y="581776"/>
                  </a:lnTo>
                  <a:lnTo>
                    <a:pt x="6520112" y="571203"/>
                  </a:lnTo>
                  <a:lnTo>
                    <a:pt x="6520772" y="575999"/>
                  </a:lnTo>
                  <a:lnTo>
                    <a:pt x="6521433" y="592387"/>
                  </a:lnTo>
                  <a:lnTo>
                    <a:pt x="6522094" y="598611"/>
                  </a:lnTo>
                  <a:lnTo>
                    <a:pt x="6522754" y="599593"/>
                  </a:lnTo>
                  <a:lnTo>
                    <a:pt x="6523415" y="589645"/>
                  </a:lnTo>
                  <a:lnTo>
                    <a:pt x="6524075" y="602271"/>
                  </a:lnTo>
                  <a:lnTo>
                    <a:pt x="6524736" y="612352"/>
                  </a:lnTo>
                  <a:lnTo>
                    <a:pt x="6525396" y="570407"/>
                  </a:lnTo>
                  <a:lnTo>
                    <a:pt x="6526057" y="549128"/>
                  </a:lnTo>
                  <a:lnTo>
                    <a:pt x="6526717" y="554322"/>
                  </a:lnTo>
                  <a:lnTo>
                    <a:pt x="6527378" y="553211"/>
                  </a:lnTo>
                  <a:lnTo>
                    <a:pt x="6528038" y="577697"/>
                  </a:lnTo>
                  <a:lnTo>
                    <a:pt x="6528699" y="592890"/>
                  </a:lnTo>
                  <a:lnTo>
                    <a:pt x="6529359" y="575923"/>
                  </a:lnTo>
                  <a:lnTo>
                    <a:pt x="6530020" y="553728"/>
                  </a:lnTo>
                  <a:lnTo>
                    <a:pt x="6530680" y="561350"/>
                  </a:lnTo>
                  <a:lnTo>
                    <a:pt x="6531341" y="574197"/>
                  </a:lnTo>
                  <a:lnTo>
                    <a:pt x="6532002" y="580415"/>
                  </a:lnTo>
                  <a:lnTo>
                    <a:pt x="6532662" y="585150"/>
                  </a:lnTo>
                  <a:lnTo>
                    <a:pt x="6533323" y="604235"/>
                  </a:lnTo>
                  <a:lnTo>
                    <a:pt x="6533983" y="591007"/>
                  </a:lnTo>
                  <a:lnTo>
                    <a:pt x="6534644" y="568293"/>
                  </a:lnTo>
                  <a:lnTo>
                    <a:pt x="6535304" y="540897"/>
                  </a:lnTo>
                  <a:lnTo>
                    <a:pt x="6535965" y="530084"/>
                  </a:lnTo>
                  <a:lnTo>
                    <a:pt x="6536625" y="541410"/>
                  </a:lnTo>
                  <a:lnTo>
                    <a:pt x="6537286" y="528569"/>
                  </a:lnTo>
                  <a:lnTo>
                    <a:pt x="6537946" y="560459"/>
                  </a:lnTo>
                  <a:lnTo>
                    <a:pt x="6538607" y="576714"/>
                  </a:lnTo>
                  <a:lnTo>
                    <a:pt x="6539267" y="560754"/>
                  </a:lnTo>
                  <a:lnTo>
                    <a:pt x="6539928" y="557799"/>
                  </a:lnTo>
                  <a:lnTo>
                    <a:pt x="6540588" y="568727"/>
                  </a:lnTo>
                  <a:lnTo>
                    <a:pt x="6541249" y="559857"/>
                  </a:lnTo>
                  <a:lnTo>
                    <a:pt x="6541909" y="543008"/>
                  </a:lnTo>
                  <a:lnTo>
                    <a:pt x="6542570" y="535708"/>
                  </a:lnTo>
                  <a:lnTo>
                    <a:pt x="6543231" y="539321"/>
                  </a:lnTo>
                  <a:lnTo>
                    <a:pt x="6543891" y="563321"/>
                  </a:lnTo>
                  <a:lnTo>
                    <a:pt x="6544552" y="535695"/>
                  </a:lnTo>
                  <a:lnTo>
                    <a:pt x="6545212" y="504781"/>
                  </a:lnTo>
                  <a:lnTo>
                    <a:pt x="6545873" y="527063"/>
                  </a:lnTo>
                  <a:lnTo>
                    <a:pt x="6546533" y="545267"/>
                  </a:lnTo>
                  <a:lnTo>
                    <a:pt x="6547194" y="545674"/>
                  </a:lnTo>
                  <a:lnTo>
                    <a:pt x="6547854" y="541581"/>
                  </a:lnTo>
                  <a:lnTo>
                    <a:pt x="6548515" y="541581"/>
                  </a:lnTo>
                  <a:lnTo>
                    <a:pt x="6549175" y="552362"/>
                  </a:lnTo>
                  <a:lnTo>
                    <a:pt x="6549836" y="549518"/>
                  </a:lnTo>
                  <a:lnTo>
                    <a:pt x="6550496" y="575487"/>
                  </a:lnTo>
                  <a:lnTo>
                    <a:pt x="6551157" y="589392"/>
                  </a:lnTo>
                  <a:lnTo>
                    <a:pt x="6551817" y="552956"/>
                  </a:lnTo>
                  <a:lnTo>
                    <a:pt x="6552478" y="543733"/>
                  </a:lnTo>
                  <a:lnTo>
                    <a:pt x="6553139" y="558312"/>
                  </a:lnTo>
                  <a:lnTo>
                    <a:pt x="6553799" y="574734"/>
                  </a:lnTo>
                  <a:lnTo>
                    <a:pt x="6554460" y="539766"/>
                  </a:lnTo>
                  <a:lnTo>
                    <a:pt x="6555120" y="538668"/>
                  </a:lnTo>
                  <a:lnTo>
                    <a:pt x="6555781" y="597933"/>
                  </a:lnTo>
                  <a:lnTo>
                    <a:pt x="6556441" y="583628"/>
                  </a:lnTo>
                  <a:lnTo>
                    <a:pt x="6557102" y="573842"/>
                  </a:lnTo>
                  <a:lnTo>
                    <a:pt x="6557762" y="583850"/>
                  </a:lnTo>
                  <a:lnTo>
                    <a:pt x="6558423" y="597183"/>
                  </a:lnTo>
                  <a:lnTo>
                    <a:pt x="6559083" y="584072"/>
                  </a:lnTo>
                  <a:lnTo>
                    <a:pt x="6559744" y="582414"/>
                  </a:lnTo>
                  <a:lnTo>
                    <a:pt x="6560404" y="590846"/>
                  </a:lnTo>
                  <a:lnTo>
                    <a:pt x="6561065" y="594632"/>
                  </a:lnTo>
                  <a:lnTo>
                    <a:pt x="6561725" y="594603"/>
                  </a:lnTo>
                  <a:lnTo>
                    <a:pt x="6562386" y="570840"/>
                  </a:lnTo>
                  <a:lnTo>
                    <a:pt x="6563047" y="574368"/>
                  </a:lnTo>
                  <a:lnTo>
                    <a:pt x="6563707" y="596717"/>
                  </a:lnTo>
                  <a:lnTo>
                    <a:pt x="6564368" y="592729"/>
                  </a:lnTo>
                  <a:lnTo>
                    <a:pt x="6565028" y="589484"/>
                  </a:lnTo>
                  <a:lnTo>
                    <a:pt x="6565689" y="585433"/>
                  </a:lnTo>
                  <a:lnTo>
                    <a:pt x="6566349" y="585433"/>
                  </a:lnTo>
                  <a:lnTo>
                    <a:pt x="6567010" y="587040"/>
                  </a:lnTo>
                  <a:lnTo>
                    <a:pt x="6567670" y="575377"/>
                  </a:lnTo>
                  <a:lnTo>
                    <a:pt x="6568331" y="586352"/>
                  </a:lnTo>
                  <a:lnTo>
                    <a:pt x="6568991" y="581818"/>
                  </a:lnTo>
                  <a:lnTo>
                    <a:pt x="6569652" y="614991"/>
                  </a:lnTo>
                  <a:lnTo>
                    <a:pt x="6570312" y="609782"/>
                  </a:lnTo>
                  <a:lnTo>
                    <a:pt x="6570973" y="574346"/>
                  </a:lnTo>
                  <a:lnTo>
                    <a:pt x="6571633" y="569456"/>
                  </a:lnTo>
                  <a:lnTo>
                    <a:pt x="6572294" y="571409"/>
                  </a:lnTo>
                  <a:lnTo>
                    <a:pt x="6572954" y="595016"/>
                  </a:lnTo>
                  <a:lnTo>
                    <a:pt x="6573615" y="583484"/>
                  </a:lnTo>
                  <a:lnTo>
                    <a:pt x="6574276" y="554517"/>
                  </a:lnTo>
                  <a:lnTo>
                    <a:pt x="6574936" y="572811"/>
                  </a:lnTo>
                  <a:lnTo>
                    <a:pt x="6575597" y="577633"/>
                  </a:lnTo>
                  <a:lnTo>
                    <a:pt x="6576257" y="575593"/>
                  </a:lnTo>
                  <a:lnTo>
                    <a:pt x="6576918" y="555633"/>
                  </a:lnTo>
                  <a:lnTo>
                    <a:pt x="6577578" y="560916"/>
                  </a:lnTo>
                  <a:lnTo>
                    <a:pt x="6578239" y="537849"/>
                  </a:lnTo>
                  <a:lnTo>
                    <a:pt x="6578899" y="548258"/>
                  </a:lnTo>
                  <a:lnTo>
                    <a:pt x="6579560" y="568045"/>
                  </a:lnTo>
                  <a:lnTo>
                    <a:pt x="6580220" y="574420"/>
                  </a:lnTo>
                  <a:lnTo>
                    <a:pt x="6580881" y="563773"/>
                  </a:lnTo>
                  <a:lnTo>
                    <a:pt x="6581541" y="530248"/>
                  </a:lnTo>
                  <a:lnTo>
                    <a:pt x="6582202" y="533211"/>
                  </a:lnTo>
                  <a:lnTo>
                    <a:pt x="6582862" y="550450"/>
                  </a:lnTo>
                  <a:lnTo>
                    <a:pt x="6583523" y="548258"/>
                  </a:lnTo>
                  <a:lnTo>
                    <a:pt x="6584184" y="552051"/>
                  </a:lnTo>
                  <a:lnTo>
                    <a:pt x="6584844" y="553659"/>
                  </a:lnTo>
                  <a:lnTo>
                    <a:pt x="6585505" y="547583"/>
                  </a:lnTo>
                  <a:lnTo>
                    <a:pt x="6586165" y="533211"/>
                  </a:lnTo>
                  <a:lnTo>
                    <a:pt x="6586826" y="524923"/>
                  </a:lnTo>
                  <a:lnTo>
                    <a:pt x="6587486" y="539064"/>
                  </a:lnTo>
                  <a:lnTo>
                    <a:pt x="6588147" y="559141"/>
                  </a:lnTo>
                  <a:lnTo>
                    <a:pt x="6588807" y="568237"/>
                  </a:lnTo>
                  <a:lnTo>
                    <a:pt x="6589468" y="568237"/>
                  </a:lnTo>
                  <a:lnTo>
                    <a:pt x="6590128" y="575192"/>
                  </a:lnTo>
                  <a:lnTo>
                    <a:pt x="6590789" y="575366"/>
                  </a:lnTo>
                  <a:lnTo>
                    <a:pt x="6591449" y="576776"/>
                  </a:lnTo>
                  <a:lnTo>
                    <a:pt x="6592110" y="578810"/>
                  </a:lnTo>
                  <a:lnTo>
                    <a:pt x="6592770" y="582627"/>
                  </a:lnTo>
                  <a:lnTo>
                    <a:pt x="6593431" y="553609"/>
                  </a:lnTo>
                  <a:lnTo>
                    <a:pt x="6594092" y="558027"/>
                  </a:lnTo>
                  <a:lnTo>
                    <a:pt x="6594752" y="577448"/>
                  </a:lnTo>
                  <a:lnTo>
                    <a:pt x="6595413" y="582627"/>
                  </a:lnTo>
                  <a:lnTo>
                    <a:pt x="6596073" y="574065"/>
                  </a:lnTo>
                  <a:lnTo>
                    <a:pt x="6596734" y="580969"/>
                  </a:lnTo>
                  <a:lnTo>
                    <a:pt x="6597394" y="582184"/>
                  </a:lnTo>
                  <a:lnTo>
                    <a:pt x="6598055" y="565430"/>
                  </a:lnTo>
                  <a:lnTo>
                    <a:pt x="6598715" y="569760"/>
                  </a:lnTo>
                  <a:lnTo>
                    <a:pt x="6599376" y="549002"/>
                  </a:lnTo>
                  <a:lnTo>
                    <a:pt x="6600036" y="558522"/>
                  </a:lnTo>
                  <a:lnTo>
                    <a:pt x="6600697" y="553390"/>
                  </a:lnTo>
                  <a:lnTo>
                    <a:pt x="6601357" y="518797"/>
                  </a:lnTo>
                  <a:lnTo>
                    <a:pt x="6602018" y="511490"/>
                  </a:lnTo>
                  <a:lnTo>
                    <a:pt x="6602678" y="521906"/>
                  </a:lnTo>
                  <a:lnTo>
                    <a:pt x="6603339" y="523526"/>
                  </a:lnTo>
                  <a:lnTo>
                    <a:pt x="6603999" y="527032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725106" y="5211762"/>
              <a:ext cx="4953990" cy="0"/>
            </a:xfrm>
            <a:custGeom>
              <a:avLst/>
              <a:pathLst>
                <a:path w="4953990" h="0">
                  <a:moveTo>
                    <a:pt x="0" y="0"/>
                  </a:moveTo>
                  <a:lnTo>
                    <a:pt x="495399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725106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376436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5027767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679097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1337260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22000000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988590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22500000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39921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23000000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291251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23500000</a:t>
              </a:r>
            </a:p>
          </p:txBody>
        </p:sp>
        <p:sp>
          <p:nvSpPr>
            <p:cNvPr id="32" name="pl31"/>
            <p:cNvSpPr/>
            <p:nvPr/>
          </p:nvSpPr>
          <p:spPr>
            <a:xfrm>
              <a:off x="1005839" y="3816149"/>
              <a:ext cx="0" cy="1148058"/>
            </a:xfrm>
            <a:custGeom>
              <a:avLst/>
              <a:pathLst>
                <a:path w="0" h="1148058">
                  <a:moveTo>
                    <a:pt x="0" y="114805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914399" y="496420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914399" y="45815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4399" y="419883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4399" y="381614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 rot="-5400000">
              <a:off x="681348" y="4907653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38" name="tx37"/>
            <p:cNvSpPr/>
            <p:nvPr/>
          </p:nvSpPr>
          <p:spPr>
            <a:xfrm rot="-5400000">
              <a:off x="682353" y="452597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39" name="tx38"/>
            <p:cNvSpPr/>
            <p:nvPr/>
          </p:nvSpPr>
          <p:spPr>
            <a:xfrm rot="-5400000">
              <a:off x="680269" y="414120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680269" y="3758515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1" name="pg40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353520" y="5788760"/>
              <a:ext cx="436959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chr22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45" name="pg44"/>
            <p:cNvSpPr/>
            <p:nvPr/>
          </p:nvSpPr>
          <p:spPr>
            <a:xfrm>
              <a:off x="1270000" y="4527802"/>
              <a:ext cx="6603999" cy="627748"/>
            </a:xfrm>
            <a:custGeom>
              <a:avLst/>
              <a:pathLst>
                <a:path w="6603999" h="627748">
                  <a:moveTo>
                    <a:pt x="0" y="588495"/>
                  </a:moveTo>
                  <a:lnTo>
                    <a:pt x="660" y="588495"/>
                  </a:lnTo>
                  <a:lnTo>
                    <a:pt x="1321" y="592071"/>
                  </a:lnTo>
                  <a:lnTo>
                    <a:pt x="1981" y="592989"/>
                  </a:lnTo>
                  <a:lnTo>
                    <a:pt x="2642" y="585064"/>
                  </a:lnTo>
                  <a:lnTo>
                    <a:pt x="3302" y="571750"/>
                  </a:lnTo>
                  <a:lnTo>
                    <a:pt x="3963" y="571750"/>
                  </a:lnTo>
                  <a:lnTo>
                    <a:pt x="4623" y="588495"/>
                  </a:lnTo>
                  <a:lnTo>
                    <a:pt x="5284" y="592071"/>
                  </a:lnTo>
                  <a:lnTo>
                    <a:pt x="5944" y="578879"/>
                  </a:lnTo>
                  <a:lnTo>
                    <a:pt x="6605" y="585064"/>
                  </a:lnTo>
                  <a:lnTo>
                    <a:pt x="7265" y="588495"/>
                  </a:lnTo>
                  <a:lnTo>
                    <a:pt x="7926" y="550755"/>
                  </a:lnTo>
                  <a:lnTo>
                    <a:pt x="8586" y="551674"/>
                  </a:lnTo>
                  <a:lnTo>
                    <a:pt x="9247" y="555178"/>
                  </a:lnTo>
                  <a:lnTo>
                    <a:pt x="9907" y="555178"/>
                  </a:lnTo>
                  <a:lnTo>
                    <a:pt x="10568" y="574366"/>
                  </a:lnTo>
                  <a:lnTo>
                    <a:pt x="11229" y="566231"/>
                  </a:lnTo>
                  <a:lnTo>
                    <a:pt x="11889" y="556872"/>
                  </a:lnTo>
                  <a:lnTo>
                    <a:pt x="12550" y="563806"/>
                  </a:lnTo>
                  <a:lnTo>
                    <a:pt x="13210" y="562066"/>
                  </a:lnTo>
                  <a:lnTo>
                    <a:pt x="13871" y="558910"/>
                  </a:lnTo>
                  <a:lnTo>
                    <a:pt x="14531" y="571567"/>
                  </a:lnTo>
                  <a:lnTo>
                    <a:pt x="15192" y="561101"/>
                  </a:lnTo>
                  <a:lnTo>
                    <a:pt x="15852" y="548500"/>
                  </a:lnTo>
                  <a:lnTo>
                    <a:pt x="16513" y="558234"/>
                  </a:lnTo>
                  <a:lnTo>
                    <a:pt x="17173" y="577335"/>
                  </a:lnTo>
                  <a:lnTo>
                    <a:pt x="17834" y="557991"/>
                  </a:lnTo>
                  <a:lnTo>
                    <a:pt x="18494" y="542944"/>
                  </a:lnTo>
                  <a:lnTo>
                    <a:pt x="19155" y="551491"/>
                  </a:lnTo>
                  <a:lnTo>
                    <a:pt x="19815" y="563610"/>
                  </a:lnTo>
                  <a:lnTo>
                    <a:pt x="20476" y="558417"/>
                  </a:lnTo>
                  <a:lnTo>
                    <a:pt x="21137" y="567332"/>
                  </a:lnTo>
                  <a:lnTo>
                    <a:pt x="21797" y="563610"/>
                  </a:lnTo>
                  <a:lnTo>
                    <a:pt x="22458" y="558417"/>
                  </a:lnTo>
                  <a:lnTo>
                    <a:pt x="23118" y="578879"/>
                  </a:lnTo>
                  <a:lnTo>
                    <a:pt x="23779" y="582722"/>
                  </a:lnTo>
                  <a:lnTo>
                    <a:pt x="24439" y="578697"/>
                  </a:lnTo>
                  <a:lnTo>
                    <a:pt x="25100" y="555316"/>
                  </a:lnTo>
                  <a:lnTo>
                    <a:pt x="25760" y="564674"/>
                  </a:lnTo>
                  <a:lnTo>
                    <a:pt x="26421" y="562692"/>
                  </a:lnTo>
                  <a:lnTo>
                    <a:pt x="27081" y="548249"/>
                  </a:lnTo>
                  <a:lnTo>
                    <a:pt x="27742" y="545006"/>
                  </a:lnTo>
                  <a:lnTo>
                    <a:pt x="28402" y="516270"/>
                  </a:lnTo>
                  <a:lnTo>
                    <a:pt x="29063" y="461801"/>
                  </a:lnTo>
                  <a:lnTo>
                    <a:pt x="29723" y="453083"/>
                  </a:lnTo>
                  <a:lnTo>
                    <a:pt x="30384" y="453083"/>
                  </a:lnTo>
                  <a:lnTo>
                    <a:pt x="31045" y="453083"/>
                  </a:lnTo>
                  <a:lnTo>
                    <a:pt x="31705" y="453083"/>
                  </a:lnTo>
                  <a:lnTo>
                    <a:pt x="32366" y="453083"/>
                  </a:lnTo>
                  <a:lnTo>
                    <a:pt x="33026" y="453932"/>
                  </a:lnTo>
                  <a:lnTo>
                    <a:pt x="33687" y="461801"/>
                  </a:lnTo>
                  <a:lnTo>
                    <a:pt x="34347" y="577765"/>
                  </a:lnTo>
                  <a:lnTo>
                    <a:pt x="35008" y="611149"/>
                  </a:lnTo>
                  <a:lnTo>
                    <a:pt x="35668" y="614318"/>
                  </a:lnTo>
                  <a:lnTo>
                    <a:pt x="36329" y="585064"/>
                  </a:lnTo>
                  <a:lnTo>
                    <a:pt x="36989" y="596775"/>
                  </a:lnTo>
                  <a:lnTo>
                    <a:pt x="37650" y="610607"/>
                  </a:lnTo>
                  <a:lnTo>
                    <a:pt x="38310" y="602381"/>
                  </a:lnTo>
                  <a:lnTo>
                    <a:pt x="38971" y="592989"/>
                  </a:lnTo>
                  <a:lnTo>
                    <a:pt x="39631" y="598673"/>
                  </a:lnTo>
                  <a:lnTo>
                    <a:pt x="40292" y="592071"/>
                  </a:lnTo>
                  <a:lnTo>
                    <a:pt x="40952" y="592989"/>
                  </a:lnTo>
                  <a:lnTo>
                    <a:pt x="41613" y="582904"/>
                  </a:lnTo>
                  <a:lnTo>
                    <a:pt x="42274" y="564237"/>
                  </a:lnTo>
                  <a:lnTo>
                    <a:pt x="42934" y="569146"/>
                  </a:lnTo>
                  <a:lnTo>
                    <a:pt x="43595" y="585064"/>
                  </a:lnTo>
                  <a:lnTo>
                    <a:pt x="44255" y="599552"/>
                  </a:lnTo>
                  <a:lnTo>
                    <a:pt x="44916" y="612956"/>
                  </a:lnTo>
                  <a:lnTo>
                    <a:pt x="45576" y="591627"/>
                  </a:lnTo>
                  <a:lnTo>
                    <a:pt x="46237" y="587577"/>
                  </a:lnTo>
                  <a:lnTo>
                    <a:pt x="46897" y="588495"/>
                  </a:lnTo>
                  <a:lnTo>
                    <a:pt x="47558" y="614318"/>
                  </a:lnTo>
                  <a:lnTo>
                    <a:pt x="48218" y="616492"/>
                  </a:lnTo>
                  <a:lnTo>
                    <a:pt x="48879" y="592989"/>
                  </a:lnTo>
                  <a:lnTo>
                    <a:pt x="49539" y="579757"/>
                  </a:lnTo>
                  <a:lnTo>
                    <a:pt x="50200" y="599552"/>
                  </a:lnTo>
                  <a:lnTo>
                    <a:pt x="50860" y="604394"/>
                  </a:lnTo>
                  <a:lnTo>
                    <a:pt x="51521" y="582904"/>
                  </a:lnTo>
                  <a:lnTo>
                    <a:pt x="52182" y="612510"/>
                  </a:lnTo>
                  <a:lnTo>
                    <a:pt x="52842" y="609245"/>
                  </a:lnTo>
                  <a:lnTo>
                    <a:pt x="53503" y="582188"/>
                  </a:lnTo>
                  <a:lnTo>
                    <a:pt x="54163" y="588033"/>
                  </a:lnTo>
                  <a:lnTo>
                    <a:pt x="54824" y="606005"/>
                  </a:lnTo>
                  <a:lnTo>
                    <a:pt x="55484" y="602381"/>
                  </a:lnTo>
                  <a:lnTo>
                    <a:pt x="56145" y="608275"/>
                  </a:lnTo>
                  <a:lnTo>
                    <a:pt x="56805" y="578879"/>
                  </a:lnTo>
                  <a:lnTo>
                    <a:pt x="57466" y="578879"/>
                  </a:lnTo>
                  <a:lnTo>
                    <a:pt x="58126" y="584473"/>
                  </a:lnTo>
                  <a:lnTo>
                    <a:pt x="58787" y="581986"/>
                  </a:lnTo>
                  <a:lnTo>
                    <a:pt x="59447" y="585205"/>
                  </a:lnTo>
                  <a:lnTo>
                    <a:pt x="60108" y="598392"/>
                  </a:lnTo>
                  <a:lnTo>
                    <a:pt x="60768" y="596495"/>
                  </a:lnTo>
                  <a:lnTo>
                    <a:pt x="61429" y="590511"/>
                  </a:lnTo>
                  <a:lnTo>
                    <a:pt x="62090" y="589592"/>
                  </a:lnTo>
                  <a:lnTo>
                    <a:pt x="62750" y="579064"/>
                  </a:lnTo>
                  <a:lnTo>
                    <a:pt x="63411" y="567910"/>
                  </a:lnTo>
                  <a:lnTo>
                    <a:pt x="64071" y="560798"/>
                  </a:lnTo>
                  <a:lnTo>
                    <a:pt x="64732" y="565707"/>
                  </a:lnTo>
                  <a:lnTo>
                    <a:pt x="65392" y="574371"/>
                  </a:lnTo>
                  <a:lnTo>
                    <a:pt x="66053" y="559103"/>
                  </a:lnTo>
                  <a:lnTo>
                    <a:pt x="66713" y="556776"/>
                  </a:lnTo>
                  <a:lnTo>
                    <a:pt x="67374" y="574371"/>
                  </a:lnTo>
                  <a:lnTo>
                    <a:pt x="68034" y="581327"/>
                  </a:lnTo>
                  <a:lnTo>
                    <a:pt x="68695" y="579194"/>
                  </a:lnTo>
                  <a:lnTo>
                    <a:pt x="69355" y="578397"/>
                  </a:lnTo>
                  <a:lnTo>
                    <a:pt x="70016" y="567242"/>
                  </a:lnTo>
                  <a:lnTo>
                    <a:pt x="70676" y="565752"/>
                  </a:lnTo>
                  <a:lnTo>
                    <a:pt x="71337" y="562824"/>
                  </a:lnTo>
                  <a:lnTo>
                    <a:pt x="71997" y="578397"/>
                  </a:lnTo>
                  <a:lnTo>
                    <a:pt x="72658" y="581327"/>
                  </a:lnTo>
                  <a:lnTo>
                    <a:pt x="73319" y="578397"/>
                  </a:lnTo>
                  <a:lnTo>
                    <a:pt x="73979" y="575001"/>
                  </a:lnTo>
                  <a:lnTo>
                    <a:pt x="74640" y="575001"/>
                  </a:lnTo>
                  <a:lnTo>
                    <a:pt x="75300" y="577035"/>
                  </a:lnTo>
                  <a:lnTo>
                    <a:pt x="75961" y="574371"/>
                  </a:lnTo>
                  <a:lnTo>
                    <a:pt x="76621" y="588482"/>
                  </a:lnTo>
                  <a:lnTo>
                    <a:pt x="77282" y="557741"/>
                  </a:lnTo>
                  <a:lnTo>
                    <a:pt x="77942" y="536410"/>
                  </a:lnTo>
                  <a:lnTo>
                    <a:pt x="78603" y="538409"/>
                  </a:lnTo>
                  <a:lnTo>
                    <a:pt x="79263" y="573009"/>
                  </a:lnTo>
                  <a:lnTo>
                    <a:pt x="79924" y="573009"/>
                  </a:lnTo>
                  <a:lnTo>
                    <a:pt x="80584" y="565880"/>
                  </a:lnTo>
                  <a:lnTo>
                    <a:pt x="81245" y="557741"/>
                  </a:lnTo>
                  <a:lnTo>
                    <a:pt x="81905" y="554584"/>
                  </a:lnTo>
                  <a:lnTo>
                    <a:pt x="82566" y="554122"/>
                  </a:lnTo>
                  <a:lnTo>
                    <a:pt x="83227" y="583805"/>
                  </a:lnTo>
                  <a:lnTo>
                    <a:pt x="83887" y="547166"/>
                  </a:lnTo>
                  <a:lnTo>
                    <a:pt x="84548" y="525433"/>
                  </a:lnTo>
                  <a:lnTo>
                    <a:pt x="85208" y="560843"/>
                  </a:lnTo>
                  <a:lnTo>
                    <a:pt x="85869" y="567242"/>
                  </a:lnTo>
                  <a:lnTo>
                    <a:pt x="86529" y="559103"/>
                  </a:lnTo>
                  <a:lnTo>
                    <a:pt x="87190" y="555414"/>
                  </a:lnTo>
                  <a:lnTo>
                    <a:pt x="87850" y="545804"/>
                  </a:lnTo>
                  <a:lnTo>
                    <a:pt x="88511" y="545804"/>
                  </a:lnTo>
                  <a:lnTo>
                    <a:pt x="89171" y="567242"/>
                  </a:lnTo>
                  <a:lnTo>
                    <a:pt x="89832" y="570041"/>
                  </a:lnTo>
                  <a:lnTo>
                    <a:pt x="90492" y="576363"/>
                  </a:lnTo>
                  <a:lnTo>
                    <a:pt x="91153" y="595044"/>
                  </a:lnTo>
                  <a:lnTo>
                    <a:pt x="91813" y="592803"/>
                  </a:lnTo>
                  <a:lnTo>
                    <a:pt x="92474" y="585112"/>
                  </a:lnTo>
                  <a:lnTo>
                    <a:pt x="93135" y="582625"/>
                  </a:lnTo>
                  <a:lnTo>
                    <a:pt x="93795" y="582625"/>
                  </a:lnTo>
                  <a:lnTo>
                    <a:pt x="94456" y="581707"/>
                  </a:lnTo>
                  <a:lnTo>
                    <a:pt x="95116" y="597068"/>
                  </a:lnTo>
                  <a:lnTo>
                    <a:pt x="95777" y="584232"/>
                  </a:lnTo>
                  <a:lnTo>
                    <a:pt x="96437" y="587563"/>
                  </a:lnTo>
                  <a:lnTo>
                    <a:pt x="97098" y="583987"/>
                  </a:lnTo>
                  <a:lnTo>
                    <a:pt x="97758" y="583987"/>
                  </a:lnTo>
                  <a:lnTo>
                    <a:pt x="98419" y="588482"/>
                  </a:lnTo>
                  <a:lnTo>
                    <a:pt x="99079" y="598469"/>
                  </a:lnTo>
                  <a:lnTo>
                    <a:pt x="99740" y="598932"/>
                  </a:lnTo>
                  <a:lnTo>
                    <a:pt x="100400" y="599235"/>
                  </a:lnTo>
                  <a:lnTo>
                    <a:pt x="101061" y="588482"/>
                  </a:lnTo>
                  <a:lnTo>
                    <a:pt x="101721" y="578397"/>
                  </a:lnTo>
                  <a:lnTo>
                    <a:pt x="102382" y="598430"/>
                  </a:lnTo>
                  <a:lnTo>
                    <a:pt x="103043" y="609895"/>
                  </a:lnTo>
                  <a:lnTo>
                    <a:pt x="103703" y="578599"/>
                  </a:lnTo>
                  <a:lnTo>
                    <a:pt x="104364" y="577952"/>
                  </a:lnTo>
                  <a:lnTo>
                    <a:pt x="105024" y="596155"/>
                  </a:lnTo>
                  <a:lnTo>
                    <a:pt x="105685" y="574496"/>
                  </a:lnTo>
                  <a:lnTo>
                    <a:pt x="106345" y="571187"/>
                  </a:lnTo>
                  <a:lnTo>
                    <a:pt x="107006" y="571187"/>
                  </a:lnTo>
                  <a:lnTo>
                    <a:pt x="107666" y="571187"/>
                  </a:lnTo>
                  <a:lnTo>
                    <a:pt x="108327" y="580803"/>
                  </a:lnTo>
                  <a:lnTo>
                    <a:pt x="108987" y="576010"/>
                  </a:lnTo>
                  <a:lnTo>
                    <a:pt x="109648" y="573851"/>
                  </a:lnTo>
                  <a:lnTo>
                    <a:pt x="110308" y="583936"/>
                  </a:lnTo>
                  <a:lnTo>
                    <a:pt x="110969" y="609306"/>
                  </a:lnTo>
                  <a:lnTo>
                    <a:pt x="111629" y="598935"/>
                  </a:lnTo>
                  <a:lnTo>
                    <a:pt x="112290" y="583290"/>
                  </a:lnTo>
                  <a:lnTo>
                    <a:pt x="112950" y="566853"/>
                  </a:lnTo>
                  <a:lnTo>
                    <a:pt x="113611" y="582839"/>
                  </a:lnTo>
                  <a:lnTo>
                    <a:pt x="114272" y="592632"/>
                  </a:lnTo>
                  <a:lnTo>
                    <a:pt x="114932" y="577197"/>
                  </a:lnTo>
                  <a:lnTo>
                    <a:pt x="115593" y="559181"/>
                  </a:lnTo>
                  <a:lnTo>
                    <a:pt x="116253" y="567149"/>
                  </a:lnTo>
                  <a:lnTo>
                    <a:pt x="116914" y="561042"/>
                  </a:lnTo>
                  <a:lnTo>
                    <a:pt x="117574" y="557819"/>
                  </a:lnTo>
                  <a:lnTo>
                    <a:pt x="118235" y="557819"/>
                  </a:lnTo>
                  <a:lnTo>
                    <a:pt x="118895" y="562010"/>
                  </a:lnTo>
                  <a:lnTo>
                    <a:pt x="119556" y="567351"/>
                  </a:lnTo>
                  <a:lnTo>
                    <a:pt x="120216" y="572739"/>
                  </a:lnTo>
                  <a:lnTo>
                    <a:pt x="120877" y="565115"/>
                  </a:lnTo>
                  <a:lnTo>
                    <a:pt x="121537" y="555087"/>
                  </a:lnTo>
                  <a:lnTo>
                    <a:pt x="122198" y="549549"/>
                  </a:lnTo>
                  <a:lnTo>
                    <a:pt x="122858" y="565876"/>
                  </a:lnTo>
                  <a:lnTo>
                    <a:pt x="123519" y="578742"/>
                  </a:lnTo>
                  <a:lnTo>
                    <a:pt x="124180" y="578742"/>
                  </a:lnTo>
                  <a:lnTo>
                    <a:pt x="124840" y="585079"/>
                  </a:lnTo>
                  <a:lnTo>
                    <a:pt x="125501" y="550372"/>
                  </a:lnTo>
                  <a:lnTo>
                    <a:pt x="126161" y="533392"/>
                  </a:lnTo>
                  <a:lnTo>
                    <a:pt x="126822" y="535157"/>
                  </a:lnTo>
                  <a:lnTo>
                    <a:pt x="127482" y="531319"/>
                  </a:lnTo>
                  <a:lnTo>
                    <a:pt x="128143" y="536076"/>
                  </a:lnTo>
                  <a:lnTo>
                    <a:pt x="128803" y="542576"/>
                  </a:lnTo>
                  <a:lnTo>
                    <a:pt x="129464" y="533603"/>
                  </a:lnTo>
                  <a:lnTo>
                    <a:pt x="130124" y="541264"/>
                  </a:lnTo>
                  <a:lnTo>
                    <a:pt x="130785" y="534521"/>
                  </a:lnTo>
                  <a:lnTo>
                    <a:pt x="131445" y="525127"/>
                  </a:lnTo>
                  <a:lnTo>
                    <a:pt x="132106" y="532756"/>
                  </a:lnTo>
                  <a:lnTo>
                    <a:pt x="132766" y="538208"/>
                  </a:lnTo>
                  <a:lnTo>
                    <a:pt x="133427" y="534521"/>
                  </a:lnTo>
                  <a:lnTo>
                    <a:pt x="134088" y="532756"/>
                  </a:lnTo>
                  <a:lnTo>
                    <a:pt x="134748" y="531419"/>
                  </a:lnTo>
                  <a:lnTo>
                    <a:pt x="135409" y="452024"/>
                  </a:lnTo>
                  <a:lnTo>
                    <a:pt x="136069" y="435063"/>
                  </a:lnTo>
                  <a:lnTo>
                    <a:pt x="136730" y="428501"/>
                  </a:lnTo>
                  <a:lnTo>
                    <a:pt x="137390" y="427388"/>
                  </a:lnTo>
                  <a:lnTo>
                    <a:pt x="138051" y="438719"/>
                  </a:lnTo>
                  <a:lnTo>
                    <a:pt x="138711" y="456474"/>
                  </a:lnTo>
                  <a:lnTo>
                    <a:pt x="139372" y="438719"/>
                  </a:lnTo>
                  <a:lnTo>
                    <a:pt x="140032" y="422317"/>
                  </a:lnTo>
                  <a:lnTo>
                    <a:pt x="140693" y="420836"/>
                  </a:lnTo>
                  <a:lnTo>
                    <a:pt x="141353" y="420836"/>
                  </a:lnTo>
                  <a:lnTo>
                    <a:pt x="142014" y="422813"/>
                  </a:lnTo>
                  <a:lnTo>
                    <a:pt x="142674" y="479393"/>
                  </a:lnTo>
                  <a:lnTo>
                    <a:pt x="143335" y="525961"/>
                  </a:lnTo>
                  <a:lnTo>
                    <a:pt x="143995" y="543705"/>
                  </a:lnTo>
                  <a:lnTo>
                    <a:pt x="144656" y="557654"/>
                  </a:lnTo>
                  <a:lnTo>
                    <a:pt x="145317" y="567466"/>
                  </a:lnTo>
                  <a:lnTo>
                    <a:pt x="145977" y="562793"/>
                  </a:lnTo>
                  <a:lnTo>
                    <a:pt x="146638" y="565396"/>
                  </a:lnTo>
                  <a:lnTo>
                    <a:pt x="147298" y="575085"/>
                  </a:lnTo>
                  <a:lnTo>
                    <a:pt x="147959" y="569746"/>
                  </a:lnTo>
                  <a:lnTo>
                    <a:pt x="148619" y="577092"/>
                  </a:lnTo>
                  <a:lnTo>
                    <a:pt x="149280" y="569746"/>
                  </a:lnTo>
                  <a:lnTo>
                    <a:pt x="149940" y="553584"/>
                  </a:lnTo>
                  <a:lnTo>
                    <a:pt x="150601" y="539807"/>
                  </a:lnTo>
                  <a:lnTo>
                    <a:pt x="151261" y="551650"/>
                  </a:lnTo>
                  <a:lnTo>
                    <a:pt x="151922" y="564358"/>
                  </a:lnTo>
                  <a:lnTo>
                    <a:pt x="152582" y="567086"/>
                  </a:lnTo>
                  <a:lnTo>
                    <a:pt x="153243" y="567909"/>
                  </a:lnTo>
                  <a:lnTo>
                    <a:pt x="153903" y="564953"/>
                  </a:lnTo>
                  <a:lnTo>
                    <a:pt x="154564" y="573723"/>
                  </a:lnTo>
                  <a:lnTo>
                    <a:pt x="155225" y="559347"/>
                  </a:lnTo>
                  <a:lnTo>
                    <a:pt x="155885" y="550801"/>
                  </a:lnTo>
                  <a:lnTo>
                    <a:pt x="156546" y="544544"/>
                  </a:lnTo>
                  <a:lnTo>
                    <a:pt x="157206" y="550984"/>
                  </a:lnTo>
                  <a:lnTo>
                    <a:pt x="157867" y="550393"/>
                  </a:lnTo>
                  <a:lnTo>
                    <a:pt x="158527" y="549622"/>
                  </a:lnTo>
                  <a:lnTo>
                    <a:pt x="159188" y="558392"/>
                  </a:lnTo>
                  <a:lnTo>
                    <a:pt x="159848" y="579459"/>
                  </a:lnTo>
                  <a:lnTo>
                    <a:pt x="160509" y="574875"/>
                  </a:lnTo>
                  <a:lnTo>
                    <a:pt x="161169" y="550984"/>
                  </a:lnTo>
                  <a:lnTo>
                    <a:pt x="161830" y="553497"/>
                  </a:lnTo>
                  <a:lnTo>
                    <a:pt x="162490" y="566802"/>
                  </a:lnTo>
                  <a:lnTo>
                    <a:pt x="163151" y="575749"/>
                  </a:lnTo>
                  <a:lnTo>
                    <a:pt x="163811" y="550984"/>
                  </a:lnTo>
                  <a:lnTo>
                    <a:pt x="164472" y="558873"/>
                  </a:lnTo>
                  <a:lnTo>
                    <a:pt x="165133" y="549027"/>
                  </a:lnTo>
                  <a:lnTo>
                    <a:pt x="165793" y="540857"/>
                  </a:lnTo>
                  <a:lnTo>
                    <a:pt x="166454" y="545677"/>
                  </a:lnTo>
                  <a:lnTo>
                    <a:pt x="167114" y="565410"/>
                  </a:lnTo>
                  <a:lnTo>
                    <a:pt x="167775" y="566802"/>
                  </a:lnTo>
                  <a:lnTo>
                    <a:pt x="168435" y="547462"/>
                  </a:lnTo>
                  <a:lnTo>
                    <a:pt x="169096" y="564048"/>
                  </a:lnTo>
                  <a:lnTo>
                    <a:pt x="169756" y="575305"/>
                  </a:lnTo>
                  <a:lnTo>
                    <a:pt x="170417" y="532278"/>
                  </a:lnTo>
                  <a:lnTo>
                    <a:pt x="171077" y="503263"/>
                  </a:lnTo>
                  <a:lnTo>
                    <a:pt x="171738" y="498626"/>
                  </a:lnTo>
                  <a:lnTo>
                    <a:pt x="172398" y="526230"/>
                  </a:lnTo>
                  <a:lnTo>
                    <a:pt x="173059" y="566046"/>
                  </a:lnTo>
                  <a:lnTo>
                    <a:pt x="173719" y="552539"/>
                  </a:lnTo>
                  <a:lnTo>
                    <a:pt x="174380" y="554608"/>
                  </a:lnTo>
                  <a:lnTo>
                    <a:pt x="175041" y="565566"/>
                  </a:lnTo>
                  <a:lnTo>
                    <a:pt x="175701" y="542521"/>
                  </a:lnTo>
                  <a:lnTo>
                    <a:pt x="176362" y="556947"/>
                  </a:lnTo>
                  <a:lnTo>
                    <a:pt x="177022" y="530883"/>
                  </a:lnTo>
                  <a:lnTo>
                    <a:pt x="177683" y="519646"/>
                  </a:lnTo>
                  <a:lnTo>
                    <a:pt x="178343" y="511793"/>
                  </a:lnTo>
                  <a:lnTo>
                    <a:pt x="179004" y="514101"/>
                  </a:lnTo>
                  <a:lnTo>
                    <a:pt x="179664" y="509718"/>
                  </a:lnTo>
                  <a:lnTo>
                    <a:pt x="180325" y="516420"/>
                  </a:lnTo>
                  <a:lnTo>
                    <a:pt x="180985" y="510832"/>
                  </a:lnTo>
                  <a:lnTo>
                    <a:pt x="181646" y="513661"/>
                  </a:lnTo>
                  <a:lnTo>
                    <a:pt x="182306" y="513661"/>
                  </a:lnTo>
                  <a:lnTo>
                    <a:pt x="182967" y="506886"/>
                  </a:lnTo>
                  <a:lnTo>
                    <a:pt x="183627" y="506886"/>
                  </a:lnTo>
                  <a:lnTo>
                    <a:pt x="184288" y="520594"/>
                  </a:lnTo>
                  <a:lnTo>
                    <a:pt x="184948" y="552654"/>
                  </a:lnTo>
                  <a:lnTo>
                    <a:pt x="185609" y="521491"/>
                  </a:lnTo>
                  <a:lnTo>
                    <a:pt x="186270" y="481343"/>
                  </a:lnTo>
                  <a:lnTo>
                    <a:pt x="186930" y="477530"/>
                  </a:lnTo>
                  <a:lnTo>
                    <a:pt x="187591" y="482812"/>
                  </a:lnTo>
                  <a:lnTo>
                    <a:pt x="188251" y="464042"/>
                  </a:lnTo>
                  <a:lnTo>
                    <a:pt x="188912" y="444706"/>
                  </a:lnTo>
                  <a:lnTo>
                    <a:pt x="189572" y="431733"/>
                  </a:lnTo>
                  <a:lnTo>
                    <a:pt x="190233" y="463067"/>
                  </a:lnTo>
                  <a:lnTo>
                    <a:pt x="190893" y="451080"/>
                  </a:lnTo>
                  <a:lnTo>
                    <a:pt x="191554" y="414998"/>
                  </a:lnTo>
                  <a:lnTo>
                    <a:pt x="192214" y="395893"/>
                  </a:lnTo>
                  <a:lnTo>
                    <a:pt x="192875" y="389827"/>
                  </a:lnTo>
                  <a:lnTo>
                    <a:pt x="193535" y="366324"/>
                  </a:lnTo>
                  <a:lnTo>
                    <a:pt x="194196" y="313751"/>
                  </a:lnTo>
                  <a:lnTo>
                    <a:pt x="194856" y="313774"/>
                  </a:lnTo>
                  <a:lnTo>
                    <a:pt x="195517" y="295091"/>
                  </a:lnTo>
                  <a:lnTo>
                    <a:pt x="196178" y="268740"/>
                  </a:lnTo>
                  <a:lnTo>
                    <a:pt x="196838" y="214061"/>
                  </a:lnTo>
                  <a:lnTo>
                    <a:pt x="197499" y="198133"/>
                  </a:lnTo>
                  <a:lnTo>
                    <a:pt x="198159" y="195927"/>
                  </a:lnTo>
                  <a:lnTo>
                    <a:pt x="198820" y="195544"/>
                  </a:lnTo>
                  <a:lnTo>
                    <a:pt x="199480" y="230235"/>
                  </a:lnTo>
                  <a:lnTo>
                    <a:pt x="200141" y="261059"/>
                  </a:lnTo>
                  <a:lnTo>
                    <a:pt x="200801" y="271771"/>
                  </a:lnTo>
                  <a:lnTo>
                    <a:pt x="201462" y="303947"/>
                  </a:lnTo>
                  <a:lnTo>
                    <a:pt x="202122" y="336959"/>
                  </a:lnTo>
                  <a:lnTo>
                    <a:pt x="202783" y="382326"/>
                  </a:lnTo>
                  <a:lnTo>
                    <a:pt x="203443" y="428940"/>
                  </a:lnTo>
                  <a:lnTo>
                    <a:pt x="204104" y="424152"/>
                  </a:lnTo>
                  <a:lnTo>
                    <a:pt x="204764" y="407666"/>
                  </a:lnTo>
                  <a:lnTo>
                    <a:pt x="205425" y="450784"/>
                  </a:lnTo>
                  <a:lnTo>
                    <a:pt x="206086" y="482493"/>
                  </a:lnTo>
                  <a:lnTo>
                    <a:pt x="206746" y="488270"/>
                  </a:lnTo>
                  <a:lnTo>
                    <a:pt x="207407" y="520040"/>
                  </a:lnTo>
                  <a:lnTo>
                    <a:pt x="208067" y="540296"/>
                  </a:lnTo>
                  <a:lnTo>
                    <a:pt x="208728" y="543629"/>
                  </a:lnTo>
                  <a:lnTo>
                    <a:pt x="209388" y="526407"/>
                  </a:lnTo>
                  <a:lnTo>
                    <a:pt x="210049" y="525302"/>
                  </a:lnTo>
                  <a:lnTo>
                    <a:pt x="210709" y="554704"/>
                  </a:lnTo>
                  <a:lnTo>
                    <a:pt x="211370" y="569383"/>
                  </a:lnTo>
                  <a:lnTo>
                    <a:pt x="212030" y="524747"/>
                  </a:lnTo>
                  <a:lnTo>
                    <a:pt x="212691" y="565900"/>
                  </a:lnTo>
                  <a:lnTo>
                    <a:pt x="213351" y="577852"/>
                  </a:lnTo>
                  <a:lnTo>
                    <a:pt x="214012" y="518292"/>
                  </a:lnTo>
                  <a:lnTo>
                    <a:pt x="214672" y="508333"/>
                  </a:lnTo>
                  <a:lnTo>
                    <a:pt x="215333" y="516295"/>
                  </a:lnTo>
                  <a:lnTo>
                    <a:pt x="215993" y="516295"/>
                  </a:lnTo>
                  <a:lnTo>
                    <a:pt x="216654" y="501633"/>
                  </a:lnTo>
                  <a:lnTo>
                    <a:pt x="217315" y="496488"/>
                  </a:lnTo>
                  <a:lnTo>
                    <a:pt x="217975" y="510398"/>
                  </a:lnTo>
                  <a:lnTo>
                    <a:pt x="218636" y="541079"/>
                  </a:lnTo>
                  <a:lnTo>
                    <a:pt x="219296" y="570235"/>
                  </a:lnTo>
                  <a:lnTo>
                    <a:pt x="219957" y="545140"/>
                  </a:lnTo>
                  <a:lnTo>
                    <a:pt x="220617" y="536784"/>
                  </a:lnTo>
                  <a:lnTo>
                    <a:pt x="221278" y="540020"/>
                  </a:lnTo>
                  <a:lnTo>
                    <a:pt x="221938" y="567726"/>
                  </a:lnTo>
                  <a:lnTo>
                    <a:pt x="222599" y="575207"/>
                  </a:lnTo>
                  <a:lnTo>
                    <a:pt x="223259" y="572431"/>
                  </a:lnTo>
                  <a:lnTo>
                    <a:pt x="223920" y="562108"/>
                  </a:lnTo>
                  <a:lnTo>
                    <a:pt x="224580" y="570411"/>
                  </a:lnTo>
                  <a:lnTo>
                    <a:pt x="225241" y="562108"/>
                  </a:lnTo>
                  <a:lnTo>
                    <a:pt x="225901" y="552059"/>
                  </a:lnTo>
                  <a:lnTo>
                    <a:pt x="226562" y="554989"/>
                  </a:lnTo>
                  <a:lnTo>
                    <a:pt x="227223" y="568644"/>
                  </a:lnTo>
                  <a:lnTo>
                    <a:pt x="227883" y="552059"/>
                  </a:lnTo>
                  <a:lnTo>
                    <a:pt x="228544" y="548428"/>
                  </a:lnTo>
                  <a:lnTo>
                    <a:pt x="229204" y="552059"/>
                  </a:lnTo>
                  <a:lnTo>
                    <a:pt x="229865" y="561008"/>
                  </a:lnTo>
                  <a:lnTo>
                    <a:pt x="230525" y="569747"/>
                  </a:lnTo>
                  <a:lnTo>
                    <a:pt x="231186" y="549981"/>
                  </a:lnTo>
                  <a:lnTo>
                    <a:pt x="231846" y="544211"/>
                  </a:lnTo>
                  <a:lnTo>
                    <a:pt x="232507" y="548236"/>
                  </a:lnTo>
                  <a:lnTo>
                    <a:pt x="233167" y="532855"/>
                  </a:lnTo>
                  <a:lnTo>
                    <a:pt x="233828" y="570166"/>
                  </a:lnTo>
                  <a:lnTo>
                    <a:pt x="234488" y="585354"/>
                  </a:lnTo>
                  <a:lnTo>
                    <a:pt x="235149" y="551990"/>
                  </a:lnTo>
                  <a:lnTo>
                    <a:pt x="235809" y="575188"/>
                  </a:lnTo>
                  <a:lnTo>
                    <a:pt x="236470" y="572966"/>
                  </a:lnTo>
                  <a:lnTo>
                    <a:pt x="237131" y="584911"/>
                  </a:lnTo>
                  <a:lnTo>
                    <a:pt x="237791" y="586112"/>
                  </a:lnTo>
                  <a:lnTo>
                    <a:pt x="238452" y="575601"/>
                  </a:lnTo>
                  <a:lnTo>
                    <a:pt x="239112" y="576747"/>
                  </a:lnTo>
                  <a:lnTo>
                    <a:pt x="239773" y="560515"/>
                  </a:lnTo>
                  <a:lnTo>
                    <a:pt x="240433" y="553545"/>
                  </a:lnTo>
                  <a:lnTo>
                    <a:pt x="241094" y="558578"/>
                  </a:lnTo>
                  <a:lnTo>
                    <a:pt x="241754" y="574857"/>
                  </a:lnTo>
                  <a:lnTo>
                    <a:pt x="242415" y="563862"/>
                  </a:lnTo>
                  <a:lnTo>
                    <a:pt x="243075" y="560027"/>
                  </a:lnTo>
                  <a:lnTo>
                    <a:pt x="243736" y="566733"/>
                  </a:lnTo>
                  <a:lnTo>
                    <a:pt x="244396" y="577285"/>
                  </a:lnTo>
                  <a:lnTo>
                    <a:pt x="245057" y="590915"/>
                  </a:lnTo>
                  <a:lnTo>
                    <a:pt x="245717" y="581970"/>
                  </a:lnTo>
                  <a:lnTo>
                    <a:pt x="246378" y="562061"/>
                  </a:lnTo>
                  <a:lnTo>
                    <a:pt x="247039" y="552408"/>
                  </a:lnTo>
                  <a:lnTo>
                    <a:pt x="247699" y="543784"/>
                  </a:lnTo>
                  <a:lnTo>
                    <a:pt x="248360" y="556367"/>
                  </a:lnTo>
                  <a:lnTo>
                    <a:pt x="249020" y="579031"/>
                  </a:lnTo>
                  <a:lnTo>
                    <a:pt x="249681" y="556367"/>
                  </a:lnTo>
                  <a:lnTo>
                    <a:pt x="250341" y="580946"/>
                  </a:lnTo>
                  <a:lnTo>
                    <a:pt x="251002" y="564221"/>
                  </a:lnTo>
                  <a:lnTo>
                    <a:pt x="251662" y="558036"/>
                  </a:lnTo>
                  <a:lnTo>
                    <a:pt x="252323" y="578647"/>
                  </a:lnTo>
                  <a:lnTo>
                    <a:pt x="252983" y="578647"/>
                  </a:lnTo>
                  <a:lnTo>
                    <a:pt x="253644" y="558036"/>
                  </a:lnTo>
                  <a:lnTo>
                    <a:pt x="254304" y="581924"/>
                  </a:lnTo>
                  <a:lnTo>
                    <a:pt x="254965" y="582857"/>
                  </a:lnTo>
                  <a:lnTo>
                    <a:pt x="255625" y="581964"/>
                  </a:lnTo>
                  <a:lnTo>
                    <a:pt x="256286" y="570912"/>
                  </a:lnTo>
                  <a:lnTo>
                    <a:pt x="256946" y="570912"/>
                  </a:lnTo>
                  <a:lnTo>
                    <a:pt x="257607" y="584984"/>
                  </a:lnTo>
                  <a:lnTo>
                    <a:pt x="258268" y="570748"/>
                  </a:lnTo>
                  <a:lnTo>
                    <a:pt x="258928" y="562263"/>
                  </a:lnTo>
                  <a:lnTo>
                    <a:pt x="259589" y="564221"/>
                  </a:lnTo>
                  <a:lnTo>
                    <a:pt x="260249" y="567652"/>
                  </a:lnTo>
                  <a:lnTo>
                    <a:pt x="260910" y="567652"/>
                  </a:lnTo>
                  <a:lnTo>
                    <a:pt x="261570" y="555207"/>
                  </a:lnTo>
                  <a:lnTo>
                    <a:pt x="262231" y="555207"/>
                  </a:lnTo>
                  <a:lnTo>
                    <a:pt x="262891" y="553639"/>
                  </a:lnTo>
                  <a:lnTo>
                    <a:pt x="263552" y="546582"/>
                  </a:lnTo>
                  <a:lnTo>
                    <a:pt x="264212" y="553639"/>
                  </a:lnTo>
                  <a:lnTo>
                    <a:pt x="264873" y="586522"/>
                  </a:lnTo>
                  <a:lnTo>
                    <a:pt x="265533" y="598639"/>
                  </a:lnTo>
                  <a:lnTo>
                    <a:pt x="266194" y="585403"/>
                  </a:lnTo>
                  <a:lnTo>
                    <a:pt x="266854" y="564073"/>
                  </a:lnTo>
                  <a:lnTo>
                    <a:pt x="267515" y="564992"/>
                  </a:lnTo>
                  <a:lnTo>
                    <a:pt x="268176" y="562061"/>
                  </a:lnTo>
                  <a:lnTo>
                    <a:pt x="268836" y="555207"/>
                  </a:lnTo>
                  <a:lnTo>
                    <a:pt x="269497" y="559918"/>
                  </a:lnTo>
                  <a:lnTo>
                    <a:pt x="270157" y="580172"/>
                  </a:lnTo>
                  <a:lnTo>
                    <a:pt x="270818" y="584345"/>
                  </a:lnTo>
                  <a:lnTo>
                    <a:pt x="271478" y="591122"/>
                  </a:lnTo>
                  <a:lnTo>
                    <a:pt x="272139" y="578647"/>
                  </a:lnTo>
                  <a:lnTo>
                    <a:pt x="272799" y="598098"/>
                  </a:lnTo>
                  <a:lnTo>
                    <a:pt x="273460" y="576603"/>
                  </a:lnTo>
                  <a:lnTo>
                    <a:pt x="274120" y="539866"/>
                  </a:lnTo>
                  <a:lnTo>
                    <a:pt x="274781" y="526768"/>
                  </a:lnTo>
                  <a:lnTo>
                    <a:pt x="275441" y="529102"/>
                  </a:lnTo>
                  <a:lnTo>
                    <a:pt x="276102" y="531429"/>
                  </a:lnTo>
                  <a:lnTo>
                    <a:pt x="276762" y="519492"/>
                  </a:lnTo>
                  <a:lnTo>
                    <a:pt x="277423" y="545196"/>
                  </a:lnTo>
                  <a:lnTo>
                    <a:pt x="278084" y="554157"/>
                  </a:lnTo>
                  <a:lnTo>
                    <a:pt x="278744" y="555702"/>
                  </a:lnTo>
                  <a:lnTo>
                    <a:pt x="279405" y="547187"/>
                  </a:lnTo>
                  <a:lnTo>
                    <a:pt x="280065" y="576782"/>
                  </a:lnTo>
                  <a:lnTo>
                    <a:pt x="280726" y="574969"/>
                  </a:lnTo>
                  <a:lnTo>
                    <a:pt x="281386" y="554157"/>
                  </a:lnTo>
                  <a:lnTo>
                    <a:pt x="282047" y="549424"/>
                  </a:lnTo>
                  <a:lnTo>
                    <a:pt x="282707" y="539568"/>
                  </a:lnTo>
                  <a:lnTo>
                    <a:pt x="283368" y="537578"/>
                  </a:lnTo>
                  <a:lnTo>
                    <a:pt x="284028" y="544795"/>
                  </a:lnTo>
                  <a:lnTo>
                    <a:pt x="284689" y="562146"/>
                  </a:lnTo>
                  <a:lnTo>
                    <a:pt x="285349" y="590609"/>
                  </a:lnTo>
                  <a:lnTo>
                    <a:pt x="286010" y="596673"/>
                  </a:lnTo>
                  <a:lnTo>
                    <a:pt x="286670" y="569125"/>
                  </a:lnTo>
                  <a:lnTo>
                    <a:pt x="287331" y="551273"/>
                  </a:lnTo>
                  <a:lnTo>
                    <a:pt x="287991" y="548977"/>
                  </a:lnTo>
                  <a:lnTo>
                    <a:pt x="288652" y="547432"/>
                  </a:lnTo>
                  <a:lnTo>
                    <a:pt x="289313" y="576596"/>
                  </a:lnTo>
                  <a:lnTo>
                    <a:pt x="289973" y="591561"/>
                  </a:lnTo>
                  <a:lnTo>
                    <a:pt x="290634" y="571300"/>
                  </a:lnTo>
                  <a:lnTo>
                    <a:pt x="291294" y="582968"/>
                  </a:lnTo>
                  <a:lnTo>
                    <a:pt x="291955" y="582968"/>
                  </a:lnTo>
                  <a:lnTo>
                    <a:pt x="292615" y="577728"/>
                  </a:lnTo>
                  <a:lnTo>
                    <a:pt x="293276" y="597952"/>
                  </a:lnTo>
                  <a:lnTo>
                    <a:pt x="293936" y="589248"/>
                  </a:lnTo>
                  <a:lnTo>
                    <a:pt x="294597" y="575277"/>
                  </a:lnTo>
                  <a:lnTo>
                    <a:pt x="295257" y="583847"/>
                  </a:lnTo>
                  <a:lnTo>
                    <a:pt x="295918" y="605541"/>
                  </a:lnTo>
                  <a:lnTo>
                    <a:pt x="296578" y="603826"/>
                  </a:lnTo>
                  <a:lnTo>
                    <a:pt x="297239" y="594493"/>
                  </a:lnTo>
                  <a:lnTo>
                    <a:pt x="297899" y="608173"/>
                  </a:lnTo>
                  <a:lnTo>
                    <a:pt x="298560" y="607208"/>
                  </a:lnTo>
                  <a:lnTo>
                    <a:pt x="299221" y="592938"/>
                  </a:lnTo>
                  <a:lnTo>
                    <a:pt x="299881" y="567466"/>
                  </a:lnTo>
                  <a:lnTo>
                    <a:pt x="300542" y="564953"/>
                  </a:lnTo>
                  <a:lnTo>
                    <a:pt x="301202" y="555733"/>
                  </a:lnTo>
                  <a:lnTo>
                    <a:pt x="301863" y="552383"/>
                  </a:lnTo>
                  <a:lnTo>
                    <a:pt x="302523" y="569358"/>
                  </a:lnTo>
                  <a:lnTo>
                    <a:pt x="303184" y="595611"/>
                  </a:lnTo>
                  <a:lnTo>
                    <a:pt x="303844" y="591854"/>
                  </a:lnTo>
                  <a:lnTo>
                    <a:pt x="304505" y="574204"/>
                  </a:lnTo>
                  <a:lnTo>
                    <a:pt x="305165" y="577092"/>
                  </a:lnTo>
                  <a:lnTo>
                    <a:pt x="305826" y="577092"/>
                  </a:lnTo>
                  <a:lnTo>
                    <a:pt x="306486" y="596220"/>
                  </a:lnTo>
                  <a:lnTo>
                    <a:pt x="307147" y="581083"/>
                  </a:lnTo>
                  <a:lnTo>
                    <a:pt x="307807" y="597596"/>
                  </a:lnTo>
                  <a:lnTo>
                    <a:pt x="308468" y="590342"/>
                  </a:lnTo>
                  <a:lnTo>
                    <a:pt x="309129" y="559801"/>
                  </a:lnTo>
                  <a:lnTo>
                    <a:pt x="309789" y="545640"/>
                  </a:lnTo>
                  <a:lnTo>
                    <a:pt x="310450" y="553779"/>
                  </a:lnTo>
                  <a:lnTo>
                    <a:pt x="311110" y="550782"/>
                  </a:lnTo>
                  <a:lnTo>
                    <a:pt x="311771" y="556967"/>
                  </a:lnTo>
                  <a:lnTo>
                    <a:pt x="312431" y="575037"/>
                  </a:lnTo>
                  <a:lnTo>
                    <a:pt x="313092" y="554807"/>
                  </a:lnTo>
                  <a:lnTo>
                    <a:pt x="313752" y="576069"/>
                  </a:lnTo>
                  <a:lnTo>
                    <a:pt x="314413" y="595252"/>
                  </a:lnTo>
                  <a:lnTo>
                    <a:pt x="315073" y="563738"/>
                  </a:lnTo>
                  <a:lnTo>
                    <a:pt x="315734" y="559268"/>
                  </a:lnTo>
                  <a:lnTo>
                    <a:pt x="316394" y="582214"/>
                  </a:lnTo>
                  <a:lnTo>
                    <a:pt x="317055" y="595850"/>
                  </a:lnTo>
                  <a:lnTo>
                    <a:pt x="317715" y="584810"/>
                  </a:lnTo>
                  <a:lnTo>
                    <a:pt x="318376" y="580766"/>
                  </a:lnTo>
                  <a:lnTo>
                    <a:pt x="319037" y="599881"/>
                  </a:lnTo>
                  <a:lnTo>
                    <a:pt x="319697" y="577727"/>
                  </a:lnTo>
                  <a:lnTo>
                    <a:pt x="320358" y="578525"/>
                  </a:lnTo>
                  <a:lnTo>
                    <a:pt x="321018" y="573248"/>
                  </a:lnTo>
                  <a:lnTo>
                    <a:pt x="321679" y="579887"/>
                  </a:lnTo>
                  <a:lnTo>
                    <a:pt x="322339" y="572805"/>
                  </a:lnTo>
                  <a:lnTo>
                    <a:pt x="323000" y="552635"/>
                  </a:lnTo>
                  <a:lnTo>
                    <a:pt x="323660" y="557105"/>
                  </a:lnTo>
                  <a:lnTo>
                    <a:pt x="324321" y="542057"/>
                  </a:lnTo>
                  <a:lnTo>
                    <a:pt x="324981" y="552433"/>
                  </a:lnTo>
                  <a:lnTo>
                    <a:pt x="325642" y="569019"/>
                  </a:lnTo>
                  <a:lnTo>
                    <a:pt x="326302" y="542780"/>
                  </a:lnTo>
                  <a:lnTo>
                    <a:pt x="326963" y="525051"/>
                  </a:lnTo>
                  <a:lnTo>
                    <a:pt x="327623" y="542652"/>
                  </a:lnTo>
                  <a:lnTo>
                    <a:pt x="328284" y="555954"/>
                  </a:lnTo>
                  <a:lnTo>
                    <a:pt x="328944" y="541662"/>
                  </a:lnTo>
                  <a:lnTo>
                    <a:pt x="329605" y="538316"/>
                  </a:lnTo>
                  <a:lnTo>
                    <a:pt x="330266" y="593165"/>
                  </a:lnTo>
                  <a:lnTo>
                    <a:pt x="330926" y="596592"/>
                  </a:lnTo>
                  <a:lnTo>
                    <a:pt x="331587" y="582000"/>
                  </a:lnTo>
                  <a:lnTo>
                    <a:pt x="332247" y="572805"/>
                  </a:lnTo>
                  <a:lnTo>
                    <a:pt x="332908" y="572216"/>
                  </a:lnTo>
                  <a:lnTo>
                    <a:pt x="333568" y="553795"/>
                  </a:lnTo>
                  <a:lnTo>
                    <a:pt x="334229" y="585223"/>
                  </a:lnTo>
                  <a:lnTo>
                    <a:pt x="334889" y="594825"/>
                  </a:lnTo>
                  <a:lnTo>
                    <a:pt x="335550" y="570573"/>
                  </a:lnTo>
                  <a:lnTo>
                    <a:pt x="336210" y="560940"/>
                  </a:lnTo>
                  <a:lnTo>
                    <a:pt x="336871" y="583998"/>
                  </a:lnTo>
                  <a:lnTo>
                    <a:pt x="337531" y="591810"/>
                  </a:lnTo>
                  <a:lnTo>
                    <a:pt x="338192" y="591775"/>
                  </a:lnTo>
                  <a:lnTo>
                    <a:pt x="338852" y="593371"/>
                  </a:lnTo>
                  <a:lnTo>
                    <a:pt x="339513" y="590617"/>
                  </a:lnTo>
                  <a:lnTo>
                    <a:pt x="340174" y="566592"/>
                  </a:lnTo>
                  <a:lnTo>
                    <a:pt x="340834" y="534202"/>
                  </a:lnTo>
                  <a:lnTo>
                    <a:pt x="341495" y="527802"/>
                  </a:lnTo>
                  <a:lnTo>
                    <a:pt x="342155" y="561864"/>
                  </a:lnTo>
                  <a:lnTo>
                    <a:pt x="342816" y="583839"/>
                  </a:lnTo>
                  <a:lnTo>
                    <a:pt x="343476" y="564201"/>
                  </a:lnTo>
                  <a:lnTo>
                    <a:pt x="344137" y="576763"/>
                  </a:lnTo>
                  <a:lnTo>
                    <a:pt x="344797" y="553316"/>
                  </a:lnTo>
                  <a:lnTo>
                    <a:pt x="345458" y="555552"/>
                  </a:lnTo>
                  <a:lnTo>
                    <a:pt x="346118" y="555552"/>
                  </a:lnTo>
                  <a:lnTo>
                    <a:pt x="346779" y="539871"/>
                  </a:lnTo>
                  <a:lnTo>
                    <a:pt x="347439" y="542700"/>
                  </a:lnTo>
                  <a:lnTo>
                    <a:pt x="348100" y="590421"/>
                  </a:lnTo>
                  <a:lnTo>
                    <a:pt x="348760" y="590446"/>
                  </a:lnTo>
                  <a:lnTo>
                    <a:pt x="349421" y="573707"/>
                  </a:lnTo>
                  <a:lnTo>
                    <a:pt x="350082" y="546927"/>
                  </a:lnTo>
                  <a:lnTo>
                    <a:pt x="350742" y="546927"/>
                  </a:lnTo>
                  <a:lnTo>
                    <a:pt x="351403" y="570573"/>
                  </a:lnTo>
                  <a:lnTo>
                    <a:pt x="352063" y="587405"/>
                  </a:lnTo>
                  <a:lnTo>
                    <a:pt x="352724" y="590671"/>
                  </a:lnTo>
                  <a:lnTo>
                    <a:pt x="353384" y="560022"/>
                  </a:lnTo>
                  <a:lnTo>
                    <a:pt x="354045" y="584916"/>
                  </a:lnTo>
                  <a:lnTo>
                    <a:pt x="354705" y="560022"/>
                  </a:lnTo>
                  <a:lnTo>
                    <a:pt x="355366" y="585223"/>
                  </a:lnTo>
                  <a:lnTo>
                    <a:pt x="356026" y="581184"/>
                  </a:lnTo>
                  <a:lnTo>
                    <a:pt x="356687" y="601325"/>
                  </a:lnTo>
                  <a:lnTo>
                    <a:pt x="357347" y="595814"/>
                  </a:lnTo>
                  <a:lnTo>
                    <a:pt x="358008" y="552320"/>
                  </a:lnTo>
                  <a:lnTo>
                    <a:pt x="358668" y="551467"/>
                  </a:lnTo>
                  <a:lnTo>
                    <a:pt x="359329" y="576409"/>
                  </a:lnTo>
                  <a:lnTo>
                    <a:pt x="359989" y="561201"/>
                  </a:lnTo>
                  <a:lnTo>
                    <a:pt x="360650" y="583734"/>
                  </a:lnTo>
                  <a:lnTo>
                    <a:pt x="361311" y="548577"/>
                  </a:lnTo>
                  <a:lnTo>
                    <a:pt x="361971" y="566747"/>
                  </a:lnTo>
                  <a:lnTo>
                    <a:pt x="362632" y="575430"/>
                  </a:lnTo>
                  <a:lnTo>
                    <a:pt x="363292" y="554524"/>
                  </a:lnTo>
                  <a:lnTo>
                    <a:pt x="363953" y="563639"/>
                  </a:lnTo>
                  <a:lnTo>
                    <a:pt x="364613" y="538026"/>
                  </a:lnTo>
                  <a:lnTo>
                    <a:pt x="365274" y="549939"/>
                  </a:lnTo>
                  <a:lnTo>
                    <a:pt x="365934" y="548577"/>
                  </a:lnTo>
                  <a:lnTo>
                    <a:pt x="366595" y="542303"/>
                  </a:lnTo>
                  <a:lnTo>
                    <a:pt x="367255" y="543414"/>
                  </a:lnTo>
                  <a:lnTo>
                    <a:pt x="367916" y="509024"/>
                  </a:lnTo>
                  <a:lnTo>
                    <a:pt x="368576" y="522714"/>
                  </a:lnTo>
                  <a:lnTo>
                    <a:pt x="369237" y="536664"/>
                  </a:lnTo>
                  <a:lnTo>
                    <a:pt x="369897" y="548577"/>
                  </a:lnTo>
                  <a:lnTo>
                    <a:pt x="370558" y="548577"/>
                  </a:lnTo>
                  <a:lnTo>
                    <a:pt x="371219" y="537583"/>
                  </a:lnTo>
                  <a:lnTo>
                    <a:pt x="371879" y="506215"/>
                  </a:lnTo>
                  <a:lnTo>
                    <a:pt x="372540" y="506215"/>
                  </a:lnTo>
                  <a:lnTo>
                    <a:pt x="373200" y="514790"/>
                  </a:lnTo>
                  <a:lnTo>
                    <a:pt x="373861" y="522931"/>
                  </a:lnTo>
                  <a:lnTo>
                    <a:pt x="374521" y="551452"/>
                  </a:lnTo>
                  <a:lnTo>
                    <a:pt x="375182" y="549939"/>
                  </a:lnTo>
                  <a:lnTo>
                    <a:pt x="375842" y="574380"/>
                  </a:lnTo>
                  <a:lnTo>
                    <a:pt x="376503" y="566639"/>
                  </a:lnTo>
                  <a:lnTo>
                    <a:pt x="377163" y="538892"/>
                  </a:lnTo>
                  <a:lnTo>
                    <a:pt x="377824" y="505061"/>
                  </a:lnTo>
                  <a:lnTo>
                    <a:pt x="378484" y="488989"/>
                  </a:lnTo>
                  <a:lnTo>
                    <a:pt x="379145" y="512432"/>
                  </a:lnTo>
                  <a:lnTo>
                    <a:pt x="379805" y="536402"/>
                  </a:lnTo>
                  <a:lnTo>
                    <a:pt x="380466" y="488149"/>
                  </a:lnTo>
                  <a:lnTo>
                    <a:pt x="381127" y="497005"/>
                  </a:lnTo>
                  <a:lnTo>
                    <a:pt x="381787" y="467053"/>
                  </a:lnTo>
                  <a:lnTo>
                    <a:pt x="382448" y="448722"/>
                  </a:lnTo>
                  <a:lnTo>
                    <a:pt x="383108" y="456709"/>
                  </a:lnTo>
                  <a:lnTo>
                    <a:pt x="383769" y="460120"/>
                  </a:lnTo>
                  <a:lnTo>
                    <a:pt x="384429" y="460120"/>
                  </a:lnTo>
                  <a:lnTo>
                    <a:pt x="385090" y="457640"/>
                  </a:lnTo>
                  <a:lnTo>
                    <a:pt x="385750" y="467455"/>
                  </a:lnTo>
                  <a:lnTo>
                    <a:pt x="386411" y="458957"/>
                  </a:lnTo>
                  <a:lnTo>
                    <a:pt x="387071" y="457526"/>
                  </a:lnTo>
                  <a:lnTo>
                    <a:pt x="387732" y="448424"/>
                  </a:lnTo>
                  <a:lnTo>
                    <a:pt x="388392" y="449600"/>
                  </a:lnTo>
                  <a:lnTo>
                    <a:pt x="389053" y="472856"/>
                  </a:lnTo>
                  <a:lnTo>
                    <a:pt x="389713" y="489400"/>
                  </a:lnTo>
                  <a:lnTo>
                    <a:pt x="390374" y="464190"/>
                  </a:lnTo>
                  <a:lnTo>
                    <a:pt x="391035" y="437185"/>
                  </a:lnTo>
                  <a:lnTo>
                    <a:pt x="391695" y="418060"/>
                  </a:lnTo>
                  <a:lnTo>
                    <a:pt x="392356" y="395783"/>
                  </a:lnTo>
                  <a:lnTo>
                    <a:pt x="393016" y="404756"/>
                  </a:lnTo>
                  <a:lnTo>
                    <a:pt x="393677" y="379268"/>
                  </a:lnTo>
                  <a:lnTo>
                    <a:pt x="394337" y="343355"/>
                  </a:lnTo>
                  <a:lnTo>
                    <a:pt x="394998" y="354362"/>
                  </a:lnTo>
                  <a:lnTo>
                    <a:pt x="395658" y="327194"/>
                  </a:lnTo>
                  <a:lnTo>
                    <a:pt x="396319" y="275667"/>
                  </a:lnTo>
                  <a:lnTo>
                    <a:pt x="396979" y="245844"/>
                  </a:lnTo>
                  <a:lnTo>
                    <a:pt x="397640" y="227760"/>
                  </a:lnTo>
                  <a:lnTo>
                    <a:pt x="398300" y="185056"/>
                  </a:lnTo>
                  <a:lnTo>
                    <a:pt x="398961" y="183608"/>
                  </a:lnTo>
                  <a:lnTo>
                    <a:pt x="399621" y="181233"/>
                  </a:lnTo>
                  <a:lnTo>
                    <a:pt x="400282" y="183608"/>
                  </a:lnTo>
                  <a:lnTo>
                    <a:pt x="400942" y="193702"/>
                  </a:lnTo>
                  <a:lnTo>
                    <a:pt x="401603" y="187195"/>
                  </a:lnTo>
                  <a:lnTo>
                    <a:pt x="402264" y="187952"/>
                  </a:lnTo>
                  <a:lnTo>
                    <a:pt x="402924" y="189930"/>
                  </a:lnTo>
                  <a:lnTo>
                    <a:pt x="403585" y="220101"/>
                  </a:lnTo>
                  <a:lnTo>
                    <a:pt x="404245" y="234600"/>
                  </a:lnTo>
                  <a:lnTo>
                    <a:pt x="404906" y="268656"/>
                  </a:lnTo>
                  <a:lnTo>
                    <a:pt x="405566" y="297164"/>
                  </a:lnTo>
                  <a:lnTo>
                    <a:pt x="406227" y="303022"/>
                  </a:lnTo>
                  <a:lnTo>
                    <a:pt x="406887" y="291118"/>
                  </a:lnTo>
                  <a:lnTo>
                    <a:pt x="407548" y="336573"/>
                  </a:lnTo>
                  <a:lnTo>
                    <a:pt x="408208" y="310037"/>
                  </a:lnTo>
                  <a:lnTo>
                    <a:pt x="408869" y="323328"/>
                  </a:lnTo>
                  <a:lnTo>
                    <a:pt x="409529" y="346233"/>
                  </a:lnTo>
                  <a:lnTo>
                    <a:pt x="410190" y="330297"/>
                  </a:lnTo>
                  <a:lnTo>
                    <a:pt x="410850" y="339490"/>
                  </a:lnTo>
                  <a:lnTo>
                    <a:pt x="411511" y="364443"/>
                  </a:lnTo>
                  <a:lnTo>
                    <a:pt x="412172" y="368246"/>
                  </a:lnTo>
                  <a:lnTo>
                    <a:pt x="412832" y="371254"/>
                  </a:lnTo>
                  <a:lnTo>
                    <a:pt x="413493" y="379280"/>
                  </a:lnTo>
                  <a:lnTo>
                    <a:pt x="414153" y="393123"/>
                  </a:lnTo>
                  <a:lnTo>
                    <a:pt x="414814" y="402835"/>
                  </a:lnTo>
                  <a:lnTo>
                    <a:pt x="415474" y="402835"/>
                  </a:lnTo>
                  <a:lnTo>
                    <a:pt x="416135" y="394788"/>
                  </a:lnTo>
                  <a:lnTo>
                    <a:pt x="416795" y="400118"/>
                  </a:lnTo>
                  <a:lnTo>
                    <a:pt x="417456" y="412301"/>
                  </a:lnTo>
                  <a:lnTo>
                    <a:pt x="418116" y="406893"/>
                  </a:lnTo>
                  <a:lnTo>
                    <a:pt x="418777" y="409618"/>
                  </a:lnTo>
                  <a:lnTo>
                    <a:pt x="419437" y="420568"/>
                  </a:lnTo>
                  <a:lnTo>
                    <a:pt x="420098" y="422548"/>
                  </a:lnTo>
                  <a:lnTo>
                    <a:pt x="420758" y="422709"/>
                  </a:lnTo>
                  <a:lnTo>
                    <a:pt x="421419" y="432880"/>
                  </a:lnTo>
                  <a:lnTo>
                    <a:pt x="422080" y="437757"/>
                  </a:lnTo>
                  <a:lnTo>
                    <a:pt x="422740" y="427968"/>
                  </a:lnTo>
                  <a:lnTo>
                    <a:pt x="423401" y="432603"/>
                  </a:lnTo>
                  <a:lnTo>
                    <a:pt x="424061" y="430614"/>
                  </a:lnTo>
                  <a:lnTo>
                    <a:pt x="424722" y="429904"/>
                  </a:lnTo>
                  <a:lnTo>
                    <a:pt x="425382" y="428416"/>
                  </a:lnTo>
                  <a:lnTo>
                    <a:pt x="426043" y="445941"/>
                  </a:lnTo>
                  <a:lnTo>
                    <a:pt x="426703" y="451095"/>
                  </a:lnTo>
                  <a:lnTo>
                    <a:pt x="427364" y="490514"/>
                  </a:lnTo>
                  <a:lnTo>
                    <a:pt x="428024" y="484568"/>
                  </a:lnTo>
                  <a:lnTo>
                    <a:pt x="428685" y="488162"/>
                  </a:lnTo>
                  <a:lnTo>
                    <a:pt x="429345" y="479528"/>
                  </a:lnTo>
                  <a:lnTo>
                    <a:pt x="430006" y="454461"/>
                  </a:lnTo>
                  <a:lnTo>
                    <a:pt x="430666" y="441833"/>
                  </a:lnTo>
                  <a:lnTo>
                    <a:pt x="431327" y="441833"/>
                  </a:lnTo>
                  <a:lnTo>
                    <a:pt x="431987" y="421091"/>
                  </a:lnTo>
                  <a:lnTo>
                    <a:pt x="432648" y="420263"/>
                  </a:lnTo>
                  <a:lnTo>
                    <a:pt x="433309" y="415001"/>
                  </a:lnTo>
                  <a:lnTo>
                    <a:pt x="433969" y="415199"/>
                  </a:lnTo>
                  <a:lnTo>
                    <a:pt x="434630" y="350397"/>
                  </a:lnTo>
                  <a:lnTo>
                    <a:pt x="435290" y="339269"/>
                  </a:lnTo>
                  <a:lnTo>
                    <a:pt x="435951" y="321138"/>
                  </a:lnTo>
                  <a:lnTo>
                    <a:pt x="436611" y="328956"/>
                  </a:lnTo>
                  <a:lnTo>
                    <a:pt x="437272" y="326646"/>
                  </a:lnTo>
                  <a:lnTo>
                    <a:pt x="437932" y="298212"/>
                  </a:lnTo>
                  <a:lnTo>
                    <a:pt x="438593" y="296908"/>
                  </a:lnTo>
                  <a:lnTo>
                    <a:pt x="439253" y="266197"/>
                  </a:lnTo>
                  <a:lnTo>
                    <a:pt x="439914" y="241115"/>
                  </a:lnTo>
                  <a:lnTo>
                    <a:pt x="440574" y="190986"/>
                  </a:lnTo>
                  <a:lnTo>
                    <a:pt x="441235" y="156058"/>
                  </a:lnTo>
                  <a:lnTo>
                    <a:pt x="441895" y="196369"/>
                  </a:lnTo>
                  <a:lnTo>
                    <a:pt x="442556" y="151833"/>
                  </a:lnTo>
                  <a:lnTo>
                    <a:pt x="443217" y="137605"/>
                  </a:lnTo>
                  <a:lnTo>
                    <a:pt x="443877" y="137578"/>
                  </a:lnTo>
                  <a:lnTo>
                    <a:pt x="444538" y="140227"/>
                  </a:lnTo>
                  <a:lnTo>
                    <a:pt x="445198" y="141644"/>
                  </a:lnTo>
                  <a:lnTo>
                    <a:pt x="445859" y="176897"/>
                  </a:lnTo>
                  <a:lnTo>
                    <a:pt x="446519" y="206811"/>
                  </a:lnTo>
                  <a:lnTo>
                    <a:pt x="447180" y="227046"/>
                  </a:lnTo>
                  <a:lnTo>
                    <a:pt x="447840" y="249287"/>
                  </a:lnTo>
                  <a:lnTo>
                    <a:pt x="448501" y="273375"/>
                  </a:lnTo>
                  <a:lnTo>
                    <a:pt x="449161" y="311425"/>
                  </a:lnTo>
                  <a:lnTo>
                    <a:pt x="449822" y="318755"/>
                  </a:lnTo>
                  <a:lnTo>
                    <a:pt x="450482" y="368557"/>
                  </a:lnTo>
                  <a:lnTo>
                    <a:pt x="451143" y="376364"/>
                  </a:lnTo>
                  <a:lnTo>
                    <a:pt x="451803" y="372300"/>
                  </a:lnTo>
                  <a:lnTo>
                    <a:pt x="452464" y="390898"/>
                  </a:lnTo>
                  <a:lnTo>
                    <a:pt x="453125" y="388042"/>
                  </a:lnTo>
                  <a:lnTo>
                    <a:pt x="453785" y="401232"/>
                  </a:lnTo>
                  <a:lnTo>
                    <a:pt x="454446" y="393662"/>
                  </a:lnTo>
                  <a:lnTo>
                    <a:pt x="455106" y="409553"/>
                  </a:lnTo>
                  <a:lnTo>
                    <a:pt x="455767" y="397321"/>
                  </a:lnTo>
                  <a:lnTo>
                    <a:pt x="456427" y="398616"/>
                  </a:lnTo>
                  <a:lnTo>
                    <a:pt x="457088" y="382229"/>
                  </a:lnTo>
                  <a:lnTo>
                    <a:pt x="457748" y="385776"/>
                  </a:lnTo>
                  <a:lnTo>
                    <a:pt x="458409" y="407678"/>
                  </a:lnTo>
                  <a:lnTo>
                    <a:pt x="459069" y="394573"/>
                  </a:lnTo>
                  <a:lnTo>
                    <a:pt x="459730" y="426547"/>
                  </a:lnTo>
                  <a:lnTo>
                    <a:pt x="460390" y="387296"/>
                  </a:lnTo>
                  <a:lnTo>
                    <a:pt x="461051" y="385938"/>
                  </a:lnTo>
                  <a:lnTo>
                    <a:pt x="461711" y="370220"/>
                  </a:lnTo>
                  <a:lnTo>
                    <a:pt x="462372" y="359868"/>
                  </a:lnTo>
                  <a:lnTo>
                    <a:pt x="463033" y="361227"/>
                  </a:lnTo>
                  <a:lnTo>
                    <a:pt x="463693" y="381579"/>
                  </a:lnTo>
                  <a:lnTo>
                    <a:pt x="464354" y="371580"/>
                  </a:lnTo>
                  <a:lnTo>
                    <a:pt x="465014" y="355378"/>
                  </a:lnTo>
                  <a:lnTo>
                    <a:pt x="465675" y="353294"/>
                  </a:lnTo>
                  <a:lnTo>
                    <a:pt x="466335" y="367158"/>
                  </a:lnTo>
                  <a:lnTo>
                    <a:pt x="466996" y="386540"/>
                  </a:lnTo>
                  <a:lnTo>
                    <a:pt x="467656" y="337707"/>
                  </a:lnTo>
                  <a:lnTo>
                    <a:pt x="468317" y="354621"/>
                  </a:lnTo>
                  <a:lnTo>
                    <a:pt x="468977" y="320216"/>
                  </a:lnTo>
                  <a:lnTo>
                    <a:pt x="469638" y="322933"/>
                  </a:lnTo>
                  <a:lnTo>
                    <a:pt x="470298" y="310748"/>
                  </a:lnTo>
                  <a:lnTo>
                    <a:pt x="470959" y="265122"/>
                  </a:lnTo>
                  <a:lnTo>
                    <a:pt x="471619" y="226241"/>
                  </a:lnTo>
                  <a:lnTo>
                    <a:pt x="472280" y="143533"/>
                  </a:lnTo>
                  <a:lnTo>
                    <a:pt x="472940" y="108073"/>
                  </a:lnTo>
                  <a:lnTo>
                    <a:pt x="473601" y="61640"/>
                  </a:lnTo>
                  <a:lnTo>
                    <a:pt x="474262" y="43893"/>
                  </a:lnTo>
                  <a:lnTo>
                    <a:pt x="474922" y="20615"/>
                  </a:lnTo>
                  <a:lnTo>
                    <a:pt x="475583" y="3461"/>
                  </a:lnTo>
                  <a:lnTo>
                    <a:pt x="476243" y="0"/>
                  </a:lnTo>
                  <a:lnTo>
                    <a:pt x="476904" y="107"/>
                  </a:lnTo>
                  <a:lnTo>
                    <a:pt x="477564" y="15344"/>
                  </a:lnTo>
                  <a:lnTo>
                    <a:pt x="478225" y="28631"/>
                  </a:lnTo>
                  <a:lnTo>
                    <a:pt x="478885" y="36957"/>
                  </a:lnTo>
                  <a:lnTo>
                    <a:pt x="479546" y="45914"/>
                  </a:lnTo>
                  <a:lnTo>
                    <a:pt x="480206" y="73693"/>
                  </a:lnTo>
                  <a:lnTo>
                    <a:pt x="480867" y="142523"/>
                  </a:lnTo>
                  <a:lnTo>
                    <a:pt x="481527" y="178073"/>
                  </a:lnTo>
                  <a:lnTo>
                    <a:pt x="482188" y="203376"/>
                  </a:lnTo>
                  <a:lnTo>
                    <a:pt x="482848" y="226257"/>
                  </a:lnTo>
                  <a:lnTo>
                    <a:pt x="483509" y="226257"/>
                  </a:lnTo>
                  <a:lnTo>
                    <a:pt x="484170" y="291907"/>
                  </a:lnTo>
                  <a:lnTo>
                    <a:pt x="484830" y="299379"/>
                  </a:lnTo>
                  <a:lnTo>
                    <a:pt x="485491" y="321135"/>
                  </a:lnTo>
                  <a:lnTo>
                    <a:pt x="486151" y="360495"/>
                  </a:lnTo>
                  <a:lnTo>
                    <a:pt x="486812" y="362010"/>
                  </a:lnTo>
                  <a:lnTo>
                    <a:pt x="487472" y="362010"/>
                  </a:lnTo>
                  <a:lnTo>
                    <a:pt x="488133" y="364115"/>
                  </a:lnTo>
                  <a:lnTo>
                    <a:pt x="488793" y="359120"/>
                  </a:lnTo>
                  <a:lnTo>
                    <a:pt x="489454" y="324484"/>
                  </a:lnTo>
                  <a:lnTo>
                    <a:pt x="490114" y="293543"/>
                  </a:lnTo>
                  <a:lnTo>
                    <a:pt x="490775" y="216978"/>
                  </a:lnTo>
                  <a:lnTo>
                    <a:pt x="491435" y="205440"/>
                  </a:lnTo>
                  <a:lnTo>
                    <a:pt x="492096" y="186163"/>
                  </a:lnTo>
                  <a:lnTo>
                    <a:pt x="492756" y="162643"/>
                  </a:lnTo>
                  <a:lnTo>
                    <a:pt x="493417" y="116749"/>
                  </a:lnTo>
                  <a:lnTo>
                    <a:pt x="494078" y="115267"/>
                  </a:lnTo>
                  <a:lnTo>
                    <a:pt x="494738" y="118197"/>
                  </a:lnTo>
                  <a:lnTo>
                    <a:pt x="495399" y="131984"/>
                  </a:lnTo>
                  <a:lnTo>
                    <a:pt x="496059" y="150763"/>
                  </a:lnTo>
                  <a:lnTo>
                    <a:pt x="496720" y="193257"/>
                  </a:lnTo>
                  <a:lnTo>
                    <a:pt x="497380" y="256259"/>
                  </a:lnTo>
                  <a:lnTo>
                    <a:pt x="498041" y="313838"/>
                  </a:lnTo>
                  <a:lnTo>
                    <a:pt x="498701" y="355812"/>
                  </a:lnTo>
                  <a:lnTo>
                    <a:pt x="499362" y="399003"/>
                  </a:lnTo>
                  <a:lnTo>
                    <a:pt x="500022" y="457322"/>
                  </a:lnTo>
                  <a:lnTo>
                    <a:pt x="500683" y="420900"/>
                  </a:lnTo>
                  <a:lnTo>
                    <a:pt x="501343" y="437392"/>
                  </a:lnTo>
                  <a:lnTo>
                    <a:pt x="502004" y="457791"/>
                  </a:lnTo>
                  <a:lnTo>
                    <a:pt x="502664" y="453832"/>
                  </a:lnTo>
                  <a:lnTo>
                    <a:pt x="503325" y="408858"/>
                  </a:lnTo>
                  <a:lnTo>
                    <a:pt x="503985" y="428611"/>
                  </a:lnTo>
                  <a:lnTo>
                    <a:pt x="504646" y="432714"/>
                  </a:lnTo>
                  <a:lnTo>
                    <a:pt x="505307" y="434982"/>
                  </a:lnTo>
                  <a:lnTo>
                    <a:pt x="505967" y="441391"/>
                  </a:lnTo>
                  <a:lnTo>
                    <a:pt x="506628" y="451959"/>
                  </a:lnTo>
                  <a:lnTo>
                    <a:pt x="507288" y="467317"/>
                  </a:lnTo>
                  <a:lnTo>
                    <a:pt x="507949" y="500219"/>
                  </a:lnTo>
                  <a:lnTo>
                    <a:pt x="508609" y="510269"/>
                  </a:lnTo>
                  <a:lnTo>
                    <a:pt x="509270" y="500367"/>
                  </a:lnTo>
                  <a:lnTo>
                    <a:pt x="509930" y="547776"/>
                  </a:lnTo>
                  <a:lnTo>
                    <a:pt x="510591" y="522243"/>
                  </a:lnTo>
                  <a:lnTo>
                    <a:pt x="511251" y="528818"/>
                  </a:lnTo>
                  <a:lnTo>
                    <a:pt x="511912" y="504871"/>
                  </a:lnTo>
                  <a:lnTo>
                    <a:pt x="512572" y="559410"/>
                  </a:lnTo>
                  <a:lnTo>
                    <a:pt x="513233" y="551656"/>
                  </a:lnTo>
                  <a:lnTo>
                    <a:pt x="513893" y="497382"/>
                  </a:lnTo>
                  <a:lnTo>
                    <a:pt x="514554" y="507835"/>
                  </a:lnTo>
                  <a:lnTo>
                    <a:pt x="515215" y="516092"/>
                  </a:lnTo>
                  <a:lnTo>
                    <a:pt x="515875" y="521002"/>
                  </a:lnTo>
                  <a:lnTo>
                    <a:pt x="516536" y="530973"/>
                  </a:lnTo>
                  <a:lnTo>
                    <a:pt x="517196" y="552189"/>
                  </a:lnTo>
                  <a:lnTo>
                    <a:pt x="517857" y="517786"/>
                  </a:lnTo>
                  <a:lnTo>
                    <a:pt x="518517" y="519383"/>
                  </a:lnTo>
                  <a:lnTo>
                    <a:pt x="519178" y="498192"/>
                  </a:lnTo>
                  <a:lnTo>
                    <a:pt x="519838" y="507204"/>
                  </a:lnTo>
                  <a:lnTo>
                    <a:pt x="520499" y="518553"/>
                  </a:lnTo>
                  <a:lnTo>
                    <a:pt x="521159" y="487647"/>
                  </a:lnTo>
                  <a:lnTo>
                    <a:pt x="521820" y="427028"/>
                  </a:lnTo>
                  <a:lnTo>
                    <a:pt x="522480" y="421487"/>
                  </a:lnTo>
                  <a:lnTo>
                    <a:pt x="523141" y="457723"/>
                  </a:lnTo>
                  <a:lnTo>
                    <a:pt x="523801" y="479232"/>
                  </a:lnTo>
                  <a:lnTo>
                    <a:pt x="524462" y="529491"/>
                  </a:lnTo>
                  <a:lnTo>
                    <a:pt x="525123" y="553311"/>
                  </a:lnTo>
                  <a:lnTo>
                    <a:pt x="525783" y="557967"/>
                  </a:lnTo>
                  <a:lnTo>
                    <a:pt x="526444" y="534311"/>
                  </a:lnTo>
                  <a:lnTo>
                    <a:pt x="527104" y="564992"/>
                  </a:lnTo>
                  <a:lnTo>
                    <a:pt x="527765" y="577759"/>
                  </a:lnTo>
                  <a:lnTo>
                    <a:pt x="528425" y="550706"/>
                  </a:lnTo>
                  <a:lnTo>
                    <a:pt x="529086" y="556044"/>
                  </a:lnTo>
                  <a:lnTo>
                    <a:pt x="529746" y="547087"/>
                  </a:lnTo>
                  <a:lnTo>
                    <a:pt x="530407" y="578012"/>
                  </a:lnTo>
                  <a:lnTo>
                    <a:pt x="531067" y="549154"/>
                  </a:lnTo>
                  <a:lnTo>
                    <a:pt x="531728" y="542300"/>
                  </a:lnTo>
                  <a:lnTo>
                    <a:pt x="532388" y="549154"/>
                  </a:lnTo>
                  <a:lnTo>
                    <a:pt x="533049" y="558722"/>
                  </a:lnTo>
                  <a:lnTo>
                    <a:pt x="533709" y="554745"/>
                  </a:lnTo>
                  <a:lnTo>
                    <a:pt x="534370" y="574359"/>
                  </a:lnTo>
                  <a:lnTo>
                    <a:pt x="535031" y="591863"/>
                  </a:lnTo>
                  <a:lnTo>
                    <a:pt x="535691" y="608213"/>
                  </a:lnTo>
                  <a:lnTo>
                    <a:pt x="536352" y="608751"/>
                  </a:lnTo>
                  <a:lnTo>
                    <a:pt x="537012" y="595470"/>
                  </a:lnTo>
                  <a:lnTo>
                    <a:pt x="537673" y="536988"/>
                  </a:lnTo>
                  <a:lnTo>
                    <a:pt x="538333" y="541434"/>
                  </a:lnTo>
                  <a:lnTo>
                    <a:pt x="538994" y="554317"/>
                  </a:lnTo>
                  <a:lnTo>
                    <a:pt x="539654" y="596527"/>
                  </a:lnTo>
                  <a:lnTo>
                    <a:pt x="540315" y="595956"/>
                  </a:lnTo>
                  <a:lnTo>
                    <a:pt x="540975" y="570573"/>
                  </a:lnTo>
                  <a:lnTo>
                    <a:pt x="541636" y="583135"/>
                  </a:lnTo>
                  <a:lnTo>
                    <a:pt x="542296" y="577182"/>
                  </a:lnTo>
                  <a:lnTo>
                    <a:pt x="542957" y="551661"/>
                  </a:lnTo>
                  <a:lnTo>
                    <a:pt x="543617" y="564718"/>
                  </a:lnTo>
                  <a:lnTo>
                    <a:pt x="544278" y="534202"/>
                  </a:lnTo>
                  <a:lnTo>
                    <a:pt x="544938" y="520869"/>
                  </a:lnTo>
                  <a:lnTo>
                    <a:pt x="545599" y="523736"/>
                  </a:lnTo>
                  <a:lnTo>
                    <a:pt x="546260" y="520869"/>
                  </a:lnTo>
                  <a:lnTo>
                    <a:pt x="546920" y="526248"/>
                  </a:lnTo>
                  <a:lnTo>
                    <a:pt x="547581" y="516790"/>
                  </a:lnTo>
                  <a:lnTo>
                    <a:pt x="548241" y="506047"/>
                  </a:lnTo>
                  <a:lnTo>
                    <a:pt x="548902" y="515441"/>
                  </a:lnTo>
                  <a:lnTo>
                    <a:pt x="549562" y="577045"/>
                  </a:lnTo>
                  <a:lnTo>
                    <a:pt x="550223" y="563362"/>
                  </a:lnTo>
                  <a:lnTo>
                    <a:pt x="550883" y="538316"/>
                  </a:lnTo>
                  <a:lnTo>
                    <a:pt x="551544" y="545170"/>
                  </a:lnTo>
                  <a:lnTo>
                    <a:pt x="552204" y="555954"/>
                  </a:lnTo>
                  <a:lnTo>
                    <a:pt x="552865" y="546941"/>
                  </a:lnTo>
                  <a:lnTo>
                    <a:pt x="553525" y="536628"/>
                  </a:lnTo>
                  <a:lnTo>
                    <a:pt x="554186" y="525051"/>
                  </a:lnTo>
                  <a:lnTo>
                    <a:pt x="554846" y="522184"/>
                  </a:lnTo>
                  <a:lnTo>
                    <a:pt x="555507" y="548313"/>
                  </a:lnTo>
                  <a:lnTo>
                    <a:pt x="556168" y="582917"/>
                  </a:lnTo>
                  <a:lnTo>
                    <a:pt x="556828" y="578019"/>
                  </a:lnTo>
                  <a:lnTo>
                    <a:pt x="557489" y="542960"/>
                  </a:lnTo>
                  <a:lnTo>
                    <a:pt x="558149" y="462774"/>
                  </a:lnTo>
                  <a:lnTo>
                    <a:pt x="558810" y="438343"/>
                  </a:lnTo>
                  <a:lnTo>
                    <a:pt x="559470" y="487027"/>
                  </a:lnTo>
                  <a:lnTo>
                    <a:pt x="560131" y="517046"/>
                  </a:lnTo>
                  <a:lnTo>
                    <a:pt x="560791" y="510387"/>
                  </a:lnTo>
                  <a:lnTo>
                    <a:pt x="561452" y="510387"/>
                  </a:lnTo>
                  <a:lnTo>
                    <a:pt x="562112" y="550850"/>
                  </a:lnTo>
                  <a:lnTo>
                    <a:pt x="562773" y="548051"/>
                  </a:lnTo>
                  <a:lnTo>
                    <a:pt x="563433" y="548408"/>
                  </a:lnTo>
                  <a:lnTo>
                    <a:pt x="564094" y="569115"/>
                  </a:lnTo>
                  <a:lnTo>
                    <a:pt x="564754" y="557032"/>
                  </a:lnTo>
                  <a:lnTo>
                    <a:pt x="565415" y="556990"/>
                  </a:lnTo>
                  <a:lnTo>
                    <a:pt x="566076" y="561862"/>
                  </a:lnTo>
                  <a:lnTo>
                    <a:pt x="566736" y="563931"/>
                  </a:lnTo>
                  <a:lnTo>
                    <a:pt x="567397" y="564986"/>
                  </a:lnTo>
                  <a:lnTo>
                    <a:pt x="568057" y="558133"/>
                  </a:lnTo>
                  <a:lnTo>
                    <a:pt x="568718" y="562953"/>
                  </a:lnTo>
                  <a:lnTo>
                    <a:pt x="569378" y="552779"/>
                  </a:lnTo>
                  <a:lnTo>
                    <a:pt x="570039" y="552779"/>
                  </a:lnTo>
                  <a:lnTo>
                    <a:pt x="570699" y="556003"/>
                  </a:lnTo>
                  <a:lnTo>
                    <a:pt x="571360" y="533216"/>
                  </a:lnTo>
                  <a:lnTo>
                    <a:pt x="572020" y="523707"/>
                  </a:lnTo>
                  <a:lnTo>
                    <a:pt x="572681" y="527211"/>
                  </a:lnTo>
                  <a:lnTo>
                    <a:pt x="573341" y="520583"/>
                  </a:lnTo>
                  <a:lnTo>
                    <a:pt x="574002" y="507019"/>
                  </a:lnTo>
                  <a:lnTo>
                    <a:pt x="574662" y="509845"/>
                  </a:lnTo>
                  <a:lnTo>
                    <a:pt x="575323" y="517467"/>
                  </a:lnTo>
                  <a:lnTo>
                    <a:pt x="575983" y="514588"/>
                  </a:lnTo>
                  <a:lnTo>
                    <a:pt x="576644" y="507449"/>
                  </a:lnTo>
                  <a:lnTo>
                    <a:pt x="577305" y="524631"/>
                  </a:lnTo>
                  <a:lnTo>
                    <a:pt x="577965" y="518237"/>
                  </a:lnTo>
                  <a:lnTo>
                    <a:pt x="578626" y="547863"/>
                  </a:lnTo>
                  <a:lnTo>
                    <a:pt x="579286" y="530067"/>
                  </a:lnTo>
                  <a:lnTo>
                    <a:pt x="579947" y="521790"/>
                  </a:lnTo>
                  <a:lnTo>
                    <a:pt x="580607" y="546319"/>
                  </a:lnTo>
                  <a:lnTo>
                    <a:pt x="581268" y="565556"/>
                  </a:lnTo>
                  <a:lnTo>
                    <a:pt x="581928" y="549797"/>
                  </a:lnTo>
                  <a:lnTo>
                    <a:pt x="582589" y="581640"/>
                  </a:lnTo>
                  <a:lnTo>
                    <a:pt x="583249" y="560281"/>
                  </a:lnTo>
                  <a:lnTo>
                    <a:pt x="583910" y="536654"/>
                  </a:lnTo>
                  <a:lnTo>
                    <a:pt x="584570" y="513503"/>
                  </a:lnTo>
                  <a:lnTo>
                    <a:pt x="585231" y="513503"/>
                  </a:lnTo>
                  <a:lnTo>
                    <a:pt x="585891" y="541173"/>
                  </a:lnTo>
                  <a:lnTo>
                    <a:pt x="586552" y="595469"/>
                  </a:lnTo>
                  <a:lnTo>
                    <a:pt x="587213" y="596534"/>
                  </a:lnTo>
                  <a:lnTo>
                    <a:pt x="587873" y="572932"/>
                  </a:lnTo>
                  <a:lnTo>
                    <a:pt x="588534" y="563316"/>
                  </a:lnTo>
                  <a:lnTo>
                    <a:pt x="589194" y="525216"/>
                  </a:lnTo>
                  <a:lnTo>
                    <a:pt x="589855" y="518320"/>
                  </a:lnTo>
                  <a:lnTo>
                    <a:pt x="590515" y="512730"/>
                  </a:lnTo>
                  <a:lnTo>
                    <a:pt x="591176" y="525593"/>
                  </a:lnTo>
                  <a:lnTo>
                    <a:pt x="591836" y="528584"/>
                  </a:lnTo>
                  <a:lnTo>
                    <a:pt x="592497" y="554633"/>
                  </a:lnTo>
                  <a:lnTo>
                    <a:pt x="593157" y="568906"/>
                  </a:lnTo>
                  <a:lnTo>
                    <a:pt x="593818" y="537093"/>
                  </a:lnTo>
                  <a:lnTo>
                    <a:pt x="594478" y="523217"/>
                  </a:lnTo>
                  <a:lnTo>
                    <a:pt x="595139" y="521962"/>
                  </a:lnTo>
                  <a:lnTo>
                    <a:pt x="595799" y="516533"/>
                  </a:lnTo>
                  <a:lnTo>
                    <a:pt x="596460" y="505402"/>
                  </a:lnTo>
                  <a:lnTo>
                    <a:pt x="597121" y="521429"/>
                  </a:lnTo>
                  <a:lnTo>
                    <a:pt x="597781" y="521429"/>
                  </a:lnTo>
                  <a:lnTo>
                    <a:pt x="598442" y="521429"/>
                  </a:lnTo>
                  <a:lnTo>
                    <a:pt x="599102" y="583559"/>
                  </a:lnTo>
                  <a:lnTo>
                    <a:pt x="599763" y="597130"/>
                  </a:lnTo>
                  <a:lnTo>
                    <a:pt x="600423" y="560281"/>
                  </a:lnTo>
                  <a:lnTo>
                    <a:pt x="601084" y="540477"/>
                  </a:lnTo>
                  <a:lnTo>
                    <a:pt x="601744" y="559051"/>
                  </a:lnTo>
                  <a:lnTo>
                    <a:pt x="602405" y="573376"/>
                  </a:lnTo>
                  <a:lnTo>
                    <a:pt x="603065" y="589788"/>
                  </a:lnTo>
                  <a:lnTo>
                    <a:pt x="603726" y="593382"/>
                  </a:lnTo>
                  <a:lnTo>
                    <a:pt x="604386" y="585961"/>
                  </a:lnTo>
                  <a:lnTo>
                    <a:pt x="605047" y="585426"/>
                  </a:lnTo>
                  <a:lnTo>
                    <a:pt x="605707" y="581640"/>
                  </a:lnTo>
                  <a:lnTo>
                    <a:pt x="606368" y="564678"/>
                  </a:lnTo>
                  <a:lnTo>
                    <a:pt x="607029" y="555023"/>
                  </a:lnTo>
                  <a:lnTo>
                    <a:pt x="607689" y="529825"/>
                  </a:lnTo>
                  <a:lnTo>
                    <a:pt x="608350" y="549880"/>
                  </a:lnTo>
                  <a:lnTo>
                    <a:pt x="609010" y="578602"/>
                  </a:lnTo>
                  <a:lnTo>
                    <a:pt x="609671" y="594579"/>
                  </a:lnTo>
                  <a:lnTo>
                    <a:pt x="610331" y="567875"/>
                  </a:lnTo>
                  <a:lnTo>
                    <a:pt x="610992" y="573263"/>
                  </a:lnTo>
                  <a:lnTo>
                    <a:pt x="611652" y="568914"/>
                  </a:lnTo>
                  <a:lnTo>
                    <a:pt x="612313" y="551012"/>
                  </a:lnTo>
                  <a:lnTo>
                    <a:pt x="612973" y="517796"/>
                  </a:lnTo>
                  <a:lnTo>
                    <a:pt x="613634" y="524691"/>
                  </a:lnTo>
                  <a:lnTo>
                    <a:pt x="614294" y="523437"/>
                  </a:lnTo>
                  <a:lnTo>
                    <a:pt x="614955" y="528037"/>
                  </a:lnTo>
                  <a:lnTo>
                    <a:pt x="615615" y="534780"/>
                  </a:lnTo>
                  <a:lnTo>
                    <a:pt x="616276" y="510418"/>
                  </a:lnTo>
                  <a:lnTo>
                    <a:pt x="616936" y="516008"/>
                  </a:lnTo>
                  <a:lnTo>
                    <a:pt x="617597" y="510418"/>
                  </a:lnTo>
                  <a:lnTo>
                    <a:pt x="618258" y="510951"/>
                  </a:lnTo>
                  <a:lnTo>
                    <a:pt x="618918" y="522692"/>
                  </a:lnTo>
                  <a:lnTo>
                    <a:pt x="619579" y="524691"/>
                  </a:lnTo>
                  <a:lnTo>
                    <a:pt x="620239" y="543325"/>
                  </a:lnTo>
                  <a:lnTo>
                    <a:pt x="620900" y="556658"/>
                  </a:lnTo>
                  <a:lnTo>
                    <a:pt x="621560" y="537243"/>
                  </a:lnTo>
                  <a:lnTo>
                    <a:pt x="622221" y="529825"/>
                  </a:lnTo>
                  <a:lnTo>
                    <a:pt x="622881" y="551446"/>
                  </a:lnTo>
                  <a:lnTo>
                    <a:pt x="623542" y="548114"/>
                  </a:lnTo>
                  <a:lnTo>
                    <a:pt x="624202" y="527796"/>
                  </a:lnTo>
                  <a:lnTo>
                    <a:pt x="624863" y="520663"/>
                  </a:lnTo>
                  <a:lnTo>
                    <a:pt x="625523" y="527796"/>
                  </a:lnTo>
                  <a:lnTo>
                    <a:pt x="626184" y="539733"/>
                  </a:lnTo>
                  <a:lnTo>
                    <a:pt x="626844" y="590983"/>
                  </a:lnTo>
                  <a:lnTo>
                    <a:pt x="627505" y="607187"/>
                  </a:lnTo>
                  <a:lnTo>
                    <a:pt x="628166" y="607858"/>
                  </a:lnTo>
                  <a:lnTo>
                    <a:pt x="628826" y="594231"/>
                  </a:lnTo>
                  <a:lnTo>
                    <a:pt x="629487" y="550672"/>
                  </a:lnTo>
                  <a:lnTo>
                    <a:pt x="630147" y="535215"/>
                  </a:lnTo>
                  <a:lnTo>
                    <a:pt x="630808" y="535215"/>
                  </a:lnTo>
                  <a:lnTo>
                    <a:pt x="631468" y="531483"/>
                  </a:lnTo>
                  <a:lnTo>
                    <a:pt x="632129" y="557525"/>
                  </a:lnTo>
                  <a:lnTo>
                    <a:pt x="632789" y="582793"/>
                  </a:lnTo>
                  <a:lnTo>
                    <a:pt x="633450" y="579702"/>
                  </a:lnTo>
                  <a:lnTo>
                    <a:pt x="634110" y="588067"/>
                  </a:lnTo>
                  <a:lnTo>
                    <a:pt x="634771" y="592616"/>
                  </a:lnTo>
                  <a:lnTo>
                    <a:pt x="635431" y="568828"/>
                  </a:lnTo>
                  <a:lnTo>
                    <a:pt x="636092" y="568828"/>
                  </a:lnTo>
                  <a:lnTo>
                    <a:pt x="636752" y="587723"/>
                  </a:lnTo>
                  <a:lnTo>
                    <a:pt x="637413" y="589481"/>
                  </a:lnTo>
                  <a:lnTo>
                    <a:pt x="638074" y="591692"/>
                  </a:lnTo>
                  <a:lnTo>
                    <a:pt x="638734" y="590628"/>
                  </a:lnTo>
                  <a:lnTo>
                    <a:pt x="639395" y="586201"/>
                  </a:lnTo>
                  <a:lnTo>
                    <a:pt x="640055" y="576869"/>
                  </a:lnTo>
                  <a:lnTo>
                    <a:pt x="640716" y="569523"/>
                  </a:lnTo>
                  <a:lnTo>
                    <a:pt x="641376" y="538193"/>
                  </a:lnTo>
                  <a:lnTo>
                    <a:pt x="642037" y="536843"/>
                  </a:lnTo>
                  <a:lnTo>
                    <a:pt x="642697" y="547242"/>
                  </a:lnTo>
                  <a:lnTo>
                    <a:pt x="643358" y="529942"/>
                  </a:lnTo>
                  <a:lnTo>
                    <a:pt x="644018" y="529107"/>
                  </a:lnTo>
                  <a:lnTo>
                    <a:pt x="644679" y="540736"/>
                  </a:lnTo>
                  <a:lnTo>
                    <a:pt x="645339" y="517078"/>
                  </a:lnTo>
                  <a:lnTo>
                    <a:pt x="646000" y="511488"/>
                  </a:lnTo>
                  <a:lnTo>
                    <a:pt x="646660" y="523795"/>
                  </a:lnTo>
                  <a:lnTo>
                    <a:pt x="647321" y="543438"/>
                  </a:lnTo>
                  <a:lnTo>
                    <a:pt x="647981" y="571444"/>
                  </a:lnTo>
                  <a:lnTo>
                    <a:pt x="648642" y="569126"/>
                  </a:lnTo>
                  <a:lnTo>
                    <a:pt x="649303" y="579211"/>
                  </a:lnTo>
                  <a:lnTo>
                    <a:pt x="649963" y="569889"/>
                  </a:lnTo>
                  <a:lnTo>
                    <a:pt x="650624" y="569731"/>
                  </a:lnTo>
                  <a:lnTo>
                    <a:pt x="651284" y="579530"/>
                  </a:lnTo>
                  <a:lnTo>
                    <a:pt x="651945" y="592939"/>
                  </a:lnTo>
                  <a:lnTo>
                    <a:pt x="652605" y="591942"/>
                  </a:lnTo>
                  <a:lnTo>
                    <a:pt x="653266" y="576375"/>
                  </a:lnTo>
                  <a:lnTo>
                    <a:pt x="653926" y="573017"/>
                  </a:lnTo>
                  <a:lnTo>
                    <a:pt x="654587" y="573017"/>
                  </a:lnTo>
                  <a:lnTo>
                    <a:pt x="655247" y="575337"/>
                  </a:lnTo>
                  <a:lnTo>
                    <a:pt x="655908" y="577406"/>
                  </a:lnTo>
                  <a:lnTo>
                    <a:pt x="656568" y="599238"/>
                  </a:lnTo>
                  <a:lnTo>
                    <a:pt x="657229" y="605883"/>
                  </a:lnTo>
                  <a:lnTo>
                    <a:pt x="657889" y="589599"/>
                  </a:lnTo>
                  <a:lnTo>
                    <a:pt x="658550" y="582664"/>
                  </a:lnTo>
                  <a:lnTo>
                    <a:pt x="659211" y="601670"/>
                  </a:lnTo>
                  <a:lnTo>
                    <a:pt x="659871" y="594364"/>
                  </a:lnTo>
                  <a:lnTo>
                    <a:pt x="660532" y="576258"/>
                  </a:lnTo>
                  <a:lnTo>
                    <a:pt x="661192" y="570218"/>
                  </a:lnTo>
                  <a:lnTo>
                    <a:pt x="661853" y="590782"/>
                  </a:lnTo>
                  <a:lnTo>
                    <a:pt x="662513" y="592612"/>
                  </a:lnTo>
                  <a:lnTo>
                    <a:pt x="663174" y="578613"/>
                  </a:lnTo>
                  <a:lnTo>
                    <a:pt x="663834" y="573941"/>
                  </a:lnTo>
                  <a:lnTo>
                    <a:pt x="664495" y="554412"/>
                  </a:lnTo>
                  <a:lnTo>
                    <a:pt x="665155" y="576767"/>
                  </a:lnTo>
                  <a:lnTo>
                    <a:pt x="665816" y="591619"/>
                  </a:lnTo>
                  <a:lnTo>
                    <a:pt x="666476" y="562970"/>
                  </a:lnTo>
                  <a:lnTo>
                    <a:pt x="667137" y="560734"/>
                  </a:lnTo>
                  <a:lnTo>
                    <a:pt x="667797" y="573561"/>
                  </a:lnTo>
                  <a:lnTo>
                    <a:pt x="668458" y="574043"/>
                  </a:lnTo>
                  <a:lnTo>
                    <a:pt x="669119" y="575298"/>
                  </a:lnTo>
                  <a:lnTo>
                    <a:pt x="669779" y="562288"/>
                  </a:lnTo>
                  <a:lnTo>
                    <a:pt x="670440" y="572217"/>
                  </a:lnTo>
                  <a:lnTo>
                    <a:pt x="671100" y="586088"/>
                  </a:lnTo>
                  <a:lnTo>
                    <a:pt x="671761" y="586005"/>
                  </a:lnTo>
                  <a:lnTo>
                    <a:pt x="672421" y="599853"/>
                  </a:lnTo>
                  <a:lnTo>
                    <a:pt x="673082" y="598117"/>
                  </a:lnTo>
                  <a:lnTo>
                    <a:pt x="673742" y="580779"/>
                  </a:lnTo>
                  <a:lnTo>
                    <a:pt x="674403" y="603897"/>
                  </a:lnTo>
                  <a:lnTo>
                    <a:pt x="675063" y="600051"/>
                  </a:lnTo>
                  <a:lnTo>
                    <a:pt x="675724" y="577666"/>
                  </a:lnTo>
                  <a:lnTo>
                    <a:pt x="676384" y="606232"/>
                  </a:lnTo>
                  <a:lnTo>
                    <a:pt x="677045" y="591007"/>
                  </a:lnTo>
                  <a:lnTo>
                    <a:pt x="677705" y="579338"/>
                  </a:lnTo>
                  <a:lnTo>
                    <a:pt x="678366" y="565583"/>
                  </a:lnTo>
                  <a:lnTo>
                    <a:pt x="679027" y="580052"/>
                  </a:lnTo>
                  <a:lnTo>
                    <a:pt x="679687" y="573705"/>
                  </a:lnTo>
                  <a:lnTo>
                    <a:pt x="680348" y="523488"/>
                  </a:lnTo>
                  <a:lnTo>
                    <a:pt x="681008" y="519803"/>
                  </a:lnTo>
                  <a:lnTo>
                    <a:pt x="681669" y="525253"/>
                  </a:lnTo>
                  <a:lnTo>
                    <a:pt x="682329" y="535119"/>
                  </a:lnTo>
                  <a:lnTo>
                    <a:pt x="682990" y="575493"/>
                  </a:lnTo>
                  <a:lnTo>
                    <a:pt x="683650" y="595453"/>
                  </a:lnTo>
                  <a:lnTo>
                    <a:pt x="684311" y="587769"/>
                  </a:lnTo>
                  <a:lnTo>
                    <a:pt x="684971" y="573135"/>
                  </a:lnTo>
                  <a:lnTo>
                    <a:pt x="685632" y="587465"/>
                  </a:lnTo>
                  <a:lnTo>
                    <a:pt x="686292" y="577015"/>
                  </a:lnTo>
                  <a:lnTo>
                    <a:pt x="686953" y="569741"/>
                  </a:lnTo>
                  <a:lnTo>
                    <a:pt x="687613" y="583310"/>
                  </a:lnTo>
                  <a:lnTo>
                    <a:pt x="688274" y="571743"/>
                  </a:lnTo>
                  <a:lnTo>
                    <a:pt x="688934" y="579225"/>
                  </a:lnTo>
                  <a:lnTo>
                    <a:pt x="689595" y="590856"/>
                  </a:lnTo>
                  <a:lnTo>
                    <a:pt x="690256" y="584534"/>
                  </a:lnTo>
                  <a:lnTo>
                    <a:pt x="690916" y="559508"/>
                  </a:lnTo>
                  <a:lnTo>
                    <a:pt x="691577" y="594439"/>
                  </a:lnTo>
                  <a:lnTo>
                    <a:pt x="692237" y="601747"/>
                  </a:lnTo>
                  <a:lnTo>
                    <a:pt x="692898" y="595148"/>
                  </a:lnTo>
                  <a:lnTo>
                    <a:pt x="693558" y="578142"/>
                  </a:lnTo>
                  <a:lnTo>
                    <a:pt x="694219" y="580149"/>
                  </a:lnTo>
                  <a:lnTo>
                    <a:pt x="694879" y="583935"/>
                  </a:lnTo>
                  <a:lnTo>
                    <a:pt x="695540" y="591195"/>
                  </a:lnTo>
                  <a:lnTo>
                    <a:pt x="696200" y="604362"/>
                  </a:lnTo>
                  <a:lnTo>
                    <a:pt x="696861" y="592388"/>
                  </a:lnTo>
                  <a:lnTo>
                    <a:pt x="697521" y="574283"/>
                  </a:lnTo>
                  <a:lnTo>
                    <a:pt x="698182" y="599694"/>
                  </a:lnTo>
                  <a:lnTo>
                    <a:pt x="698842" y="585297"/>
                  </a:lnTo>
                  <a:lnTo>
                    <a:pt x="699503" y="560272"/>
                  </a:lnTo>
                  <a:lnTo>
                    <a:pt x="700164" y="571426"/>
                  </a:lnTo>
                  <a:lnTo>
                    <a:pt x="700824" y="575180"/>
                  </a:lnTo>
                  <a:lnTo>
                    <a:pt x="701485" y="566039"/>
                  </a:lnTo>
                  <a:lnTo>
                    <a:pt x="702145" y="566039"/>
                  </a:lnTo>
                  <a:lnTo>
                    <a:pt x="702806" y="572223"/>
                  </a:lnTo>
                  <a:lnTo>
                    <a:pt x="703466" y="568030"/>
                  </a:lnTo>
                  <a:lnTo>
                    <a:pt x="704127" y="562393"/>
                  </a:lnTo>
                  <a:lnTo>
                    <a:pt x="704787" y="577258"/>
                  </a:lnTo>
                  <a:lnTo>
                    <a:pt x="705448" y="582388"/>
                  </a:lnTo>
                  <a:lnTo>
                    <a:pt x="706108" y="588959"/>
                  </a:lnTo>
                  <a:lnTo>
                    <a:pt x="706769" y="598083"/>
                  </a:lnTo>
                  <a:lnTo>
                    <a:pt x="707429" y="581945"/>
                  </a:lnTo>
                  <a:lnTo>
                    <a:pt x="708090" y="578812"/>
                  </a:lnTo>
                  <a:lnTo>
                    <a:pt x="708750" y="583307"/>
                  </a:lnTo>
                  <a:lnTo>
                    <a:pt x="709411" y="579001"/>
                  </a:lnTo>
                  <a:lnTo>
                    <a:pt x="710072" y="579057"/>
                  </a:lnTo>
                  <a:lnTo>
                    <a:pt x="710732" y="572303"/>
                  </a:lnTo>
                  <a:lnTo>
                    <a:pt x="711393" y="572062"/>
                  </a:lnTo>
                  <a:lnTo>
                    <a:pt x="712053" y="585731"/>
                  </a:lnTo>
                  <a:lnTo>
                    <a:pt x="712714" y="581945"/>
                  </a:lnTo>
                  <a:lnTo>
                    <a:pt x="713374" y="581945"/>
                  </a:lnTo>
                  <a:lnTo>
                    <a:pt x="714035" y="585731"/>
                  </a:lnTo>
                  <a:lnTo>
                    <a:pt x="714695" y="581945"/>
                  </a:lnTo>
                  <a:lnTo>
                    <a:pt x="715356" y="589644"/>
                  </a:lnTo>
                  <a:lnTo>
                    <a:pt x="716016" y="588072"/>
                  </a:lnTo>
                  <a:lnTo>
                    <a:pt x="716677" y="585821"/>
                  </a:lnTo>
                  <a:lnTo>
                    <a:pt x="717337" y="578667"/>
                  </a:lnTo>
                  <a:lnTo>
                    <a:pt x="717998" y="581327"/>
                  </a:lnTo>
                  <a:lnTo>
                    <a:pt x="718658" y="584277"/>
                  </a:lnTo>
                  <a:lnTo>
                    <a:pt x="719319" y="571711"/>
                  </a:lnTo>
                  <a:lnTo>
                    <a:pt x="719979" y="556691"/>
                  </a:lnTo>
                  <a:lnTo>
                    <a:pt x="720640" y="544161"/>
                  </a:lnTo>
                  <a:lnTo>
                    <a:pt x="721301" y="544161"/>
                  </a:lnTo>
                  <a:lnTo>
                    <a:pt x="721961" y="532479"/>
                  </a:lnTo>
                  <a:lnTo>
                    <a:pt x="722622" y="543049"/>
                  </a:lnTo>
                  <a:lnTo>
                    <a:pt x="723282" y="555707"/>
                  </a:lnTo>
                  <a:lnTo>
                    <a:pt x="723943" y="567008"/>
                  </a:lnTo>
                  <a:lnTo>
                    <a:pt x="724603" y="590501"/>
                  </a:lnTo>
                  <a:lnTo>
                    <a:pt x="725264" y="585683"/>
                  </a:lnTo>
                  <a:lnTo>
                    <a:pt x="725924" y="536311"/>
                  </a:lnTo>
                  <a:lnTo>
                    <a:pt x="726585" y="528171"/>
                  </a:lnTo>
                  <a:lnTo>
                    <a:pt x="727245" y="535800"/>
                  </a:lnTo>
                  <a:lnTo>
                    <a:pt x="727906" y="549557"/>
                  </a:lnTo>
                  <a:lnTo>
                    <a:pt x="728566" y="570955"/>
                  </a:lnTo>
                  <a:lnTo>
                    <a:pt x="729227" y="576051"/>
                  </a:lnTo>
                  <a:lnTo>
                    <a:pt x="729887" y="576051"/>
                  </a:lnTo>
                  <a:lnTo>
                    <a:pt x="730548" y="580078"/>
                  </a:lnTo>
                  <a:lnTo>
                    <a:pt x="731209" y="580996"/>
                  </a:lnTo>
                  <a:lnTo>
                    <a:pt x="731869" y="593189"/>
                  </a:lnTo>
                  <a:lnTo>
                    <a:pt x="732530" y="596475"/>
                  </a:lnTo>
                  <a:lnTo>
                    <a:pt x="733190" y="580521"/>
                  </a:lnTo>
                  <a:lnTo>
                    <a:pt x="733851" y="576051"/>
                  </a:lnTo>
                  <a:lnTo>
                    <a:pt x="734511" y="575608"/>
                  </a:lnTo>
                  <a:lnTo>
                    <a:pt x="735172" y="573732"/>
                  </a:lnTo>
                  <a:lnTo>
                    <a:pt x="735832" y="549557"/>
                  </a:lnTo>
                  <a:lnTo>
                    <a:pt x="736493" y="574249"/>
                  </a:lnTo>
                  <a:lnTo>
                    <a:pt x="737153" y="582602"/>
                  </a:lnTo>
                  <a:lnTo>
                    <a:pt x="737814" y="592158"/>
                  </a:lnTo>
                  <a:lnTo>
                    <a:pt x="738474" y="577208"/>
                  </a:lnTo>
                  <a:lnTo>
                    <a:pt x="739135" y="550966"/>
                  </a:lnTo>
                  <a:lnTo>
                    <a:pt x="739795" y="541767"/>
                  </a:lnTo>
                  <a:lnTo>
                    <a:pt x="740456" y="585288"/>
                  </a:lnTo>
                  <a:lnTo>
                    <a:pt x="741117" y="597806"/>
                  </a:lnTo>
                  <a:lnTo>
                    <a:pt x="741777" y="566006"/>
                  </a:lnTo>
                  <a:lnTo>
                    <a:pt x="742438" y="574980"/>
                  </a:lnTo>
                  <a:lnTo>
                    <a:pt x="743098" y="575677"/>
                  </a:lnTo>
                  <a:lnTo>
                    <a:pt x="743759" y="560624"/>
                  </a:lnTo>
                  <a:lnTo>
                    <a:pt x="744419" y="561739"/>
                  </a:lnTo>
                  <a:lnTo>
                    <a:pt x="745080" y="576045"/>
                  </a:lnTo>
                  <a:lnTo>
                    <a:pt x="745740" y="567763"/>
                  </a:lnTo>
                  <a:lnTo>
                    <a:pt x="746401" y="549082"/>
                  </a:lnTo>
                  <a:lnTo>
                    <a:pt x="747061" y="561419"/>
                  </a:lnTo>
                  <a:lnTo>
                    <a:pt x="747722" y="554274"/>
                  </a:lnTo>
                  <a:lnTo>
                    <a:pt x="748382" y="517593"/>
                  </a:lnTo>
                  <a:lnTo>
                    <a:pt x="749043" y="504704"/>
                  </a:lnTo>
                  <a:lnTo>
                    <a:pt x="749703" y="528941"/>
                  </a:lnTo>
                  <a:lnTo>
                    <a:pt x="750364" y="518751"/>
                  </a:lnTo>
                  <a:lnTo>
                    <a:pt x="751025" y="417413"/>
                  </a:lnTo>
                  <a:lnTo>
                    <a:pt x="751685" y="368793"/>
                  </a:lnTo>
                  <a:lnTo>
                    <a:pt x="752346" y="368793"/>
                  </a:lnTo>
                  <a:lnTo>
                    <a:pt x="753006" y="369325"/>
                  </a:lnTo>
                  <a:lnTo>
                    <a:pt x="753667" y="370580"/>
                  </a:lnTo>
                  <a:lnTo>
                    <a:pt x="754327" y="369749"/>
                  </a:lnTo>
                  <a:lnTo>
                    <a:pt x="754988" y="457441"/>
                  </a:lnTo>
                  <a:lnTo>
                    <a:pt x="755648" y="516791"/>
                  </a:lnTo>
                  <a:lnTo>
                    <a:pt x="756309" y="539730"/>
                  </a:lnTo>
                  <a:lnTo>
                    <a:pt x="756969" y="532707"/>
                  </a:lnTo>
                  <a:lnTo>
                    <a:pt x="757630" y="502824"/>
                  </a:lnTo>
                  <a:lnTo>
                    <a:pt x="758290" y="547878"/>
                  </a:lnTo>
                  <a:lnTo>
                    <a:pt x="758951" y="568907"/>
                  </a:lnTo>
                  <a:lnTo>
                    <a:pt x="759611" y="577017"/>
                  </a:lnTo>
                  <a:lnTo>
                    <a:pt x="760272" y="579174"/>
                  </a:lnTo>
                  <a:lnTo>
                    <a:pt x="760932" y="579200"/>
                  </a:lnTo>
                  <a:lnTo>
                    <a:pt x="761593" y="584306"/>
                  </a:lnTo>
                  <a:lnTo>
                    <a:pt x="762254" y="606022"/>
                  </a:lnTo>
                  <a:lnTo>
                    <a:pt x="762914" y="543402"/>
                  </a:lnTo>
                  <a:lnTo>
                    <a:pt x="763575" y="519601"/>
                  </a:lnTo>
                  <a:lnTo>
                    <a:pt x="764235" y="530562"/>
                  </a:lnTo>
                  <a:lnTo>
                    <a:pt x="764896" y="536656"/>
                  </a:lnTo>
                  <a:lnTo>
                    <a:pt x="765556" y="553427"/>
                  </a:lnTo>
                  <a:lnTo>
                    <a:pt x="766217" y="556668"/>
                  </a:lnTo>
                  <a:lnTo>
                    <a:pt x="766877" y="560957"/>
                  </a:lnTo>
                  <a:lnTo>
                    <a:pt x="767538" y="567785"/>
                  </a:lnTo>
                  <a:lnTo>
                    <a:pt x="768198" y="589932"/>
                  </a:lnTo>
                  <a:lnTo>
                    <a:pt x="768859" y="599720"/>
                  </a:lnTo>
                  <a:lnTo>
                    <a:pt x="769519" y="574449"/>
                  </a:lnTo>
                  <a:lnTo>
                    <a:pt x="770180" y="534594"/>
                  </a:lnTo>
                  <a:lnTo>
                    <a:pt x="770840" y="536360"/>
                  </a:lnTo>
                  <a:lnTo>
                    <a:pt x="771501" y="545970"/>
                  </a:lnTo>
                  <a:lnTo>
                    <a:pt x="772162" y="554946"/>
                  </a:lnTo>
                  <a:lnTo>
                    <a:pt x="772822" y="571257"/>
                  </a:lnTo>
                  <a:lnTo>
                    <a:pt x="773483" y="586865"/>
                  </a:lnTo>
                  <a:lnTo>
                    <a:pt x="774143" y="582309"/>
                  </a:lnTo>
                  <a:lnTo>
                    <a:pt x="774804" y="573530"/>
                  </a:lnTo>
                  <a:lnTo>
                    <a:pt x="775464" y="573087"/>
                  </a:lnTo>
                  <a:lnTo>
                    <a:pt x="776125" y="591626"/>
                  </a:lnTo>
                  <a:lnTo>
                    <a:pt x="776785" y="588872"/>
                  </a:lnTo>
                  <a:lnTo>
                    <a:pt x="777446" y="579433"/>
                  </a:lnTo>
                  <a:lnTo>
                    <a:pt x="778106" y="584821"/>
                  </a:lnTo>
                  <a:lnTo>
                    <a:pt x="778767" y="585278"/>
                  </a:lnTo>
                  <a:lnTo>
                    <a:pt x="779427" y="572178"/>
                  </a:lnTo>
                  <a:lnTo>
                    <a:pt x="780088" y="593102"/>
                  </a:lnTo>
                  <a:lnTo>
                    <a:pt x="780748" y="596991"/>
                  </a:lnTo>
                  <a:lnTo>
                    <a:pt x="781409" y="584823"/>
                  </a:lnTo>
                  <a:lnTo>
                    <a:pt x="782070" y="589317"/>
                  </a:lnTo>
                  <a:lnTo>
                    <a:pt x="782730" y="584348"/>
                  </a:lnTo>
                  <a:lnTo>
                    <a:pt x="783391" y="590634"/>
                  </a:lnTo>
                  <a:lnTo>
                    <a:pt x="784051" y="598333"/>
                  </a:lnTo>
                  <a:lnTo>
                    <a:pt x="784712" y="599465"/>
                  </a:lnTo>
                  <a:lnTo>
                    <a:pt x="785372" y="591790"/>
                  </a:lnTo>
                  <a:lnTo>
                    <a:pt x="786033" y="582592"/>
                  </a:lnTo>
                  <a:lnTo>
                    <a:pt x="786693" y="574707"/>
                  </a:lnTo>
                  <a:lnTo>
                    <a:pt x="787354" y="604944"/>
                  </a:lnTo>
                  <a:lnTo>
                    <a:pt x="788014" y="608964"/>
                  </a:lnTo>
                  <a:lnTo>
                    <a:pt x="788675" y="603973"/>
                  </a:lnTo>
                  <a:lnTo>
                    <a:pt x="789335" y="602734"/>
                  </a:lnTo>
                  <a:lnTo>
                    <a:pt x="789996" y="596234"/>
                  </a:lnTo>
                  <a:lnTo>
                    <a:pt x="790656" y="591681"/>
                  </a:lnTo>
                  <a:lnTo>
                    <a:pt x="791317" y="584783"/>
                  </a:lnTo>
                  <a:lnTo>
                    <a:pt x="791977" y="574268"/>
                  </a:lnTo>
                  <a:lnTo>
                    <a:pt x="792638" y="578598"/>
                  </a:lnTo>
                  <a:lnTo>
                    <a:pt x="793299" y="581464"/>
                  </a:lnTo>
                  <a:lnTo>
                    <a:pt x="793959" y="576664"/>
                  </a:lnTo>
                  <a:lnTo>
                    <a:pt x="794620" y="582097"/>
                  </a:lnTo>
                  <a:lnTo>
                    <a:pt x="795280" y="607192"/>
                  </a:lnTo>
                  <a:lnTo>
                    <a:pt x="795941" y="610110"/>
                  </a:lnTo>
                  <a:lnTo>
                    <a:pt x="796601" y="602752"/>
                  </a:lnTo>
                  <a:lnTo>
                    <a:pt x="797262" y="601797"/>
                  </a:lnTo>
                  <a:lnTo>
                    <a:pt x="797922" y="591346"/>
                  </a:lnTo>
                  <a:lnTo>
                    <a:pt x="798583" y="583421"/>
                  </a:lnTo>
                  <a:lnTo>
                    <a:pt x="799243" y="591346"/>
                  </a:lnTo>
                  <a:lnTo>
                    <a:pt x="799904" y="605280"/>
                  </a:lnTo>
                  <a:lnTo>
                    <a:pt x="800564" y="610113"/>
                  </a:lnTo>
                  <a:lnTo>
                    <a:pt x="801225" y="603973"/>
                  </a:lnTo>
                  <a:lnTo>
                    <a:pt x="801885" y="582826"/>
                  </a:lnTo>
                  <a:lnTo>
                    <a:pt x="802546" y="577236"/>
                  </a:lnTo>
                  <a:lnTo>
                    <a:pt x="803207" y="602817"/>
                  </a:lnTo>
                  <a:lnTo>
                    <a:pt x="803867" y="603973"/>
                  </a:lnTo>
                  <a:lnTo>
                    <a:pt x="804528" y="591346"/>
                  </a:lnTo>
                  <a:lnTo>
                    <a:pt x="805188" y="599908"/>
                  </a:lnTo>
                  <a:lnTo>
                    <a:pt x="805849" y="582623"/>
                  </a:lnTo>
                  <a:lnTo>
                    <a:pt x="806509" y="605335"/>
                  </a:lnTo>
                  <a:lnTo>
                    <a:pt x="807170" y="602734"/>
                  </a:lnTo>
                  <a:lnTo>
                    <a:pt x="807830" y="593599"/>
                  </a:lnTo>
                  <a:lnTo>
                    <a:pt x="808491" y="593179"/>
                  </a:lnTo>
                  <a:lnTo>
                    <a:pt x="809151" y="589339"/>
                  </a:lnTo>
                  <a:lnTo>
                    <a:pt x="809812" y="592189"/>
                  </a:lnTo>
                  <a:lnTo>
                    <a:pt x="810472" y="552884"/>
                  </a:lnTo>
                  <a:lnTo>
                    <a:pt x="811133" y="540283"/>
                  </a:lnTo>
                  <a:lnTo>
                    <a:pt x="811793" y="550017"/>
                  </a:lnTo>
                  <a:lnTo>
                    <a:pt x="812454" y="563578"/>
                  </a:lnTo>
                  <a:lnTo>
                    <a:pt x="813115" y="574268"/>
                  </a:lnTo>
                  <a:lnTo>
                    <a:pt x="813775" y="588214"/>
                  </a:lnTo>
                  <a:lnTo>
                    <a:pt x="814436" y="571469"/>
                  </a:lnTo>
                  <a:lnTo>
                    <a:pt x="815096" y="558234"/>
                  </a:lnTo>
                  <a:lnTo>
                    <a:pt x="815757" y="557373"/>
                  </a:lnTo>
                  <a:lnTo>
                    <a:pt x="816417" y="556603"/>
                  </a:lnTo>
                  <a:lnTo>
                    <a:pt x="817078" y="571871"/>
                  </a:lnTo>
                  <a:lnTo>
                    <a:pt x="817738" y="588495"/>
                  </a:lnTo>
                  <a:lnTo>
                    <a:pt x="818399" y="598343"/>
                  </a:lnTo>
                  <a:lnTo>
                    <a:pt x="819059" y="594991"/>
                  </a:lnTo>
                  <a:lnTo>
                    <a:pt x="819720" y="600190"/>
                  </a:lnTo>
                  <a:lnTo>
                    <a:pt x="820380" y="601576"/>
                  </a:lnTo>
                  <a:lnTo>
                    <a:pt x="821041" y="581542"/>
                  </a:lnTo>
                  <a:lnTo>
                    <a:pt x="821701" y="586872"/>
                  </a:lnTo>
                  <a:lnTo>
                    <a:pt x="822362" y="564742"/>
                  </a:lnTo>
                  <a:lnTo>
                    <a:pt x="823023" y="575897"/>
                  </a:lnTo>
                  <a:lnTo>
                    <a:pt x="823683" y="586872"/>
                  </a:lnTo>
                  <a:lnTo>
                    <a:pt x="824344" y="597626"/>
                  </a:lnTo>
                  <a:lnTo>
                    <a:pt x="825004" y="592071"/>
                  </a:lnTo>
                  <a:lnTo>
                    <a:pt x="825665" y="588495"/>
                  </a:lnTo>
                  <a:lnTo>
                    <a:pt x="826325" y="584865"/>
                  </a:lnTo>
                  <a:lnTo>
                    <a:pt x="826986" y="567541"/>
                  </a:lnTo>
                  <a:lnTo>
                    <a:pt x="827646" y="548352"/>
                  </a:lnTo>
                  <a:lnTo>
                    <a:pt x="828307" y="551226"/>
                  </a:lnTo>
                  <a:lnTo>
                    <a:pt x="828967" y="554094"/>
                  </a:lnTo>
                  <a:lnTo>
                    <a:pt x="829628" y="558343"/>
                  </a:lnTo>
                  <a:lnTo>
                    <a:pt x="830288" y="586872"/>
                  </a:lnTo>
                  <a:lnTo>
                    <a:pt x="830949" y="608584"/>
                  </a:lnTo>
                  <a:lnTo>
                    <a:pt x="831609" y="605549"/>
                  </a:lnTo>
                  <a:lnTo>
                    <a:pt x="832270" y="586912"/>
                  </a:lnTo>
                  <a:lnTo>
                    <a:pt x="832930" y="598383"/>
                  </a:lnTo>
                  <a:lnTo>
                    <a:pt x="833591" y="618330"/>
                  </a:lnTo>
                  <a:lnTo>
                    <a:pt x="834252" y="618402"/>
                  </a:lnTo>
                  <a:lnTo>
                    <a:pt x="834912" y="613219"/>
                  </a:lnTo>
                  <a:lnTo>
                    <a:pt x="835573" y="618200"/>
                  </a:lnTo>
                  <a:lnTo>
                    <a:pt x="836233" y="610403"/>
                  </a:lnTo>
                  <a:lnTo>
                    <a:pt x="836894" y="605560"/>
                  </a:lnTo>
                  <a:lnTo>
                    <a:pt x="837554" y="615379"/>
                  </a:lnTo>
                  <a:lnTo>
                    <a:pt x="838215" y="612552"/>
                  </a:lnTo>
                  <a:lnTo>
                    <a:pt x="838875" y="602730"/>
                  </a:lnTo>
                  <a:lnTo>
                    <a:pt x="839536" y="564600"/>
                  </a:lnTo>
                  <a:lnTo>
                    <a:pt x="840196" y="589483"/>
                  </a:lnTo>
                  <a:lnTo>
                    <a:pt x="840857" y="612068"/>
                  </a:lnTo>
                  <a:lnTo>
                    <a:pt x="841517" y="608595"/>
                  </a:lnTo>
                  <a:lnTo>
                    <a:pt x="842178" y="602730"/>
                  </a:lnTo>
                  <a:lnTo>
                    <a:pt x="842838" y="604138"/>
                  </a:lnTo>
                  <a:lnTo>
                    <a:pt x="843499" y="602730"/>
                  </a:lnTo>
                  <a:lnTo>
                    <a:pt x="844160" y="602730"/>
                  </a:lnTo>
                  <a:lnTo>
                    <a:pt x="844820" y="586730"/>
                  </a:lnTo>
                  <a:lnTo>
                    <a:pt x="845481" y="586730"/>
                  </a:lnTo>
                  <a:lnTo>
                    <a:pt x="846141" y="589483"/>
                  </a:lnTo>
                  <a:lnTo>
                    <a:pt x="846802" y="594429"/>
                  </a:lnTo>
                  <a:lnTo>
                    <a:pt x="847462" y="590516"/>
                  </a:lnTo>
                  <a:lnTo>
                    <a:pt x="848123" y="594429"/>
                  </a:lnTo>
                  <a:lnTo>
                    <a:pt x="848783" y="595031"/>
                  </a:lnTo>
                  <a:lnTo>
                    <a:pt x="849444" y="586912"/>
                  </a:lnTo>
                  <a:lnTo>
                    <a:pt x="850104" y="596861"/>
                  </a:lnTo>
                  <a:lnTo>
                    <a:pt x="850765" y="607869"/>
                  </a:lnTo>
                  <a:lnTo>
                    <a:pt x="851425" y="609595"/>
                  </a:lnTo>
                  <a:lnTo>
                    <a:pt x="852086" y="573903"/>
                  </a:lnTo>
                  <a:lnTo>
                    <a:pt x="852746" y="538895"/>
                  </a:lnTo>
                  <a:lnTo>
                    <a:pt x="853407" y="551267"/>
                  </a:lnTo>
                  <a:lnTo>
                    <a:pt x="854068" y="594429"/>
                  </a:lnTo>
                  <a:lnTo>
                    <a:pt x="854728" y="586730"/>
                  </a:lnTo>
                  <a:lnTo>
                    <a:pt x="855389" y="571729"/>
                  </a:lnTo>
                  <a:lnTo>
                    <a:pt x="856049" y="567399"/>
                  </a:lnTo>
                  <a:lnTo>
                    <a:pt x="856710" y="573721"/>
                  </a:lnTo>
                  <a:lnTo>
                    <a:pt x="857370" y="584024"/>
                  </a:lnTo>
                  <a:lnTo>
                    <a:pt x="858031" y="586912"/>
                  </a:lnTo>
                  <a:lnTo>
                    <a:pt x="858691" y="578200"/>
                  </a:lnTo>
                  <a:lnTo>
                    <a:pt x="859352" y="585104"/>
                  </a:lnTo>
                  <a:lnTo>
                    <a:pt x="860012" y="602421"/>
                  </a:lnTo>
                  <a:lnTo>
                    <a:pt x="860673" y="584024"/>
                  </a:lnTo>
                  <a:lnTo>
                    <a:pt x="861333" y="593475"/>
                  </a:lnTo>
                  <a:lnTo>
                    <a:pt x="861994" y="615659"/>
                  </a:lnTo>
                  <a:lnTo>
                    <a:pt x="862654" y="614089"/>
                  </a:lnTo>
                  <a:lnTo>
                    <a:pt x="863315" y="605656"/>
                  </a:lnTo>
                  <a:lnTo>
                    <a:pt x="863975" y="585875"/>
                  </a:lnTo>
                  <a:lnTo>
                    <a:pt x="864636" y="604166"/>
                  </a:lnTo>
                  <a:lnTo>
                    <a:pt x="865297" y="606963"/>
                  </a:lnTo>
                  <a:lnTo>
                    <a:pt x="865957" y="582945"/>
                  </a:lnTo>
                  <a:lnTo>
                    <a:pt x="866618" y="585875"/>
                  </a:lnTo>
                  <a:lnTo>
                    <a:pt x="867278" y="612996"/>
                  </a:lnTo>
                  <a:lnTo>
                    <a:pt x="867939" y="611189"/>
                  </a:lnTo>
                  <a:lnTo>
                    <a:pt x="868599" y="588535"/>
                  </a:lnTo>
                  <a:lnTo>
                    <a:pt x="869260" y="587617"/>
                  </a:lnTo>
                  <a:lnTo>
                    <a:pt x="869920" y="602059"/>
                  </a:lnTo>
                  <a:lnTo>
                    <a:pt x="870581" y="602421"/>
                  </a:lnTo>
                  <a:lnTo>
                    <a:pt x="871241" y="582418"/>
                  </a:lnTo>
                  <a:lnTo>
                    <a:pt x="871902" y="590699"/>
                  </a:lnTo>
                  <a:lnTo>
                    <a:pt x="872562" y="598383"/>
                  </a:lnTo>
                  <a:lnTo>
                    <a:pt x="873223" y="564600"/>
                  </a:lnTo>
                  <a:lnTo>
                    <a:pt x="873883" y="556460"/>
                  </a:lnTo>
                  <a:lnTo>
                    <a:pt x="874544" y="578096"/>
                  </a:lnTo>
                  <a:lnTo>
                    <a:pt x="875205" y="600230"/>
                  </a:lnTo>
                  <a:lnTo>
                    <a:pt x="875865" y="600729"/>
                  </a:lnTo>
                  <a:lnTo>
                    <a:pt x="876526" y="583147"/>
                  </a:lnTo>
                  <a:lnTo>
                    <a:pt x="877186" y="614591"/>
                  </a:lnTo>
                  <a:lnTo>
                    <a:pt x="877847" y="612097"/>
                  </a:lnTo>
                  <a:lnTo>
                    <a:pt x="878507" y="606720"/>
                  </a:lnTo>
                  <a:lnTo>
                    <a:pt x="879168" y="601452"/>
                  </a:lnTo>
                  <a:lnTo>
                    <a:pt x="879828" y="579314"/>
                  </a:lnTo>
                  <a:lnTo>
                    <a:pt x="880489" y="580911"/>
                  </a:lnTo>
                  <a:lnTo>
                    <a:pt x="881149" y="602759"/>
                  </a:lnTo>
                  <a:lnTo>
                    <a:pt x="881810" y="610431"/>
                  </a:lnTo>
                  <a:lnTo>
                    <a:pt x="882470" y="601452"/>
                  </a:lnTo>
                  <a:lnTo>
                    <a:pt x="883131" y="595031"/>
                  </a:lnTo>
                  <a:lnTo>
                    <a:pt x="883791" y="594421"/>
                  </a:lnTo>
                  <a:lnTo>
                    <a:pt x="884452" y="574589"/>
                  </a:lnTo>
                  <a:lnTo>
                    <a:pt x="885113" y="574589"/>
                  </a:lnTo>
                  <a:lnTo>
                    <a:pt x="885773" y="584905"/>
                  </a:lnTo>
                  <a:lnTo>
                    <a:pt x="886434" y="602759"/>
                  </a:lnTo>
                  <a:lnTo>
                    <a:pt x="887094" y="597666"/>
                  </a:lnTo>
                  <a:lnTo>
                    <a:pt x="887755" y="594429"/>
                  </a:lnTo>
                  <a:lnTo>
                    <a:pt x="888415" y="590699"/>
                  </a:lnTo>
                  <a:lnTo>
                    <a:pt x="889076" y="596861"/>
                  </a:lnTo>
                  <a:lnTo>
                    <a:pt x="889736" y="604294"/>
                  </a:lnTo>
                  <a:lnTo>
                    <a:pt x="890397" y="591668"/>
                  </a:lnTo>
                  <a:lnTo>
                    <a:pt x="891057" y="605965"/>
                  </a:lnTo>
                  <a:lnTo>
                    <a:pt x="891718" y="610878"/>
                  </a:lnTo>
                  <a:lnTo>
                    <a:pt x="892378" y="585104"/>
                  </a:lnTo>
                  <a:lnTo>
                    <a:pt x="893039" y="579797"/>
                  </a:lnTo>
                  <a:lnTo>
                    <a:pt x="893699" y="568268"/>
                  </a:lnTo>
                  <a:lnTo>
                    <a:pt x="894360" y="566468"/>
                  </a:lnTo>
                  <a:lnTo>
                    <a:pt x="895021" y="593475"/>
                  </a:lnTo>
                  <a:lnTo>
                    <a:pt x="895681" y="610431"/>
                  </a:lnTo>
                  <a:lnTo>
                    <a:pt x="896342" y="617757"/>
                  </a:lnTo>
                  <a:lnTo>
                    <a:pt x="897002" y="617472"/>
                  </a:lnTo>
                  <a:lnTo>
                    <a:pt x="897663" y="615408"/>
                  </a:lnTo>
                  <a:lnTo>
                    <a:pt x="898323" y="618430"/>
                  </a:lnTo>
                  <a:lnTo>
                    <a:pt x="898984" y="618228"/>
                  </a:lnTo>
                  <a:lnTo>
                    <a:pt x="899644" y="610431"/>
                  </a:lnTo>
                  <a:lnTo>
                    <a:pt x="900305" y="615408"/>
                  </a:lnTo>
                  <a:lnTo>
                    <a:pt x="900965" y="612097"/>
                  </a:lnTo>
                  <a:lnTo>
                    <a:pt x="901626" y="592111"/>
                  </a:lnTo>
                  <a:lnTo>
                    <a:pt x="902286" y="583147"/>
                  </a:lnTo>
                  <a:lnTo>
                    <a:pt x="902947" y="588535"/>
                  </a:lnTo>
                  <a:lnTo>
                    <a:pt x="903607" y="593030"/>
                  </a:lnTo>
                  <a:lnTo>
                    <a:pt x="904268" y="588535"/>
                  </a:lnTo>
                  <a:lnTo>
                    <a:pt x="904928" y="593475"/>
                  </a:lnTo>
                  <a:lnTo>
                    <a:pt x="905589" y="592596"/>
                  </a:lnTo>
                  <a:lnTo>
                    <a:pt x="906250" y="592111"/>
                  </a:lnTo>
                  <a:lnTo>
                    <a:pt x="906910" y="587617"/>
                  </a:lnTo>
                  <a:lnTo>
                    <a:pt x="907571" y="587617"/>
                  </a:lnTo>
                  <a:lnTo>
                    <a:pt x="908231" y="587617"/>
                  </a:lnTo>
                  <a:lnTo>
                    <a:pt x="908892" y="583147"/>
                  </a:lnTo>
                  <a:lnTo>
                    <a:pt x="909552" y="580911"/>
                  </a:lnTo>
                  <a:lnTo>
                    <a:pt x="910213" y="578919"/>
                  </a:lnTo>
                  <a:lnTo>
                    <a:pt x="910873" y="580911"/>
                  </a:lnTo>
                  <a:lnTo>
                    <a:pt x="911534" y="593030"/>
                  </a:lnTo>
                  <a:lnTo>
                    <a:pt x="912194" y="587617"/>
                  </a:lnTo>
                  <a:lnTo>
                    <a:pt x="912855" y="583147"/>
                  </a:lnTo>
                  <a:lnTo>
                    <a:pt x="913515" y="599592"/>
                  </a:lnTo>
                  <a:lnTo>
                    <a:pt x="914176" y="609376"/>
                  </a:lnTo>
                  <a:lnTo>
                    <a:pt x="914836" y="603138"/>
                  </a:lnTo>
                  <a:lnTo>
                    <a:pt x="915497" y="606619"/>
                  </a:lnTo>
                  <a:lnTo>
                    <a:pt x="916158" y="587173"/>
                  </a:lnTo>
                  <a:lnTo>
                    <a:pt x="916818" y="569186"/>
                  </a:lnTo>
                  <a:lnTo>
                    <a:pt x="917479" y="583147"/>
                  </a:lnTo>
                  <a:lnTo>
                    <a:pt x="918139" y="614819"/>
                  </a:lnTo>
                  <a:lnTo>
                    <a:pt x="918800" y="618430"/>
                  </a:lnTo>
                  <a:lnTo>
                    <a:pt x="919460" y="618430"/>
                  </a:lnTo>
                  <a:lnTo>
                    <a:pt x="920121" y="618301"/>
                  </a:lnTo>
                  <a:lnTo>
                    <a:pt x="920781" y="608595"/>
                  </a:lnTo>
                  <a:lnTo>
                    <a:pt x="921442" y="618200"/>
                  </a:lnTo>
                  <a:lnTo>
                    <a:pt x="922102" y="619863"/>
                  </a:lnTo>
                  <a:lnTo>
                    <a:pt x="922763" y="612581"/>
                  </a:lnTo>
                  <a:lnTo>
                    <a:pt x="923423" y="608624"/>
                  </a:lnTo>
                  <a:lnTo>
                    <a:pt x="924084" y="588535"/>
                  </a:lnTo>
                  <a:lnTo>
                    <a:pt x="924744" y="604500"/>
                  </a:lnTo>
                  <a:lnTo>
                    <a:pt x="925405" y="614089"/>
                  </a:lnTo>
                  <a:lnTo>
                    <a:pt x="926066" y="616477"/>
                  </a:lnTo>
                  <a:lnTo>
                    <a:pt x="926726" y="613248"/>
                  </a:lnTo>
                  <a:lnTo>
                    <a:pt x="927387" y="605366"/>
                  </a:lnTo>
                  <a:lnTo>
                    <a:pt x="928047" y="604294"/>
                  </a:lnTo>
                  <a:lnTo>
                    <a:pt x="928708" y="592111"/>
                  </a:lnTo>
                  <a:lnTo>
                    <a:pt x="929368" y="605951"/>
                  </a:lnTo>
                  <a:lnTo>
                    <a:pt x="930029" y="597351"/>
                  </a:lnTo>
                  <a:lnTo>
                    <a:pt x="930689" y="612996"/>
                  </a:lnTo>
                  <a:lnTo>
                    <a:pt x="931350" y="618321"/>
                  </a:lnTo>
                  <a:lnTo>
                    <a:pt x="932010" y="606954"/>
                  </a:lnTo>
                  <a:lnTo>
                    <a:pt x="932671" y="608154"/>
                  </a:lnTo>
                  <a:lnTo>
                    <a:pt x="933331" y="597351"/>
                  </a:lnTo>
                  <a:lnTo>
                    <a:pt x="933992" y="599786"/>
                  </a:lnTo>
                  <a:lnTo>
                    <a:pt x="934652" y="587617"/>
                  </a:lnTo>
                  <a:lnTo>
                    <a:pt x="935313" y="578919"/>
                  </a:lnTo>
                  <a:lnTo>
                    <a:pt x="935973" y="597351"/>
                  </a:lnTo>
                  <a:lnTo>
                    <a:pt x="936634" y="606720"/>
                  </a:lnTo>
                  <a:lnTo>
                    <a:pt x="937295" y="597666"/>
                  </a:lnTo>
                  <a:lnTo>
                    <a:pt x="937955" y="606691"/>
                  </a:lnTo>
                  <a:lnTo>
                    <a:pt x="938616" y="615598"/>
                  </a:lnTo>
                  <a:lnTo>
                    <a:pt x="939276" y="611160"/>
                  </a:lnTo>
                  <a:lnTo>
                    <a:pt x="939937" y="619845"/>
                  </a:lnTo>
                  <a:lnTo>
                    <a:pt x="940597" y="620073"/>
                  </a:lnTo>
                  <a:lnTo>
                    <a:pt x="941258" y="615813"/>
                  </a:lnTo>
                  <a:lnTo>
                    <a:pt x="941918" y="588073"/>
                  </a:lnTo>
                  <a:lnTo>
                    <a:pt x="942579" y="583147"/>
                  </a:lnTo>
                  <a:lnTo>
                    <a:pt x="943239" y="609516"/>
                  </a:lnTo>
                  <a:lnTo>
                    <a:pt x="943900" y="609516"/>
                  </a:lnTo>
                  <a:lnTo>
                    <a:pt x="944560" y="600729"/>
                  </a:lnTo>
                  <a:lnTo>
                    <a:pt x="945221" y="600729"/>
                  </a:lnTo>
                  <a:lnTo>
                    <a:pt x="945881" y="581583"/>
                  </a:lnTo>
                  <a:lnTo>
                    <a:pt x="946542" y="578879"/>
                  </a:lnTo>
                  <a:lnTo>
                    <a:pt x="947203" y="582229"/>
                  </a:lnTo>
                  <a:lnTo>
                    <a:pt x="947863" y="576887"/>
                  </a:lnTo>
                  <a:lnTo>
                    <a:pt x="948524" y="588780"/>
                  </a:lnTo>
                  <a:lnTo>
                    <a:pt x="949184" y="604294"/>
                  </a:lnTo>
                  <a:lnTo>
                    <a:pt x="949845" y="599786"/>
                  </a:lnTo>
                  <a:lnTo>
                    <a:pt x="950505" y="616615"/>
                  </a:lnTo>
                  <a:lnTo>
                    <a:pt x="951166" y="616477"/>
                  </a:lnTo>
                  <a:lnTo>
                    <a:pt x="951826" y="604294"/>
                  </a:lnTo>
                  <a:lnTo>
                    <a:pt x="952487" y="607869"/>
                  </a:lnTo>
                  <a:lnTo>
                    <a:pt x="953147" y="608624"/>
                  </a:lnTo>
                  <a:lnTo>
                    <a:pt x="953808" y="611385"/>
                  </a:lnTo>
                  <a:lnTo>
                    <a:pt x="954468" y="597637"/>
                  </a:lnTo>
                  <a:lnTo>
                    <a:pt x="955129" y="616448"/>
                  </a:lnTo>
                  <a:lnTo>
                    <a:pt x="955789" y="618200"/>
                  </a:lnTo>
                  <a:lnTo>
                    <a:pt x="956450" y="615379"/>
                  </a:lnTo>
                  <a:lnTo>
                    <a:pt x="957111" y="610865"/>
                  </a:lnTo>
                  <a:lnTo>
                    <a:pt x="957771" y="604166"/>
                  </a:lnTo>
                  <a:lnTo>
                    <a:pt x="958432" y="576501"/>
                  </a:lnTo>
                  <a:lnTo>
                    <a:pt x="959092" y="577806"/>
                  </a:lnTo>
                  <a:lnTo>
                    <a:pt x="959753" y="577806"/>
                  </a:lnTo>
                  <a:lnTo>
                    <a:pt x="960413" y="582945"/>
                  </a:lnTo>
                  <a:lnTo>
                    <a:pt x="961074" y="600230"/>
                  </a:lnTo>
                  <a:lnTo>
                    <a:pt x="961734" y="614089"/>
                  </a:lnTo>
                  <a:lnTo>
                    <a:pt x="962395" y="610431"/>
                  </a:lnTo>
                  <a:lnTo>
                    <a:pt x="963055" y="613988"/>
                  </a:lnTo>
                  <a:lnTo>
                    <a:pt x="963716" y="611189"/>
                  </a:lnTo>
                  <a:lnTo>
                    <a:pt x="964376" y="615408"/>
                  </a:lnTo>
                  <a:lnTo>
                    <a:pt x="965037" y="605366"/>
                  </a:lnTo>
                  <a:lnTo>
                    <a:pt x="965697" y="606720"/>
                  </a:lnTo>
                  <a:lnTo>
                    <a:pt x="966358" y="605366"/>
                  </a:lnTo>
                  <a:lnTo>
                    <a:pt x="967019" y="594611"/>
                  </a:lnTo>
                  <a:lnTo>
                    <a:pt x="967679" y="587617"/>
                  </a:lnTo>
                  <a:lnTo>
                    <a:pt x="968340" y="583147"/>
                  </a:lnTo>
                  <a:lnTo>
                    <a:pt x="969000" y="604500"/>
                  </a:lnTo>
                  <a:lnTo>
                    <a:pt x="969661" y="618321"/>
                  </a:lnTo>
                  <a:lnTo>
                    <a:pt x="970321" y="617147"/>
                  </a:lnTo>
                  <a:lnTo>
                    <a:pt x="970982" y="608624"/>
                  </a:lnTo>
                  <a:lnTo>
                    <a:pt x="971642" y="592413"/>
                  </a:lnTo>
                  <a:lnTo>
                    <a:pt x="972303" y="584723"/>
                  </a:lnTo>
                  <a:lnTo>
                    <a:pt x="972963" y="606691"/>
                  </a:lnTo>
                  <a:lnTo>
                    <a:pt x="973624" y="618099"/>
                  </a:lnTo>
                  <a:lnTo>
                    <a:pt x="974284" y="617379"/>
                  </a:lnTo>
                  <a:lnTo>
                    <a:pt x="974945" y="616448"/>
                  </a:lnTo>
                  <a:lnTo>
                    <a:pt x="975605" y="620073"/>
                  </a:lnTo>
                  <a:lnTo>
                    <a:pt x="976266" y="619602"/>
                  </a:lnTo>
                  <a:lnTo>
                    <a:pt x="976926" y="604294"/>
                  </a:lnTo>
                  <a:lnTo>
                    <a:pt x="977587" y="591668"/>
                  </a:lnTo>
                  <a:lnTo>
                    <a:pt x="978248" y="611189"/>
                  </a:lnTo>
                  <a:lnTo>
                    <a:pt x="978908" y="616615"/>
                  </a:lnTo>
                  <a:lnTo>
                    <a:pt x="979569" y="615969"/>
                  </a:lnTo>
                  <a:lnTo>
                    <a:pt x="980229" y="605656"/>
                  </a:lnTo>
                  <a:lnTo>
                    <a:pt x="980890" y="593030"/>
                  </a:lnTo>
                  <a:lnTo>
                    <a:pt x="981550" y="600729"/>
                  </a:lnTo>
                  <a:lnTo>
                    <a:pt x="982211" y="579314"/>
                  </a:lnTo>
                  <a:lnTo>
                    <a:pt x="982871" y="603138"/>
                  </a:lnTo>
                  <a:lnTo>
                    <a:pt x="983532" y="612581"/>
                  </a:lnTo>
                  <a:lnTo>
                    <a:pt x="984192" y="608624"/>
                  </a:lnTo>
                  <a:lnTo>
                    <a:pt x="984853" y="604138"/>
                  </a:lnTo>
                  <a:lnTo>
                    <a:pt x="985513" y="600202"/>
                  </a:lnTo>
                  <a:lnTo>
                    <a:pt x="986174" y="612552"/>
                  </a:lnTo>
                  <a:lnTo>
                    <a:pt x="986834" y="616103"/>
                  </a:lnTo>
                  <a:lnTo>
                    <a:pt x="987495" y="604992"/>
                  </a:lnTo>
                  <a:lnTo>
                    <a:pt x="988156" y="602385"/>
                  </a:lnTo>
                  <a:lnTo>
                    <a:pt x="988816" y="607495"/>
                  </a:lnTo>
                  <a:lnTo>
                    <a:pt x="989477" y="611039"/>
                  </a:lnTo>
                  <a:lnTo>
                    <a:pt x="990137" y="609221"/>
                  </a:lnTo>
                  <a:lnTo>
                    <a:pt x="990798" y="608221"/>
                  </a:lnTo>
                  <a:lnTo>
                    <a:pt x="991458" y="613714"/>
                  </a:lnTo>
                  <a:lnTo>
                    <a:pt x="992119" y="618056"/>
                  </a:lnTo>
                  <a:lnTo>
                    <a:pt x="992779" y="617383"/>
                  </a:lnTo>
                  <a:lnTo>
                    <a:pt x="993440" y="599367"/>
                  </a:lnTo>
                  <a:lnTo>
                    <a:pt x="994100" y="606954"/>
                  </a:lnTo>
                  <a:lnTo>
                    <a:pt x="994761" y="617854"/>
                  </a:lnTo>
                  <a:lnTo>
                    <a:pt x="995421" y="618056"/>
                  </a:lnTo>
                  <a:lnTo>
                    <a:pt x="996082" y="605489"/>
                  </a:lnTo>
                  <a:lnTo>
                    <a:pt x="996742" y="571790"/>
                  </a:lnTo>
                  <a:lnTo>
                    <a:pt x="997403" y="602296"/>
                  </a:lnTo>
                  <a:lnTo>
                    <a:pt x="998064" y="612873"/>
                  </a:lnTo>
                  <a:lnTo>
                    <a:pt x="998724" y="596816"/>
                  </a:lnTo>
                  <a:lnTo>
                    <a:pt x="999385" y="588535"/>
                  </a:lnTo>
                  <a:lnTo>
                    <a:pt x="1000045" y="600729"/>
                  </a:lnTo>
                  <a:lnTo>
                    <a:pt x="1000706" y="598713"/>
                  </a:lnTo>
                  <a:lnTo>
                    <a:pt x="1001366" y="615146"/>
                  </a:lnTo>
                  <a:lnTo>
                    <a:pt x="1002027" y="615737"/>
                  </a:lnTo>
                  <a:lnTo>
                    <a:pt x="1002687" y="587617"/>
                  </a:lnTo>
                  <a:lnTo>
                    <a:pt x="1003348" y="595783"/>
                  </a:lnTo>
                  <a:lnTo>
                    <a:pt x="1004008" y="612996"/>
                  </a:lnTo>
                  <a:lnTo>
                    <a:pt x="1004669" y="619602"/>
                  </a:lnTo>
                  <a:lnTo>
                    <a:pt x="1005329" y="620073"/>
                  </a:lnTo>
                  <a:lnTo>
                    <a:pt x="1005990" y="618321"/>
                  </a:lnTo>
                  <a:lnTo>
                    <a:pt x="1006650" y="604435"/>
                  </a:lnTo>
                  <a:lnTo>
                    <a:pt x="1007311" y="605656"/>
                  </a:lnTo>
                  <a:lnTo>
                    <a:pt x="1007971" y="616089"/>
                  </a:lnTo>
                  <a:lnTo>
                    <a:pt x="1008632" y="606954"/>
                  </a:lnTo>
                  <a:lnTo>
                    <a:pt x="1009293" y="599367"/>
                  </a:lnTo>
                  <a:lnTo>
                    <a:pt x="1009953" y="587617"/>
                  </a:lnTo>
                  <a:lnTo>
                    <a:pt x="1010614" y="608154"/>
                  </a:lnTo>
                  <a:lnTo>
                    <a:pt x="1011274" y="619602"/>
                  </a:lnTo>
                  <a:lnTo>
                    <a:pt x="1011935" y="618321"/>
                  </a:lnTo>
                  <a:lnTo>
                    <a:pt x="1012595" y="598713"/>
                  </a:lnTo>
                  <a:lnTo>
                    <a:pt x="1013256" y="582945"/>
                  </a:lnTo>
                  <a:lnTo>
                    <a:pt x="1013916" y="599592"/>
                  </a:lnTo>
                  <a:lnTo>
                    <a:pt x="1014577" y="585875"/>
                  </a:lnTo>
                  <a:lnTo>
                    <a:pt x="1015237" y="586698"/>
                  </a:lnTo>
                  <a:lnTo>
                    <a:pt x="1015898" y="602421"/>
                  </a:lnTo>
                  <a:lnTo>
                    <a:pt x="1016558" y="592111"/>
                  </a:lnTo>
                  <a:lnTo>
                    <a:pt x="1017219" y="604294"/>
                  </a:lnTo>
                  <a:lnTo>
                    <a:pt x="1017879" y="615034"/>
                  </a:lnTo>
                  <a:lnTo>
                    <a:pt x="1018540" y="616773"/>
                  </a:lnTo>
                  <a:lnTo>
                    <a:pt x="1019201" y="617069"/>
                  </a:lnTo>
                  <a:lnTo>
                    <a:pt x="1019861" y="612178"/>
                  </a:lnTo>
                  <a:lnTo>
                    <a:pt x="1020522" y="603763"/>
                  </a:lnTo>
                  <a:lnTo>
                    <a:pt x="1021182" y="575765"/>
                  </a:lnTo>
                  <a:lnTo>
                    <a:pt x="1021843" y="573529"/>
                  </a:lnTo>
                  <a:lnTo>
                    <a:pt x="1022503" y="589660"/>
                  </a:lnTo>
                  <a:lnTo>
                    <a:pt x="1023164" y="599786"/>
                  </a:lnTo>
                  <a:lnTo>
                    <a:pt x="1023824" y="603792"/>
                  </a:lnTo>
                  <a:lnTo>
                    <a:pt x="1024485" y="594237"/>
                  </a:lnTo>
                  <a:lnTo>
                    <a:pt x="1025145" y="584186"/>
                  </a:lnTo>
                  <a:lnTo>
                    <a:pt x="1025806" y="598230"/>
                  </a:lnTo>
                  <a:lnTo>
                    <a:pt x="1026466" y="593100"/>
                  </a:lnTo>
                  <a:lnTo>
                    <a:pt x="1027127" y="567207"/>
                  </a:lnTo>
                  <a:lnTo>
                    <a:pt x="1027787" y="586538"/>
                  </a:lnTo>
                  <a:lnTo>
                    <a:pt x="1028448" y="597292"/>
                  </a:lnTo>
                  <a:lnTo>
                    <a:pt x="1029109" y="602385"/>
                  </a:lnTo>
                  <a:lnTo>
                    <a:pt x="1029769" y="599367"/>
                  </a:lnTo>
                  <a:lnTo>
                    <a:pt x="1030430" y="601616"/>
                  </a:lnTo>
                  <a:lnTo>
                    <a:pt x="1031090" y="597292"/>
                  </a:lnTo>
                  <a:lnTo>
                    <a:pt x="1031751" y="580911"/>
                  </a:lnTo>
                  <a:lnTo>
                    <a:pt x="1032411" y="599592"/>
                  </a:lnTo>
                  <a:lnTo>
                    <a:pt x="1033072" y="607177"/>
                  </a:lnTo>
                  <a:lnTo>
                    <a:pt x="1033732" y="585104"/>
                  </a:lnTo>
                  <a:lnTo>
                    <a:pt x="1034393" y="613714"/>
                  </a:lnTo>
                  <a:lnTo>
                    <a:pt x="1035053" y="618056"/>
                  </a:lnTo>
                  <a:lnTo>
                    <a:pt x="1035714" y="607495"/>
                  </a:lnTo>
                  <a:lnTo>
                    <a:pt x="1036374" y="591668"/>
                  </a:lnTo>
                  <a:lnTo>
                    <a:pt x="1037035" y="570428"/>
                  </a:lnTo>
                  <a:lnTo>
                    <a:pt x="1037695" y="577952"/>
                  </a:lnTo>
                  <a:lnTo>
                    <a:pt x="1038356" y="605602"/>
                  </a:lnTo>
                  <a:lnTo>
                    <a:pt x="1039017" y="617854"/>
                  </a:lnTo>
                  <a:lnTo>
                    <a:pt x="1039677" y="618141"/>
                  </a:lnTo>
                  <a:lnTo>
                    <a:pt x="1040338" y="607177"/>
                  </a:lnTo>
                  <a:lnTo>
                    <a:pt x="1040998" y="599592"/>
                  </a:lnTo>
                  <a:lnTo>
                    <a:pt x="1041659" y="613714"/>
                  </a:lnTo>
                  <a:lnTo>
                    <a:pt x="1042319" y="602385"/>
                  </a:lnTo>
                  <a:lnTo>
                    <a:pt x="1042980" y="610434"/>
                  </a:lnTo>
                  <a:lnTo>
                    <a:pt x="1043640" y="611189"/>
                  </a:lnTo>
                  <a:lnTo>
                    <a:pt x="1044301" y="605077"/>
                  </a:lnTo>
                  <a:lnTo>
                    <a:pt x="1044961" y="615034"/>
                  </a:lnTo>
                  <a:lnTo>
                    <a:pt x="1045622" y="617182"/>
                  </a:lnTo>
                  <a:lnTo>
                    <a:pt x="1046282" y="614662"/>
                  </a:lnTo>
                  <a:lnTo>
                    <a:pt x="1046943" y="591668"/>
                  </a:lnTo>
                  <a:lnTo>
                    <a:pt x="1047603" y="602421"/>
                  </a:lnTo>
                  <a:lnTo>
                    <a:pt x="1048264" y="617711"/>
                  </a:lnTo>
                  <a:lnTo>
                    <a:pt x="1048924" y="617383"/>
                  </a:lnTo>
                  <a:lnTo>
                    <a:pt x="1049585" y="617383"/>
                  </a:lnTo>
                  <a:lnTo>
                    <a:pt x="1050246" y="618056"/>
                  </a:lnTo>
                  <a:lnTo>
                    <a:pt x="1050906" y="617097"/>
                  </a:lnTo>
                  <a:lnTo>
                    <a:pt x="1051567" y="606346"/>
                  </a:lnTo>
                  <a:lnTo>
                    <a:pt x="1052227" y="588535"/>
                  </a:lnTo>
                  <a:lnTo>
                    <a:pt x="1052888" y="606963"/>
                  </a:lnTo>
                  <a:lnTo>
                    <a:pt x="1053548" y="616103"/>
                  </a:lnTo>
                  <a:lnTo>
                    <a:pt x="1054209" y="616773"/>
                  </a:lnTo>
                  <a:lnTo>
                    <a:pt x="1054869" y="610057"/>
                  </a:lnTo>
                  <a:lnTo>
                    <a:pt x="1055530" y="610491"/>
                  </a:lnTo>
                  <a:lnTo>
                    <a:pt x="1056190" y="606346"/>
                  </a:lnTo>
                  <a:lnTo>
                    <a:pt x="1056851" y="604992"/>
                  </a:lnTo>
                  <a:lnTo>
                    <a:pt x="1057511" y="598901"/>
                  </a:lnTo>
                  <a:lnTo>
                    <a:pt x="1058172" y="581861"/>
                  </a:lnTo>
                  <a:lnTo>
                    <a:pt x="1058832" y="594628"/>
                  </a:lnTo>
                  <a:lnTo>
                    <a:pt x="1059493" y="616074"/>
                  </a:lnTo>
                  <a:lnTo>
                    <a:pt x="1060154" y="617069"/>
                  </a:lnTo>
                  <a:lnTo>
                    <a:pt x="1060814" y="616159"/>
                  </a:lnTo>
                  <a:lnTo>
                    <a:pt x="1061475" y="617439"/>
                  </a:lnTo>
                  <a:lnTo>
                    <a:pt x="1062135" y="616074"/>
                  </a:lnTo>
                  <a:lnTo>
                    <a:pt x="1062796" y="616773"/>
                  </a:lnTo>
                  <a:lnTo>
                    <a:pt x="1063456" y="617383"/>
                  </a:lnTo>
                  <a:lnTo>
                    <a:pt x="1064117" y="609285"/>
                  </a:lnTo>
                  <a:lnTo>
                    <a:pt x="1064777" y="604294"/>
                  </a:lnTo>
                  <a:lnTo>
                    <a:pt x="1065438" y="615119"/>
                  </a:lnTo>
                  <a:lnTo>
                    <a:pt x="1066098" y="615284"/>
                  </a:lnTo>
                  <a:lnTo>
                    <a:pt x="1066759" y="605602"/>
                  </a:lnTo>
                  <a:lnTo>
                    <a:pt x="1067419" y="587617"/>
                  </a:lnTo>
                  <a:lnTo>
                    <a:pt x="1068080" y="602421"/>
                  </a:lnTo>
                  <a:lnTo>
                    <a:pt x="1068740" y="606346"/>
                  </a:lnTo>
                  <a:lnTo>
                    <a:pt x="1069401" y="613714"/>
                  </a:lnTo>
                  <a:lnTo>
                    <a:pt x="1070062" y="617488"/>
                  </a:lnTo>
                  <a:lnTo>
                    <a:pt x="1070722" y="606317"/>
                  </a:lnTo>
                  <a:lnTo>
                    <a:pt x="1071383" y="575380"/>
                  </a:lnTo>
                  <a:lnTo>
                    <a:pt x="1072043" y="572232"/>
                  </a:lnTo>
                  <a:lnTo>
                    <a:pt x="1072704" y="594237"/>
                  </a:lnTo>
                  <a:lnTo>
                    <a:pt x="1073364" y="609221"/>
                  </a:lnTo>
                  <a:lnTo>
                    <a:pt x="1074025" y="609221"/>
                  </a:lnTo>
                  <a:lnTo>
                    <a:pt x="1074685" y="615284"/>
                  </a:lnTo>
                  <a:lnTo>
                    <a:pt x="1075346" y="605602"/>
                  </a:lnTo>
                  <a:lnTo>
                    <a:pt x="1076006" y="602865"/>
                  </a:lnTo>
                  <a:lnTo>
                    <a:pt x="1076667" y="599810"/>
                  </a:lnTo>
                  <a:lnTo>
                    <a:pt x="1077327" y="579797"/>
                  </a:lnTo>
                  <a:lnTo>
                    <a:pt x="1077988" y="588535"/>
                  </a:lnTo>
                  <a:lnTo>
                    <a:pt x="1078648" y="614375"/>
                  </a:lnTo>
                  <a:lnTo>
                    <a:pt x="1079309" y="611722"/>
                  </a:lnTo>
                  <a:lnTo>
                    <a:pt x="1079969" y="598946"/>
                  </a:lnTo>
                  <a:lnTo>
                    <a:pt x="1080630" y="599367"/>
                  </a:lnTo>
                  <a:lnTo>
                    <a:pt x="1081291" y="612873"/>
                  </a:lnTo>
                  <a:lnTo>
                    <a:pt x="1081951" y="611722"/>
                  </a:lnTo>
                  <a:lnTo>
                    <a:pt x="1082612" y="612873"/>
                  </a:lnTo>
                  <a:lnTo>
                    <a:pt x="1083272" y="596654"/>
                  </a:lnTo>
                  <a:lnTo>
                    <a:pt x="1083933" y="587173"/>
                  </a:lnTo>
                  <a:lnTo>
                    <a:pt x="1084593" y="590142"/>
                  </a:lnTo>
                  <a:lnTo>
                    <a:pt x="1085254" y="578919"/>
                  </a:lnTo>
                  <a:lnTo>
                    <a:pt x="1085914" y="582945"/>
                  </a:lnTo>
                  <a:lnTo>
                    <a:pt x="1086575" y="613978"/>
                  </a:lnTo>
                  <a:lnTo>
                    <a:pt x="1087235" y="614240"/>
                  </a:lnTo>
                  <a:lnTo>
                    <a:pt x="1087896" y="604992"/>
                  </a:lnTo>
                  <a:lnTo>
                    <a:pt x="1088556" y="603792"/>
                  </a:lnTo>
                  <a:lnTo>
                    <a:pt x="1089217" y="597292"/>
                  </a:lnTo>
                  <a:lnTo>
                    <a:pt x="1089877" y="608920"/>
                  </a:lnTo>
                  <a:lnTo>
                    <a:pt x="1090538" y="596816"/>
                  </a:lnTo>
                  <a:lnTo>
                    <a:pt x="1091199" y="617058"/>
                  </a:lnTo>
                  <a:lnTo>
                    <a:pt x="1091859" y="617488"/>
                  </a:lnTo>
                  <a:lnTo>
                    <a:pt x="1092520" y="616858"/>
                  </a:lnTo>
                  <a:lnTo>
                    <a:pt x="1093180" y="617408"/>
                  </a:lnTo>
                  <a:lnTo>
                    <a:pt x="1093841" y="591668"/>
                  </a:lnTo>
                  <a:lnTo>
                    <a:pt x="1094501" y="590104"/>
                  </a:lnTo>
                  <a:lnTo>
                    <a:pt x="1095162" y="601616"/>
                  </a:lnTo>
                  <a:lnTo>
                    <a:pt x="1095822" y="616089"/>
                  </a:lnTo>
                  <a:lnTo>
                    <a:pt x="1096483" y="615813"/>
                  </a:lnTo>
                  <a:lnTo>
                    <a:pt x="1097143" y="603073"/>
                  </a:lnTo>
                  <a:lnTo>
                    <a:pt x="1097804" y="604294"/>
                  </a:lnTo>
                  <a:lnTo>
                    <a:pt x="1098464" y="592111"/>
                  </a:lnTo>
                  <a:lnTo>
                    <a:pt x="1099125" y="598713"/>
                  </a:lnTo>
                  <a:lnTo>
                    <a:pt x="1099785" y="593030"/>
                  </a:lnTo>
                  <a:lnTo>
                    <a:pt x="1100446" y="610434"/>
                  </a:lnTo>
                  <a:lnTo>
                    <a:pt x="1101107" y="612873"/>
                  </a:lnTo>
                  <a:lnTo>
                    <a:pt x="1101767" y="602385"/>
                  </a:lnTo>
                  <a:lnTo>
                    <a:pt x="1102428" y="611189"/>
                  </a:lnTo>
                  <a:lnTo>
                    <a:pt x="1103088" y="611632"/>
                  </a:lnTo>
                  <a:lnTo>
                    <a:pt x="1103749" y="582945"/>
                  </a:lnTo>
                  <a:lnTo>
                    <a:pt x="1104409" y="585875"/>
                  </a:lnTo>
                  <a:lnTo>
                    <a:pt x="1105070" y="612160"/>
                  </a:lnTo>
                  <a:lnTo>
                    <a:pt x="1105730" y="616773"/>
                  </a:lnTo>
                  <a:lnTo>
                    <a:pt x="1106391" y="610057"/>
                  </a:lnTo>
                  <a:lnTo>
                    <a:pt x="1107051" y="597980"/>
                  </a:lnTo>
                  <a:lnTo>
                    <a:pt x="1107712" y="601049"/>
                  </a:lnTo>
                  <a:lnTo>
                    <a:pt x="1108372" y="616074"/>
                  </a:lnTo>
                  <a:lnTo>
                    <a:pt x="1109033" y="615034"/>
                  </a:lnTo>
                  <a:lnTo>
                    <a:pt x="1109693" y="602421"/>
                  </a:lnTo>
                  <a:lnTo>
                    <a:pt x="1110354" y="591668"/>
                  </a:lnTo>
                  <a:lnTo>
                    <a:pt x="1111015" y="602421"/>
                  </a:lnTo>
                  <a:lnTo>
                    <a:pt x="1111675" y="612996"/>
                  </a:lnTo>
                  <a:lnTo>
                    <a:pt x="1112336" y="599810"/>
                  </a:lnTo>
                  <a:lnTo>
                    <a:pt x="1112996" y="580911"/>
                  </a:lnTo>
                  <a:lnTo>
                    <a:pt x="1113657" y="602978"/>
                  </a:lnTo>
                  <a:lnTo>
                    <a:pt x="1114317" y="591022"/>
                  </a:lnTo>
                  <a:lnTo>
                    <a:pt x="1114978" y="608250"/>
                  </a:lnTo>
                  <a:lnTo>
                    <a:pt x="1115638" y="615034"/>
                  </a:lnTo>
                  <a:lnTo>
                    <a:pt x="1116299" y="611795"/>
                  </a:lnTo>
                  <a:lnTo>
                    <a:pt x="1116959" y="603792"/>
                  </a:lnTo>
                  <a:lnTo>
                    <a:pt x="1117620" y="601078"/>
                  </a:lnTo>
                  <a:lnTo>
                    <a:pt x="1118280" y="608250"/>
                  </a:lnTo>
                  <a:lnTo>
                    <a:pt x="1118941" y="607495"/>
                  </a:lnTo>
                  <a:lnTo>
                    <a:pt x="1119601" y="571790"/>
                  </a:lnTo>
                  <a:lnTo>
                    <a:pt x="1120262" y="530937"/>
                  </a:lnTo>
                  <a:lnTo>
                    <a:pt x="1120922" y="498939"/>
                  </a:lnTo>
                  <a:lnTo>
                    <a:pt x="1121583" y="497452"/>
                  </a:lnTo>
                  <a:lnTo>
                    <a:pt x="1122244" y="496045"/>
                  </a:lnTo>
                  <a:lnTo>
                    <a:pt x="1122904" y="555218"/>
                  </a:lnTo>
                  <a:lnTo>
                    <a:pt x="1123565" y="591929"/>
                  </a:lnTo>
                  <a:lnTo>
                    <a:pt x="1124225" y="616060"/>
                  </a:lnTo>
                  <a:lnTo>
                    <a:pt x="1124886" y="620073"/>
                  </a:lnTo>
                  <a:lnTo>
                    <a:pt x="1125546" y="611039"/>
                  </a:lnTo>
                  <a:lnTo>
                    <a:pt x="1126207" y="590142"/>
                  </a:lnTo>
                  <a:lnTo>
                    <a:pt x="1126867" y="591022"/>
                  </a:lnTo>
                  <a:lnTo>
                    <a:pt x="1127528" y="616103"/>
                  </a:lnTo>
                  <a:lnTo>
                    <a:pt x="1128188" y="615119"/>
                  </a:lnTo>
                  <a:lnTo>
                    <a:pt x="1128849" y="612120"/>
                  </a:lnTo>
                  <a:lnTo>
                    <a:pt x="1129509" y="612950"/>
                  </a:lnTo>
                  <a:lnTo>
                    <a:pt x="1130170" y="596313"/>
                  </a:lnTo>
                  <a:lnTo>
                    <a:pt x="1130830" y="616190"/>
                  </a:lnTo>
                  <a:lnTo>
                    <a:pt x="1131491" y="617141"/>
                  </a:lnTo>
                  <a:lnTo>
                    <a:pt x="1132152" y="619744"/>
                  </a:lnTo>
                  <a:lnTo>
                    <a:pt x="1132812" y="615768"/>
                  </a:lnTo>
                  <a:lnTo>
                    <a:pt x="1133473" y="604077"/>
                  </a:lnTo>
                  <a:lnTo>
                    <a:pt x="1134133" y="611885"/>
                  </a:lnTo>
                  <a:lnTo>
                    <a:pt x="1134794" y="607833"/>
                  </a:lnTo>
                  <a:lnTo>
                    <a:pt x="1135454" y="614163"/>
                  </a:lnTo>
                  <a:lnTo>
                    <a:pt x="1136115" y="617167"/>
                  </a:lnTo>
                  <a:lnTo>
                    <a:pt x="1136775" y="598352"/>
                  </a:lnTo>
                  <a:lnTo>
                    <a:pt x="1137436" y="602100"/>
                  </a:lnTo>
                  <a:lnTo>
                    <a:pt x="1138096" y="597030"/>
                  </a:lnTo>
                  <a:lnTo>
                    <a:pt x="1138757" y="597909"/>
                  </a:lnTo>
                  <a:lnTo>
                    <a:pt x="1139417" y="602752"/>
                  </a:lnTo>
                  <a:lnTo>
                    <a:pt x="1140078" y="601295"/>
                  </a:lnTo>
                  <a:lnTo>
                    <a:pt x="1140738" y="614779"/>
                  </a:lnTo>
                  <a:lnTo>
                    <a:pt x="1141399" y="610514"/>
                  </a:lnTo>
                  <a:lnTo>
                    <a:pt x="1142060" y="589339"/>
                  </a:lnTo>
                  <a:lnTo>
                    <a:pt x="1142720" y="608964"/>
                  </a:lnTo>
                  <a:lnTo>
                    <a:pt x="1143381" y="604114"/>
                  </a:lnTo>
                  <a:lnTo>
                    <a:pt x="1144041" y="585554"/>
                  </a:lnTo>
                  <a:lnTo>
                    <a:pt x="1144702" y="606818"/>
                  </a:lnTo>
                  <a:lnTo>
                    <a:pt x="1145362" y="615665"/>
                  </a:lnTo>
                  <a:lnTo>
                    <a:pt x="1146023" y="616624"/>
                  </a:lnTo>
                  <a:lnTo>
                    <a:pt x="1146683" y="615922"/>
                  </a:lnTo>
                  <a:lnTo>
                    <a:pt x="1147344" y="616422"/>
                  </a:lnTo>
                  <a:lnTo>
                    <a:pt x="1148004" y="617141"/>
                  </a:lnTo>
                  <a:lnTo>
                    <a:pt x="1148665" y="604914"/>
                  </a:lnTo>
                  <a:lnTo>
                    <a:pt x="1149325" y="602360"/>
                  </a:lnTo>
                  <a:lnTo>
                    <a:pt x="1149986" y="602360"/>
                  </a:lnTo>
                  <a:lnTo>
                    <a:pt x="1150646" y="587859"/>
                  </a:lnTo>
                  <a:lnTo>
                    <a:pt x="1151307" y="616721"/>
                  </a:lnTo>
                  <a:lnTo>
                    <a:pt x="1151967" y="612808"/>
                  </a:lnTo>
                  <a:lnTo>
                    <a:pt x="1152628" y="602277"/>
                  </a:lnTo>
                  <a:lnTo>
                    <a:pt x="1153289" y="603260"/>
                  </a:lnTo>
                  <a:lnTo>
                    <a:pt x="1153949" y="612675"/>
                  </a:lnTo>
                  <a:lnTo>
                    <a:pt x="1154610" y="610124"/>
                  </a:lnTo>
                  <a:lnTo>
                    <a:pt x="1155270" y="606063"/>
                  </a:lnTo>
                  <a:lnTo>
                    <a:pt x="1155931" y="593224"/>
                  </a:lnTo>
                  <a:lnTo>
                    <a:pt x="1156591" y="592805"/>
                  </a:lnTo>
                  <a:lnTo>
                    <a:pt x="1157252" y="602331"/>
                  </a:lnTo>
                  <a:lnTo>
                    <a:pt x="1157912" y="608122"/>
                  </a:lnTo>
                  <a:lnTo>
                    <a:pt x="1158573" y="615521"/>
                  </a:lnTo>
                  <a:lnTo>
                    <a:pt x="1159233" y="608958"/>
                  </a:lnTo>
                  <a:lnTo>
                    <a:pt x="1159894" y="595576"/>
                  </a:lnTo>
                  <a:lnTo>
                    <a:pt x="1160554" y="591346"/>
                  </a:lnTo>
                  <a:lnTo>
                    <a:pt x="1161215" y="596193"/>
                  </a:lnTo>
                  <a:lnTo>
                    <a:pt x="1161875" y="602693"/>
                  </a:lnTo>
                  <a:lnTo>
                    <a:pt x="1162536" y="593138"/>
                  </a:lnTo>
                  <a:lnTo>
                    <a:pt x="1163197" y="584184"/>
                  </a:lnTo>
                  <a:lnTo>
                    <a:pt x="1163857" y="612333"/>
                  </a:lnTo>
                  <a:lnTo>
                    <a:pt x="1164518" y="615998"/>
                  </a:lnTo>
                  <a:lnTo>
                    <a:pt x="1165178" y="602693"/>
                  </a:lnTo>
                  <a:lnTo>
                    <a:pt x="1165839" y="576623"/>
                  </a:lnTo>
                  <a:lnTo>
                    <a:pt x="1166499" y="583864"/>
                  </a:lnTo>
                  <a:lnTo>
                    <a:pt x="1167160" y="591346"/>
                  </a:lnTo>
                  <a:lnTo>
                    <a:pt x="1167820" y="585439"/>
                  </a:lnTo>
                  <a:lnTo>
                    <a:pt x="1168481" y="601136"/>
                  </a:lnTo>
                  <a:lnTo>
                    <a:pt x="1169141" y="610153"/>
                  </a:lnTo>
                  <a:lnTo>
                    <a:pt x="1169802" y="609636"/>
                  </a:lnTo>
                  <a:lnTo>
                    <a:pt x="1170462" y="599837"/>
                  </a:lnTo>
                  <a:lnTo>
                    <a:pt x="1171123" y="588367"/>
                  </a:lnTo>
                  <a:lnTo>
                    <a:pt x="1171783" y="598306"/>
                  </a:lnTo>
                  <a:lnTo>
                    <a:pt x="1172444" y="603262"/>
                  </a:lnTo>
                  <a:lnTo>
                    <a:pt x="1173105" y="606666"/>
                  </a:lnTo>
                  <a:lnTo>
                    <a:pt x="1173765" y="579003"/>
                  </a:lnTo>
                  <a:lnTo>
                    <a:pt x="1174426" y="590966"/>
                  </a:lnTo>
                  <a:lnTo>
                    <a:pt x="1175086" y="591366"/>
                  </a:lnTo>
                  <a:lnTo>
                    <a:pt x="1175747" y="592587"/>
                  </a:lnTo>
                  <a:lnTo>
                    <a:pt x="1176407" y="588036"/>
                  </a:lnTo>
                  <a:lnTo>
                    <a:pt x="1177068" y="584761"/>
                  </a:lnTo>
                  <a:lnTo>
                    <a:pt x="1177728" y="601778"/>
                  </a:lnTo>
                  <a:lnTo>
                    <a:pt x="1178389" y="598714"/>
                  </a:lnTo>
                  <a:lnTo>
                    <a:pt x="1179049" y="579388"/>
                  </a:lnTo>
                  <a:lnTo>
                    <a:pt x="1179710" y="577149"/>
                  </a:lnTo>
                  <a:lnTo>
                    <a:pt x="1180370" y="563056"/>
                  </a:lnTo>
                  <a:lnTo>
                    <a:pt x="1181031" y="560100"/>
                  </a:lnTo>
                  <a:lnTo>
                    <a:pt x="1181691" y="552201"/>
                  </a:lnTo>
                  <a:lnTo>
                    <a:pt x="1182352" y="544070"/>
                  </a:lnTo>
                  <a:lnTo>
                    <a:pt x="1183013" y="488528"/>
                  </a:lnTo>
                  <a:lnTo>
                    <a:pt x="1183673" y="506771"/>
                  </a:lnTo>
                  <a:lnTo>
                    <a:pt x="1184334" y="528142"/>
                  </a:lnTo>
                  <a:lnTo>
                    <a:pt x="1184994" y="495250"/>
                  </a:lnTo>
                  <a:lnTo>
                    <a:pt x="1185655" y="382416"/>
                  </a:lnTo>
                  <a:lnTo>
                    <a:pt x="1186315" y="361380"/>
                  </a:lnTo>
                  <a:lnTo>
                    <a:pt x="1186976" y="361380"/>
                  </a:lnTo>
                  <a:lnTo>
                    <a:pt x="1187636" y="361380"/>
                  </a:lnTo>
                  <a:lnTo>
                    <a:pt x="1188297" y="362634"/>
                  </a:lnTo>
                  <a:lnTo>
                    <a:pt x="1188957" y="381308"/>
                  </a:lnTo>
                  <a:lnTo>
                    <a:pt x="1189618" y="476728"/>
                  </a:lnTo>
                  <a:lnTo>
                    <a:pt x="1190278" y="481896"/>
                  </a:lnTo>
                  <a:lnTo>
                    <a:pt x="1190939" y="474879"/>
                  </a:lnTo>
                  <a:lnTo>
                    <a:pt x="1191599" y="526865"/>
                  </a:lnTo>
                  <a:lnTo>
                    <a:pt x="1192260" y="540451"/>
                  </a:lnTo>
                  <a:lnTo>
                    <a:pt x="1192920" y="558041"/>
                  </a:lnTo>
                  <a:lnTo>
                    <a:pt x="1193581" y="567877"/>
                  </a:lnTo>
                  <a:lnTo>
                    <a:pt x="1194242" y="561158"/>
                  </a:lnTo>
                  <a:lnTo>
                    <a:pt x="1194902" y="521147"/>
                  </a:lnTo>
                  <a:lnTo>
                    <a:pt x="1195563" y="543285"/>
                  </a:lnTo>
                  <a:lnTo>
                    <a:pt x="1196223" y="588921"/>
                  </a:lnTo>
                  <a:lnTo>
                    <a:pt x="1196884" y="599322"/>
                  </a:lnTo>
                  <a:lnTo>
                    <a:pt x="1197544" y="587316"/>
                  </a:lnTo>
                  <a:lnTo>
                    <a:pt x="1198205" y="559085"/>
                  </a:lnTo>
                  <a:lnTo>
                    <a:pt x="1198865" y="571601"/>
                  </a:lnTo>
                  <a:lnTo>
                    <a:pt x="1199526" y="601439"/>
                  </a:lnTo>
                  <a:lnTo>
                    <a:pt x="1200186" y="609775"/>
                  </a:lnTo>
                  <a:lnTo>
                    <a:pt x="1200847" y="589241"/>
                  </a:lnTo>
                  <a:lnTo>
                    <a:pt x="1201507" y="581542"/>
                  </a:lnTo>
                  <a:lnTo>
                    <a:pt x="1202168" y="580278"/>
                  </a:lnTo>
                  <a:lnTo>
                    <a:pt x="1202828" y="576403"/>
                  </a:lnTo>
                  <a:lnTo>
                    <a:pt x="1203489" y="591929"/>
                  </a:lnTo>
                  <a:lnTo>
                    <a:pt x="1204150" y="605128"/>
                  </a:lnTo>
                  <a:lnTo>
                    <a:pt x="1204810" y="600630"/>
                  </a:lnTo>
                  <a:lnTo>
                    <a:pt x="1205471" y="580521"/>
                  </a:lnTo>
                  <a:lnTo>
                    <a:pt x="1206131" y="579483"/>
                  </a:lnTo>
                  <a:lnTo>
                    <a:pt x="1206792" y="574963"/>
                  </a:lnTo>
                  <a:lnTo>
                    <a:pt x="1207452" y="585191"/>
                  </a:lnTo>
                  <a:lnTo>
                    <a:pt x="1208113" y="599102"/>
                  </a:lnTo>
                  <a:lnTo>
                    <a:pt x="1208773" y="610504"/>
                  </a:lnTo>
                  <a:lnTo>
                    <a:pt x="1209434" y="588976"/>
                  </a:lnTo>
                  <a:lnTo>
                    <a:pt x="1210094" y="590338"/>
                  </a:lnTo>
                  <a:lnTo>
                    <a:pt x="1210755" y="576560"/>
                  </a:lnTo>
                  <a:lnTo>
                    <a:pt x="1211415" y="587851"/>
                  </a:lnTo>
                  <a:lnTo>
                    <a:pt x="1212076" y="594769"/>
                  </a:lnTo>
                  <a:lnTo>
                    <a:pt x="1212736" y="590983"/>
                  </a:lnTo>
                  <a:lnTo>
                    <a:pt x="1213397" y="576873"/>
                  </a:lnTo>
                  <a:lnTo>
                    <a:pt x="1214058" y="579660"/>
                  </a:lnTo>
                  <a:lnTo>
                    <a:pt x="1214718" y="591854"/>
                  </a:lnTo>
                  <a:lnTo>
                    <a:pt x="1215379" y="595625"/>
                  </a:lnTo>
                  <a:lnTo>
                    <a:pt x="1216039" y="596667"/>
                  </a:lnTo>
                  <a:lnTo>
                    <a:pt x="1216700" y="580898"/>
                  </a:lnTo>
                  <a:lnTo>
                    <a:pt x="1217360" y="584743"/>
                  </a:lnTo>
                  <a:lnTo>
                    <a:pt x="1218021" y="603197"/>
                  </a:lnTo>
                  <a:lnTo>
                    <a:pt x="1218681" y="614978"/>
                  </a:lnTo>
                  <a:lnTo>
                    <a:pt x="1219342" y="616261"/>
                  </a:lnTo>
                  <a:lnTo>
                    <a:pt x="1220002" y="616261"/>
                  </a:lnTo>
                  <a:lnTo>
                    <a:pt x="1220663" y="619388"/>
                  </a:lnTo>
                  <a:lnTo>
                    <a:pt x="1221323" y="608600"/>
                  </a:lnTo>
                  <a:lnTo>
                    <a:pt x="1221984" y="601737"/>
                  </a:lnTo>
                  <a:lnTo>
                    <a:pt x="1222644" y="589457"/>
                  </a:lnTo>
                  <a:lnTo>
                    <a:pt x="1223305" y="569992"/>
                  </a:lnTo>
                  <a:lnTo>
                    <a:pt x="1223965" y="592345"/>
                  </a:lnTo>
                  <a:lnTo>
                    <a:pt x="1224626" y="612312"/>
                  </a:lnTo>
                  <a:lnTo>
                    <a:pt x="1225287" y="606269"/>
                  </a:lnTo>
                  <a:lnTo>
                    <a:pt x="1225947" y="590983"/>
                  </a:lnTo>
                  <a:lnTo>
                    <a:pt x="1226608" y="604792"/>
                  </a:lnTo>
                  <a:lnTo>
                    <a:pt x="1227268" y="586932"/>
                  </a:lnTo>
                  <a:lnTo>
                    <a:pt x="1227929" y="577121"/>
                  </a:lnTo>
                  <a:lnTo>
                    <a:pt x="1228589" y="584420"/>
                  </a:lnTo>
                  <a:lnTo>
                    <a:pt x="1229250" y="587851"/>
                  </a:lnTo>
                  <a:lnTo>
                    <a:pt x="1229910" y="586970"/>
                  </a:lnTo>
                  <a:lnTo>
                    <a:pt x="1230571" y="585608"/>
                  </a:lnTo>
                  <a:lnTo>
                    <a:pt x="1231231" y="591021"/>
                  </a:lnTo>
                  <a:lnTo>
                    <a:pt x="1231892" y="586527"/>
                  </a:lnTo>
                  <a:lnTo>
                    <a:pt x="1232552" y="591464"/>
                  </a:lnTo>
                  <a:lnTo>
                    <a:pt x="1233213" y="582298"/>
                  </a:lnTo>
                  <a:lnTo>
                    <a:pt x="1233873" y="598066"/>
                  </a:lnTo>
                  <a:lnTo>
                    <a:pt x="1234534" y="597661"/>
                  </a:lnTo>
                  <a:lnTo>
                    <a:pt x="1235195" y="583291"/>
                  </a:lnTo>
                  <a:lnTo>
                    <a:pt x="1235855" y="577253"/>
                  </a:lnTo>
                  <a:lnTo>
                    <a:pt x="1236516" y="591021"/>
                  </a:lnTo>
                  <a:lnTo>
                    <a:pt x="1237176" y="598720"/>
                  </a:lnTo>
                  <a:lnTo>
                    <a:pt x="1237837" y="604955"/>
                  </a:lnTo>
                  <a:lnTo>
                    <a:pt x="1238497" y="594807"/>
                  </a:lnTo>
                  <a:lnTo>
                    <a:pt x="1239158" y="595136"/>
                  </a:lnTo>
                  <a:lnTo>
                    <a:pt x="1239818" y="558486"/>
                  </a:lnTo>
                  <a:lnTo>
                    <a:pt x="1240479" y="489091"/>
                  </a:lnTo>
                  <a:lnTo>
                    <a:pt x="1241139" y="489219"/>
                  </a:lnTo>
                  <a:lnTo>
                    <a:pt x="1241800" y="491962"/>
                  </a:lnTo>
                  <a:lnTo>
                    <a:pt x="1242460" y="510609"/>
                  </a:lnTo>
                  <a:lnTo>
                    <a:pt x="1243121" y="516149"/>
                  </a:lnTo>
                  <a:lnTo>
                    <a:pt x="1243781" y="528291"/>
                  </a:lnTo>
                  <a:lnTo>
                    <a:pt x="1244442" y="586970"/>
                  </a:lnTo>
                  <a:lnTo>
                    <a:pt x="1245103" y="611149"/>
                  </a:lnTo>
                  <a:lnTo>
                    <a:pt x="1245763" y="584766"/>
                  </a:lnTo>
                  <a:lnTo>
                    <a:pt x="1246424" y="581379"/>
                  </a:lnTo>
                  <a:lnTo>
                    <a:pt x="1247084" y="603648"/>
                  </a:lnTo>
                  <a:lnTo>
                    <a:pt x="1247745" y="600082"/>
                  </a:lnTo>
                  <a:lnTo>
                    <a:pt x="1248405" y="581379"/>
                  </a:lnTo>
                  <a:lnTo>
                    <a:pt x="1249066" y="600516"/>
                  </a:lnTo>
                  <a:lnTo>
                    <a:pt x="1249726" y="608638"/>
                  </a:lnTo>
                  <a:lnTo>
                    <a:pt x="1250387" y="603648"/>
                  </a:lnTo>
                  <a:lnTo>
                    <a:pt x="1251047" y="589457"/>
                  </a:lnTo>
                  <a:lnTo>
                    <a:pt x="1251708" y="603136"/>
                  </a:lnTo>
                  <a:lnTo>
                    <a:pt x="1252368" y="592383"/>
                  </a:lnTo>
                  <a:lnTo>
                    <a:pt x="1253029" y="578667"/>
                  </a:lnTo>
                  <a:lnTo>
                    <a:pt x="1253689" y="596169"/>
                  </a:lnTo>
                  <a:lnTo>
                    <a:pt x="1254350" y="612349"/>
                  </a:lnTo>
                  <a:lnTo>
                    <a:pt x="1255011" y="603648"/>
                  </a:lnTo>
                  <a:lnTo>
                    <a:pt x="1255671" y="610542"/>
                  </a:lnTo>
                  <a:lnTo>
                    <a:pt x="1256332" y="611854"/>
                  </a:lnTo>
                  <a:lnTo>
                    <a:pt x="1256992" y="606751"/>
                  </a:lnTo>
                  <a:lnTo>
                    <a:pt x="1257653" y="584457"/>
                  </a:lnTo>
                  <a:lnTo>
                    <a:pt x="1258313" y="582298"/>
                  </a:lnTo>
                  <a:lnTo>
                    <a:pt x="1258974" y="582298"/>
                  </a:lnTo>
                  <a:lnTo>
                    <a:pt x="1259634" y="581836"/>
                  </a:lnTo>
                  <a:lnTo>
                    <a:pt x="1260295" y="597661"/>
                  </a:lnTo>
                  <a:lnTo>
                    <a:pt x="1260955" y="603974"/>
                  </a:lnTo>
                  <a:lnTo>
                    <a:pt x="1261616" y="589495"/>
                  </a:lnTo>
                  <a:lnTo>
                    <a:pt x="1262276" y="603136"/>
                  </a:lnTo>
                  <a:lnTo>
                    <a:pt x="1262937" y="617292"/>
                  </a:lnTo>
                  <a:lnTo>
                    <a:pt x="1263597" y="616736"/>
                  </a:lnTo>
                  <a:lnTo>
                    <a:pt x="1264258" y="613679"/>
                  </a:lnTo>
                  <a:lnTo>
                    <a:pt x="1264918" y="611513"/>
                  </a:lnTo>
                  <a:lnTo>
                    <a:pt x="1265579" y="600082"/>
                  </a:lnTo>
                  <a:lnTo>
                    <a:pt x="1266240" y="584457"/>
                  </a:lnTo>
                  <a:lnTo>
                    <a:pt x="1266900" y="600082"/>
                  </a:lnTo>
                  <a:lnTo>
                    <a:pt x="1267561" y="594807"/>
                  </a:lnTo>
                  <a:lnTo>
                    <a:pt x="1268221" y="592383"/>
                  </a:lnTo>
                  <a:lnTo>
                    <a:pt x="1268882" y="592383"/>
                  </a:lnTo>
                  <a:lnTo>
                    <a:pt x="1269542" y="591921"/>
                  </a:lnTo>
                  <a:lnTo>
                    <a:pt x="1270203" y="601915"/>
                  </a:lnTo>
                  <a:lnTo>
                    <a:pt x="1270863" y="590376"/>
                  </a:lnTo>
                  <a:lnTo>
                    <a:pt x="1271524" y="587888"/>
                  </a:lnTo>
                  <a:lnTo>
                    <a:pt x="1272184" y="583096"/>
                  </a:lnTo>
                  <a:lnTo>
                    <a:pt x="1272845" y="573942"/>
                  </a:lnTo>
                  <a:lnTo>
                    <a:pt x="1273505" y="582500"/>
                  </a:lnTo>
                  <a:lnTo>
                    <a:pt x="1274166" y="584457"/>
                  </a:lnTo>
                  <a:lnTo>
                    <a:pt x="1274826" y="582298"/>
                  </a:lnTo>
                  <a:lnTo>
                    <a:pt x="1275487" y="592383"/>
                  </a:lnTo>
                  <a:lnTo>
                    <a:pt x="1276148" y="612349"/>
                  </a:lnTo>
                  <a:lnTo>
                    <a:pt x="1276808" y="618122"/>
                  </a:lnTo>
                  <a:lnTo>
                    <a:pt x="1277469" y="615442"/>
                  </a:lnTo>
                  <a:lnTo>
                    <a:pt x="1278129" y="608638"/>
                  </a:lnTo>
                  <a:lnTo>
                    <a:pt x="1278790" y="617675"/>
                  </a:lnTo>
                  <a:lnTo>
                    <a:pt x="1279450" y="611149"/>
                  </a:lnTo>
                  <a:lnTo>
                    <a:pt x="1280111" y="578273"/>
                  </a:lnTo>
                  <a:lnTo>
                    <a:pt x="1280771" y="578273"/>
                  </a:lnTo>
                  <a:lnTo>
                    <a:pt x="1281432" y="610000"/>
                  </a:lnTo>
                  <a:lnTo>
                    <a:pt x="1282092" y="615442"/>
                  </a:lnTo>
                  <a:lnTo>
                    <a:pt x="1282753" y="597583"/>
                  </a:lnTo>
                  <a:lnTo>
                    <a:pt x="1283413" y="608638"/>
                  </a:lnTo>
                  <a:lnTo>
                    <a:pt x="1284074" y="614499"/>
                  </a:lnTo>
                  <a:lnTo>
                    <a:pt x="1284734" y="607507"/>
                  </a:lnTo>
                  <a:lnTo>
                    <a:pt x="1285395" y="601775"/>
                  </a:lnTo>
                  <a:lnTo>
                    <a:pt x="1286056" y="603648"/>
                  </a:lnTo>
                  <a:lnTo>
                    <a:pt x="1286716" y="619426"/>
                  </a:lnTo>
                  <a:lnTo>
                    <a:pt x="1287377" y="614862"/>
                  </a:lnTo>
                  <a:lnTo>
                    <a:pt x="1288037" y="598945"/>
                  </a:lnTo>
                  <a:lnTo>
                    <a:pt x="1288698" y="599163"/>
                  </a:lnTo>
                  <a:lnTo>
                    <a:pt x="1289358" y="616340"/>
                  </a:lnTo>
                  <a:lnTo>
                    <a:pt x="1290019" y="619426"/>
                  </a:lnTo>
                  <a:lnTo>
                    <a:pt x="1290679" y="619426"/>
                  </a:lnTo>
                  <a:lnTo>
                    <a:pt x="1291340" y="614499"/>
                  </a:lnTo>
                  <a:lnTo>
                    <a:pt x="1292000" y="608638"/>
                  </a:lnTo>
                  <a:lnTo>
                    <a:pt x="1292661" y="592383"/>
                  </a:lnTo>
                  <a:lnTo>
                    <a:pt x="1293321" y="587888"/>
                  </a:lnTo>
                  <a:lnTo>
                    <a:pt x="1293982" y="607507"/>
                  </a:lnTo>
                  <a:lnTo>
                    <a:pt x="1294642" y="617494"/>
                  </a:lnTo>
                  <a:lnTo>
                    <a:pt x="1295303" y="602870"/>
                  </a:lnTo>
                  <a:lnTo>
                    <a:pt x="1295963" y="603648"/>
                  </a:lnTo>
                  <a:lnTo>
                    <a:pt x="1296624" y="616736"/>
                  </a:lnTo>
                  <a:lnTo>
                    <a:pt x="1297285" y="611171"/>
                  </a:lnTo>
                  <a:lnTo>
                    <a:pt x="1297945" y="584605"/>
                  </a:lnTo>
                  <a:lnTo>
                    <a:pt x="1298606" y="599966"/>
                  </a:lnTo>
                  <a:lnTo>
                    <a:pt x="1299266" y="607866"/>
                  </a:lnTo>
                  <a:lnTo>
                    <a:pt x="1299927" y="593581"/>
                  </a:lnTo>
                  <a:lnTo>
                    <a:pt x="1300587" y="585882"/>
                  </a:lnTo>
                  <a:lnTo>
                    <a:pt x="1301248" y="581831"/>
                  </a:lnTo>
                  <a:lnTo>
                    <a:pt x="1301908" y="587244"/>
                  </a:lnTo>
                  <a:lnTo>
                    <a:pt x="1302569" y="590913"/>
                  </a:lnTo>
                  <a:lnTo>
                    <a:pt x="1303229" y="576241"/>
                  </a:lnTo>
                  <a:lnTo>
                    <a:pt x="1303890" y="580913"/>
                  </a:lnTo>
                  <a:lnTo>
                    <a:pt x="1304550" y="580159"/>
                  </a:lnTo>
                  <a:lnTo>
                    <a:pt x="1305211" y="577271"/>
                  </a:lnTo>
                  <a:lnTo>
                    <a:pt x="1305871" y="580159"/>
                  </a:lnTo>
                  <a:lnTo>
                    <a:pt x="1306532" y="600579"/>
                  </a:lnTo>
                  <a:lnTo>
                    <a:pt x="1307193" y="602233"/>
                  </a:lnTo>
                  <a:lnTo>
                    <a:pt x="1307853" y="589998"/>
                  </a:lnTo>
                  <a:lnTo>
                    <a:pt x="1308514" y="580159"/>
                  </a:lnTo>
                  <a:lnTo>
                    <a:pt x="1309174" y="580159"/>
                  </a:lnTo>
                  <a:lnTo>
                    <a:pt x="1309835" y="557712"/>
                  </a:lnTo>
                  <a:lnTo>
                    <a:pt x="1310495" y="557712"/>
                  </a:lnTo>
                  <a:lnTo>
                    <a:pt x="1311156" y="573134"/>
                  </a:lnTo>
                  <a:lnTo>
                    <a:pt x="1311816" y="573134"/>
                  </a:lnTo>
                  <a:lnTo>
                    <a:pt x="1312477" y="579319"/>
                  </a:lnTo>
                  <a:lnTo>
                    <a:pt x="1313137" y="582433"/>
                  </a:lnTo>
                  <a:lnTo>
                    <a:pt x="1313798" y="595830"/>
                  </a:lnTo>
                  <a:lnTo>
                    <a:pt x="1314458" y="581388"/>
                  </a:lnTo>
                  <a:lnTo>
                    <a:pt x="1315119" y="580344"/>
                  </a:lnTo>
                  <a:lnTo>
                    <a:pt x="1315779" y="576443"/>
                  </a:lnTo>
                  <a:lnTo>
                    <a:pt x="1316440" y="559605"/>
                  </a:lnTo>
                  <a:lnTo>
                    <a:pt x="1317101" y="566005"/>
                  </a:lnTo>
                  <a:lnTo>
                    <a:pt x="1317761" y="582750"/>
                  </a:lnTo>
                  <a:lnTo>
                    <a:pt x="1318422" y="596753"/>
                  </a:lnTo>
                  <a:lnTo>
                    <a:pt x="1319082" y="597287"/>
                  </a:lnTo>
                  <a:lnTo>
                    <a:pt x="1319743" y="590112"/>
                  </a:lnTo>
                  <a:lnTo>
                    <a:pt x="1320403" y="585882"/>
                  </a:lnTo>
                  <a:lnTo>
                    <a:pt x="1321064" y="579841"/>
                  </a:lnTo>
                  <a:lnTo>
                    <a:pt x="1321724" y="596125"/>
                  </a:lnTo>
                  <a:lnTo>
                    <a:pt x="1322385" y="588636"/>
                  </a:lnTo>
                  <a:lnTo>
                    <a:pt x="1323045" y="602233"/>
                  </a:lnTo>
                  <a:lnTo>
                    <a:pt x="1323706" y="585882"/>
                  </a:lnTo>
                  <a:lnTo>
                    <a:pt x="1324366" y="593806"/>
                  </a:lnTo>
                  <a:lnTo>
                    <a:pt x="1325027" y="587244"/>
                  </a:lnTo>
                  <a:lnTo>
                    <a:pt x="1325687" y="600936"/>
                  </a:lnTo>
                  <a:lnTo>
                    <a:pt x="1326348" y="607953"/>
                  </a:lnTo>
                  <a:lnTo>
                    <a:pt x="1327009" y="593581"/>
                  </a:lnTo>
                  <a:lnTo>
                    <a:pt x="1327669" y="575347"/>
                  </a:lnTo>
                  <a:lnTo>
                    <a:pt x="1328330" y="592444"/>
                  </a:lnTo>
                  <a:lnTo>
                    <a:pt x="1328990" y="585882"/>
                  </a:lnTo>
                  <a:lnTo>
                    <a:pt x="1329651" y="594001"/>
                  </a:lnTo>
                  <a:lnTo>
                    <a:pt x="1330311" y="607509"/>
                  </a:lnTo>
                  <a:lnTo>
                    <a:pt x="1330972" y="615312"/>
                  </a:lnTo>
                  <a:lnTo>
                    <a:pt x="1331632" y="604565"/>
                  </a:lnTo>
                  <a:lnTo>
                    <a:pt x="1332293" y="586326"/>
                  </a:lnTo>
                  <a:lnTo>
                    <a:pt x="1332953" y="574011"/>
                  </a:lnTo>
                  <a:lnTo>
                    <a:pt x="1333614" y="593806"/>
                  </a:lnTo>
                  <a:lnTo>
                    <a:pt x="1334274" y="581831"/>
                  </a:lnTo>
                  <a:lnTo>
                    <a:pt x="1334935" y="589668"/>
                  </a:lnTo>
                  <a:lnTo>
                    <a:pt x="1335595" y="590595"/>
                  </a:lnTo>
                  <a:lnTo>
                    <a:pt x="1336256" y="582750"/>
                  </a:lnTo>
                  <a:lnTo>
                    <a:pt x="1336916" y="582750"/>
                  </a:lnTo>
                  <a:lnTo>
                    <a:pt x="1337577" y="608117"/>
                  </a:lnTo>
                  <a:lnTo>
                    <a:pt x="1338238" y="593581"/>
                  </a:lnTo>
                  <a:lnTo>
                    <a:pt x="1338898" y="594943"/>
                  </a:lnTo>
                  <a:lnTo>
                    <a:pt x="1339559" y="574011"/>
                  </a:lnTo>
                  <a:lnTo>
                    <a:pt x="1340219" y="574011"/>
                  </a:lnTo>
                  <a:lnTo>
                    <a:pt x="1340880" y="586326"/>
                  </a:lnTo>
                  <a:lnTo>
                    <a:pt x="1341540" y="585882"/>
                  </a:lnTo>
                  <a:lnTo>
                    <a:pt x="1342201" y="580469"/>
                  </a:lnTo>
                  <a:lnTo>
                    <a:pt x="1342861" y="603433"/>
                  </a:lnTo>
                  <a:lnTo>
                    <a:pt x="1343522" y="611067"/>
                  </a:lnTo>
                  <a:lnTo>
                    <a:pt x="1344182" y="603659"/>
                  </a:lnTo>
                  <a:lnTo>
                    <a:pt x="1344843" y="589998"/>
                  </a:lnTo>
                  <a:lnTo>
                    <a:pt x="1345503" y="581831"/>
                  </a:lnTo>
                  <a:lnTo>
                    <a:pt x="1346164" y="604565"/>
                  </a:lnTo>
                  <a:lnTo>
                    <a:pt x="1346824" y="573802"/>
                  </a:lnTo>
                  <a:lnTo>
                    <a:pt x="1347485" y="532069"/>
                  </a:lnTo>
                  <a:lnTo>
                    <a:pt x="1348146" y="530259"/>
                  </a:lnTo>
                  <a:lnTo>
                    <a:pt x="1348806" y="525617"/>
                  </a:lnTo>
                  <a:lnTo>
                    <a:pt x="1349467" y="524112"/>
                  </a:lnTo>
                  <a:lnTo>
                    <a:pt x="1350127" y="543041"/>
                  </a:lnTo>
                  <a:lnTo>
                    <a:pt x="1350788" y="559605"/>
                  </a:lnTo>
                  <a:lnTo>
                    <a:pt x="1351448" y="566005"/>
                  </a:lnTo>
                  <a:lnTo>
                    <a:pt x="1352109" y="537635"/>
                  </a:lnTo>
                  <a:lnTo>
                    <a:pt x="1352769" y="541322"/>
                  </a:lnTo>
                  <a:lnTo>
                    <a:pt x="1353430" y="551312"/>
                  </a:lnTo>
                  <a:lnTo>
                    <a:pt x="1354090" y="535825"/>
                  </a:lnTo>
                  <a:lnTo>
                    <a:pt x="1354751" y="533768"/>
                  </a:lnTo>
                  <a:lnTo>
                    <a:pt x="1355411" y="551312"/>
                  </a:lnTo>
                  <a:lnTo>
                    <a:pt x="1356072" y="576953"/>
                  </a:lnTo>
                  <a:lnTo>
                    <a:pt x="1356732" y="566005"/>
                  </a:lnTo>
                  <a:lnTo>
                    <a:pt x="1357393" y="563153"/>
                  </a:lnTo>
                  <a:lnTo>
                    <a:pt x="1358054" y="547245"/>
                  </a:lnTo>
                  <a:lnTo>
                    <a:pt x="1358714" y="564841"/>
                  </a:lnTo>
                  <a:lnTo>
                    <a:pt x="1359375" y="560510"/>
                  </a:lnTo>
                  <a:lnTo>
                    <a:pt x="1360035" y="542569"/>
                  </a:lnTo>
                  <a:lnTo>
                    <a:pt x="1360696" y="532835"/>
                  </a:lnTo>
                  <a:lnTo>
                    <a:pt x="1361356" y="545436"/>
                  </a:lnTo>
                  <a:lnTo>
                    <a:pt x="1362017" y="539512"/>
                  </a:lnTo>
                  <a:lnTo>
                    <a:pt x="1362677" y="527244"/>
                  </a:lnTo>
                  <a:lnTo>
                    <a:pt x="1363338" y="543244"/>
                  </a:lnTo>
                  <a:lnTo>
                    <a:pt x="1363998" y="573537"/>
                  </a:lnTo>
                  <a:lnTo>
                    <a:pt x="1364659" y="547762"/>
                  </a:lnTo>
                  <a:lnTo>
                    <a:pt x="1365319" y="527172"/>
                  </a:lnTo>
                  <a:lnTo>
                    <a:pt x="1365980" y="527244"/>
                  </a:lnTo>
                  <a:lnTo>
                    <a:pt x="1366640" y="538481"/>
                  </a:lnTo>
                  <a:lnTo>
                    <a:pt x="1367301" y="544405"/>
                  </a:lnTo>
                  <a:lnTo>
                    <a:pt x="1367961" y="597529"/>
                  </a:lnTo>
                  <a:lnTo>
                    <a:pt x="1368622" y="602632"/>
                  </a:lnTo>
                  <a:lnTo>
                    <a:pt x="1369283" y="534795"/>
                  </a:lnTo>
                  <a:lnTo>
                    <a:pt x="1369943" y="526214"/>
                  </a:lnTo>
                  <a:lnTo>
                    <a:pt x="1370604" y="526141"/>
                  </a:lnTo>
                  <a:lnTo>
                    <a:pt x="1371264" y="522228"/>
                  </a:lnTo>
                  <a:lnTo>
                    <a:pt x="1371925" y="522410"/>
                  </a:lnTo>
                  <a:lnTo>
                    <a:pt x="1372585" y="533614"/>
                  </a:lnTo>
                  <a:lnTo>
                    <a:pt x="1373246" y="564974"/>
                  </a:lnTo>
                  <a:lnTo>
                    <a:pt x="1373906" y="572103"/>
                  </a:lnTo>
                  <a:lnTo>
                    <a:pt x="1374567" y="556681"/>
                  </a:lnTo>
                  <a:lnTo>
                    <a:pt x="1375227" y="567773"/>
                  </a:lnTo>
                  <a:lnTo>
                    <a:pt x="1375888" y="567773"/>
                  </a:lnTo>
                  <a:lnTo>
                    <a:pt x="1376548" y="574095"/>
                  </a:lnTo>
                  <a:lnTo>
                    <a:pt x="1377209" y="586213"/>
                  </a:lnTo>
                  <a:lnTo>
                    <a:pt x="1377869" y="576507"/>
                  </a:lnTo>
                  <a:lnTo>
                    <a:pt x="1378530" y="561931"/>
                  </a:lnTo>
                  <a:lnTo>
                    <a:pt x="1379191" y="530042"/>
                  </a:lnTo>
                  <a:lnTo>
                    <a:pt x="1379851" y="530733"/>
                  </a:lnTo>
                  <a:lnTo>
                    <a:pt x="1380512" y="531408"/>
                  </a:lnTo>
                  <a:lnTo>
                    <a:pt x="1381172" y="545862"/>
                  </a:lnTo>
                  <a:lnTo>
                    <a:pt x="1381833" y="552262"/>
                  </a:lnTo>
                  <a:lnTo>
                    <a:pt x="1382493" y="527676"/>
                  </a:lnTo>
                  <a:lnTo>
                    <a:pt x="1383154" y="523990"/>
                  </a:lnTo>
                  <a:lnTo>
                    <a:pt x="1383814" y="520757"/>
                  </a:lnTo>
                  <a:lnTo>
                    <a:pt x="1384475" y="518948"/>
                  </a:lnTo>
                  <a:lnTo>
                    <a:pt x="1385135" y="515723"/>
                  </a:lnTo>
                  <a:lnTo>
                    <a:pt x="1385796" y="510070"/>
                  </a:lnTo>
                  <a:lnTo>
                    <a:pt x="1386456" y="510070"/>
                  </a:lnTo>
                  <a:lnTo>
                    <a:pt x="1387117" y="552551"/>
                  </a:lnTo>
                  <a:lnTo>
                    <a:pt x="1387777" y="525395"/>
                  </a:lnTo>
                  <a:lnTo>
                    <a:pt x="1388438" y="515661"/>
                  </a:lnTo>
                  <a:lnTo>
                    <a:pt x="1389099" y="539162"/>
                  </a:lnTo>
                  <a:lnTo>
                    <a:pt x="1389759" y="537422"/>
                  </a:lnTo>
                  <a:lnTo>
                    <a:pt x="1390420" y="530588"/>
                  </a:lnTo>
                  <a:lnTo>
                    <a:pt x="1391080" y="530588"/>
                  </a:lnTo>
                  <a:lnTo>
                    <a:pt x="1391741" y="526070"/>
                  </a:lnTo>
                  <a:lnTo>
                    <a:pt x="1392401" y="522338"/>
                  </a:lnTo>
                  <a:lnTo>
                    <a:pt x="1393062" y="534643"/>
                  </a:lnTo>
                  <a:lnTo>
                    <a:pt x="1393722" y="585525"/>
                  </a:lnTo>
                  <a:lnTo>
                    <a:pt x="1394383" y="584762"/>
                  </a:lnTo>
                  <a:lnTo>
                    <a:pt x="1395043" y="564161"/>
                  </a:lnTo>
                  <a:lnTo>
                    <a:pt x="1395704" y="562298"/>
                  </a:lnTo>
                  <a:lnTo>
                    <a:pt x="1396364" y="528769"/>
                  </a:lnTo>
                  <a:lnTo>
                    <a:pt x="1397025" y="509604"/>
                  </a:lnTo>
                  <a:lnTo>
                    <a:pt x="1397685" y="511026"/>
                  </a:lnTo>
                  <a:lnTo>
                    <a:pt x="1398346" y="534470"/>
                  </a:lnTo>
                  <a:lnTo>
                    <a:pt x="1399007" y="575973"/>
                  </a:lnTo>
                  <a:lnTo>
                    <a:pt x="1399667" y="551743"/>
                  </a:lnTo>
                  <a:lnTo>
                    <a:pt x="1400328" y="545674"/>
                  </a:lnTo>
                  <a:lnTo>
                    <a:pt x="1400988" y="533158"/>
                  </a:lnTo>
                  <a:lnTo>
                    <a:pt x="1401649" y="521118"/>
                  </a:lnTo>
                  <a:lnTo>
                    <a:pt x="1402309" y="542935"/>
                  </a:lnTo>
                  <a:lnTo>
                    <a:pt x="1402970" y="534045"/>
                  </a:lnTo>
                  <a:lnTo>
                    <a:pt x="1403630" y="511919"/>
                  </a:lnTo>
                  <a:lnTo>
                    <a:pt x="1404291" y="510179"/>
                  </a:lnTo>
                  <a:lnTo>
                    <a:pt x="1404951" y="496699"/>
                  </a:lnTo>
                  <a:lnTo>
                    <a:pt x="1405612" y="490546"/>
                  </a:lnTo>
                  <a:lnTo>
                    <a:pt x="1406272" y="496463"/>
                  </a:lnTo>
                  <a:lnTo>
                    <a:pt x="1406933" y="495678"/>
                  </a:lnTo>
                  <a:lnTo>
                    <a:pt x="1407593" y="491030"/>
                  </a:lnTo>
                  <a:lnTo>
                    <a:pt x="1408254" y="503174"/>
                  </a:lnTo>
                  <a:lnTo>
                    <a:pt x="1408914" y="556250"/>
                  </a:lnTo>
                  <a:lnTo>
                    <a:pt x="1409575" y="521930"/>
                  </a:lnTo>
                  <a:lnTo>
                    <a:pt x="1410236" y="555717"/>
                  </a:lnTo>
                  <a:lnTo>
                    <a:pt x="1410896" y="538471"/>
                  </a:lnTo>
                  <a:lnTo>
                    <a:pt x="1411557" y="532980"/>
                  </a:lnTo>
                  <a:lnTo>
                    <a:pt x="1412217" y="541751"/>
                  </a:lnTo>
                  <a:lnTo>
                    <a:pt x="1412878" y="501967"/>
                  </a:lnTo>
                  <a:lnTo>
                    <a:pt x="1413538" y="466534"/>
                  </a:lnTo>
                  <a:lnTo>
                    <a:pt x="1414199" y="502137"/>
                  </a:lnTo>
                  <a:lnTo>
                    <a:pt x="1414859" y="473493"/>
                  </a:lnTo>
                  <a:lnTo>
                    <a:pt x="1415520" y="419164"/>
                  </a:lnTo>
                  <a:lnTo>
                    <a:pt x="1416180" y="401741"/>
                  </a:lnTo>
                  <a:lnTo>
                    <a:pt x="1416841" y="414926"/>
                  </a:lnTo>
                  <a:lnTo>
                    <a:pt x="1417501" y="348236"/>
                  </a:lnTo>
                  <a:lnTo>
                    <a:pt x="1418162" y="337986"/>
                  </a:lnTo>
                  <a:lnTo>
                    <a:pt x="1418822" y="294110"/>
                  </a:lnTo>
                  <a:lnTo>
                    <a:pt x="1419483" y="247635"/>
                  </a:lnTo>
                  <a:lnTo>
                    <a:pt x="1420144" y="255111"/>
                  </a:lnTo>
                  <a:lnTo>
                    <a:pt x="1420804" y="227604"/>
                  </a:lnTo>
                  <a:lnTo>
                    <a:pt x="1421465" y="214930"/>
                  </a:lnTo>
                  <a:lnTo>
                    <a:pt x="1422125" y="248184"/>
                  </a:lnTo>
                  <a:lnTo>
                    <a:pt x="1422786" y="262394"/>
                  </a:lnTo>
                  <a:lnTo>
                    <a:pt x="1423446" y="295980"/>
                  </a:lnTo>
                  <a:lnTo>
                    <a:pt x="1424107" y="335746"/>
                  </a:lnTo>
                  <a:lnTo>
                    <a:pt x="1424767" y="343529"/>
                  </a:lnTo>
                  <a:lnTo>
                    <a:pt x="1425428" y="339142"/>
                  </a:lnTo>
                  <a:lnTo>
                    <a:pt x="1426088" y="373992"/>
                  </a:lnTo>
                  <a:lnTo>
                    <a:pt x="1426749" y="387313"/>
                  </a:lnTo>
                  <a:lnTo>
                    <a:pt x="1427409" y="428209"/>
                  </a:lnTo>
                  <a:lnTo>
                    <a:pt x="1428070" y="456241"/>
                  </a:lnTo>
                  <a:lnTo>
                    <a:pt x="1428730" y="446951"/>
                  </a:lnTo>
                  <a:lnTo>
                    <a:pt x="1429391" y="441368"/>
                  </a:lnTo>
                  <a:lnTo>
                    <a:pt x="1430052" y="459138"/>
                  </a:lnTo>
                  <a:lnTo>
                    <a:pt x="1430712" y="475295"/>
                  </a:lnTo>
                  <a:lnTo>
                    <a:pt x="1431373" y="466739"/>
                  </a:lnTo>
                  <a:lnTo>
                    <a:pt x="1432033" y="468205"/>
                  </a:lnTo>
                  <a:lnTo>
                    <a:pt x="1432694" y="487129"/>
                  </a:lnTo>
                  <a:lnTo>
                    <a:pt x="1433354" y="488177"/>
                  </a:lnTo>
                  <a:lnTo>
                    <a:pt x="1434015" y="483659"/>
                  </a:lnTo>
                  <a:lnTo>
                    <a:pt x="1434675" y="526620"/>
                  </a:lnTo>
                  <a:lnTo>
                    <a:pt x="1435336" y="509285"/>
                  </a:lnTo>
                  <a:lnTo>
                    <a:pt x="1435996" y="487488"/>
                  </a:lnTo>
                  <a:lnTo>
                    <a:pt x="1436657" y="509110"/>
                  </a:lnTo>
                  <a:lnTo>
                    <a:pt x="1437317" y="510507"/>
                  </a:lnTo>
                  <a:lnTo>
                    <a:pt x="1437978" y="527272"/>
                  </a:lnTo>
                  <a:lnTo>
                    <a:pt x="1438638" y="499625"/>
                  </a:lnTo>
                  <a:lnTo>
                    <a:pt x="1439299" y="470848"/>
                  </a:lnTo>
                  <a:lnTo>
                    <a:pt x="1439959" y="482912"/>
                  </a:lnTo>
                  <a:lnTo>
                    <a:pt x="1440620" y="497006"/>
                  </a:lnTo>
                  <a:lnTo>
                    <a:pt x="1441281" y="507845"/>
                  </a:lnTo>
                  <a:lnTo>
                    <a:pt x="1441941" y="507192"/>
                  </a:lnTo>
                  <a:lnTo>
                    <a:pt x="1442602" y="515331"/>
                  </a:lnTo>
                  <a:lnTo>
                    <a:pt x="1443262" y="520164"/>
                  </a:lnTo>
                  <a:lnTo>
                    <a:pt x="1443923" y="545897"/>
                  </a:lnTo>
                  <a:lnTo>
                    <a:pt x="1444583" y="550880"/>
                  </a:lnTo>
                  <a:lnTo>
                    <a:pt x="1445244" y="522719"/>
                  </a:lnTo>
                  <a:lnTo>
                    <a:pt x="1445904" y="503552"/>
                  </a:lnTo>
                  <a:lnTo>
                    <a:pt x="1446565" y="479575"/>
                  </a:lnTo>
                  <a:lnTo>
                    <a:pt x="1447225" y="494221"/>
                  </a:lnTo>
                  <a:lnTo>
                    <a:pt x="1447886" y="499927"/>
                  </a:lnTo>
                  <a:lnTo>
                    <a:pt x="1448546" y="488550"/>
                  </a:lnTo>
                  <a:lnTo>
                    <a:pt x="1449207" y="494538"/>
                  </a:lnTo>
                  <a:lnTo>
                    <a:pt x="1449867" y="499751"/>
                  </a:lnTo>
                  <a:lnTo>
                    <a:pt x="1450528" y="494538"/>
                  </a:lnTo>
                  <a:lnTo>
                    <a:pt x="1451189" y="499751"/>
                  </a:lnTo>
                  <a:lnTo>
                    <a:pt x="1451849" y="550674"/>
                  </a:lnTo>
                  <a:lnTo>
                    <a:pt x="1452510" y="547410"/>
                  </a:lnTo>
                  <a:lnTo>
                    <a:pt x="1453170" y="573157"/>
                  </a:lnTo>
                  <a:lnTo>
                    <a:pt x="1453831" y="569551"/>
                  </a:lnTo>
                  <a:lnTo>
                    <a:pt x="1454491" y="528370"/>
                  </a:lnTo>
                  <a:lnTo>
                    <a:pt x="1455152" y="490942"/>
                  </a:lnTo>
                  <a:lnTo>
                    <a:pt x="1455812" y="492162"/>
                  </a:lnTo>
                  <a:lnTo>
                    <a:pt x="1456473" y="481899"/>
                  </a:lnTo>
                  <a:lnTo>
                    <a:pt x="1457133" y="476576"/>
                  </a:lnTo>
                  <a:lnTo>
                    <a:pt x="1457794" y="476151"/>
                  </a:lnTo>
                  <a:lnTo>
                    <a:pt x="1458454" y="467049"/>
                  </a:lnTo>
                  <a:lnTo>
                    <a:pt x="1459115" y="444649"/>
                  </a:lnTo>
                  <a:lnTo>
                    <a:pt x="1459775" y="448316"/>
                  </a:lnTo>
                  <a:lnTo>
                    <a:pt x="1460436" y="436333"/>
                  </a:lnTo>
                  <a:lnTo>
                    <a:pt x="1461097" y="490540"/>
                  </a:lnTo>
                  <a:lnTo>
                    <a:pt x="1461757" y="481065"/>
                  </a:lnTo>
                  <a:lnTo>
                    <a:pt x="1462418" y="445983"/>
                  </a:lnTo>
                  <a:lnTo>
                    <a:pt x="1463078" y="470455"/>
                  </a:lnTo>
                  <a:lnTo>
                    <a:pt x="1463739" y="451904"/>
                  </a:lnTo>
                  <a:lnTo>
                    <a:pt x="1464399" y="389721"/>
                  </a:lnTo>
                  <a:lnTo>
                    <a:pt x="1465060" y="364402"/>
                  </a:lnTo>
                  <a:lnTo>
                    <a:pt x="1465720" y="342981"/>
                  </a:lnTo>
                  <a:lnTo>
                    <a:pt x="1466381" y="317375"/>
                  </a:lnTo>
                  <a:lnTo>
                    <a:pt x="1467041" y="271225"/>
                  </a:lnTo>
                  <a:lnTo>
                    <a:pt x="1467702" y="236191"/>
                  </a:lnTo>
                  <a:lnTo>
                    <a:pt x="1468362" y="236191"/>
                  </a:lnTo>
                  <a:lnTo>
                    <a:pt x="1469023" y="232256"/>
                  </a:lnTo>
                  <a:lnTo>
                    <a:pt x="1469683" y="232256"/>
                  </a:lnTo>
                  <a:lnTo>
                    <a:pt x="1470344" y="278220"/>
                  </a:lnTo>
                  <a:lnTo>
                    <a:pt x="1471005" y="317375"/>
                  </a:lnTo>
                  <a:lnTo>
                    <a:pt x="1471665" y="351329"/>
                  </a:lnTo>
                  <a:lnTo>
                    <a:pt x="1472326" y="364402"/>
                  </a:lnTo>
                  <a:lnTo>
                    <a:pt x="1472986" y="389721"/>
                  </a:lnTo>
                  <a:lnTo>
                    <a:pt x="1473647" y="417980"/>
                  </a:lnTo>
                  <a:lnTo>
                    <a:pt x="1474307" y="474294"/>
                  </a:lnTo>
                  <a:lnTo>
                    <a:pt x="1474968" y="441281"/>
                  </a:lnTo>
                  <a:lnTo>
                    <a:pt x="1475628" y="446377"/>
                  </a:lnTo>
                  <a:lnTo>
                    <a:pt x="1476289" y="458201"/>
                  </a:lnTo>
                  <a:lnTo>
                    <a:pt x="1476949" y="451632"/>
                  </a:lnTo>
                  <a:lnTo>
                    <a:pt x="1477610" y="424946"/>
                  </a:lnTo>
                  <a:lnTo>
                    <a:pt x="1478270" y="441662"/>
                  </a:lnTo>
                  <a:lnTo>
                    <a:pt x="1478931" y="450980"/>
                  </a:lnTo>
                  <a:lnTo>
                    <a:pt x="1479591" y="450895"/>
                  </a:lnTo>
                  <a:lnTo>
                    <a:pt x="1480252" y="450786"/>
                  </a:lnTo>
                  <a:lnTo>
                    <a:pt x="1480912" y="463861"/>
                  </a:lnTo>
                  <a:lnTo>
                    <a:pt x="1481573" y="468658"/>
                  </a:lnTo>
                  <a:lnTo>
                    <a:pt x="1482234" y="467955"/>
                  </a:lnTo>
                  <a:lnTo>
                    <a:pt x="1482894" y="478419"/>
                  </a:lnTo>
                  <a:lnTo>
                    <a:pt x="1483555" y="479999"/>
                  </a:lnTo>
                  <a:lnTo>
                    <a:pt x="1484215" y="454025"/>
                  </a:lnTo>
                  <a:lnTo>
                    <a:pt x="1484876" y="474713"/>
                  </a:lnTo>
                  <a:lnTo>
                    <a:pt x="1485536" y="480702"/>
                  </a:lnTo>
                  <a:lnTo>
                    <a:pt x="1486197" y="480428"/>
                  </a:lnTo>
                  <a:lnTo>
                    <a:pt x="1486857" y="475958"/>
                  </a:lnTo>
                  <a:lnTo>
                    <a:pt x="1487518" y="481408"/>
                  </a:lnTo>
                  <a:lnTo>
                    <a:pt x="1488178" y="477408"/>
                  </a:lnTo>
                  <a:lnTo>
                    <a:pt x="1488839" y="485806"/>
                  </a:lnTo>
                  <a:lnTo>
                    <a:pt x="1489499" y="532438"/>
                  </a:lnTo>
                  <a:lnTo>
                    <a:pt x="1490160" y="520786"/>
                  </a:lnTo>
                  <a:lnTo>
                    <a:pt x="1490820" y="500709"/>
                  </a:lnTo>
                  <a:lnTo>
                    <a:pt x="1491481" y="500985"/>
                  </a:lnTo>
                  <a:lnTo>
                    <a:pt x="1492142" y="502141"/>
                  </a:lnTo>
                  <a:lnTo>
                    <a:pt x="1492802" y="502619"/>
                  </a:lnTo>
                  <a:lnTo>
                    <a:pt x="1493463" y="505194"/>
                  </a:lnTo>
                  <a:lnTo>
                    <a:pt x="1494123" y="508861"/>
                  </a:lnTo>
                  <a:lnTo>
                    <a:pt x="1494784" y="509555"/>
                  </a:lnTo>
                  <a:lnTo>
                    <a:pt x="1495444" y="519289"/>
                  </a:lnTo>
                  <a:lnTo>
                    <a:pt x="1496105" y="509942"/>
                  </a:lnTo>
                  <a:lnTo>
                    <a:pt x="1496765" y="504728"/>
                  </a:lnTo>
                  <a:lnTo>
                    <a:pt x="1497426" y="508359"/>
                  </a:lnTo>
                  <a:lnTo>
                    <a:pt x="1498086" y="506857"/>
                  </a:lnTo>
                  <a:lnTo>
                    <a:pt x="1498747" y="506163"/>
                  </a:lnTo>
                  <a:lnTo>
                    <a:pt x="1499407" y="516865"/>
                  </a:lnTo>
                  <a:lnTo>
                    <a:pt x="1500068" y="516591"/>
                  </a:lnTo>
                  <a:lnTo>
                    <a:pt x="1500728" y="501503"/>
                  </a:lnTo>
                  <a:lnTo>
                    <a:pt x="1501389" y="498782"/>
                  </a:lnTo>
                  <a:lnTo>
                    <a:pt x="1502050" y="509291"/>
                  </a:lnTo>
                  <a:lnTo>
                    <a:pt x="1502710" y="512976"/>
                  </a:lnTo>
                  <a:lnTo>
                    <a:pt x="1503371" y="534849"/>
                  </a:lnTo>
                  <a:lnTo>
                    <a:pt x="1504031" y="543129"/>
                  </a:lnTo>
                  <a:lnTo>
                    <a:pt x="1504692" y="524913"/>
                  </a:lnTo>
                  <a:lnTo>
                    <a:pt x="1505352" y="509608"/>
                  </a:lnTo>
                  <a:lnTo>
                    <a:pt x="1506013" y="510557"/>
                  </a:lnTo>
                  <a:lnTo>
                    <a:pt x="1506673" y="508693"/>
                  </a:lnTo>
                  <a:lnTo>
                    <a:pt x="1507334" y="507443"/>
                  </a:lnTo>
                  <a:lnTo>
                    <a:pt x="1507994" y="512729"/>
                  </a:lnTo>
                  <a:lnTo>
                    <a:pt x="1508655" y="516097"/>
                  </a:lnTo>
                  <a:lnTo>
                    <a:pt x="1509315" y="516333"/>
                  </a:lnTo>
                  <a:lnTo>
                    <a:pt x="1509976" y="535926"/>
                  </a:lnTo>
                  <a:lnTo>
                    <a:pt x="1510636" y="550088"/>
                  </a:lnTo>
                  <a:lnTo>
                    <a:pt x="1511297" y="585599"/>
                  </a:lnTo>
                  <a:lnTo>
                    <a:pt x="1511957" y="580083"/>
                  </a:lnTo>
                  <a:lnTo>
                    <a:pt x="1512618" y="579639"/>
                  </a:lnTo>
                  <a:lnTo>
                    <a:pt x="1513279" y="586202"/>
                  </a:lnTo>
                  <a:lnTo>
                    <a:pt x="1513939" y="577201"/>
                  </a:lnTo>
                  <a:lnTo>
                    <a:pt x="1514600" y="579282"/>
                  </a:lnTo>
                  <a:lnTo>
                    <a:pt x="1515260" y="562623"/>
                  </a:lnTo>
                  <a:lnTo>
                    <a:pt x="1515921" y="552970"/>
                  </a:lnTo>
                  <a:lnTo>
                    <a:pt x="1516581" y="569104"/>
                  </a:lnTo>
                  <a:lnTo>
                    <a:pt x="1517242" y="564783"/>
                  </a:lnTo>
                  <a:lnTo>
                    <a:pt x="1517902" y="562826"/>
                  </a:lnTo>
                  <a:lnTo>
                    <a:pt x="1518563" y="562623"/>
                  </a:lnTo>
                  <a:lnTo>
                    <a:pt x="1519223" y="540312"/>
                  </a:lnTo>
                  <a:lnTo>
                    <a:pt x="1519884" y="558411"/>
                  </a:lnTo>
                  <a:lnTo>
                    <a:pt x="1520544" y="562826"/>
                  </a:lnTo>
                  <a:lnTo>
                    <a:pt x="1521205" y="548552"/>
                  </a:lnTo>
                  <a:lnTo>
                    <a:pt x="1521865" y="564783"/>
                  </a:lnTo>
                  <a:lnTo>
                    <a:pt x="1522526" y="562826"/>
                  </a:lnTo>
                  <a:lnTo>
                    <a:pt x="1523187" y="582393"/>
                  </a:lnTo>
                  <a:lnTo>
                    <a:pt x="1523847" y="573516"/>
                  </a:lnTo>
                  <a:lnTo>
                    <a:pt x="1524508" y="578663"/>
                  </a:lnTo>
                  <a:lnTo>
                    <a:pt x="1525168" y="586316"/>
                  </a:lnTo>
                  <a:lnTo>
                    <a:pt x="1525829" y="580632"/>
                  </a:lnTo>
                  <a:lnTo>
                    <a:pt x="1526489" y="543568"/>
                  </a:lnTo>
                  <a:lnTo>
                    <a:pt x="1527150" y="528682"/>
                  </a:lnTo>
                  <a:lnTo>
                    <a:pt x="1527810" y="539997"/>
                  </a:lnTo>
                  <a:lnTo>
                    <a:pt x="1528471" y="560760"/>
                  </a:lnTo>
                  <a:lnTo>
                    <a:pt x="1529131" y="544667"/>
                  </a:lnTo>
                  <a:lnTo>
                    <a:pt x="1529792" y="535056"/>
                  </a:lnTo>
                  <a:lnTo>
                    <a:pt x="1530452" y="527428"/>
                  </a:lnTo>
                  <a:lnTo>
                    <a:pt x="1531113" y="546993"/>
                  </a:lnTo>
                  <a:lnTo>
                    <a:pt x="1531773" y="566945"/>
                  </a:lnTo>
                  <a:lnTo>
                    <a:pt x="1532434" y="546993"/>
                  </a:lnTo>
                  <a:lnTo>
                    <a:pt x="1533095" y="584033"/>
                  </a:lnTo>
                  <a:lnTo>
                    <a:pt x="1533755" y="599099"/>
                  </a:lnTo>
                  <a:lnTo>
                    <a:pt x="1534416" y="548248"/>
                  </a:lnTo>
                  <a:lnTo>
                    <a:pt x="1535076" y="554897"/>
                  </a:lnTo>
                  <a:lnTo>
                    <a:pt x="1535737" y="539997"/>
                  </a:lnTo>
                  <a:lnTo>
                    <a:pt x="1536397" y="556387"/>
                  </a:lnTo>
                  <a:lnTo>
                    <a:pt x="1537058" y="579523"/>
                  </a:lnTo>
                  <a:lnTo>
                    <a:pt x="1537718" y="579079"/>
                  </a:lnTo>
                  <a:lnTo>
                    <a:pt x="1538379" y="564006"/>
                  </a:lnTo>
                  <a:lnTo>
                    <a:pt x="1539039" y="566040"/>
                  </a:lnTo>
                  <a:lnTo>
                    <a:pt x="1539700" y="556387"/>
                  </a:lnTo>
                  <a:lnTo>
                    <a:pt x="1540360" y="544063"/>
                  </a:lnTo>
                  <a:lnTo>
                    <a:pt x="1541021" y="536644"/>
                  </a:lnTo>
                  <a:lnTo>
                    <a:pt x="1541681" y="556720"/>
                  </a:lnTo>
                  <a:lnTo>
                    <a:pt x="1542342" y="563085"/>
                  </a:lnTo>
                  <a:lnTo>
                    <a:pt x="1543003" y="549066"/>
                  </a:lnTo>
                  <a:lnTo>
                    <a:pt x="1543663" y="558265"/>
                  </a:lnTo>
                  <a:lnTo>
                    <a:pt x="1544324" y="571600"/>
                  </a:lnTo>
                  <a:lnTo>
                    <a:pt x="1544984" y="584366"/>
                  </a:lnTo>
                  <a:lnTo>
                    <a:pt x="1545645" y="594417"/>
                  </a:lnTo>
                  <a:lnTo>
                    <a:pt x="1546305" y="551799"/>
                  </a:lnTo>
                  <a:lnTo>
                    <a:pt x="1546966" y="545400"/>
                  </a:lnTo>
                  <a:lnTo>
                    <a:pt x="1547626" y="553054"/>
                  </a:lnTo>
                  <a:lnTo>
                    <a:pt x="1548287" y="595518"/>
                  </a:lnTo>
                  <a:lnTo>
                    <a:pt x="1548947" y="608355"/>
                  </a:lnTo>
                  <a:lnTo>
                    <a:pt x="1549608" y="591692"/>
                  </a:lnTo>
                  <a:lnTo>
                    <a:pt x="1550268" y="583574"/>
                  </a:lnTo>
                  <a:lnTo>
                    <a:pt x="1550929" y="594771"/>
                  </a:lnTo>
                  <a:lnTo>
                    <a:pt x="1551589" y="583032"/>
                  </a:lnTo>
                  <a:lnTo>
                    <a:pt x="1552250" y="544651"/>
                  </a:lnTo>
                  <a:lnTo>
                    <a:pt x="1552910" y="543168"/>
                  </a:lnTo>
                  <a:lnTo>
                    <a:pt x="1553571" y="563616"/>
                  </a:lnTo>
                  <a:lnTo>
                    <a:pt x="1554232" y="546427"/>
                  </a:lnTo>
                  <a:lnTo>
                    <a:pt x="1554892" y="539493"/>
                  </a:lnTo>
                  <a:lnTo>
                    <a:pt x="1555553" y="525543"/>
                  </a:lnTo>
                  <a:lnTo>
                    <a:pt x="1556213" y="525543"/>
                  </a:lnTo>
                  <a:lnTo>
                    <a:pt x="1556874" y="529230"/>
                  </a:lnTo>
                  <a:lnTo>
                    <a:pt x="1557534" y="542219"/>
                  </a:lnTo>
                  <a:lnTo>
                    <a:pt x="1558195" y="559895"/>
                  </a:lnTo>
                  <a:lnTo>
                    <a:pt x="1558855" y="573785"/>
                  </a:lnTo>
                  <a:lnTo>
                    <a:pt x="1559516" y="574132"/>
                  </a:lnTo>
                  <a:lnTo>
                    <a:pt x="1560176" y="568448"/>
                  </a:lnTo>
                  <a:lnTo>
                    <a:pt x="1560837" y="569585"/>
                  </a:lnTo>
                  <a:lnTo>
                    <a:pt x="1561497" y="520310"/>
                  </a:lnTo>
                  <a:lnTo>
                    <a:pt x="1562158" y="524068"/>
                  </a:lnTo>
                  <a:lnTo>
                    <a:pt x="1562818" y="541358"/>
                  </a:lnTo>
                  <a:lnTo>
                    <a:pt x="1563479" y="519457"/>
                  </a:lnTo>
                  <a:lnTo>
                    <a:pt x="1564140" y="514912"/>
                  </a:lnTo>
                  <a:lnTo>
                    <a:pt x="1564800" y="500445"/>
                  </a:lnTo>
                  <a:lnTo>
                    <a:pt x="1565461" y="526415"/>
                  </a:lnTo>
                  <a:lnTo>
                    <a:pt x="1566121" y="518066"/>
                  </a:lnTo>
                  <a:lnTo>
                    <a:pt x="1566782" y="461904"/>
                  </a:lnTo>
                  <a:lnTo>
                    <a:pt x="1567442" y="403348"/>
                  </a:lnTo>
                  <a:lnTo>
                    <a:pt x="1568103" y="362123"/>
                  </a:lnTo>
                  <a:lnTo>
                    <a:pt x="1568763" y="402540"/>
                  </a:lnTo>
                  <a:lnTo>
                    <a:pt x="1569424" y="549530"/>
                  </a:lnTo>
                  <a:lnTo>
                    <a:pt x="1570084" y="544129"/>
                  </a:lnTo>
                  <a:lnTo>
                    <a:pt x="1570745" y="501830"/>
                  </a:lnTo>
                  <a:lnTo>
                    <a:pt x="1571405" y="511216"/>
                  </a:lnTo>
                  <a:lnTo>
                    <a:pt x="1572066" y="545962"/>
                  </a:lnTo>
                  <a:lnTo>
                    <a:pt x="1572726" y="515176"/>
                  </a:lnTo>
                  <a:lnTo>
                    <a:pt x="1573387" y="561301"/>
                  </a:lnTo>
                  <a:lnTo>
                    <a:pt x="1574048" y="562224"/>
                  </a:lnTo>
                  <a:lnTo>
                    <a:pt x="1574708" y="570749"/>
                  </a:lnTo>
                  <a:lnTo>
                    <a:pt x="1575369" y="516397"/>
                  </a:lnTo>
                  <a:lnTo>
                    <a:pt x="1576029" y="509106"/>
                  </a:lnTo>
                  <a:lnTo>
                    <a:pt x="1576690" y="523777"/>
                  </a:lnTo>
                  <a:lnTo>
                    <a:pt x="1577350" y="556334"/>
                  </a:lnTo>
                  <a:lnTo>
                    <a:pt x="1578011" y="589553"/>
                  </a:lnTo>
                  <a:lnTo>
                    <a:pt x="1578671" y="575819"/>
                  </a:lnTo>
                  <a:lnTo>
                    <a:pt x="1579332" y="591122"/>
                  </a:lnTo>
                  <a:lnTo>
                    <a:pt x="1579992" y="585258"/>
                  </a:lnTo>
                  <a:lnTo>
                    <a:pt x="1580653" y="581128"/>
                  </a:lnTo>
                  <a:lnTo>
                    <a:pt x="1581313" y="570471"/>
                  </a:lnTo>
                  <a:lnTo>
                    <a:pt x="1581974" y="576327"/>
                  </a:lnTo>
                  <a:lnTo>
                    <a:pt x="1582634" y="600425"/>
                  </a:lnTo>
                  <a:lnTo>
                    <a:pt x="1583295" y="613778"/>
                  </a:lnTo>
                  <a:lnTo>
                    <a:pt x="1583955" y="606074"/>
                  </a:lnTo>
                  <a:lnTo>
                    <a:pt x="1584616" y="594206"/>
                  </a:lnTo>
                  <a:lnTo>
                    <a:pt x="1585277" y="599740"/>
                  </a:lnTo>
                  <a:lnTo>
                    <a:pt x="1585937" y="598219"/>
                  </a:lnTo>
                  <a:lnTo>
                    <a:pt x="1586598" y="562834"/>
                  </a:lnTo>
                  <a:lnTo>
                    <a:pt x="1587258" y="555704"/>
                  </a:lnTo>
                  <a:lnTo>
                    <a:pt x="1587919" y="574570"/>
                  </a:lnTo>
                  <a:lnTo>
                    <a:pt x="1588579" y="599330"/>
                  </a:lnTo>
                  <a:lnTo>
                    <a:pt x="1589240" y="586401"/>
                  </a:lnTo>
                  <a:lnTo>
                    <a:pt x="1589900" y="573799"/>
                  </a:lnTo>
                  <a:lnTo>
                    <a:pt x="1590561" y="571842"/>
                  </a:lnTo>
                  <a:lnTo>
                    <a:pt x="1591221" y="574742"/>
                  </a:lnTo>
                  <a:lnTo>
                    <a:pt x="1591882" y="563776"/>
                  </a:lnTo>
                  <a:lnTo>
                    <a:pt x="1592542" y="559446"/>
                  </a:lnTo>
                  <a:lnTo>
                    <a:pt x="1593203" y="572582"/>
                  </a:lnTo>
                  <a:lnTo>
                    <a:pt x="1593863" y="550962"/>
                  </a:lnTo>
                  <a:lnTo>
                    <a:pt x="1594524" y="546758"/>
                  </a:lnTo>
                  <a:lnTo>
                    <a:pt x="1595185" y="555028"/>
                  </a:lnTo>
                  <a:lnTo>
                    <a:pt x="1595845" y="568557"/>
                  </a:lnTo>
                  <a:lnTo>
                    <a:pt x="1596506" y="550628"/>
                  </a:lnTo>
                  <a:lnTo>
                    <a:pt x="1597166" y="539282"/>
                  </a:lnTo>
                  <a:lnTo>
                    <a:pt x="1597827" y="549016"/>
                  </a:lnTo>
                  <a:lnTo>
                    <a:pt x="1598487" y="565148"/>
                  </a:lnTo>
                  <a:lnTo>
                    <a:pt x="1599148" y="581591"/>
                  </a:lnTo>
                  <a:lnTo>
                    <a:pt x="1599808" y="590720"/>
                  </a:lnTo>
                  <a:lnTo>
                    <a:pt x="1600469" y="590720"/>
                  </a:lnTo>
                  <a:lnTo>
                    <a:pt x="1601129" y="603346"/>
                  </a:lnTo>
                  <a:lnTo>
                    <a:pt x="1601790" y="601436"/>
                  </a:lnTo>
                  <a:lnTo>
                    <a:pt x="1602450" y="590720"/>
                  </a:lnTo>
                  <a:lnTo>
                    <a:pt x="1603111" y="598419"/>
                  </a:lnTo>
                  <a:lnTo>
                    <a:pt x="1603771" y="596403"/>
                  </a:lnTo>
                  <a:lnTo>
                    <a:pt x="1604432" y="590720"/>
                  </a:lnTo>
                  <a:lnTo>
                    <a:pt x="1605093" y="596403"/>
                  </a:lnTo>
                  <a:lnTo>
                    <a:pt x="1605753" y="573503"/>
                  </a:lnTo>
                  <a:lnTo>
                    <a:pt x="1606414" y="565148"/>
                  </a:lnTo>
                  <a:lnTo>
                    <a:pt x="1607074" y="575480"/>
                  </a:lnTo>
                  <a:lnTo>
                    <a:pt x="1607735" y="561095"/>
                  </a:lnTo>
                  <a:lnTo>
                    <a:pt x="1608395" y="554695"/>
                  </a:lnTo>
                  <a:lnTo>
                    <a:pt x="1609056" y="554695"/>
                  </a:lnTo>
                  <a:lnTo>
                    <a:pt x="1609716" y="552955"/>
                  </a:lnTo>
                  <a:lnTo>
                    <a:pt x="1610377" y="568618"/>
                  </a:lnTo>
                  <a:lnTo>
                    <a:pt x="1611037" y="585978"/>
                  </a:lnTo>
                  <a:lnTo>
                    <a:pt x="1611698" y="580336"/>
                  </a:lnTo>
                  <a:lnTo>
                    <a:pt x="1612358" y="578730"/>
                  </a:lnTo>
                  <a:lnTo>
                    <a:pt x="1613019" y="602687"/>
                  </a:lnTo>
                  <a:lnTo>
                    <a:pt x="1613679" y="604041"/>
                  </a:lnTo>
                  <a:lnTo>
                    <a:pt x="1614340" y="594132"/>
                  </a:lnTo>
                  <a:lnTo>
                    <a:pt x="1615001" y="607348"/>
                  </a:lnTo>
                  <a:lnTo>
                    <a:pt x="1615661" y="612181"/>
                  </a:lnTo>
                  <a:lnTo>
                    <a:pt x="1616322" y="609699"/>
                  </a:lnTo>
                  <a:lnTo>
                    <a:pt x="1616982" y="577971"/>
                  </a:lnTo>
                  <a:lnTo>
                    <a:pt x="1617643" y="562349"/>
                  </a:lnTo>
                  <a:lnTo>
                    <a:pt x="1618303" y="573503"/>
                  </a:lnTo>
                  <a:lnTo>
                    <a:pt x="1618964" y="596238"/>
                  </a:lnTo>
                  <a:lnTo>
                    <a:pt x="1619624" y="606749"/>
                  </a:lnTo>
                  <a:lnTo>
                    <a:pt x="1620285" y="613713"/>
                  </a:lnTo>
                  <a:lnTo>
                    <a:pt x="1620945" y="599019"/>
                  </a:lnTo>
                  <a:lnTo>
                    <a:pt x="1621606" y="601473"/>
                  </a:lnTo>
                  <a:lnTo>
                    <a:pt x="1622266" y="604867"/>
                  </a:lnTo>
                  <a:lnTo>
                    <a:pt x="1622927" y="610814"/>
                  </a:lnTo>
                  <a:lnTo>
                    <a:pt x="1623587" y="615997"/>
                  </a:lnTo>
                  <a:lnTo>
                    <a:pt x="1624248" y="615997"/>
                  </a:lnTo>
                  <a:lnTo>
                    <a:pt x="1624908" y="615997"/>
                  </a:lnTo>
                  <a:lnTo>
                    <a:pt x="1625569" y="614198"/>
                  </a:lnTo>
                  <a:lnTo>
                    <a:pt x="1626230" y="601473"/>
                  </a:lnTo>
                  <a:lnTo>
                    <a:pt x="1626890" y="609109"/>
                  </a:lnTo>
                  <a:lnTo>
                    <a:pt x="1627551" y="612037"/>
                  </a:lnTo>
                  <a:lnTo>
                    <a:pt x="1628211" y="610814"/>
                  </a:lnTo>
                  <a:lnTo>
                    <a:pt x="1628872" y="597918"/>
                  </a:lnTo>
                  <a:lnTo>
                    <a:pt x="1629532" y="606749"/>
                  </a:lnTo>
                  <a:lnTo>
                    <a:pt x="1630193" y="613747"/>
                  </a:lnTo>
                  <a:lnTo>
                    <a:pt x="1630853" y="614312"/>
                  </a:lnTo>
                  <a:lnTo>
                    <a:pt x="1631514" y="614588"/>
                  </a:lnTo>
                  <a:lnTo>
                    <a:pt x="1632174" y="606162"/>
                  </a:lnTo>
                  <a:lnTo>
                    <a:pt x="1632835" y="605953"/>
                  </a:lnTo>
                  <a:lnTo>
                    <a:pt x="1633495" y="601733"/>
                  </a:lnTo>
                  <a:lnTo>
                    <a:pt x="1634156" y="597282"/>
                  </a:lnTo>
                  <a:lnTo>
                    <a:pt x="1634816" y="603346"/>
                  </a:lnTo>
                  <a:lnTo>
                    <a:pt x="1635477" y="612699"/>
                  </a:lnTo>
                  <a:lnTo>
                    <a:pt x="1636138" y="588712"/>
                  </a:lnTo>
                  <a:lnTo>
                    <a:pt x="1636798" y="590720"/>
                  </a:lnTo>
                  <a:lnTo>
                    <a:pt x="1637459" y="607998"/>
                  </a:lnTo>
                  <a:lnTo>
                    <a:pt x="1638119" y="610814"/>
                  </a:lnTo>
                  <a:lnTo>
                    <a:pt x="1638780" y="614053"/>
                  </a:lnTo>
                  <a:lnTo>
                    <a:pt x="1639440" y="615667"/>
                  </a:lnTo>
                  <a:lnTo>
                    <a:pt x="1640101" y="609109"/>
                  </a:lnTo>
                  <a:lnTo>
                    <a:pt x="1640761" y="578366"/>
                  </a:lnTo>
                  <a:lnTo>
                    <a:pt x="1641422" y="573641"/>
                  </a:lnTo>
                  <a:lnTo>
                    <a:pt x="1642082" y="579985"/>
                  </a:lnTo>
                  <a:lnTo>
                    <a:pt x="1642743" y="583694"/>
                  </a:lnTo>
                  <a:lnTo>
                    <a:pt x="1643403" y="577971"/>
                  </a:lnTo>
                  <a:lnTo>
                    <a:pt x="1644064" y="582794"/>
                  </a:lnTo>
                  <a:lnTo>
                    <a:pt x="1644724" y="606840"/>
                  </a:lnTo>
                  <a:lnTo>
                    <a:pt x="1645385" y="610148"/>
                  </a:lnTo>
                  <a:lnTo>
                    <a:pt x="1646046" y="601733"/>
                  </a:lnTo>
                  <a:lnTo>
                    <a:pt x="1646706" y="604287"/>
                  </a:lnTo>
                  <a:lnTo>
                    <a:pt x="1647367" y="609377"/>
                  </a:lnTo>
                  <a:lnTo>
                    <a:pt x="1648027" y="600539"/>
                  </a:lnTo>
                  <a:lnTo>
                    <a:pt x="1648688" y="598644"/>
                  </a:lnTo>
                  <a:lnTo>
                    <a:pt x="1649348" y="586669"/>
                  </a:lnTo>
                  <a:lnTo>
                    <a:pt x="1650009" y="606217"/>
                  </a:lnTo>
                  <a:lnTo>
                    <a:pt x="1650669" y="600668"/>
                  </a:lnTo>
                  <a:lnTo>
                    <a:pt x="1651330" y="607206"/>
                  </a:lnTo>
                  <a:lnTo>
                    <a:pt x="1651990" y="612975"/>
                  </a:lnTo>
                  <a:lnTo>
                    <a:pt x="1652651" y="594506"/>
                  </a:lnTo>
                  <a:lnTo>
                    <a:pt x="1653311" y="607206"/>
                  </a:lnTo>
                  <a:lnTo>
                    <a:pt x="1653972" y="614864"/>
                  </a:lnTo>
                  <a:lnTo>
                    <a:pt x="1654632" y="594506"/>
                  </a:lnTo>
                  <a:lnTo>
                    <a:pt x="1655293" y="602933"/>
                  </a:lnTo>
                  <a:lnTo>
                    <a:pt x="1655953" y="612975"/>
                  </a:lnTo>
                  <a:lnTo>
                    <a:pt x="1656614" y="604287"/>
                  </a:lnTo>
                  <a:lnTo>
                    <a:pt x="1657275" y="599225"/>
                  </a:lnTo>
                  <a:lnTo>
                    <a:pt x="1657935" y="594849"/>
                  </a:lnTo>
                  <a:lnTo>
                    <a:pt x="1658596" y="583224"/>
                  </a:lnTo>
                  <a:lnTo>
                    <a:pt x="1659256" y="587011"/>
                  </a:lnTo>
                  <a:lnTo>
                    <a:pt x="1659917" y="602687"/>
                  </a:lnTo>
                  <a:lnTo>
                    <a:pt x="1660577" y="610706"/>
                  </a:lnTo>
                  <a:lnTo>
                    <a:pt x="1661238" y="604041"/>
                  </a:lnTo>
                  <a:lnTo>
                    <a:pt x="1661898" y="609252"/>
                  </a:lnTo>
                  <a:lnTo>
                    <a:pt x="1662559" y="600214"/>
                  </a:lnTo>
                  <a:lnTo>
                    <a:pt x="1663219" y="599780"/>
                  </a:lnTo>
                  <a:lnTo>
                    <a:pt x="1663880" y="584156"/>
                  </a:lnTo>
                  <a:lnTo>
                    <a:pt x="1664540" y="607368"/>
                  </a:lnTo>
                  <a:lnTo>
                    <a:pt x="1665201" y="617373"/>
                  </a:lnTo>
                  <a:lnTo>
                    <a:pt x="1665861" y="610241"/>
                  </a:lnTo>
                  <a:lnTo>
                    <a:pt x="1666522" y="601170"/>
                  </a:lnTo>
                  <a:lnTo>
                    <a:pt x="1667183" y="591163"/>
                  </a:lnTo>
                  <a:lnTo>
                    <a:pt x="1667843" y="595868"/>
                  </a:lnTo>
                  <a:lnTo>
                    <a:pt x="1668504" y="589193"/>
                  </a:lnTo>
                  <a:lnTo>
                    <a:pt x="1669164" y="614864"/>
                  </a:lnTo>
                  <a:lnTo>
                    <a:pt x="1669825" y="618897"/>
                  </a:lnTo>
                  <a:lnTo>
                    <a:pt x="1670485" y="614864"/>
                  </a:lnTo>
                  <a:lnTo>
                    <a:pt x="1671146" y="604267"/>
                  </a:lnTo>
                  <a:lnTo>
                    <a:pt x="1671806" y="598419"/>
                  </a:lnTo>
                  <a:lnTo>
                    <a:pt x="1672467" y="597725"/>
                  </a:lnTo>
                  <a:lnTo>
                    <a:pt x="1673127" y="603487"/>
                  </a:lnTo>
                  <a:lnTo>
                    <a:pt x="1673788" y="590720"/>
                  </a:lnTo>
                  <a:lnTo>
                    <a:pt x="1674448" y="613030"/>
                  </a:lnTo>
                  <a:lnTo>
                    <a:pt x="1675109" y="619124"/>
                  </a:lnTo>
                  <a:lnTo>
                    <a:pt x="1675769" y="616460"/>
                  </a:lnTo>
                  <a:lnTo>
                    <a:pt x="1676430" y="618654"/>
                  </a:lnTo>
                  <a:lnTo>
                    <a:pt x="1677091" y="616711"/>
                  </a:lnTo>
                  <a:lnTo>
                    <a:pt x="1677751" y="612048"/>
                  </a:lnTo>
                  <a:lnTo>
                    <a:pt x="1678412" y="605017"/>
                  </a:lnTo>
                  <a:lnTo>
                    <a:pt x="1679072" y="593708"/>
                  </a:lnTo>
                  <a:lnTo>
                    <a:pt x="1679733" y="582199"/>
                  </a:lnTo>
                  <a:lnTo>
                    <a:pt x="1680393" y="591163"/>
                  </a:lnTo>
                  <a:lnTo>
                    <a:pt x="1681054" y="614678"/>
                  </a:lnTo>
                  <a:lnTo>
                    <a:pt x="1681714" y="616435"/>
                  </a:lnTo>
                  <a:lnTo>
                    <a:pt x="1682375" y="612181"/>
                  </a:lnTo>
                  <a:lnTo>
                    <a:pt x="1683035" y="610148"/>
                  </a:lnTo>
                  <a:lnTo>
                    <a:pt x="1683696" y="602634"/>
                  </a:lnTo>
                  <a:lnTo>
                    <a:pt x="1684356" y="579963"/>
                  </a:lnTo>
                  <a:lnTo>
                    <a:pt x="1685017" y="571263"/>
                  </a:lnTo>
                  <a:lnTo>
                    <a:pt x="1685677" y="594427"/>
                  </a:lnTo>
                  <a:lnTo>
                    <a:pt x="1686338" y="608497"/>
                  </a:lnTo>
                  <a:lnTo>
                    <a:pt x="1686998" y="605436"/>
                  </a:lnTo>
                  <a:lnTo>
                    <a:pt x="1687659" y="603346"/>
                  </a:lnTo>
                  <a:lnTo>
                    <a:pt x="1688320" y="591163"/>
                  </a:lnTo>
                  <a:lnTo>
                    <a:pt x="1688980" y="577508"/>
                  </a:lnTo>
                  <a:lnTo>
                    <a:pt x="1689641" y="573503"/>
                  </a:lnTo>
                  <a:lnTo>
                    <a:pt x="1690301" y="589676"/>
                  </a:lnTo>
                  <a:lnTo>
                    <a:pt x="1690962" y="604041"/>
                  </a:lnTo>
                  <a:lnTo>
                    <a:pt x="1691622" y="599438"/>
                  </a:lnTo>
                  <a:lnTo>
                    <a:pt x="1692283" y="591343"/>
                  </a:lnTo>
                  <a:lnTo>
                    <a:pt x="1692943" y="596696"/>
                  </a:lnTo>
                  <a:lnTo>
                    <a:pt x="1693604" y="594849"/>
                  </a:lnTo>
                  <a:lnTo>
                    <a:pt x="1694264" y="612214"/>
                  </a:lnTo>
                  <a:lnTo>
                    <a:pt x="1694925" y="612214"/>
                  </a:lnTo>
                  <a:lnTo>
                    <a:pt x="1695585" y="583224"/>
                  </a:lnTo>
                  <a:lnTo>
                    <a:pt x="1696246" y="589787"/>
                  </a:lnTo>
                  <a:lnTo>
                    <a:pt x="1696906" y="616126"/>
                  </a:lnTo>
                  <a:lnTo>
                    <a:pt x="1697567" y="616555"/>
                  </a:lnTo>
                  <a:lnTo>
                    <a:pt x="1698228" y="606749"/>
                  </a:lnTo>
                  <a:lnTo>
                    <a:pt x="1698888" y="591497"/>
                  </a:lnTo>
                  <a:lnTo>
                    <a:pt x="1699549" y="548437"/>
                  </a:lnTo>
                  <a:lnTo>
                    <a:pt x="1700209" y="538027"/>
                  </a:lnTo>
                  <a:lnTo>
                    <a:pt x="1700870" y="572249"/>
                  </a:lnTo>
                  <a:lnTo>
                    <a:pt x="1701530" y="578730"/>
                  </a:lnTo>
                  <a:lnTo>
                    <a:pt x="1702191" y="588354"/>
                  </a:lnTo>
                  <a:lnTo>
                    <a:pt x="1702851" y="609323"/>
                  </a:lnTo>
                  <a:lnTo>
                    <a:pt x="1703512" y="601135"/>
                  </a:lnTo>
                  <a:lnTo>
                    <a:pt x="1704172" y="577099"/>
                  </a:lnTo>
                  <a:lnTo>
                    <a:pt x="1704833" y="583224"/>
                  </a:lnTo>
                  <a:lnTo>
                    <a:pt x="1705493" y="612704"/>
                  </a:lnTo>
                  <a:lnTo>
                    <a:pt x="1706154" y="615231"/>
                  </a:lnTo>
                  <a:lnTo>
                    <a:pt x="1706814" y="606015"/>
                  </a:lnTo>
                  <a:lnTo>
                    <a:pt x="1707475" y="592081"/>
                  </a:lnTo>
                  <a:lnTo>
                    <a:pt x="1708136" y="592178"/>
                  </a:lnTo>
                  <a:lnTo>
                    <a:pt x="1708796" y="575663"/>
                  </a:lnTo>
                  <a:lnTo>
                    <a:pt x="1709457" y="554210"/>
                  </a:lnTo>
                  <a:lnTo>
                    <a:pt x="1710117" y="541018"/>
                  </a:lnTo>
                  <a:lnTo>
                    <a:pt x="1710778" y="538027"/>
                  </a:lnTo>
                  <a:lnTo>
                    <a:pt x="1711438" y="554695"/>
                  </a:lnTo>
                  <a:lnTo>
                    <a:pt x="1712099" y="561095"/>
                  </a:lnTo>
                  <a:lnTo>
                    <a:pt x="1712759" y="561095"/>
                  </a:lnTo>
                  <a:lnTo>
                    <a:pt x="1713420" y="591497"/>
                  </a:lnTo>
                  <a:lnTo>
                    <a:pt x="1714080" y="612740"/>
                  </a:lnTo>
                  <a:lnTo>
                    <a:pt x="1714741" y="616555"/>
                  </a:lnTo>
                  <a:lnTo>
                    <a:pt x="1715401" y="616640"/>
                  </a:lnTo>
                  <a:lnTo>
                    <a:pt x="1716062" y="618572"/>
                  </a:lnTo>
                  <a:lnTo>
                    <a:pt x="1716722" y="616555"/>
                  </a:lnTo>
                  <a:lnTo>
                    <a:pt x="1717383" y="616514"/>
                  </a:lnTo>
                  <a:lnTo>
                    <a:pt x="1718044" y="615997"/>
                  </a:lnTo>
                  <a:lnTo>
                    <a:pt x="1718704" y="615667"/>
                  </a:lnTo>
                  <a:lnTo>
                    <a:pt x="1719365" y="587587"/>
                  </a:lnTo>
                  <a:lnTo>
                    <a:pt x="1720025" y="585307"/>
                  </a:lnTo>
                  <a:lnTo>
                    <a:pt x="1720686" y="608337"/>
                  </a:lnTo>
                  <a:lnTo>
                    <a:pt x="1721346" y="616435"/>
                  </a:lnTo>
                  <a:lnTo>
                    <a:pt x="1722007" y="599019"/>
                  </a:lnTo>
                  <a:lnTo>
                    <a:pt x="1722667" y="562167"/>
                  </a:lnTo>
                  <a:lnTo>
                    <a:pt x="1723328" y="583224"/>
                  </a:lnTo>
                  <a:lnTo>
                    <a:pt x="1723988" y="614602"/>
                  </a:lnTo>
                  <a:lnTo>
                    <a:pt x="1724649" y="616555"/>
                  </a:lnTo>
                  <a:lnTo>
                    <a:pt x="1725309" y="612740"/>
                  </a:lnTo>
                  <a:lnTo>
                    <a:pt x="1725970" y="574408"/>
                  </a:lnTo>
                  <a:lnTo>
                    <a:pt x="1726630" y="535452"/>
                  </a:lnTo>
                  <a:lnTo>
                    <a:pt x="1727291" y="539138"/>
                  </a:lnTo>
                  <a:lnTo>
                    <a:pt x="1727951" y="547323"/>
                  </a:lnTo>
                  <a:lnTo>
                    <a:pt x="1728612" y="547815"/>
                  </a:lnTo>
                  <a:lnTo>
                    <a:pt x="1729273" y="593341"/>
                  </a:lnTo>
                  <a:lnTo>
                    <a:pt x="1729933" y="613533"/>
                  </a:lnTo>
                  <a:lnTo>
                    <a:pt x="1730594" y="605994"/>
                  </a:lnTo>
                  <a:lnTo>
                    <a:pt x="1731254" y="578730"/>
                  </a:lnTo>
                  <a:lnTo>
                    <a:pt x="1731915" y="562780"/>
                  </a:lnTo>
                  <a:lnTo>
                    <a:pt x="1732575" y="553581"/>
                  </a:lnTo>
                  <a:lnTo>
                    <a:pt x="1733236" y="551841"/>
                  </a:lnTo>
                  <a:lnTo>
                    <a:pt x="1733896" y="551841"/>
                  </a:lnTo>
                  <a:lnTo>
                    <a:pt x="1734557" y="562780"/>
                  </a:lnTo>
                  <a:lnTo>
                    <a:pt x="1735217" y="590923"/>
                  </a:lnTo>
                  <a:lnTo>
                    <a:pt x="1735878" y="594849"/>
                  </a:lnTo>
                  <a:lnTo>
                    <a:pt x="1736538" y="583224"/>
                  </a:lnTo>
                  <a:lnTo>
                    <a:pt x="1737199" y="570215"/>
                  </a:lnTo>
                  <a:lnTo>
                    <a:pt x="1737859" y="572451"/>
                  </a:lnTo>
                  <a:lnTo>
                    <a:pt x="1738520" y="583224"/>
                  </a:lnTo>
                  <a:lnTo>
                    <a:pt x="1739181" y="578730"/>
                  </a:lnTo>
                  <a:lnTo>
                    <a:pt x="1739841" y="568224"/>
                  </a:lnTo>
                  <a:lnTo>
                    <a:pt x="1740502" y="556677"/>
                  </a:lnTo>
                  <a:lnTo>
                    <a:pt x="1741162" y="599225"/>
                  </a:lnTo>
                  <a:lnTo>
                    <a:pt x="1741823" y="615272"/>
                  </a:lnTo>
                  <a:lnTo>
                    <a:pt x="1742483" y="616555"/>
                  </a:lnTo>
                  <a:lnTo>
                    <a:pt x="1743144" y="616353"/>
                  </a:lnTo>
                  <a:lnTo>
                    <a:pt x="1743804" y="596696"/>
                  </a:lnTo>
                  <a:lnTo>
                    <a:pt x="1744465" y="578730"/>
                  </a:lnTo>
                  <a:lnTo>
                    <a:pt x="1745125" y="570215"/>
                  </a:lnTo>
                  <a:lnTo>
                    <a:pt x="1745786" y="570215"/>
                  </a:lnTo>
                  <a:lnTo>
                    <a:pt x="1746446" y="568618"/>
                  </a:lnTo>
                  <a:lnTo>
                    <a:pt x="1747107" y="561095"/>
                  </a:lnTo>
                  <a:lnTo>
                    <a:pt x="1747767" y="570215"/>
                  </a:lnTo>
                  <a:lnTo>
                    <a:pt x="1748428" y="583224"/>
                  </a:lnTo>
                  <a:lnTo>
                    <a:pt x="1749089" y="599438"/>
                  </a:lnTo>
                  <a:lnTo>
                    <a:pt x="1749749" y="610706"/>
                  </a:lnTo>
                  <a:lnTo>
                    <a:pt x="1750410" y="597918"/>
                  </a:lnTo>
                  <a:lnTo>
                    <a:pt x="1751070" y="612214"/>
                  </a:lnTo>
                  <a:lnTo>
                    <a:pt x="1751731" y="600632"/>
                  </a:lnTo>
                  <a:lnTo>
                    <a:pt x="1752391" y="572249"/>
                  </a:lnTo>
                  <a:lnTo>
                    <a:pt x="1753052" y="563893"/>
                  </a:lnTo>
                  <a:lnTo>
                    <a:pt x="1753712" y="568618"/>
                  </a:lnTo>
                  <a:lnTo>
                    <a:pt x="1754373" y="591343"/>
                  </a:lnTo>
                  <a:lnTo>
                    <a:pt x="1755033" y="611496"/>
                  </a:lnTo>
                  <a:lnTo>
                    <a:pt x="1755694" y="601135"/>
                  </a:lnTo>
                  <a:lnTo>
                    <a:pt x="1756354" y="583860"/>
                  </a:lnTo>
                  <a:lnTo>
                    <a:pt x="1757015" y="583224"/>
                  </a:lnTo>
                  <a:lnTo>
                    <a:pt x="1757675" y="577185"/>
                  </a:lnTo>
                  <a:lnTo>
                    <a:pt x="1758336" y="574408"/>
                  </a:lnTo>
                  <a:lnTo>
                    <a:pt x="1758996" y="583224"/>
                  </a:lnTo>
                  <a:lnTo>
                    <a:pt x="1759657" y="580759"/>
                  </a:lnTo>
                  <a:lnTo>
                    <a:pt x="1760318" y="608877"/>
                  </a:lnTo>
                  <a:lnTo>
                    <a:pt x="1760978" y="616876"/>
                  </a:lnTo>
                  <a:lnTo>
                    <a:pt x="1761639" y="616876"/>
                  </a:lnTo>
                  <a:lnTo>
                    <a:pt x="1762299" y="616876"/>
                  </a:lnTo>
                  <a:lnTo>
                    <a:pt x="1762960" y="616876"/>
                  </a:lnTo>
                  <a:lnTo>
                    <a:pt x="1763620" y="609312"/>
                  </a:lnTo>
                  <a:lnTo>
                    <a:pt x="1764281" y="605166"/>
                  </a:lnTo>
                  <a:lnTo>
                    <a:pt x="1764941" y="608041"/>
                  </a:lnTo>
                  <a:lnTo>
                    <a:pt x="1765602" y="616962"/>
                  </a:lnTo>
                  <a:lnTo>
                    <a:pt x="1766262" y="616876"/>
                  </a:lnTo>
                  <a:lnTo>
                    <a:pt x="1766923" y="611694"/>
                  </a:lnTo>
                  <a:lnTo>
                    <a:pt x="1767583" y="580710"/>
                  </a:lnTo>
                  <a:lnTo>
                    <a:pt x="1768244" y="579165"/>
                  </a:lnTo>
                  <a:lnTo>
                    <a:pt x="1768904" y="564760"/>
                  </a:lnTo>
                  <a:lnTo>
                    <a:pt x="1769565" y="551495"/>
                  </a:lnTo>
                  <a:lnTo>
                    <a:pt x="1770226" y="574432"/>
                  </a:lnTo>
                  <a:lnTo>
                    <a:pt x="1770886" y="613854"/>
                  </a:lnTo>
                  <a:lnTo>
                    <a:pt x="1771547" y="601205"/>
                  </a:lnTo>
                  <a:lnTo>
                    <a:pt x="1772207" y="590888"/>
                  </a:lnTo>
                  <a:lnTo>
                    <a:pt x="1772868" y="596141"/>
                  </a:lnTo>
                  <a:lnTo>
                    <a:pt x="1773528" y="606344"/>
                  </a:lnTo>
                  <a:lnTo>
                    <a:pt x="1774189" y="613883"/>
                  </a:lnTo>
                  <a:lnTo>
                    <a:pt x="1774849" y="590517"/>
                  </a:lnTo>
                  <a:lnTo>
                    <a:pt x="1775510" y="600967"/>
                  </a:lnTo>
                  <a:lnTo>
                    <a:pt x="1776170" y="591950"/>
                  </a:lnTo>
                  <a:lnTo>
                    <a:pt x="1776831" y="598705"/>
                  </a:lnTo>
                  <a:lnTo>
                    <a:pt x="1777491" y="601419"/>
                  </a:lnTo>
                  <a:lnTo>
                    <a:pt x="1778152" y="602612"/>
                  </a:lnTo>
                  <a:lnTo>
                    <a:pt x="1778812" y="585205"/>
                  </a:lnTo>
                  <a:lnTo>
                    <a:pt x="1779473" y="605166"/>
                  </a:lnTo>
                  <a:lnTo>
                    <a:pt x="1780134" y="611027"/>
                  </a:lnTo>
                  <a:lnTo>
                    <a:pt x="1780794" y="607070"/>
                  </a:lnTo>
                  <a:lnTo>
                    <a:pt x="1781455" y="609860"/>
                  </a:lnTo>
                  <a:lnTo>
                    <a:pt x="1782115" y="605166"/>
                  </a:lnTo>
                  <a:lnTo>
                    <a:pt x="1782776" y="602612"/>
                  </a:lnTo>
                  <a:lnTo>
                    <a:pt x="1783436" y="601419"/>
                  </a:lnTo>
                  <a:lnTo>
                    <a:pt x="1784097" y="607070"/>
                  </a:lnTo>
                  <a:lnTo>
                    <a:pt x="1784757" y="618893"/>
                  </a:lnTo>
                  <a:lnTo>
                    <a:pt x="1785418" y="617090"/>
                  </a:lnTo>
                  <a:lnTo>
                    <a:pt x="1786078" y="617090"/>
                  </a:lnTo>
                  <a:lnTo>
                    <a:pt x="1786739" y="616289"/>
                  </a:lnTo>
                  <a:lnTo>
                    <a:pt x="1787399" y="598676"/>
                  </a:lnTo>
                  <a:lnTo>
                    <a:pt x="1788060" y="599898"/>
                  </a:lnTo>
                  <a:lnTo>
                    <a:pt x="1788720" y="615240"/>
                  </a:lnTo>
                  <a:lnTo>
                    <a:pt x="1789381" y="616876"/>
                  </a:lnTo>
                  <a:lnTo>
                    <a:pt x="1790042" y="616876"/>
                  </a:lnTo>
                  <a:lnTo>
                    <a:pt x="1790702" y="617090"/>
                  </a:lnTo>
                  <a:lnTo>
                    <a:pt x="1791363" y="618262"/>
                  </a:lnTo>
                  <a:lnTo>
                    <a:pt x="1792023" y="616876"/>
                  </a:lnTo>
                  <a:lnTo>
                    <a:pt x="1792684" y="616876"/>
                  </a:lnTo>
                  <a:lnTo>
                    <a:pt x="1793344" y="618893"/>
                  </a:lnTo>
                  <a:lnTo>
                    <a:pt x="1794005" y="608105"/>
                  </a:lnTo>
                  <a:lnTo>
                    <a:pt x="1794665" y="606974"/>
                  </a:lnTo>
                  <a:lnTo>
                    <a:pt x="1795326" y="612251"/>
                  </a:lnTo>
                  <a:lnTo>
                    <a:pt x="1795986" y="616257"/>
                  </a:lnTo>
                  <a:lnTo>
                    <a:pt x="1796647" y="615464"/>
                  </a:lnTo>
                  <a:lnTo>
                    <a:pt x="1797307" y="601410"/>
                  </a:lnTo>
                  <a:lnTo>
                    <a:pt x="1797968" y="586466"/>
                  </a:lnTo>
                  <a:lnTo>
                    <a:pt x="1798628" y="607165"/>
                  </a:lnTo>
                  <a:lnTo>
                    <a:pt x="1799289" y="613995"/>
                  </a:lnTo>
                  <a:lnTo>
                    <a:pt x="1799949" y="614938"/>
                  </a:lnTo>
                  <a:lnTo>
                    <a:pt x="1800610" y="613966"/>
                  </a:lnTo>
                  <a:lnTo>
                    <a:pt x="1801271" y="612799"/>
                  </a:lnTo>
                  <a:lnTo>
                    <a:pt x="1801931" y="614633"/>
                  </a:lnTo>
                  <a:lnTo>
                    <a:pt x="1802592" y="612799"/>
                  </a:lnTo>
                  <a:lnTo>
                    <a:pt x="1803252" y="611817"/>
                  </a:lnTo>
                  <a:lnTo>
                    <a:pt x="1803913" y="616229"/>
                  </a:lnTo>
                  <a:lnTo>
                    <a:pt x="1804573" y="616229"/>
                  </a:lnTo>
                  <a:lnTo>
                    <a:pt x="1805234" y="614633"/>
                  </a:lnTo>
                  <a:lnTo>
                    <a:pt x="1805894" y="612799"/>
                  </a:lnTo>
                  <a:lnTo>
                    <a:pt x="1806555" y="613236"/>
                  </a:lnTo>
                  <a:lnTo>
                    <a:pt x="1807215" y="613522"/>
                  </a:lnTo>
                  <a:lnTo>
                    <a:pt x="1807876" y="611857"/>
                  </a:lnTo>
                  <a:lnTo>
                    <a:pt x="1808536" y="613265"/>
                  </a:lnTo>
                  <a:lnTo>
                    <a:pt x="1809197" y="610078"/>
                  </a:lnTo>
                  <a:lnTo>
                    <a:pt x="1809857" y="600505"/>
                  </a:lnTo>
                  <a:lnTo>
                    <a:pt x="1810518" y="590557"/>
                  </a:lnTo>
                  <a:lnTo>
                    <a:pt x="1811179" y="611440"/>
                  </a:lnTo>
                  <a:lnTo>
                    <a:pt x="1811839" y="608405"/>
                  </a:lnTo>
                  <a:lnTo>
                    <a:pt x="1812500" y="602673"/>
                  </a:lnTo>
                  <a:lnTo>
                    <a:pt x="1813160" y="583664"/>
                  </a:lnTo>
                  <a:lnTo>
                    <a:pt x="1813821" y="569579"/>
                  </a:lnTo>
                  <a:lnTo>
                    <a:pt x="1814481" y="562736"/>
                  </a:lnTo>
                  <a:lnTo>
                    <a:pt x="1815142" y="562736"/>
                  </a:lnTo>
                  <a:lnTo>
                    <a:pt x="1815802" y="582449"/>
                  </a:lnTo>
                  <a:lnTo>
                    <a:pt x="1816463" y="585245"/>
                  </a:lnTo>
                  <a:lnTo>
                    <a:pt x="1817123" y="563115"/>
                  </a:lnTo>
                  <a:lnTo>
                    <a:pt x="1817784" y="563115"/>
                  </a:lnTo>
                  <a:lnTo>
                    <a:pt x="1818444" y="574269"/>
                  </a:lnTo>
                  <a:lnTo>
                    <a:pt x="1819105" y="580751"/>
                  </a:lnTo>
                  <a:lnTo>
                    <a:pt x="1819765" y="589031"/>
                  </a:lnTo>
                  <a:lnTo>
                    <a:pt x="1820426" y="589031"/>
                  </a:lnTo>
                  <a:lnTo>
                    <a:pt x="1821087" y="583238"/>
                  </a:lnTo>
                  <a:lnTo>
                    <a:pt x="1821747" y="585245"/>
                  </a:lnTo>
                  <a:lnTo>
                    <a:pt x="1822408" y="591807"/>
                  </a:lnTo>
                  <a:lnTo>
                    <a:pt x="1823068" y="611067"/>
                  </a:lnTo>
                  <a:lnTo>
                    <a:pt x="1823729" y="616917"/>
                  </a:lnTo>
                  <a:lnTo>
                    <a:pt x="1824389" y="616917"/>
                  </a:lnTo>
                  <a:lnTo>
                    <a:pt x="1825050" y="607110"/>
                  </a:lnTo>
                  <a:lnTo>
                    <a:pt x="1825710" y="549782"/>
                  </a:lnTo>
                  <a:lnTo>
                    <a:pt x="1826371" y="535410"/>
                  </a:lnTo>
                  <a:lnTo>
                    <a:pt x="1827031" y="546725"/>
                  </a:lnTo>
                  <a:lnTo>
                    <a:pt x="1827692" y="554976"/>
                  </a:lnTo>
                  <a:lnTo>
                    <a:pt x="1828352" y="580751"/>
                  </a:lnTo>
                  <a:lnTo>
                    <a:pt x="1829013" y="600023"/>
                  </a:lnTo>
                  <a:lnTo>
                    <a:pt x="1829673" y="607110"/>
                  </a:lnTo>
                  <a:lnTo>
                    <a:pt x="1830334" y="614963"/>
                  </a:lnTo>
                  <a:lnTo>
                    <a:pt x="1830994" y="614963"/>
                  </a:lnTo>
                  <a:lnTo>
                    <a:pt x="1831655" y="616715"/>
                  </a:lnTo>
                  <a:lnTo>
                    <a:pt x="1832316" y="616917"/>
                  </a:lnTo>
                  <a:lnTo>
                    <a:pt x="1832976" y="616917"/>
                  </a:lnTo>
                  <a:lnTo>
                    <a:pt x="1833637" y="616516"/>
                  </a:lnTo>
                  <a:lnTo>
                    <a:pt x="1834297" y="611763"/>
                  </a:lnTo>
                  <a:lnTo>
                    <a:pt x="1834958" y="599618"/>
                  </a:lnTo>
                  <a:lnTo>
                    <a:pt x="1835618" y="598481"/>
                  </a:lnTo>
                  <a:lnTo>
                    <a:pt x="1836279" y="591919"/>
                  </a:lnTo>
                  <a:lnTo>
                    <a:pt x="1836939" y="579800"/>
                  </a:lnTo>
                  <a:lnTo>
                    <a:pt x="1837600" y="585427"/>
                  </a:lnTo>
                  <a:lnTo>
                    <a:pt x="1838260" y="607139"/>
                  </a:lnTo>
                  <a:lnTo>
                    <a:pt x="1838921" y="612604"/>
                  </a:lnTo>
                  <a:lnTo>
                    <a:pt x="1839581" y="614963"/>
                  </a:lnTo>
                  <a:lnTo>
                    <a:pt x="1840242" y="608918"/>
                  </a:lnTo>
                  <a:lnTo>
                    <a:pt x="1840902" y="601274"/>
                  </a:lnTo>
                  <a:lnTo>
                    <a:pt x="1841563" y="608946"/>
                  </a:lnTo>
                  <a:lnTo>
                    <a:pt x="1842224" y="610612"/>
                  </a:lnTo>
                  <a:lnTo>
                    <a:pt x="1842884" y="597119"/>
                  </a:lnTo>
                  <a:lnTo>
                    <a:pt x="1843545" y="590557"/>
                  </a:lnTo>
                  <a:lnTo>
                    <a:pt x="1844205" y="594343"/>
                  </a:lnTo>
                  <a:lnTo>
                    <a:pt x="1844866" y="604704"/>
                  </a:lnTo>
                  <a:lnTo>
                    <a:pt x="1845526" y="611763"/>
                  </a:lnTo>
                  <a:lnTo>
                    <a:pt x="1846187" y="603881"/>
                  </a:lnTo>
                  <a:lnTo>
                    <a:pt x="1846847" y="591807"/>
                  </a:lnTo>
                  <a:lnTo>
                    <a:pt x="1847508" y="579205"/>
                  </a:lnTo>
                  <a:lnTo>
                    <a:pt x="1848168" y="579205"/>
                  </a:lnTo>
                  <a:lnTo>
                    <a:pt x="1848829" y="606356"/>
                  </a:lnTo>
                  <a:lnTo>
                    <a:pt x="1849489" y="605207"/>
                  </a:lnTo>
                  <a:lnTo>
                    <a:pt x="1850150" y="596152"/>
                  </a:lnTo>
                  <a:lnTo>
                    <a:pt x="1850810" y="590928"/>
                  </a:lnTo>
                  <a:lnTo>
                    <a:pt x="1851471" y="599938"/>
                  </a:lnTo>
                  <a:lnTo>
                    <a:pt x="1852132" y="607110"/>
                  </a:lnTo>
                  <a:lnTo>
                    <a:pt x="1852792" y="596869"/>
                  </a:lnTo>
                  <a:lnTo>
                    <a:pt x="1853453" y="601245"/>
                  </a:lnTo>
                  <a:lnTo>
                    <a:pt x="1854113" y="601245"/>
                  </a:lnTo>
                  <a:lnTo>
                    <a:pt x="1854774" y="593363"/>
                  </a:lnTo>
                  <a:lnTo>
                    <a:pt x="1855434" y="585245"/>
                  </a:lnTo>
                  <a:lnTo>
                    <a:pt x="1856095" y="574269"/>
                  </a:lnTo>
                  <a:lnTo>
                    <a:pt x="1856755" y="574269"/>
                  </a:lnTo>
                  <a:lnTo>
                    <a:pt x="1857416" y="563115"/>
                  </a:lnTo>
                  <a:lnTo>
                    <a:pt x="1858076" y="565914"/>
                  </a:lnTo>
                  <a:lnTo>
                    <a:pt x="1858737" y="585245"/>
                  </a:lnTo>
                  <a:lnTo>
                    <a:pt x="1859397" y="605207"/>
                  </a:lnTo>
                  <a:lnTo>
                    <a:pt x="1860058" y="614456"/>
                  </a:lnTo>
                  <a:lnTo>
                    <a:pt x="1860718" y="616917"/>
                  </a:lnTo>
                  <a:lnTo>
                    <a:pt x="1861379" y="608918"/>
                  </a:lnTo>
                  <a:lnTo>
                    <a:pt x="1862040" y="579205"/>
                  </a:lnTo>
                  <a:lnTo>
                    <a:pt x="1862700" y="593517"/>
                  </a:lnTo>
                  <a:lnTo>
                    <a:pt x="1863361" y="596152"/>
                  </a:lnTo>
                  <a:lnTo>
                    <a:pt x="1864021" y="585245"/>
                  </a:lnTo>
                  <a:lnTo>
                    <a:pt x="1864682" y="611067"/>
                  </a:lnTo>
                  <a:lnTo>
                    <a:pt x="1865342" y="614963"/>
                  </a:lnTo>
                  <a:lnTo>
                    <a:pt x="1866003" y="616800"/>
                  </a:lnTo>
                  <a:lnTo>
                    <a:pt x="1866663" y="616917"/>
                  </a:lnTo>
                  <a:lnTo>
                    <a:pt x="1867324" y="616917"/>
                  </a:lnTo>
                  <a:lnTo>
                    <a:pt x="1867984" y="616917"/>
                  </a:lnTo>
                  <a:lnTo>
                    <a:pt x="1868645" y="605207"/>
                  </a:lnTo>
                  <a:lnTo>
                    <a:pt x="1869305" y="564800"/>
                  </a:lnTo>
                  <a:lnTo>
                    <a:pt x="1869966" y="574472"/>
                  </a:lnTo>
                  <a:lnTo>
                    <a:pt x="1870626" y="590928"/>
                  </a:lnTo>
                  <a:lnTo>
                    <a:pt x="1871287" y="585245"/>
                  </a:lnTo>
                  <a:lnTo>
                    <a:pt x="1871947" y="574472"/>
                  </a:lnTo>
                  <a:lnTo>
                    <a:pt x="1872608" y="549343"/>
                  </a:lnTo>
                  <a:lnTo>
                    <a:pt x="1873269" y="546864"/>
                  </a:lnTo>
                  <a:lnTo>
                    <a:pt x="1873929" y="556735"/>
                  </a:lnTo>
                  <a:lnTo>
                    <a:pt x="1874590" y="563115"/>
                  </a:lnTo>
                  <a:lnTo>
                    <a:pt x="1875250" y="592944"/>
                  </a:lnTo>
                  <a:lnTo>
                    <a:pt x="1875911" y="603155"/>
                  </a:lnTo>
                  <a:lnTo>
                    <a:pt x="1876571" y="605985"/>
                  </a:lnTo>
                  <a:lnTo>
                    <a:pt x="1877232" y="607015"/>
                  </a:lnTo>
                  <a:lnTo>
                    <a:pt x="1877892" y="589031"/>
                  </a:lnTo>
                  <a:lnTo>
                    <a:pt x="1878553" y="585245"/>
                  </a:lnTo>
                  <a:lnTo>
                    <a:pt x="1879213" y="587999"/>
                  </a:lnTo>
                  <a:lnTo>
                    <a:pt x="1879874" y="601245"/>
                  </a:lnTo>
                  <a:lnTo>
                    <a:pt x="1880534" y="618933"/>
                  </a:lnTo>
                  <a:lnTo>
                    <a:pt x="1881195" y="618177"/>
                  </a:lnTo>
                  <a:lnTo>
                    <a:pt x="1881855" y="616520"/>
                  </a:lnTo>
                  <a:lnTo>
                    <a:pt x="1882516" y="616830"/>
                  </a:lnTo>
                  <a:lnTo>
                    <a:pt x="1883177" y="610297"/>
                  </a:lnTo>
                  <a:lnTo>
                    <a:pt x="1883837" y="613923"/>
                  </a:lnTo>
                  <a:lnTo>
                    <a:pt x="1884498" y="616743"/>
                  </a:lnTo>
                  <a:lnTo>
                    <a:pt x="1885158" y="589214"/>
                  </a:lnTo>
                  <a:lnTo>
                    <a:pt x="1885819" y="573479"/>
                  </a:lnTo>
                  <a:lnTo>
                    <a:pt x="1886479" y="591001"/>
                  </a:lnTo>
                  <a:lnTo>
                    <a:pt x="1887140" y="610612"/>
                  </a:lnTo>
                  <a:lnTo>
                    <a:pt x="1887800" y="585427"/>
                  </a:lnTo>
                  <a:lnTo>
                    <a:pt x="1888461" y="572236"/>
                  </a:lnTo>
                  <a:lnTo>
                    <a:pt x="1889121" y="565914"/>
                  </a:lnTo>
                  <a:lnTo>
                    <a:pt x="1889782" y="579205"/>
                  </a:lnTo>
                  <a:lnTo>
                    <a:pt x="1890442" y="585245"/>
                  </a:lnTo>
                  <a:lnTo>
                    <a:pt x="1891103" y="583420"/>
                  </a:lnTo>
                  <a:lnTo>
                    <a:pt x="1891763" y="595376"/>
                  </a:lnTo>
                  <a:lnTo>
                    <a:pt x="1892424" y="601007"/>
                  </a:lnTo>
                  <a:lnTo>
                    <a:pt x="1893085" y="590557"/>
                  </a:lnTo>
                  <a:lnTo>
                    <a:pt x="1893745" y="585427"/>
                  </a:lnTo>
                  <a:lnTo>
                    <a:pt x="1894406" y="595376"/>
                  </a:lnTo>
                  <a:lnTo>
                    <a:pt x="1895066" y="585427"/>
                  </a:lnTo>
                  <a:lnTo>
                    <a:pt x="1895727" y="609900"/>
                  </a:lnTo>
                  <a:lnTo>
                    <a:pt x="1896387" y="618933"/>
                  </a:lnTo>
                  <a:lnTo>
                    <a:pt x="1897048" y="618463"/>
                  </a:lnTo>
                  <a:lnTo>
                    <a:pt x="1897708" y="617182"/>
                  </a:lnTo>
                  <a:lnTo>
                    <a:pt x="1898369" y="618177"/>
                  </a:lnTo>
                  <a:lnTo>
                    <a:pt x="1899029" y="617182"/>
                  </a:lnTo>
                  <a:lnTo>
                    <a:pt x="1899690" y="611067"/>
                  </a:lnTo>
                  <a:lnTo>
                    <a:pt x="1900350" y="611067"/>
                  </a:lnTo>
                  <a:lnTo>
                    <a:pt x="1901011" y="609900"/>
                  </a:lnTo>
                  <a:lnTo>
                    <a:pt x="1901671" y="599938"/>
                  </a:lnTo>
                  <a:lnTo>
                    <a:pt x="1902332" y="580751"/>
                  </a:lnTo>
                  <a:lnTo>
                    <a:pt x="1902992" y="579205"/>
                  </a:lnTo>
                  <a:lnTo>
                    <a:pt x="1903653" y="570244"/>
                  </a:lnTo>
                  <a:lnTo>
                    <a:pt x="1904314" y="585245"/>
                  </a:lnTo>
                  <a:lnTo>
                    <a:pt x="1904974" y="615987"/>
                  </a:lnTo>
                  <a:lnTo>
                    <a:pt x="1905635" y="616945"/>
                  </a:lnTo>
                  <a:lnTo>
                    <a:pt x="1906295" y="616945"/>
                  </a:lnTo>
                  <a:lnTo>
                    <a:pt x="1906956" y="603184"/>
                  </a:lnTo>
                  <a:lnTo>
                    <a:pt x="1907616" y="598676"/>
                  </a:lnTo>
                  <a:lnTo>
                    <a:pt x="1908277" y="597790"/>
                  </a:lnTo>
                  <a:lnTo>
                    <a:pt x="1908937" y="572418"/>
                  </a:lnTo>
                  <a:lnTo>
                    <a:pt x="1909598" y="565914"/>
                  </a:lnTo>
                  <a:lnTo>
                    <a:pt x="1910258" y="558697"/>
                  </a:lnTo>
                  <a:lnTo>
                    <a:pt x="1910919" y="563115"/>
                  </a:lnTo>
                  <a:lnTo>
                    <a:pt x="1911579" y="563115"/>
                  </a:lnTo>
                  <a:lnTo>
                    <a:pt x="1912240" y="556715"/>
                  </a:lnTo>
                  <a:lnTo>
                    <a:pt x="1912900" y="546908"/>
                  </a:lnTo>
                  <a:lnTo>
                    <a:pt x="1913561" y="572418"/>
                  </a:lnTo>
                  <a:lnTo>
                    <a:pt x="1914222" y="583994"/>
                  </a:lnTo>
                  <a:lnTo>
                    <a:pt x="1914882" y="589031"/>
                  </a:lnTo>
                  <a:lnTo>
                    <a:pt x="1915543" y="601274"/>
                  </a:lnTo>
                  <a:lnTo>
                    <a:pt x="1916203" y="576611"/>
                  </a:lnTo>
                  <a:lnTo>
                    <a:pt x="1916864" y="589214"/>
                  </a:lnTo>
                  <a:lnTo>
                    <a:pt x="1917524" y="585245"/>
                  </a:lnTo>
                  <a:lnTo>
                    <a:pt x="1918185" y="574472"/>
                  </a:lnTo>
                  <a:lnTo>
                    <a:pt x="1918845" y="556715"/>
                  </a:lnTo>
                  <a:lnTo>
                    <a:pt x="1919506" y="574269"/>
                  </a:lnTo>
                  <a:lnTo>
                    <a:pt x="1920166" y="585245"/>
                  </a:lnTo>
                  <a:lnTo>
                    <a:pt x="1920827" y="593517"/>
                  </a:lnTo>
                  <a:lnTo>
                    <a:pt x="1921487" y="602653"/>
                  </a:lnTo>
                  <a:lnTo>
                    <a:pt x="1922148" y="601459"/>
                  </a:lnTo>
                  <a:lnTo>
                    <a:pt x="1922808" y="616273"/>
                  </a:lnTo>
                  <a:lnTo>
                    <a:pt x="1923469" y="616945"/>
                  </a:lnTo>
                  <a:lnTo>
                    <a:pt x="1924130" y="617672"/>
                  </a:lnTo>
                  <a:lnTo>
                    <a:pt x="1924790" y="598676"/>
                  </a:lnTo>
                  <a:lnTo>
                    <a:pt x="1925451" y="614035"/>
                  </a:lnTo>
                  <a:lnTo>
                    <a:pt x="1926111" y="613130"/>
                  </a:lnTo>
                  <a:lnTo>
                    <a:pt x="1926772" y="585427"/>
                  </a:lnTo>
                  <a:lnTo>
                    <a:pt x="1927432" y="585427"/>
                  </a:lnTo>
                  <a:lnTo>
                    <a:pt x="1928093" y="590557"/>
                  </a:lnTo>
                  <a:lnTo>
                    <a:pt x="1928753" y="602406"/>
                  </a:lnTo>
                  <a:lnTo>
                    <a:pt x="1929414" y="608618"/>
                  </a:lnTo>
                  <a:lnTo>
                    <a:pt x="1930074" y="606014"/>
                  </a:lnTo>
                  <a:lnTo>
                    <a:pt x="1930735" y="612689"/>
                  </a:lnTo>
                  <a:lnTo>
                    <a:pt x="1931395" y="614456"/>
                  </a:lnTo>
                  <a:lnTo>
                    <a:pt x="1932056" y="616349"/>
                  </a:lnTo>
                  <a:lnTo>
                    <a:pt x="1932716" y="616329"/>
                  </a:lnTo>
                  <a:lnTo>
                    <a:pt x="1933377" y="612890"/>
                  </a:lnTo>
                  <a:lnTo>
                    <a:pt x="1934038" y="607891"/>
                  </a:lnTo>
                  <a:lnTo>
                    <a:pt x="1934698" y="599087"/>
                  </a:lnTo>
                  <a:lnTo>
                    <a:pt x="1935359" y="599087"/>
                  </a:lnTo>
                  <a:lnTo>
                    <a:pt x="1936019" y="609575"/>
                  </a:lnTo>
                  <a:lnTo>
                    <a:pt x="1936680" y="611821"/>
                  </a:lnTo>
                  <a:lnTo>
                    <a:pt x="1937340" y="601917"/>
                  </a:lnTo>
                  <a:lnTo>
                    <a:pt x="1938001" y="592783"/>
                  </a:lnTo>
                  <a:lnTo>
                    <a:pt x="1938661" y="597780"/>
                  </a:lnTo>
                  <a:lnTo>
                    <a:pt x="1939322" y="608909"/>
                  </a:lnTo>
                  <a:lnTo>
                    <a:pt x="1939982" y="601779"/>
                  </a:lnTo>
                  <a:lnTo>
                    <a:pt x="1940643" y="604490"/>
                  </a:lnTo>
                  <a:lnTo>
                    <a:pt x="1941303" y="607741"/>
                  </a:lnTo>
                  <a:lnTo>
                    <a:pt x="1941964" y="599087"/>
                  </a:lnTo>
                  <a:lnTo>
                    <a:pt x="1942624" y="599123"/>
                  </a:lnTo>
                  <a:lnTo>
                    <a:pt x="1943285" y="604856"/>
                  </a:lnTo>
                  <a:lnTo>
                    <a:pt x="1943945" y="597865"/>
                  </a:lnTo>
                  <a:lnTo>
                    <a:pt x="1944606" y="608710"/>
                  </a:lnTo>
                  <a:lnTo>
                    <a:pt x="1945267" y="613018"/>
                  </a:lnTo>
                  <a:lnTo>
                    <a:pt x="1945927" y="609687"/>
                  </a:lnTo>
                  <a:lnTo>
                    <a:pt x="1946588" y="606759"/>
                  </a:lnTo>
                  <a:lnTo>
                    <a:pt x="1947248" y="611848"/>
                  </a:lnTo>
                  <a:lnTo>
                    <a:pt x="1947909" y="601779"/>
                  </a:lnTo>
                  <a:lnTo>
                    <a:pt x="1948569" y="578592"/>
                  </a:lnTo>
                  <a:lnTo>
                    <a:pt x="1949230" y="578592"/>
                  </a:lnTo>
                  <a:lnTo>
                    <a:pt x="1949890" y="588770"/>
                  </a:lnTo>
                  <a:lnTo>
                    <a:pt x="1950551" y="578592"/>
                  </a:lnTo>
                  <a:lnTo>
                    <a:pt x="1951211" y="572111"/>
                  </a:lnTo>
                  <a:lnTo>
                    <a:pt x="1951872" y="563755"/>
                  </a:lnTo>
                  <a:lnTo>
                    <a:pt x="1952532" y="570083"/>
                  </a:lnTo>
                  <a:lnTo>
                    <a:pt x="1953193" y="574270"/>
                  </a:lnTo>
                  <a:lnTo>
                    <a:pt x="1953853" y="593217"/>
                  </a:lnTo>
                  <a:lnTo>
                    <a:pt x="1954514" y="613504"/>
                  </a:lnTo>
                  <a:lnTo>
                    <a:pt x="1955175" y="611764"/>
                  </a:lnTo>
                  <a:lnTo>
                    <a:pt x="1955835" y="600523"/>
                  </a:lnTo>
                  <a:lnTo>
                    <a:pt x="1956496" y="580381"/>
                  </a:lnTo>
                  <a:lnTo>
                    <a:pt x="1957156" y="567549"/>
                  </a:lnTo>
                  <a:lnTo>
                    <a:pt x="1957817" y="586872"/>
                  </a:lnTo>
                  <a:lnTo>
                    <a:pt x="1958477" y="601694"/>
                  </a:lnTo>
                  <a:lnTo>
                    <a:pt x="1959138" y="614585"/>
                  </a:lnTo>
                  <a:lnTo>
                    <a:pt x="1959798" y="614872"/>
                  </a:lnTo>
                  <a:lnTo>
                    <a:pt x="1960459" y="614787"/>
                  </a:lnTo>
                  <a:lnTo>
                    <a:pt x="1961119" y="599804"/>
                  </a:lnTo>
                  <a:lnTo>
                    <a:pt x="1961780" y="574469"/>
                  </a:lnTo>
                  <a:lnTo>
                    <a:pt x="1962440" y="588398"/>
                  </a:lnTo>
                  <a:lnTo>
                    <a:pt x="1963101" y="600523"/>
                  </a:lnTo>
                  <a:lnTo>
                    <a:pt x="1963761" y="583269"/>
                  </a:lnTo>
                  <a:lnTo>
                    <a:pt x="1964422" y="604980"/>
                  </a:lnTo>
                  <a:lnTo>
                    <a:pt x="1965083" y="614328"/>
                  </a:lnTo>
                  <a:lnTo>
                    <a:pt x="1965743" y="596558"/>
                  </a:lnTo>
                  <a:lnTo>
                    <a:pt x="1966404" y="552817"/>
                  </a:lnTo>
                  <a:lnTo>
                    <a:pt x="1967064" y="578592"/>
                  </a:lnTo>
                  <a:lnTo>
                    <a:pt x="1967725" y="597808"/>
                  </a:lnTo>
                  <a:lnTo>
                    <a:pt x="1968385" y="597808"/>
                  </a:lnTo>
                  <a:lnTo>
                    <a:pt x="1969046" y="597459"/>
                  </a:lnTo>
                  <a:lnTo>
                    <a:pt x="1969706" y="583429"/>
                  </a:lnTo>
                  <a:lnTo>
                    <a:pt x="1970367" y="599115"/>
                  </a:lnTo>
                  <a:lnTo>
                    <a:pt x="1971027" y="611764"/>
                  </a:lnTo>
                  <a:lnTo>
                    <a:pt x="1971688" y="616332"/>
                  </a:lnTo>
                  <a:lnTo>
                    <a:pt x="1972348" y="616775"/>
                  </a:lnTo>
                  <a:lnTo>
                    <a:pt x="1973009" y="616775"/>
                  </a:lnTo>
                  <a:lnTo>
                    <a:pt x="1973669" y="616803"/>
                  </a:lnTo>
                  <a:lnTo>
                    <a:pt x="1974330" y="616576"/>
                  </a:lnTo>
                  <a:lnTo>
                    <a:pt x="1974990" y="603685"/>
                  </a:lnTo>
                  <a:lnTo>
                    <a:pt x="1975651" y="602776"/>
                  </a:lnTo>
                  <a:lnTo>
                    <a:pt x="1976312" y="610604"/>
                  </a:lnTo>
                  <a:lnTo>
                    <a:pt x="1976972" y="599152"/>
                  </a:lnTo>
                  <a:lnTo>
                    <a:pt x="1977633" y="599804"/>
                  </a:lnTo>
                  <a:lnTo>
                    <a:pt x="1978293" y="594022"/>
                  </a:lnTo>
                  <a:lnTo>
                    <a:pt x="1978954" y="594022"/>
                  </a:lnTo>
                  <a:lnTo>
                    <a:pt x="1979614" y="593994"/>
                  </a:lnTo>
                  <a:lnTo>
                    <a:pt x="1980275" y="590785"/>
                  </a:lnTo>
                  <a:lnTo>
                    <a:pt x="1980935" y="593994"/>
                  </a:lnTo>
                  <a:lnTo>
                    <a:pt x="1981596" y="589649"/>
                  </a:lnTo>
                  <a:lnTo>
                    <a:pt x="1982256" y="598108"/>
                  </a:lnTo>
                  <a:lnTo>
                    <a:pt x="1982917" y="604980"/>
                  </a:lnTo>
                  <a:lnTo>
                    <a:pt x="1983577" y="608167"/>
                  </a:lnTo>
                  <a:lnTo>
                    <a:pt x="1984238" y="588842"/>
                  </a:lnTo>
                  <a:lnTo>
                    <a:pt x="1984898" y="595444"/>
                  </a:lnTo>
                  <a:lnTo>
                    <a:pt x="1985559" y="593546"/>
                  </a:lnTo>
                  <a:lnTo>
                    <a:pt x="1986220" y="581835"/>
                  </a:lnTo>
                  <a:lnTo>
                    <a:pt x="1986880" y="602724"/>
                  </a:lnTo>
                  <a:lnTo>
                    <a:pt x="1987541" y="607770"/>
                  </a:lnTo>
                  <a:lnTo>
                    <a:pt x="1988201" y="594739"/>
                  </a:lnTo>
                  <a:lnTo>
                    <a:pt x="1988862" y="599123"/>
                  </a:lnTo>
                  <a:lnTo>
                    <a:pt x="1989522" y="605037"/>
                  </a:lnTo>
                  <a:lnTo>
                    <a:pt x="1990183" y="614556"/>
                  </a:lnTo>
                  <a:lnTo>
                    <a:pt x="1990843" y="607741"/>
                  </a:lnTo>
                  <a:lnTo>
                    <a:pt x="1991504" y="583086"/>
                  </a:lnTo>
                  <a:lnTo>
                    <a:pt x="1992164" y="554557"/>
                  </a:lnTo>
                  <a:lnTo>
                    <a:pt x="1992825" y="540880"/>
                  </a:lnTo>
                  <a:lnTo>
                    <a:pt x="1993485" y="547623"/>
                  </a:lnTo>
                  <a:lnTo>
                    <a:pt x="1994146" y="585084"/>
                  </a:lnTo>
                  <a:lnTo>
                    <a:pt x="1994806" y="605622"/>
                  </a:lnTo>
                  <a:lnTo>
                    <a:pt x="1995467" y="586872"/>
                  </a:lnTo>
                  <a:lnTo>
                    <a:pt x="1996128" y="597780"/>
                  </a:lnTo>
                  <a:lnTo>
                    <a:pt x="1996788" y="608909"/>
                  </a:lnTo>
                  <a:lnTo>
                    <a:pt x="1997449" y="605987"/>
                  </a:lnTo>
                  <a:lnTo>
                    <a:pt x="1998109" y="591646"/>
                  </a:lnTo>
                  <a:lnTo>
                    <a:pt x="1998770" y="572313"/>
                  </a:lnTo>
                  <a:lnTo>
                    <a:pt x="1999430" y="583086"/>
                  </a:lnTo>
                  <a:lnTo>
                    <a:pt x="2000091" y="593994"/>
                  </a:lnTo>
                  <a:lnTo>
                    <a:pt x="2000751" y="615471"/>
                  </a:lnTo>
                  <a:lnTo>
                    <a:pt x="2001412" y="616173"/>
                  </a:lnTo>
                  <a:lnTo>
                    <a:pt x="2002072" y="616173"/>
                  </a:lnTo>
                  <a:lnTo>
                    <a:pt x="2002733" y="609281"/>
                  </a:lnTo>
                  <a:lnTo>
                    <a:pt x="2003393" y="589760"/>
                  </a:lnTo>
                  <a:lnTo>
                    <a:pt x="2004054" y="568814"/>
                  </a:lnTo>
                  <a:lnTo>
                    <a:pt x="2004714" y="478979"/>
                  </a:lnTo>
                  <a:lnTo>
                    <a:pt x="2005375" y="478979"/>
                  </a:lnTo>
                  <a:lnTo>
                    <a:pt x="2006036" y="464816"/>
                  </a:lnTo>
                  <a:lnTo>
                    <a:pt x="2006696" y="497689"/>
                  </a:lnTo>
                  <a:lnTo>
                    <a:pt x="2007357" y="529967"/>
                  </a:lnTo>
                  <a:lnTo>
                    <a:pt x="2008017" y="524354"/>
                  </a:lnTo>
                  <a:lnTo>
                    <a:pt x="2008678" y="524354"/>
                  </a:lnTo>
                  <a:lnTo>
                    <a:pt x="2009338" y="524354"/>
                  </a:lnTo>
                  <a:lnTo>
                    <a:pt x="2009999" y="524354"/>
                  </a:lnTo>
                  <a:lnTo>
                    <a:pt x="2010659" y="524354"/>
                  </a:lnTo>
                  <a:lnTo>
                    <a:pt x="2011320" y="524354"/>
                  </a:lnTo>
                  <a:lnTo>
                    <a:pt x="2011980" y="512837"/>
                  </a:lnTo>
                  <a:lnTo>
                    <a:pt x="2012641" y="512837"/>
                  </a:lnTo>
                  <a:lnTo>
                    <a:pt x="2013301" y="509206"/>
                  </a:lnTo>
                  <a:lnTo>
                    <a:pt x="2013962" y="478797"/>
                  </a:lnTo>
                  <a:lnTo>
                    <a:pt x="2014622" y="466793"/>
                  </a:lnTo>
                  <a:lnTo>
                    <a:pt x="2015283" y="466793"/>
                  </a:lnTo>
                  <a:lnTo>
                    <a:pt x="2015943" y="500360"/>
                  </a:lnTo>
                  <a:lnTo>
                    <a:pt x="2016604" y="610251"/>
                  </a:lnTo>
                  <a:lnTo>
                    <a:pt x="2017265" y="614641"/>
                  </a:lnTo>
                  <a:lnTo>
                    <a:pt x="2017925" y="612890"/>
                  </a:lnTo>
                  <a:lnTo>
                    <a:pt x="2018586" y="603048"/>
                  </a:lnTo>
                  <a:lnTo>
                    <a:pt x="2019246" y="604311"/>
                  </a:lnTo>
                  <a:lnTo>
                    <a:pt x="2019907" y="613589"/>
                  </a:lnTo>
                  <a:lnTo>
                    <a:pt x="2020567" y="600210"/>
                  </a:lnTo>
                  <a:lnTo>
                    <a:pt x="2021228" y="600210"/>
                  </a:lnTo>
                  <a:lnTo>
                    <a:pt x="2021888" y="616796"/>
                  </a:lnTo>
                  <a:lnTo>
                    <a:pt x="2022549" y="614787"/>
                  </a:lnTo>
                  <a:lnTo>
                    <a:pt x="2023209" y="614872"/>
                  </a:lnTo>
                  <a:lnTo>
                    <a:pt x="2023870" y="616767"/>
                  </a:lnTo>
                  <a:lnTo>
                    <a:pt x="2024530" y="614843"/>
                  </a:lnTo>
                  <a:lnTo>
                    <a:pt x="2025191" y="616775"/>
                  </a:lnTo>
                  <a:lnTo>
                    <a:pt x="2025851" y="613018"/>
                  </a:lnTo>
                  <a:lnTo>
                    <a:pt x="2026512" y="613560"/>
                  </a:lnTo>
                  <a:lnTo>
                    <a:pt x="2027173" y="616173"/>
                  </a:lnTo>
                  <a:lnTo>
                    <a:pt x="2027833" y="614872"/>
                  </a:lnTo>
                  <a:lnTo>
                    <a:pt x="2028494" y="611877"/>
                  </a:lnTo>
                  <a:lnTo>
                    <a:pt x="2029154" y="599152"/>
                  </a:lnTo>
                  <a:lnTo>
                    <a:pt x="2029815" y="615052"/>
                  </a:lnTo>
                  <a:lnTo>
                    <a:pt x="2030475" y="613047"/>
                  </a:lnTo>
                  <a:lnTo>
                    <a:pt x="2031136" y="593917"/>
                  </a:lnTo>
                  <a:lnTo>
                    <a:pt x="2031796" y="579243"/>
                  </a:lnTo>
                  <a:lnTo>
                    <a:pt x="2032457" y="583596"/>
                  </a:lnTo>
                  <a:lnTo>
                    <a:pt x="2033117" y="563755"/>
                  </a:lnTo>
                  <a:lnTo>
                    <a:pt x="2033778" y="581052"/>
                  </a:lnTo>
                  <a:lnTo>
                    <a:pt x="2034438" y="597850"/>
                  </a:lnTo>
                  <a:lnTo>
                    <a:pt x="2035099" y="548298"/>
                  </a:lnTo>
                  <a:lnTo>
                    <a:pt x="2035759" y="537512"/>
                  </a:lnTo>
                  <a:lnTo>
                    <a:pt x="2036420" y="540880"/>
                  </a:lnTo>
                  <a:lnTo>
                    <a:pt x="2037081" y="532299"/>
                  </a:lnTo>
                  <a:lnTo>
                    <a:pt x="2037741" y="526686"/>
                  </a:lnTo>
                  <a:lnTo>
                    <a:pt x="2038402" y="537195"/>
                  </a:lnTo>
                  <a:lnTo>
                    <a:pt x="2039062" y="537195"/>
                  </a:lnTo>
                  <a:lnTo>
                    <a:pt x="2039723" y="540880"/>
                  </a:lnTo>
                  <a:lnTo>
                    <a:pt x="2040383" y="537195"/>
                  </a:lnTo>
                  <a:lnTo>
                    <a:pt x="2041044" y="537512"/>
                  </a:lnTo>
                  <a:lnTo>
                    <a:pt x="2041704" y="537512"/>
                  </a:lnTo>
                  <a:lnTo>
                    <a:pt x="2042365" y="540880"/>
                  </a:lnTo>
                  <a:lnTo>
                    <a:pt x="2043025" y="600996"/>
                  </a:lnTo>
                  <a:lnTo>
                    <a:pt x="2043686" y="614085"/>
                  </a:lnTo>
                  <a:lnTo>
                    <a:pt x="2044346" y="614085"/>
                  </a:lnTo>
                  <a:lnTo>
                    <a:pt x="2045007" y="610416"/>
                  </a:lnTo>
                  <a:lnTo>
                    <a:pt x="2045667" y="612805"/>
                  </a:lnTo>
                  <a:lnTo>
                    <a:pt x="2046328" y="614585"/>
                  </a:lnTo>
                  <a:lnTo>
                    <a:pt x="2046988" y="615052"/>
                  </a:lnTo>
                  <a:lnTo>
                    <a:pt x="2047649" y="602546"/>
                  </a:lnTo>
                  <a:lnTo>
                    <a:pt x="2048310" y="588398"/>
                  </a:lnTo>
                  <a:lnTo>
                    <a:pt x="2048970" y="596517"/>
                  </a:lnTo>
                  <a:lnTo>
                    <a:pt x="2049631" y="603855"/>
                  </a:lnTo>
                  <a:lnTo>
                    <a:pt x="2050291" y="611764"/>
                  </a:lnTo>
                  <a:lnTo>
                    <a:pt x="2050952" y="616094"/>
                  </a:lnTo>
                  <a:lnTo>
                    <a:pt x="2051612" y="614361"/>
                  </a:lnTo>
                  <a:lnTo>
                    <a:pt x="2052273" y="616144"/>
                  </a:lnTo>
                  <a:lnTo>
                    <a:pt x="2052933" y="614556"/>
                  </a:lnTo>
                  <a:lnTo>
                    <a:pt x="2053594" y="607741"/>
                  </a:lnTo>
                  <a:lnTo>
                    <a:pt x="2054254" y="603048"/>
                  </a:lnTo>
                  <a:lnTo>
                    <a:pt x="2054915" y="607741"/>
                  </a:lnTo>
                  <a:lnTo>
                    <a:pt x="2055575" y="608909"/>
                  </a:lnTo>
                  <a:lnTo>
                    <a:pt x="2056236" y="614843"/>
                  </a:lnTo>
                  <a:lnTo>
                    <a:pt x="2056896" y="614758"/>
                  </a:lnTo>
                  <a:lnTo>
                    <a:pt x="2057557" y="614758"/>
                  </a:lnTo>
                  <a:lnTo>
                    <a:pt x="2058218" y="613122"/>
                  </a:lnTo>
                  <a:lnTo>
                    <a:pt x="2058878" y="603656"/>
                  </a:lnTo>
                  <a:lnTo>
                    <a:pt x="2059539" y="595915"/>
                  </a:lnTo>
                  <a:lnTo>
                    <a:pt x="2060199" y="602304"/>
                  </a:lnTo>
                  <a:lnTo>
                    <a:pt x="2060860" y="608909"/>
                  </a:lnTo>
                  <a:lnTo>
                    <a:pt x="2061520" y="608937"/>
                  </a:lnTo>
                  <a:lnTo>
                    <a:pt x="2062181" y="612833"/>
                  </a:lnTo>
                  <a:lnTo>
                    <a:pt x="2062841" y="601165"/>
                  </a:lnTo>
                  <a:lnTo>
                    <a:pt x="2063502" y="602387"/>
                  </a:lnTo>
                  <a:lnTo>
                    <a:pt x="2064162" y="614114"/>
                  </a:lnTo>
                  <a:lnTo>
                    <a:pt x="2064823" y="614114"/>
                  </a:lnTo>
                  <a:lnTo>
                    <a:pt x="2065483" y="611106"/>
                  </a:lnTo>
                  <a:lnTo>
                    <a:pt x="2066144" y="613346"/>
                  </a:lnTo>
                  <a:lnTo>
                    <a:pt x="2066804" y="615500"/>
                  </a:lnTo>
                  <a:lnTo>
                    <a:pt x="2067465" y="607165"/>
                  </a:lnTo>
                  <a:lnTo>
                    <a:pt x="2068126" y="616332"/>
                  </a:lnTo>
                  <a:lnTo>
                    <a:pt x="2068786" y="614787"/>
                  </a:lnTo>
                  <a:lnTo>
                    <a:pt x="2069447" y="615837"/>
                  </a:lnTo>
                  <a:lnTo>
                    <a:pt x="2070107" y="611764"/>
                  </a:lnTo>
                  <a:lnTo>
                    <a:pt x="2070768" y="600247"/>
                  </a:lnTo>
                  <a:lnTo>
                    <a:pt x="2071428" y="599152"/>
                  </a:lnTo>
                  <a:lnTo>
                    <a:pt x="2072089" y="612833"/>
                  </a:lnTo>
                  <a:lnTo>
                    <a:pt x="2072749" y="614199"/>
                  </a:lnTo>
                  <a:lnTo>
                    <a:pt x="2073410" y="616775"/>
                  </a:lnTo>
                  <a:lnTo>
                    <a:pt x="2074070" y="615471"/>
                  </a:lnTo>
                  <a:lnTo>
                    <a:pt x="2074731" y="614556"/>
                  </a:lnTo>
                  <a:lnTo>
                    <a:pt x="2075391" y="616547"/>
                  </a:lnTo>
                  <a:lnTo>
                    <a:pt x="2076052" y="614556"/>
                  </a:lnTo>
                  <a:lnTo>
                    <a:pt x="2076712" y="614556"/>
                  </a:lnTo>
                  <a:lnTo>
                    <a:pt x="2077373" y="616304"/>
                  </a:lnTo>
                  <a:lnTo>
                    <a:pt x="2078034" y="616775"/>
                  </a:lnTo>
                  <a:lnTo>
                    <a:pt x="2078694" y="616775"/>
                  </a:lnTo>
                  <a:lnTo>
                    <a:pt x="2079355" y="614085"/>
                  </a:lnTo>
                  <a:lnTo>
                    <a:pt x="2080015" y="614769"/>
                  </a:lnTo>
                  <a:lnTo>
                    <a:pt x="2080676" y="613475"/>
                  </a:lnTo>
                  <a:lnTo>
                    <a:pt x="2081336" y="614170"/>
                  </a:lnTo>
                  <a:lnTo>
                    <a:pt x="2081997" y="615185"/>
                  </a:lnTo>
                  <a:lnTo>
                    <a:pt x="2082657" y="614556"/>
                  </a:lnTo>
                  <a:lnTo>
                    <a:pt x="2083318" y="614556"/>
                  </a:lnTo>
                  <a:lnTo>
                    <a:pt x="2083978" y="612805"/>
                  </a:lnTo>
                  <a:lnTo>
                    <a:pt x="2084639" y="615942"/>
                  </a:lnTo>
                  <a:lnTo>
                    <a:pt x="2085299" y="614758"/>
                  </a:lnTo>
                  <a:lnTo>
                    <a:pt x="2085960" y="616775"/>
                  </a:lnTo>
                  <a:lnTo>
                    <a:pt x="2086620" y="616144"/>
                  </a:lnTo>
                  <a:lnTo>
                    <a:pt x="2087281" y="614556"/>
                  </a:lnTo>
                  <a:lnTo>
                    <a:pt x="2087941" y="614085"/>
                  </a:lnTo>
                  <a:lnTo>
                    <a:pt x="2088602" y="614556"/>
                  </a:lnTo>
                  <a:lnTo>
                    <a:pt x="2089263" y="612805"/>
                  </a:lnTo>
                  <a:lnTo>
                    <a:pt x="2089923" y="609575"/>
                  </a:lnTo>
                  <a:lnTo>
                    <a:pt x="2090584" y="604311"/>
                  </a:lnTo>
                  <a:lnTo>
                    <a:pt x="2091244" y="597808"/>
                  </a:lnTo>
                  <a:lnTo>
                    <a:pt x="2091905" y="599115"/>
                  </a:lnTo>
                  <a:lnTo>
                    <a:pt x="2092565" y="606788"/>
                  </a:lnTo>
                  <a:lnTo>
                    <a:pt x="2093226" y="607770"/>
                  </a:lnTo>
                  <a:lnTo>
                    <a:pt x="2093886" y="610445"/>
                  </a:lnTo>
                  <a:lnTo>
                    <a:pt x="2094547" y="610971"/>
                  </a:lnTo>
                  <a:lnTo>
                    <a:pt x="2095207" y="614814"/>
                  </a:lnTo>
                  <a:lnTo>
                    <a:pt x="2095868" y="612820"/>
                  </a:lnTo>
                  <a:lnTo>
                    <a:pt x="2096528" y="607770"/>
                  </a:lnTo>
                  <a:lnTo>
                    <a:pt x="2097189" y="613504"/>
                  </a:lnTo>
                  <a:lnTo>
                    <a:pt x="2097849" y="614787"/>
                  </a:lnTo>
                  <a:lnTo>
                    <a:pt x="2098510" y="614787"/>
                  </a:lnTo>
                  <a:lnTo>
                    <a:pt x="2099171" y="604226"/>
                  </a:lnTo>
                  <a:lnTo>
                    <a:pt x="2099831" y="599115"/>
                  </a:lnTo>
                  <a:lnTo>
                    <a:pt x="2100492" y="610445"/>
                  </a:lnTo>
                  <a:lnTo>
                    <a:pt x="2101152" y="614585"/>
                  </a:lnTo>
                  <a:lnTo>
                    <a:pt x="2101813" y="613504"/>
                  </a:lnTo>
                  <a:lnTo>
                    <a:pt x="2102473" y="594961"/>
                  </a:lnTo>
                  <a:lnTo>
                    <a:pt x="2103134" y="601025"/>
                  </a:lnTo>
                  <a:lnTo>
                    <a:pt x="2103794" y="614114"/>
                  </a:lnTo>
                  <a:lnTo>
                    <a:pt x="2104455" y="612833"/>
                  </a:lnTo>
                  <a:lnTo>
                    <a:pt x="2105115" y="610971"/>
                  </a:lnTo>
                  <a:lnTo>
                    <a:pt x="2105776" y="607165"/>
                  </a:lnTo>
                  <a:lnTo>
                    <a:pt x="2106436" y="594961"/>
                  </a:lnTo>
                  <a:lnTo>
                    <a:pt x="2107097" y="612326"/>
                  </a:lnTo>
                  <a:lnTo>
                    <a:pt x="2107757" y="614787"/>
                  </a:lnTo>
                  <a:lnTo>
                    <a:pt x="2108418" y="614787"/>
                  </a:lnTo>
                  <a:lnTo>
                    <a:pt x="2109079" y="614114"/>
                  </a:lnTo>
                  <a:lnTo>
                    <a:pt x="2109739" y="604980"/>
                  </a:lnTo>
                  <a:lnTo>
                    <a:pt x="2110400" y="601723"/>
                  </a:lnTo>
                  <a:lnTo>
                    <a:pt x="2111060" y="609604"/>
                  </a:lnTo>
                  <a:lnTo>
                    <a:pt x="2111721" y="614585"/>
                  </a:lnTo>
                  <a:lnTo>
                    <a:pt x="2112381" y="606915"/>
                  </a:lnTo>
                  <a:lnTo>
                    <a:pt x="2113042" y="596541"/>
                  </a:lnTo>
                  <a:lnTo>
                    <a:pt x="2113702" y="612326"/>
                  </a:lnTo>
                  <a:lnTo>
                    <a:pt x="2114363" y="613828"/>
                  </a:lnTo>
                  <a:lnTo>
                    <a:pt x="2115023" y="614585"/>
                  </a:lnTo>
                  <a:lnTo>
                    <a:pt x="2115684" y="614758"/>
                  </a:lnTo>
                  <a:lnTo>
                    <a:pt x="2116344" y="614556"/>
                  </a:lnTo>
                  <a:lnTo>
                    <a:pt x="2117005" y="614758"/>
                  </a:lnTo>
                  <a:lnTo>
                    <a:pt x="2117665" y="614758"/>
                  </a:lnTo>
                  <a:lnTo>
                    <a:pt x="2118326" y="614758"/>
                  </a:lnTo>
                  <a:lnTo>
                    <a:pt x="2118986" y="614758"/>
                  </a:lnTo>
                  <a:lnTo>
                    <a:pt x="2119647" y="614787"/>
                  </a:lnTo>
                  <a:lnTo>
                    <a:pt x="2120308" y="614114"/>
                  </a:lnTo>
                  <a:lnTo>
                    <a:pt x="2120968" y="596517"/>
                  </a:lnTo>
                  <a:lnTo>
                    <a:pt x="2121629" y="599869"/>
                  </a:lnTo>
                  <a:lnTo>
                    <a:pt x="2122289" y="613504"/>
                  </a:lnTo>
                  <a:lnTo>
                    <a:pt x="2122950" y="614787"/>
                  </a:lnTo>
                  <a:lnTo>
                    <a:pt x="2123610" y="614758"/>
                  </a:lnTo>
                  <a:lnTo>
                    <a:pt x="2124271" y="614758"/>
                  </a:lnTo>
                  <a:lnTo>
                    <a:pt x="2124931" y="614758"/>
                  </a:lnTo>
                  <a:lnTo>
                    <a:pt x="2125592" y="614085"/>
                  </a:lnTo>
                  <a:lnTo>
                    <a:pt x="2126252" y="612805"/>
                  </a:lnTo>
                  <a:lnTo>
                    <a:pt x="2126913" y="614110"/>
                  </a:lnTo>
                  <a:lnTo>
                    <a:pt x="2127573" y="608862"/>
                  </a:lnTo>
                  <a:lnTo>
                    <a:pt x="2128234" y="609698"/>
                  </a:lnTo>
                  <a:lnTo>
                    <a:pt x="2128894" y="613689"/>
                  </a:lnTo>
                  <a:lnTo>
                    <a:pt x="2129555" y="614787"/>
                  </a:lnTo>
                  <a:lnTo>
                    <a:pt x="2130216" y="614787"/>
                  </a:lnTo>
                  <a:lnTo>
                    <a:pt x="2130876" y="605065"/>
                  </a:lnTo>
                  <a:lnTo>
                    <a:pt x="2131537" y="579675"/>
                  </a:lnTo>
                  <a:lnTo>
                    <a:pt x="2132197" y="607378"/>
                  </a:lnTo>
                  <a:lnTo>
                    <a:pt x="2132858" y="608167"/>
                  </a:lnTo>
                  <a:lnTo>
                    <a:pt x="2133518" y="578774"/>
                  </a:lnTo>
                  <a:lnTo>
                    <a:pt x="2134179" y="593994"/>
                  </a:lnTo>
                  <a:lnTo>
                    <a:pt x="2134839" y="595603"/>
                  </a:lnTo>
                  <a:lnTo>
                    <a:pt x="2135500" y="585840"/>
                  </a:lnTo>
                  <a:lnTo>
                    <a:pt x="2136160" y="585840"/>
                  </a:lnTo>
                  <a:lnTo>
                    <a:pt x="2136821" y="572313"/>
                  </a:lnTo>
                  <a:lnTo>
                    <a:pt x="2137481" y="572111"/>
                  </a:lnTo>
                  <a:lnTo>
                    <a:pt x="2138142" y="601694"/>
                  </a:lnTo>
                  <a:lnTo>
                    <a:pt x="2138802" y="608909"/>
                  </a:lnTo>
                  <a:lnTo>
                    <a:pt x="2139463" y="581079"/>
                  </a:lnTo>
                  <a:lnTo>
                    <a:pt x="2140124" y="591358"/>
                  </a:lnTo>
                  <a:lnTo>
                    <a:pt x="2140784" y="607741"/>
                  </a:lnTo>
                  <a:lnTo>
                    <a:pt x="2141445" y="614556"/>
                  </a:lnTo>
                  <a:lnTo>
                    <a:pt x="2142105" y="614758"/>
                  </a:lnTo>
                  <a:lnTo>
                    <a:pt x="2142766" y="614861"/>
                  </a:lnTo>
                  <a:lnTo>
                    <a:pt x="2143426" y="590785"/>
                  </a:lnTo>
                  <a:lnTo>
                    <a:pt x="2144087" y="559466"/>
                  </a:lnTo>
                  <a:lnTo>
                    <a:pt x="2144747" y="575041"/>
                  </a:lnTo>
                  <a:lnTo>
                    <a:pt x="2145408" y="572313"/>
                  </a:lnTo>
                  <a:lnTo>
                    <a:pt x="2146068" y="581079"/>
                  </a:lnTo>
                  <a:lnTo>
                    <a:pt x="2146729" y="613475"/>
                  </a:lnTo>
                  <a:lnTo>
                    <a:pt x="2147389" y="614758"/>
                  </a:lnTo>
                  <a:lnTo>
                    <a:pt x="2148050" y="604952"/>
                  </a:lnTo>
                  <a:lnTo>
                    <a:pt x="2148710" y="607537"/>
                  </a:lnTo>
                  <a:lnTo>
                    <a:pt x="2149371" y="614758"/>
                  </a:lnTo>
                  <a:lnTo>
                    <a:pt x="2150032" y="604952"/>
                  </a:lnTo>
                  <a:lnTo>
                    <a:pt x="2150692" y="583086"/>
                  </a:lnTo>
                  <a:lnTo>
                    <a:pt x="2151353" y="601694"/>
                  </a:lnTo>
                  <a:lnTo>
                    <a:pt x="2152013" y="595603"/>
                  </a:lnTo>
                  <a:lnTo>
                    <a:pt x="2152674" y="596558"/>
                  </a:lnTo>
                  <a:lnTo>
                    <a:pt x="2153334" y="595603"/>
                  </a:lnTo>
                  <a:lnTo>
                    <a:pt x="2153995" y="607891"/>
                  </a:lnTo>
                  <a:lnTo>
                    <a:pt x="2154655" y="609698"/>
                  </a:lnTo>
                  <a:lnTo>
                    <a:pt x="2155316" y="611364"/>
                  </a:lnTo>
                  <a:lnTo>
                    <a:pt x="2155976" y="611848"/>
                  </a:lnTo>
                  <a:lnTo>
                    <a:pt x="2156637" y="611364"/>
                  </a:lnTo>
                  <a:lnTo>
                    <a:pt x="2157297" y="605987"/>
                  </a:lnTo>
                  <a:lnTo>
                    <a:pt x="2157958" y="609698"/>
                  </a:lnTo>
                  <a:lnTo>
                    <a:pt x="2158618" y="605987"/>
                  </a:lnTo>
                  <a:lnTo>
                    <a:pt x="2159279" y="596488"/>
                  </a:lnTo>
                  <a:lnTo>
                    <a:pt x="2159939" y="554557"/>
                  </a:lnTo>
                  <a:lnTo>
                    <a:pt x="2160600" y="540880"/>
                  </a:lnTo>
                  <a:lnTo>
                    <a:pt x="2161261" y="552817"/>
                  </a:lnTo>
                  <a:lnTo>
                    <a:pt x="2161921" y="562954"/>
                  </a:lnTo>
                  <a:lnTo>
                    <a:pt x="2162582" y="599300"/>
                  </a:lnTo>
                  <a:lnTo>
                    <a:pt x="2163242" y="604952"/>
                  </a:lnTo>
                  <a:lnTo>
                    <a:pt x="2163903" y="578592"/>
                  </a:lnTo>
                  <a:lnTo>
                    <a:pt x="2164563" y="588770"/>
                  </a:lnTo>
                  <a:lnTo>
                    <a:pt x="2165224" y="593994"/>
                  </a:lnTo>
                  <a:lnTo>
                    <a:pt x="2165884" y="589649"/>
                  </a:lnTo>
                  <a:lnTo>
                    <a:pt x="2166545" y="577046"/>
                  </a:lnTo>
                  <a:lnTo>
                    <a:pt x="2167205" y="583086"/>
                  </a:lnTo>
                  <a:lnTo>
                    <a:pt x="2167866" y="583086"/>
                  </a:lnTo>
                  <a:lnTo>
                    <a:pt x="2168526" y="583086"/>
                  </a:lnTo>
                  <a:lnTo>
                    <a:pt x="2169187" y="568480"/>
                  </a:lnTo>
                  <a:lnTo>
                    <a:pt x="2169847" y="570077"/>
                  </a:lnTo>
                  <a:lnTo>
                    <a:pt x="2170508" y="556538"/>
                  </a:lnTo>
                  <a:lnTo>
                    <a:pt x="2171169" y="554557"/>
                  </a:lnTo>
                  <a:lnTo>
                    <a:pt x="2171829" y="589649"/>
                  </a:lnTo>
                  <a:lnTo>
                    <a:pt x="2172490" y="572111"/>
                  </a:lnTo>
                  <a:lnTo>
                    <a:pt x="2173150" y="540880"/>
                  </a:lnTo>
                  <a:lnTo>
                    <a:pt x="2173811" y="537889"/>
                  </a:lnTo>
                  <a:lnTo>
                    <a:pt x="2174471" y="540880"/>
                  </a:lnTo>
                  <a:lnTo>
                    <a:pt x="2175132" y="547623"/>
                  </a:lnTo>
                  <a:lnTo>
                    <a:pt x="2175792" y="552817"/>
                  </a:lnTo>
                  <a:lnTo>
                    <a:pt x="2176453" y="556538"/>
                  </a:lnTo>
                  <a:lnTo>
                    <a:pt x="2177113" y="568085"/>
                  </a:lnTo>
                  <a:lnTo>
                    <a:pt x="2177774" y="601694"/>
                  </a:lnTo>
                  <a:lnTo>
                    <a:pt x="2178434" y="614085"/>
                  </a:lnTo>
                  <a:lnTo>
                    <a:pt x="2179095" y="614085"/>
                  </a:lnTo>
                  <a:lnTo>
                    <a:pt x="2179755" y="599087"/>
                  </a:lnTo>
                  <a:lnTo>
                    <a:pt x="2180416" y="588770"/>
                  </a:lnTo>
                  <a:lnTo>
                    <a:pt x="2181077" y="578592"/>
                  </a:lnTo>
                  <a:lnTo>
                    <a:pt x="2181737" y="577046"/>
                  </a:lnTo>
                  <a:lnTo>
                    <a:pt x="2182398" y="591358"/>
                  </a:lnTo>
                  <a:lnTo>
                    <a:pt x="2183058" y="614085"/>
                  </a:lnTo>
                  <a:lnTo>
                    <a:pt x="2183719" y="614758"/>
                  </a:lnTo>
                  <a:lnTo>
                    <a:pt x="2184379" y="604197"/>
                  </a:lnTo>
                  <a:lnTo>
                    <a:pt x="2185040" y="606759"/>
                  </a:lnTo>
                  <a:lnTo>
                    <a:pt x="2185700" y="614556"/>
                  </a:lnTo>
                  <a:lnTo>
                    <a:pt x="2186361" y="614758"/>
                  </a:lnTo>
                  <a:lnTo>
                    <a:pt x="2187021" y="614758"/>
                  </a:lnTo>
                  <a:lnTo>
                    <a:pt x="2187682" y="614758"/>
                  </a:lnTo>
                  <a:lnTo>
                    <a:pt x="2188342" y="610416"/>
                  </a:lnTo>
                  <a:lnTo>
                    <a:pt x="2189003" y="606759"/>
                  </a:lnTo>
                  <a:lnTo>
                    <a:pt x="2189663" y="603048"/>
                  </a:lnTo>
                  <a:lnTo>
                    <a:pt x="2190324" y="596558"/>
                  </a:lnTo>
                  <a:lnTo>
                    <a:pt x="2190984" y="599300"/>
                  </a:lnTo>
                  <a:lnTo>
                    <a:pt x="2191645" y="574270"/>
                  </a:lnTo>
                  <a:lnTo>
                    <a:pt x="2192306" y="570077"/>
                  </a:lnTo>
                  <a:lnTo>
                    <a:pt x="2192966" y="591387"/>
                  </a:lnTo>
                  <a:lnTo>
                    <a:pt x="2193627" y="610971"/>
                  </a:lnTo>
                  <a:lnTo>
                    <a:pt x="2194287" y="603855"/>
                  </a:lnTo>
                  <a:lnTo>
                    <a:pt x="2194948" y="583904"/>
                  </a:lnTo>
                  <a:lnTo>
                    <a:pt x="2195608" y="606016"/>
                  </a:lnTo>
                  <a:lnTo>
                    <a:pt x="2196269" y="605982"/>
                  </a:lnTo>
                  <a:lnTo>
                    <a:pt x="2196929" y="605982"/>
                  </a:lnTo>
                  <a:lnTo>
                    <a:pt x="2197590" y="607085"/>
                  </a:lnTo>
                  <a:lnTo>
                    <a:pt x="2198250" y="609960"/>
                  </a:lnTo>
                  <a:lnTo>
                    <a:pt x="2198911" y="615208"/>
                  </a:lnTo>
                  <a:lnTo>
                    <a:pt x="2199571" y="615208"/>
                  </a:lnTo>
                  <a:lnTo>
                    <a:pt x="2200232" y="610796"/>
                  </a:lnTo>
                  <a:lnTo>
                    <a:pt x="2200892" y="609960"/>
                  </a:lnTo>
                  <a:lnTo>
                    <a:pt x="2201553" y="613612"/>
                  </a:lnTo>
                  <a:lnTo>
                    <a:pt x="2202214" y="615208"/>
                  </a:lnTo>
                  <a:lnTo>
                    <a:pt x="2202874" y="604754"/>
                  </a:lnTo>
                  <a:lnTo>
                    <a:pt x="2203535" y="610796"/>
                  </a:lnTo>
                  <a:lnTo>
                    <a:pt x="2204195" y="608234"/>
                  </a:lnTo>
                  <a:lnTo>
                    <a:pt x="2204856" y="608989"/>
                  </a:lnTo>
                  <a:lnTo>
                    <a:pt x="2205516" y="615769"/>
                  </a:lnTo>
                  <a:lnTo>
                    <a:pt x="2206177" y="615654"/>
                  </a:lnTo>
                  <a:lnTo>
                    <a:pt x="2206837" y="611441"/>
                  </a:lnTo>
                  <a:lnTo>
                    <a:pt x="2207498" y="601619"/>
                  </a:lnTo>
                  <a:lnTo>
                    <a:pt x="2208158" y="600312"/>
                  </a:lnTo>
                  <a:lnTo>
                    <a:pt x="2208819" y="607484"/>
                  </a:lnTo>
                  <a:lnTo>
                    <a:pt x="2209479" y="600309"/>
                  </a:lnTo>
                  <a:lnTo>
                    <a:pt x="2210140" y="574643"/>
                  </a:lnTo>
                  <a:lnTo>
                    <a:pt x="2210800" y="593500"/>
                  </a:lnTo>
                  <a:lnTo>
                    <a:pt x="2211461" y="616646"/>
                  </a:lnTo>
                  <a:lnTo>
                    <a:pt x="2212122" y="614382"/>
                  </a:lnTo>
                  <a:lnTo>
                    <a:pt x="2212782" y="596079"/>
                  </a:lnTo>
                  <a:lnTo>
                    <a:pt x="2213443" y="602241"/>
                  </a:lnTo>
                  <a:lnTo>
                    <a:pt x="2214103" y="603055"/>
                  </a:lnTo>
                  <a:lnTo>
                    <a:pt x="2214764" y="576985"/>
                  </a:lnTo>
                  <a:lnTo>
                    <a:pt x="2215424" y="555349"/>
                  </a:lnTo>
                  <a:lnTo>
                    <a:pt x="2216085" y="557347"/>
                  </a:lnTo>
                  <a:lnTo>
                    <a:pt x="2216745" y="574846"/>
                  </a:lnTo>
                  <a:lnTo>
                    <a:pt x="2217406" y="585619"/>
                  </a:lnTo>
                  <a:lnTo>
                    <a:pt x="2218066" y="606729"/>
                  </a:lnTo>
                  <a:lnTo>
                    <a:pt x="2218727" y="610671"/>
                  </a:lnTo>
                  <a:lnTo>
                    <a:pt x="2219387" y="585619"/>
                  </a:lnTo>
                  <a:lnTo>
                    <a:pt x="2220048" y="585619"/>
                  </a:lnTo>
                  <a:lnTo>
                    <a:pt x="2220708" y="596526"/>
                  </a:lnTo>
                  <a:lnTo>
                    <a:pt x="2221369" y="605580"/>
                  </a:lnTo>
                  <a:lnTo>
                    <a:pt x="2222030" y="617088"/>
                  </a:lnTo>
                  <a:lnTo>
                    <a:pt x="2222690" y="599090"/>
                  </a:lnTo>
                  <a:lnTo>
                    <a:pt x="2223351" y="593318"/>
                  </a:lnTo>
                  <a:lnTo>
                    <a:pt x="2224011" y="593737"/>
                  </a:lnTo>
                  <a:lnTo>
                    <a:pt x="2224672" y="579579"/>
                  </a:lnTo>
                  <a:lnTo>
                    <a:pt x="2225332" y="589405"/>
                  </a:lnTo>
                  <a:lnTo>
                    <a:pt x="2225993" y="557089"/>
                  </a:lnTo>
                  <a:lnTo>
                    <a:pt x="2226653" y="541725"/>
                  </a:lnTo>
                  <a:lnTo>
                    <a:pt x="2227314" y="543412"/>
                  </a:lnTo>
                  <a:lnTo>
                    <a:pt x="2227974" y="557089"/>
                  </a:lnTo>
                  <a:lnTo>
                    <a:pt x="2228635" y="576803"/>
                  </a:lnTo>
                  <a:lnTo>
                    <a:pt x="2229295" y="593318"/>
                  </a:lnTo>
                  <a:lnTo>
                    <a:pt x="2229956" y="604836"/>
                  </a:lnTo>
                  <a:lnTo>
                    <a:pt x="2230616" y="608455"/>
                  </a:lnTo>
                  <a:lnTo>
                    <a:pt x="2231277" y="616646"/>
                  </a:lnTo>
                  <a:lnTo>
                    <a:pt x="2231937" y="616646"/>
                  </a:lnTo>
                  <a:lnTo>
                    <a:pt x="2232598" y="610452"/>
                  </a:lnTo>
                  <a:lnTo>
                    <a:pt x="2233259" y="602336"/>
                  </a:lnTo>
                  <a:lnTo>
                    <a:pt x="2233919" y="607513"/>
                  </a:lnTo>
                  <a:lnTo>
                    <a:pt x="2234580" y="607513"/>
                  </a:lnTo>
                  <a:lnTo>
                    <a:pt x="2235240" y="604478"/>
                  </a:lnTo>
                  <a:lnTo>
                    <a:pt x="2235901" y="610302"/>
                  </a:lnTo>
                  <a:lnTo>
                    <a:pt x="2236561" y="616121"/>
                  </a:lnTo>
                  <a:lnTo>
                    <a:pt x="2237222" y="610452"/>
                  </a:lnTo>
                  <a:lnTo>
                    <a:pt x="2237882" y="601685"/>
                  </a:lnTo>
                  <a:lnTo>
                    <a:pt x="2238543" y="612978"/>
                  </a:lnTo>
                  <a:lnTo>
                    <a:pt x="2239203" y="600341"/>
                  </a:lnTo>
                  <a:lnTo>
                    <a:pt x="2239864" y="576985"/>
                  </a:lnTo>
                  <a:lnTo>
                    <a:pt x="2240524" y="585619"/>
                  </a:lnTo>
                  <a:lnTo>
                    <a:pt x="2241185" y="605580"/>
                  </a:lnTo>
                  <a:lnTo>
                    <a:pt x="2241845" y="607484"/>
                  </a:lnTo>
                  <a:lnTo>
                    <a:pt x="2242506" y="612949"/>
                  </a:lnTo>
                  <a:lnTo>
                    <a:pt x="2243167" y="607484"/>
                  </a:lnTo>
                  <a:lnTo>
                    <a:pt x="2243827" y="606729"/>
                  </a:lnTo>
                  <a:lnTo>
                    <a:pt x="2244488" y="612108"/>
                  </a:lnTo>
                  <a:lnTo>
                    <a:pt x="2245148" y="617504"/>
                  </a:lnTo>
                  <a:lnTo>
                    <a:pt x="2245809" y="598867"/>
                  </a:lnTo>
                  <a:lnTo>
                    <a:pt x="2246469" y="563358"/>
                  </a:lnTo>
                  <a:lnTo>
                    <a:pt x="2247130" y="560699"/>
                  </a:lnTo>
                  <a:lnTo>
                    <a:pt x="2247790" y="568395"/>
                  </a:lnTo>
                  <a:lnTo>
                    <a:pt x="2248451" y="586254"/>
                  </a:lnTo>
                  <a:lnTo>
                    <a:pt x="2249111" y="605050"/>
                  </a:lnTo>
                  <a:lnTo>
                    <a:pt x="2249772" y="612231"/>
                  </a:lnTo>
                  <a:lnTo>
                    <a:pt x="2250432" y="612231"/>
                  </a:lnTo>
                  <a:lnTo>
                    <a:pt x="2251093" y="606188"/>
                  </a:lnTo>
                  <a:lnTo>
                    <a:pt x="2251753" y="607388"/>
                  </a:lnTo>
                  <a:lnTo>
                    <a:pt x="2252414" y="612231"/>
                  </a:lnTo>
                  <a:lnTo>
                    <a:pt x="2253075" y="614380"/>
                  </a:lnTo>
                  <a:lnTo>
                    <a:pt x="2253735" y="613213"/>
                  </a:lnTo>
                  <a:lnTo>
                    <a:pt x="2254396" y="613896"/>
                  </a:lnTo>
                  <a:lnTo>
                    <a:pt x="2255056" y="615849"/>
                  </a:lnTo>
                  <a:lnTo>
                    <a:pt x="2255717" y="617204"/>
                  </a:lnTo>
                  <a:lnTo>
                    <a:pt x="2256377" y="617556"/>
                  </a:lnTo>
                  <a:lnTo>
                    <a:pt x="2257038" y="613610"/>
                  </a:lnTo>
                  <a:lnTo>
                    <a:pt x="2257698" y="612182"/>
                  </a:lnTo>
                  <a:lnTo>
                    <a:pt x="2258359" y="614819"/>
                  </a:lnTo>
                  <a:lnTo>
                    <a:pt x="2259019" y="612182"/>
                  </a:lnTo>
                  <a:lnTo>
                    <a:pt x="2259680" y="613350"/>
                  </a:lnTo>
                  <a:lnTo>
                    <a:pt x="2260340" y="612865"/>
                  </a:lnTo>
                  <a:lnTo>
                    <a:pt x="2261001" y="612579"/>
                  </a:lnTo>
                  <a:lnTo>
                    <a:pt x="2261661" y="613350"/>
                  </a:lnTo>
                  <a:lnTo>
                    <a:pt x="2262322" y="613350"/>
                  </a:lnTo>
                  <a:lnTo>
                    <a:pt x="2262982" y="611200"/>
                  </a:lnTo>
                  <a:lnTo>
                    <a:pt x="2263643" y="606358"/>
                  </a:lnTo>
                  <a:lnTo>
                    <a:pt x="2264304" y="608638"/>
                  </a:lnTo>
                  <a:lnTo>
                    <a:pt x="2264964" y="602498"/>
                  </a:lnTo>
                  <a:lnTo>
                    <a:pt x="2265625" y="593504"/>
                  </a:lnTo>
                  <a:lnTo>
                    <a:pt x="2266285" y="580094"/>
                  </a:lnTo>
                  <a:lnTo>
                    <a:pt x="2266946" y="595495"/>
                  </a:lnTo>
                  <a:lnTo>
                    <a:pt x="2267606" y="610411"/>
                  </a:lnTo>
                  <a:lnTo>
                    <a:pt x="2268267" y="616058"/>
                  </a:lnTo>
                  <a:lnTo>
                    <a:pt x="2268927" y="616345"/>
                  </a:lnTo>
                  <a:lnTo>
                    <a:pt x="2269588" y="597105"/>
                  </a:lnTo>
                  <a:lnTo>
                    <a:pt x="2270248" y="573612"/>
                  </a:lnTo>
                  <a:lnTo>
                    <a:pt x="2270909" y="558040"/>
                  </a:lnTo>
                  <a:lnTo>
                    <a:pt x="2271569" y="560968"/>
                  </a:lnTo>
                  <a:lnTo>
                    <a:pt x="2272230" y="554319"/>
                  </a:lnTo>
                  <a:lnTo>
                    <a:pt x="2272890" y="554319"/>
                  </a:lnTo>
                  <a:lnTo>
                    <a:pt x="2273551" y="573612"/>
                  </a:lnTo>
                  <a:lnTo>
                    <a:pt x="2274212" y="597105"/>
                  </a:lnTo>
                  <a:lnTo>
                    <a:pt x="2274872" y="600561"/>
                  </a:lnTo>
                  <a:lnTo>
                    <a:pt x="2275533" y="602955"/>
                  </a:lnTo>
                  <a:lnTo>
                    <a:pt x="2276193" y="607248"/>
                  </a:lnTo>
                  <a:lnTo>
                    <a:pt x="2276854" y="610198"/>
                  </a:lnTo>
                  <a:lnTo>
                    <a:pt x="2277514" y="609031"/>
                  </a:lnTo>
                  <a:lnTo>
                    <a:pt x="2278175" y="591021"/>
                  </a:lnTo>
                  <a:lnTo>
                    <a:pt x="2278835" y="572581"/>
                  </a:lnTo>
                  <a:lnTo>
                    <a:pt x="2279496" y="549066"/>
                  </a:lnTo>
                  <a:lnTo>
                    <a:pt x="2280156" y="549742"/>
                  </a:lnTo>
                  <a:lnTo>
                    <a:pt x="2280817" y="562399"/>
                  </a:lnTo>
                  <a:lnTo>
                    <a:pt x="2281477" y="557799"/>
                  </a:lnTo>
                  <a:lnTo>
                    <a:pt x="2282138" y="565016"/>
                  </a:lnTo>
                  <a:lnTo>
                    <a:pt x="2282798" y="575531"/>
                  </a:lnTo>
                  <a:lnTo>
                    <a:pt x="2283459" y="590909"/>
                  </a:lnTo>
                  <a:lnTo>
                    <a:pt x="2284120" y="575531"/>
                  </a:lnTo>
                  <a:lnTo>
                    <a:pt x="2284780" y="542141"/>
                  </a:lnTo>
                  <a:lnTo>
                    <a:pt x="2285441" y="551751"/>
                  </a:lnTo>
                  <a:lnTo>
                    <a:pt x="2286101" y="581576"/>
                  </a:lnTo>
                  <a:lnTo>
                    <a:pt x="2286762" y="598577"/>
                  </a:lnTo>
                  <a:lnTo>
                    <a:pt x="2287422" y="561454"/>
                  </a:lnTo>
                  <a:lnTo>
                    <a:pt x="2288083" y="550987"/>
                  </a:lnTo>
                  <a:lnTo>
                    <a:pt x="2288743" y="538159"/>
                  </a:lnTo>
                  <a:lnTo>
                    <a:pt x="2289404" y="550640"/>
                  </a:lnTo>
                  <a:lnTo>
                    <a:pt x="2290064" y="551786"/>
                  </a:lnTo>
                  <a:lnTo>
                    <a:pt x="2290725" y="527105"/>
                  </a:lnTo>
                  <a:lnTo>
                    <a:pt x="2291385" y="519815"/>
                  </a:lnTo>
                  <a:lnTo>
                    <a:pt x="2292046" y="531892"/>
                  </a:lnTo>
                  <a:lnTo>
                    <a:pt x="2292706" y="577792"/>
                  </a:lnTo>
                  <a:lnTo>
                    <a:pt x="2293367" y="608819"/>
                  </a:lnTo>
                  <a:lnTo>
                    <a:pt x="2294028" y="608819"/>
                  </a:lnTo>
                  <a:lnTo>
                    <a:pt x="2294688" y="594414"/>
                  </a:lnTo>
                  <a:lnTo>
                    <a:pt x="2295349" y="579053"/>
                  </a:lnTo>
                  <a:lnTo>
                    <a:pt x="2296009" y="547115"/>
                  </a:lnTo>
                  <a:lnTo>
                    <a:pt x="2296670" y="513733"/>
                  </a:lnTo>
                  <a:lnTo>
                    <a:pt x="2297330" y="519346"/>
                  </a:lnTo>
                  <a:lnTo>
                    <a:pt x="2297991" y="535761"/>
                  </a:lnTo>
                  <a:lnTo>
                    <a:pt x="2298651" y="573480"/>
                  </a:lnTo>
                  <a:lnTo>
                    <a:pt x="2299312" y="591292"/>
                  </a:lnTo>
                  <a:lnTo>
                    <a:pt x="2299972" y="569765"/>
                  </a:lnTo>
                  <a:lnTo>
                    <a:pt x="2300633" y="587219"/>
                  </a:lnTo>
                  <a:lnTo>
                    <a:pt x="2301293" y="608819"/>
                  </a:lnTo>
                  <a:lnTo>
                    <a:pt x="2301954" y="611365"/>
                  </a:lnTo>
                  <a:lnTo>
                    <a:pt x="2302614" y="609881"/>
                  </a:lnTo>
                  <a:lnTo>
                    <a:pt x="2303275" y="611029"/>
                  </a:lnTo>
                  <a:lnTo>
                    <a:pt x="2303935" y="614908"/>
                  </a:lnTo>
                  <a:lnTo>
                    <a:pt x="2304596" y="614908"/>
                  </a:lnTo>
                  <a:lnTo>
                    <a:pt x="2305257" y="612447"/>
                  </a:lnTo>
                  <a:lnTo>
                    <a:pt x="2305917" y="599621"/>
                  </a:lnTo>
                  <a:lnTo>
                    <a:pt x="2306578" y="575538"/>
                  </a:lnTo>
                  <a:lnTo>
                    <a:pt x="2307238" y="579089"/>
                  </a:lnTo>
                  <a:lnTo>
                    <a:pt x="2307899" y="598277"/>
                  </a:lnTo>
                  <a:lnTo>
                    <a:pt x="2308559" y="584347"/>
                  </a:lnTo>
                  <a:lnTo>
                    <a:pt x="2309220" y="581459"/>
                  </a:lnTo>
                  <a:lnTo>
                    <a:pt x="2309880" y="608020"/>
                  </a:lnTo>
                  <a:lnTo>
                    <a:pt x="2310541" y="608454"/>
                  </a:lnTo>
                  <a:lnTo>
                    <a:pt x="2311201" y="592619"/>
                  </a:lnTo>
                  <a:lnTo>
                    <a:pt x="2311862" y="575531"/>
                  </a:lnTo>
                  <a:lnTo>
                    <a:pt x="2312522" y="565016"/>
                  </a:lnTo>
                  <a:lnTo>
                    <a:pt x="2313183" y="588133"/>
                  </a:lnTo>
                  <a:lnTo>
                    <a:pt x="2313843" y="603177"/>
                  </a:lnTo>
                  <a:lnTo>
                    <a:pt x="2314504" y="615480"/>
                  </a:lnTo>
                  <a:lnTo>
                    <a:pt x="2315165" y="602983"/>
                  </a:lnTo>
                  <a:lnTo>
                    <a:pt x="2315825" y="588133"/>
                  </a:lnTo>
                  <a:lnTo>
                    <a:pt x="2316486" y="594807"/>
                  </a:lnTo>
                  <a:lnTo>
                    <a:pt x="2317146" y="615302"/>
                  </a:lnTo>
                  <a:lnTo>
                    <a:pt x="2317807" y="613586"/>
                  </a:lnTo>
                  <a:lnTo>
                    <a:pt x="2318467" y="607212"/>
                  </a:lnTo>
                  <a:lnTo>
                    <a:pt x="2319128" y="610988"/>
                  </a:lnTo>
                  <a:lnTo>
                    <a:pt x="2319788" y="604663"/>
                  </a:lnTo>
                  <a:lnTo>
                    <a:pt x="2320449" y="592889"/>
                  </a:lnTo>
                  <a:lnTo>
                    <a:pt x="2321109" y="575955"/>
                  </a:lnTo>
                  <a:lnTo>
                    <a:pt x="2321770" y="586988"/>
                  </a:lnTo>
                  <a:lnTo>
                    <a:pt x="2322430" y="577599"/>
                  </a:lnTo>
                  <a:lnTo>
                    <a:pt x="2323091" y="554591"/>
                  </a:lnTo>
                  <a:lnTo>
                    <a:pt x="2323751" y="552851"/>
                  </a:lnTo>
                  <a:lnTo>
                    <a:pt x="2324412" y="568514"/>
                  </a:lnTo>
                  <a:lnTo>
                    <a:pt x="2325073" y="597452"/>
                  </a:lnTo>
                  <a:lnTo>
                    <a:pt x="2325733" y="600765"/>
                  </a:lnTo>
                  <a:lnTo>
                    <a:pt x="2326394" y="616525"/>
                  </a:lnTo>
                  <a:lnTo>
                    <a:pt x="2327054" y="618276"/>
                  </a:lnTo>
                  <a:lnTo>
                    <a:pt x="2327715" y="615906"/>
                  </a:lnTo>
                  <a:lnTo>
                    <a:pt x="2328375" y="615906"/>
                  </a:lnTo>
                  <a:lnTo>
                    <a:pt x="2329036" y="615906"/>
                  </a:lnTo>
                  <a:lnTo>
                    <a:pt x="2329696" y="592506"/>
                  </a:lnTo>
                  <a:lnTo>
                    <a:pt x="2330357" y="595142"/>
                  </a:lnTo>
                  <a:lnTo>
                    <a:pt x="2331017" y="610057"/>
                  </a:lnTo>
                  <a:lnTo>
                    <a:pt x="2331678" y="615704"/>
                  </a:lnTo>
                  <a:lnTo>
                    <a:pt x="2332338" y="614947"/>
                  </a:lnTo>
                  <a:lnTo>
                    <a:pt x="2332999" y="594336"/>
                  </a:lnTo>
                  <a:lnTo>
                    <a:pt x="2333659" y="564903"/>
                  </a:lnTo>
                  <a:lnTo>
                    <a:pt x="2334320" y="564903"/>
                  </a:lnTo>
                  <a:lnTo>
                    <a:pt x="2334980" y="549446"/>
                  </a:lnTo>
                  <a:lnTo>
                    <a:pt x="2335641" y="553965"/>
                  </a:lnTo>
                  <a:lnTo>
                    <a:pt x="2336302" y="584234"/>
                  </a:lnTo>
                  <a:lnTo>
                    <a:pt x="2336962" y="611564"/>
                  </a:lnTo>
                  <a:lnTo>
                    <a:pt x="2337623" y="584234"/>
                  </a:lnTo>
                  <a:lnTo>
                    <a:pt x="2338283" y="591933"/>
                  </a:lnTo>
                  <a:lnTo>
                    <a:pt x="2338944" y="595858"/>
                  </a:lnTo>
                  <a:lnTo>
                    <a:pt x="2339604" y="573815"/>
                  </a:lnTo>
                  <a:lnTo>
                    <a:pt x="2340265" y="561344"/>
                  </a:lnTo>
                  <a:lnTo>
                    <a:pt x="2340925" y="568232"/>
                  </a:lnTo>
                  <a:lnTo>
                    <a:pt x="2341586" y="592465"/>
                  </a:lnTo>
                  <a:lnTo>
                    <a:pt x="2342246" y="608638"/>
                  </a:lnTo>
                  <a:lnTo>
                    <a:pt x="2342907" y="613025"/>
                  </a:lnTo>
                  <a:lnTo>
                    <a:pt x="2343567" y="614524"/>
                  </a:lnTo>
                  <a:lnTo>
                    <a:pt x="2344228" y="618064"/>
                  </a:lnTo>
                  <a:lnTo>
                    <a:pt x="2344888" y="614606"/>
                  </a:lnTo>
                  <a:lnTo>
                    <a:pt x="2345549" y="606145"/>
                  </a:lnTo>
                  <a:lnTo>
                    <a:pt x="2346210" y="610123"/>
                  </a:lnTo>
                  <a:lnTo>
                    <a:pt x="2346870" y="610959"/>
                  </a:lnTo>
                  <a:lnTo>
                    <a:pt x="2347531" y="606212"/>
                  </a:lnTo>
                  <a:lnTo>
                    <a:pt x="2348191" y="612288"/>
                  </a:lnTo>
                  <a:lnTo>
                    <a:pt x="2348852" y="609484"/>
                  </a:lnTo>
                  <a:lnTo>
                    <a:pt x="2349512" y="569346"/>
                  </a:lnTo>
                  <a:lnTo>
                    <a:pt x="2350173" y="547547"/>
                  </a:lnTo>
                  <a:lnTo>
                    <a:pt x="2350833" y="560727"/>
                  </a:lnTo>
                  <a:lnTo>
                    <a:pt x="2351494" y="575531"/>
                  </a:lnTo>
                  <a:lnTo>
                    <a:pt x="2352154" y="568583"/>
                  </a:lnTo>
                  <a:lnTo>
                    <a:pt x="2352815" y="591465"/>
                  </a:lnTo>
                  <a:lnTo>
                    <a:pt x="2353475" y="602443"/>
                  </a:lnTo>
                  <a:lnTo>
                    <a:pt x="2354136" y="574785"/>
                  </a:lnTo>
                  <a:lnTo>
                    <a:pt x="2354796" y="575180"/>
                  </a:lnTo>
                  <a:lnTo>
                    <a:pt x="2355457" y="566262"/>
                  </a:lnTo>
                  <a:lnTo>
                    <a:pt x="2356118" y="554876"/>
                  </a:lnTo>
                  <a:lnTo>
                    <a:pt x="2356778" y="552174"/>
                  </a:lnTo>
                  <a:lnTo>
                    <a:pt x="2357439" y="564650"/>
                  </a:lnTo>
                  <a:lnTo>
                    <a:pt x="2358099" y="550222"/>
                  </a:lnTo>
                  <a:lnTo>
                    <a:pt x="2358760" y="555859"/>
                  </a:lnTo>
                  <a:lnTo>
                    <a:pt x="2359420" y="551583"/>
                  </a:lnTo>
                  <a:lnTo>
                    <a:pt x="2360081" y="544840"/>
                  </a:lnTo>
                  <a:lnTo>
                    <a:pt x="2360741" y="541849"/>
                  </a:lnTo>
                  <a:lnTo>
                    <a:pt x="2361402" y="544840"/>
                  </a:lnTo>
                  <a:lnTo>
                    <a:pt x="2362062" y="548527"/>
                  </a:lnTo>
                  <a:lnTo>
                    <a:pt x="2362723" y="536187"/>
                  </a:lnTo>
                  <a:lnTo>
                    <a:pt x="2363383" y="515498"/>
                  </a:lnTo>
                  <a:lnTo>
                    <a:pt x="2364044" y="541155"/>
                  </a:lnTo>
                  <a:lnTo>
                    <a:pt x="2364704" y="544840"/>
                  </a:lnTo>
                  <a:lnTo>
                    <a:pt x="2365365" y="536259"/>
                  </a:lnTo>
                  <a:lnTo>
                    <a:pt x="2366026" y="541155"/>
                  </a:lnTo>
                  <a:lnTo>
                    <a:pt x="2366686" y="554066"/>
                  </a:lnTo>
                  <a:lnTo>
                    <a:pt x="2367347" y="568976"/>
                  </a:lnTo>
                  <a:lnTo>
                    <a:pt x="2368007" y="569074"/>
                  </a:lnTo>
                  <a:lnTo>
                    <a:pt x="2368668" y="587965"/>
                  </a:lnTo>
                  <a:lnTo>
                    <a:pt x="2369328" y="588617"/>
                  </a:lnTo>
                  <a:lnTo>
                    <a:pt x="2369989" y="589414"/>
                  </a:lnTo>
                  <a:lnTo>
                    <a:pt x="2370649" y="594232"/>
                  </a:lnTo>
                  <a:lnTo>
                    <a:pt x="2371310" y="589102"/>
                  </a:lnTo>
                  <a:lnTo>
                    <a:pt x="2371970" y="597014"/>
                  </a:lnTo>
                  <a:lnTo>
                    <a:pt x="2372631" y="594579"/>
                  </a:lnTo>
                  <a:lnTo>
                    <a:pt x="2373291" y="591884"/>
                  </a:lnTo>
                  <a:lnTo>
                    <a:pt x="2373952" y="594520"/>
                  </a:lnTo>
                  <a:lnTo>
                    <a:pt x="2374612" y="602443"/>
                  </a:lnTo>
                  <a:lnTo>
                    <a:pt x="2375273" y="606145"/>
                  </a:lnTo>
                  <a:lnTo>
                    <a:pt x="2375933" y="597358"/>
                  </a:lnTo>
                  <a:lnTo>
                    <a:pt x="2376594" y="585165"/>
                  </a:lnTo>
                  <a:lnTo>
                    <a:pt x="2377255" y="601130"/>
                  </a:lnTo>
                  <a:lnTo>
                    <a:pt x="2377915" y="616047"/>
                  </a:lnTo>
                  <a:lnTo>
                    <a:pt x="2378576" y="614080"/>
                  </a:lnTo>
                  <a:lnTo>
                    <a:pt x="2379236" y="582505"/>
                  </a:lnTo>
                  <a:lnTo>
                    <a:pt x="2379897" y="595786"/>
                  </a:lnTo>
                  <a:lnTo>
                    <a:pt x="2380557" y="595283"/>
                  </a:lnTo>
                  <a:lnTo>
                    <a:pt x="2381218" y="580035"/>
                  </a:lnTo>
                  <a:lnTo>
                    <a:pt x="2381878" y="578490"/>
                  </a:lnTo>
                  <a:lnTo>
                    <a:pt x="2382539" y="594478"/>
                  </a:lnTo>
                  <a:lnTo>
                    <a:pt x="2383199" y="589014"/>
                  </a:lnTo>
                  <a:lnTo>
                    <a:pt x="2383860" y="580936"/>
                  </a:lnTo>
                  <a:lnTo>
                    <a:pt x="2384520" y="595283"/>
                  </a:lnTo>
                  <a:lnTo>
                    <a:pt x="2385181" y="594478"/>
                  </a:lnTo>
                  <a:lnTo>
                    <a:pt x="2385841" y="571761"/>
                  </a:lnTo>
                  <a:lnTo>
                    <a:pt x="2386502" y="556241"/>
                  </a:lnTo>
                  <a:lnTo>
                    <a:pt x="2387163" y="598462"/>
                  </a:lnTo>
                  <a:lnTo>
                    <a:pt x="2387823" y="601371"/>
                  </a:lnTo>
                  <a:lnTo>
                    <a:pt x="2388484" y="614321"/>
                  </a:lnTo>
                  <a:lnTo>
                    <a:pt x="2389144" y="612211"/>
                  </a:lnTo>
                  <a:lnTo>
                    <a:pt x="2389805" y="597912"/>
                  </a:lnTo>
                  <a:lnTo>
                    <a:pt x="2390465" y="596463"/>
                  </a:lnTo>
                  <a:lnTo>
                    <a:pt x="2391126" y="600350"/>
                  </a:lnTo>
                  <a:lnTo>
                    <a:pt x="2391786" y="589900"/>
                  </a:lnTo>
                  <a:lnTo>
                    <a:pt x="2392447" y="579815"/>
                  </a:lnTo>
                  <a:lnTo>
                    <a:pt x="2393107" y="596463"/>
                  </a:lnTo>
                  <a:lnTo>
                    <a:pt x="2393768" y="607518"/>
                  </a:lnTo>
                  <a:lnTo>
                    <a:pt x="2394428" y="606482"/>
                  </a:lnTo>
                  <a:lnTo>
                    <a:pt x="2395089" y="594719"/>
                  </a:lnTo>
                  <a:lnTo>
                    <a:pt x="2395749" y="578731"/>
                  </a:lnTo>
                  <a:lnTo>
                    <a:pt x="2396410" y="583337"/>
                  </a:lnTo>
                  <a:lnTo>
                    <a:pt x="2397071" y="589900"/>
                  </a:lnTo>
                  <a:lnTo>
                    <a:pt x="2397731" y="597133"/>
                  </a:lnTo>
                  <a:lnTo>
                    <a:pt x="2398392" y="592470"/>
                  </a:lnTo>
                  <a:lnTo>
                    <a:pt x="2399052" y="596241"/>
                  </a:lnTo>
                  <a:lnTo>
                    <a:pt x="2399713" y="601371"/>
                  </a:lnTo>
                  <a:lnTo>
                    <a:pt x="2400373" y="600794"/>
                  </a:lnTo>
                  <a:lnTo>
                    <a:pt x="2401034" y="597824"/>
                  </a:lnTo>
                  <a:lnTo>
                    <a:pt x="2401694" y="583337"/>
                  </a:lnTo>
                  <a:lnTo>
                    <a:pt x="2402355" y="595584"/>
                  </a:lnTo>
                  <a:lnTo>
                    <a:pt x="2403015" y="600879"/>
                  </a:lnTo>
                  <a:lnTo>
                    <a:pt x="2403676" y="590931"/>
                  </a:lnTo>
                  <a:lnTo>
                    <a:pt x="2404336" y="599090"/>
                  </a:lnTo>
                  <a:lnTo>
                    <a:pt x="2404997" y="609754"/>
                  </a:lnTo>
                  <a:lnTo>
                    <a:pt x="2405657" y="605609"/>
                  </a:lnTo>
                  <a:lnTo>
                    <a:pt x="2406318" y="599493"/>
                  </a:lnTo>
                  <a:lnTo>
                    <a:pt x="2406978" y="586880"/>
                  </a:lnTo>
                  <a:lnTo>
                    <a:pt x="2407639" y="584367"/>
                  </a:lnTo>
                  <a:lnTo>
                    <a:pt x="2408300" y="590286"/>
                  </a:lnTo>
                  <a:lnTo>
                    <a:pt x="2408960" y="617117"/>
                  </a:lnTo>
                  <a:lnTo>
                    <a:pt x="2409621" y="615076"/>
                  </a:lnTo>
                  <a:lnTo>
                    <a:pt x="2410281" y="590931"/>
                  </a:lnTo>
                  <a:lnTo>
                    <a:pt x="2410942" y="604478"/>
                  </a:lnTo>
                  <a:lnTo>
                    <a:pt x="2411602" y="601648"/>
                  </a:lnTo>
                  <a:lnTo>
                    <a:pt x="2412263" y="584367"/>
                  </a:lnTo>
                  <a:lnTo>
                    <a:pt x="2412923" y="582208"/>
                  </a:lnTo>
                  <a:lnTo>
                    <a:pt x="2413584" y="589587"/>
                  </a:lnTo>
                  <a:lnTo>
                    <a:pt x="2414244" y="591374"/>
                  </a:lnTo>
                  <a:lnTo>
                    <a:pt x="2414905" y="581492"/>
                  </a:lnTo>
                  <a:lnTo>
                    <a:pt x="2415565" y="589367"/>
                  </a:lnTo>
                  <a:lnTo>
                    <a:pt x="2416226" y="580447"/>
                  </a:lnTo>
                  <a:lnTo>
                    <a:pt x="2416886" y="577756"/>
                  </a:lnTo>
                  <a:lnTo>
                    <a:pt x="2417547" y="606661"/>
                  </a:lnTo>
                  <a:lnTo>
                    <a:pt x="2418208" y="601381"/>
                  </a:lnTo>
                  <a:lnTo>
                    <a:pt x="2418868" y="604865"/>
                  </a:lnTo>
                  <a:lnTo>
                    <a:pt x="2419529" y="600879"/>
                  </a:lnTo>
                  <a:lnTo>
                    <a:pt x="2420189" y="588924"/>
                  </a:lnTo>
                  <a:lnTo>
                    <a:pt x="2420850" y="599049"/>
                  </a:lnTo>
                  <a:lnTo>
                    <a:pt x="2421510" y="578183"/>
                  </a:lnTo>
                  <a:lnTo>
                    <a:pt x="2422171" y="573852"/>
                  </a:lnTo>
                  <a:lnTo>
                    <a:pt x="2422831" y="582208"/>
                  </a:lnTo>
                  <a:lnTo>
                    <a:pt x="2423492" y="559253"/>
                  </a:lnTo>
                  <a:lnTo>
                    <a:pt x="2424152" y="575028"/>
                  </a:lnTo>
                  <a:lnTo>
                    <a:pt x="2424813" y="592293"/>
                  </a:lnTo>
                  <a:lnTo>
                    <a:pt x="2425473" y="591374"/>
                  </a:lnTo>
                  <a:lnTo>
                    <a:pt x="2426134" y="585801"/>
                  </a:lnTo>
                  <a:lnTo>
                    <a:pt x="2426794" y="572792"/>
                  </a:lnTo>
                  <a:lnTo>
                    <a:pt x="2427455" y="581307"/>
                  </a:lnTo>
                  <a:lnTo>
                    <a:pt x="2428116" y="581124"/>
                  </a:lnTo>
                  <a:lnTo>
                    <a:pt x="2428776" y="555532"/>
                  </a:lnTo>
                  <a:lnTo>
                    <a:pt x="2429437" y="553205"/>
                  </a:lnTo>
                  <a:lnTo>
                    <a:pt x="2430097" y="596614"/>
                  </a:lnTo>
                  <a:lnTo>
                    <a:pt x="2430758" y="590931"/>
                  </a:lnTo>
                  <a:lnTo>
                    <a:pt x="2431418" y="581048"/>
                  </a:lnTo>
                  <a:lnTo>
                    <a:pt x="2432079" y="558140"/>
                  </a:lnTo>
                  <a:lnTo>
                    <a:pt x="2432739" y="558140"/>
                  </a:lnTo>
                  <a:lnTo>
                    <a:pt x="2433400" y="537846"/>
                  </a:lnTo>
                  <a:lnTo>
                    <a:pt x="2434060" y="530014"/>
                  </a:lnTo>
                  <a:lnTo>
                    <a:pt x="2434721" y="537846"/>
                  </a:lnTo>
                  <a:lnTo>
                    <a:pt x="2435381" y="546124"/>
                  </a:lnTo>
                  <a:lnTo>
                    <a:pt x="2436042" y="551909"/>
                  </a:lnTo>
                  <a:lnTo>
                    <a:pt x="2436702" y="552091"/>
                  </a:lnTo>
                  <a:lnTo>
                    <a:pt x="2437363" y="583776"/>
                  </a:lnTo>
                  <a:lnTo>
                    <a:pt x="2438024" y="598630"/>
                  </a:lnTo>
                  <a:lnTo>
                    <a:pt x="2438684" y="593684"/>
                  </a:lnTo>
                  <a:lnTo>
                    <a:pt x="2439345" y="583305"/>
                  </a:lnTo>
                  <a:lnTo>
                    <a:pt x="2440005" y="554418"/>
                  </a:lnTo>
                  <a:lnTo>
                    <a:pt x="2440666" y="551013"/>
                  </a:lnTo>
                  <a:lnTo>
                    <a:pt x="2441326" y="579256"/>
                  </a:lnTo>
                  <a:lnTo>
                    <a:pt x="2441987" y="593684"/>
                  </a:lnTo>
                  <a:lnTo>
                    <a:pt x="2442647" y="598630"/>
                  </a:lnTo>
                  <a:lnTo>
                    <a:pt x="2443308" y="577756"/>
                  </a:lnTo>
                  <a:lnTo>
                    <a:pt x="2443968" y="587799"/>
                  </a:lnTo>
                  <a:lnTo>
                    <a:pt x="2444629" y="586880"/>
                  </a:lnTo>
                  <a:lnTo>
                    <a:pt x="2445289" y="599049"/>
                  </a:lnTo>
                  <a:lnTo>
                    <a:pt x="2445950" y="610302"/>
                  </a:lnTo>
                  <a:lnTo>
                    <a:pt x="2446610" y="617404"/>
                  </a:lnTo>
                  <a:lnTo>
                    <a:pt x="2447271" y="595721"/>
                  </a:lnTo>
                  <a:lnTo>
                    <a:pt x="2447931" y="585619"/>
                  </a:lnTo>
                  <a:lnTo>
                    <a:pt x="2448592" y="600312"/>
                  </a:lnTo>
                  <a:lnTo>
                    <a:pt x="2449253" y="585619"/>
                  </a:lnTo>
                  <a:lnTo>
                    <a:pt x="2449913" y="602397"/>
                  </a:lnTo>
                  <a:lnTo>
                    <a:pt x="2450574" y="618865"/>
                  </a:lnTo>
                  <a:lnTo>
                    <a:pt x="2451234" y="597493"/>
                  </a:lnTo>
                  <a:lnTo>
                    <a:pt x="2451895" y="587798"/>
                  </a:lnTo>
                  <a:lnTo>
                    <a:pt x="2452555" y="581289"/>
                  </a:lnTo>
                  <a:lnTo>
                    <a:pt x="2453216" y="560882"/>
                  </a:lnTo>
                  <a:lnTo>
                    <a:pt x="2453876" y="555920"/>
                  </a:lnTo>
                  <a:lnTo>
                    <a:pt x="2454537" y="613925"/>
                  </a:lnTo>
                  <a:lnTo>
                    <a:pt x="2455197" y="619307"/>
                  </a:lnTo>
                  <a:lnTo>
                    <a:pt x="2455858" y="619307"/>
                  </a:lnTo>
                  <a:lnTo>
                    <a:pt x="2456518" y="619307"/>
                  </a:lnTo>
                  <a:lnTo>
                    <a:pt x="2457179" y="619336"/>
                  </a:lnTo>
                  <a:lnTo>
                    <a:pt x="2457839" y="619336"/>
                  </a:lnTo>
                  <a:lnTo>
                    <a:pt x="2458500" y="617585"/>
                  </a:lnTo>
                  <a:lnTo>
                    <a:pt x="2459161" y="602401"/>
                  </a:lnTo>
                  <a:lnTo>
                    <a:pt x="2459821" y="619336"/>
                  </a:lnTo>
                  <a:lnTo>
                    <a:pt x="2460482" y="619336"/>
                  </a:lnTo>
                  <a:lnTo>
                    <a:pt x="2461142" y="619336"/>
                  </a:lnTo>
                  <a:lnTo>
                    <a:pt x="2461803" y="619307"/>
                  </a:lnTo>
                  <a:lnTo>
                    <a:pt x="2462463" y="615323"/>
                  </a:lnTo>
                  <a:lnTo>
                    <a:pt x="2463124" y="584185"/>
                  </a:lnTo>
                  <a:lnTo>
                    <a:pt x="2463784" y="603972"/>
                  </a:lnTo>
                  <a:lnTo>
                    <a:pt x="2464445" y="619307"/>
                  </a:lnTo>
                  <a:lnTo>
                    <a:pt x="2465105" y="619307"/>
                  </a:lnTo>
                  <a:lnTo>
                    <a:pt x="2465766" y="619307"/>
                  </a:lnTo>
                  <a:lnTo>
                    <a:pt x="2466426" y="619307"/>
                  </a:lnTo>
                  <a:lnTo>
                    <a:pt x="2467087" y="616893"/>
                  </a:lnTo>
                  <a:lnTo>
                    <a:pt x="2467747" y="595161"/>
                  </a:lnTo>
                  <a:lnTo>
                    <a:pt x="2468408" y="604865"/>
                  </a:lnTo>
                  <a:lnTo>
                    <a:pt x="2469069" y="602743"/>
                  </a:lnTo>
                  <a:lnTo>
                    <a:pt x="2469729" y="582410"/>
                  </a:lnTo>
                  <a:lnTo>
                    <a:pt x="2470390" y="586880"/>
                  </a:lnTo>
                  <a:lnTo>
                    <a:pt x="2471050" y="604920"/>
                  </a:lnTo>
                  <a:lnTo>
                    <a:pt x="2471711" y="584367"/>
                  </a:lnTo>
                  <a:lnTo>
                    <a:pt x="2472371" y="554802"/>
                  </a:lnTo>
                  <a:lnTo>
                    <a:pt x="2473032" y="550691"/>
                  </a:lnTo>
                  <a:lnTo>
                    <a:pt x="2473692" y="556201"/>
                  </a:lnTo>
                  <a:lnTo>
                    <a:pt x="2474353" y="549458"/>
                  </a:lnTo>
                  <a:lnTo>
                    <a:pt x="2475013" y="562731"/>
                  </a:lnTo>
                  <a:lnTo>
                    <a:pt x="2475674" y="592293"/>
                  </a:lnTo>
                  <a:lnTo>
                    <a:pt x="2476334" y="608779"/>
                  </a:lnTo>
                  <a:lnTo>
                    <a:pt x="2476995" y="611059"/>
                  </a:lnTo>
                  <a:lnTo>
                    <a:pt x="2477655" y="591374"/>
                  </a:lnTo>
                  <a:lnTo>
                    <a:pt x="2478316" y="602584"/>
                  </a:lnTo>
                  <a:lnTo>
                    <a:pt x="2478976" y="602401"/>
                  </a:lnTo>
                  <a:lnTo>
                    <a:pt x="2479637" y="611423"/>
                  </a:lnTo>
                  <a:lnTo>
                    <a:pt x="2480298" y="612231"/>
                  </a:lnTo>
                  <a:lnTo>
                    <a:pt x="2480958" y="612259"/>
                  </a:lnTo>
                  <a:lnTo>
                    <a:pt x="2481619" y="611423"/>
                  </a:lnTo>
                  <a:lnTo>
                    <a:pt x="2482279" y="598630"/>
                  </a:lnTo>
                  <a:lnTo>
                    <a:pt x="2482940" y="585138"/>
                  </a:lnTo>
                  <a:lnTo>
                    <a:pt x="2483600" y="602128"/>
                  </a:lnTo>
                  <a:lnTo>
                    <a:pt x="2484261" y="603558"/>
                  </a:lnTo>
                  <a:lnTo>
                    <a:pt x="2484921" y="605078"/>
                  </a:lnTo>
                  <a:lnTo>
                    <a:pt x="2485582" y="602336"/>
                  </a:lnTo>
                  <a:lnTo>
                    <a:pt x="2486242" y="610452"/>
                  </a:lnTo>
                  <a:lnTo>
                    <a:pt x="2486903" y="590931"/>
                  </a:lnTo>
                  <a:lnTo>
                    <a:pt x="2487563" y="601381"/>
                  </a:lnTo>
                  <a:lnTo>
                    <a:pt x="2488224" y="601381"/>
                  </a:lnTo>
                  <a:lnTo>
                    <a:pt x="2488884" y="570135"/>
                  </a:lnTo>
                  <a:lnTo>
                    <a:pt x="2489545" y="571053"/>
                  </a:lnTo>
                  <a:lnTo>
                    <a:pt x="2490206" y="578183"/>
                  </a:lnTo>
                  <a:lnTo>
                    <a:pt x="2490866" y="586880"/>
                  </a:lnTo>
                  <a:lnTo>
                    <a:pt x="2491527" y="599049"/>
                  </a:lnTo>
                  <a:lnTo>
                    <a:pt x="2492187" y="603558"/>
                  </a:lnTo>
                  <a:lnTo>
                    <a:pt x="2492848" y="606217"/>
                  </a:lnTo>
                  <a:lnTo>
                    <a:pt x="2493508" y="599049"/>
                  </a:lnTo>
                  <a:lnTo>
                    <a:pt x="2494169" y="601352"/>
                  </a:lnTo>
                  <a:lnTo>
                    <a:pt x="2494829" y="604836"/>
                  </a:lnTo>
                  <a:lnTo>
                    <a:pt x="2495490" y="608520"/>
                  </a:lnTo>
                  <a:lnTo>
                    <a:pt x="2496150" y="607388"/>
                  </a:lnTo>
                  <a:lnTo>
                    <a:pt x="2496811" y="607388"/>
                  </a:lnTo>
                  <a:lnTo>
                    <a:pt x="2497471" y="602307"/>
                  </a:lnTo>
                  <a:lnTo>
                    <a:pt x="2498132" y="604836"/>
                  </a:lnTo>
                  <a:lnTo>
                    <a:pt x="2498792" y="603529"/>
                  </a:lnTo>
                  <a:lnTo>
                    <a:pt x="2499453" y="603558"/>
                  </a:lnTo>
                  <a:lnTo>
                    <a:pt x="2500114" y="585518"/>
                  </a:lnTo>
                  <a:lnTo>
                    <a:pt x="2500774" y="598630"/>
                  </a:lnTo>
                  <a:lnTo>
                    <a:pt x="2501435" y="590931"/>
                  </a:lnTo>
                  <a:lnTo>
                    <a:pt x="2502095" y="581048"/>
                  </a:lnTo>
                  <a:lnTo>
                    <a:pt x="2502756" y="578812"/>
                  </a:lnTo>
                  <a:lnTo>
                    <a:pt x="2503416" y="585518"/>
                  </a:lnTo>
                  <a:lnTo>
                    <a:pt x="2504077" y="598630"/>
                  </a:lnTo>
                  <a:lnTo>
                    <a:pt x="2504737" y="609697"/>
                  </a:lnTo>
                  <a:lnTo>
                    <a:pt x="2505398" y="590931"/>
                  </a:lnTo>
                  <a:lnTo>
                    <a:pt x="2506058" y="590931"/>
                  </a:lnTo>
                  <a:lnTo>
                    <a:pt x="2506719" y="608520"/>
                  </a:lnTo>
                  <a:lnTo>
                    <a:pt x="2507379" y="593502"/>
                  </a:lnTo>
                  <a:lnTo>
                    <a:pt x="2508040" y="580866"/>
                  </a:lnTo>
                  <a:lnTo>
                    <a:pt x="2508700" y="569509"/>
                  </a:lnTo>
                  <a:lnTo>
                    <a:pt x="2509361" y="563109"/>
                  </a:lnTo>
                  <a:lnTo>
                    <a:pt x="2510022" y="561552"/>
                  </a:lnTo>
                  <a:lnTo>
                    <a:pt x="2510682" y="556358"/>
                  </a:lnTo>
                  <a:lnTo>
                    <a:pt x="2511343" y="549615"/>
                  </a:lnTo>
                  <a:lnTo>
                    <a:pt x="2512003" y="553302"/>
                  </a:lnTo>
                  <a:lnTo>
                    <a:pt x="2512664" y="546247"/>
                  </a:lnTo>
                  <a:lnTo>
                    <a:pt x="2513324" y="577659"/>
                  </a:lnTo>
                  <a:lnTo>
                    <a:pt x="2513985" y="600411"/>
                  </a:lnTo>
                  <a:lnTo>
                    <a:pt x="2514645" y="580174"/>
                  </a:lnTo>
                  <a:lnTo>
                    <a:pt x="2515306" y="597493"/>
                  </a:lnTo>
                  <a:lnTo>
                    <a:pt x="2515966" y="604865"/>
                  </a:lnTo>
                  <a:lnTo>
                    <a:pt x="2516627" y="590931"/>
                  </a:lnTo>
                  <a:lnTo>
                    <a:pt x="2517287" y="568201"/>
                  </a:lnTo>
                  <a:lnTo>
                    <a:pt x="2517948" y="576638"/>
                  </a:lnTo>
                  <a:lnTo>
                    <a:pt x="2518608" y="610423"/>
                  </a:lnTo>
                  <a:lnTo>
                    <a:pt x="2519269" y="616893"/>
                  </a:lnTo>
                  <a:lnTo>
                    <a:pt x="2519929" y="619307"/>
                  </a:lnTo>
                  <a:lnTo>
                    <a:pt x="2520590" y="618550"/>
                  </a:lnTo>
                  <a:lnTo>
                    <a:pt x="2521251" y="617204"/>
                  </a:lnTo>
                  <a:lnTo>
                    <a:pt x="2521911" y="617556"/>
                  </a:lnTo>
                  <a:lnTo>
                    <a:pt x="2522572" y="612231"/>
                  </a:lnTo>
                  <a:lnTo>
                    <a:pt x="2523232" y="609669"/>
                  </a:lnTo>
                  <a:lnTo>
                    <a:pt x="2523893" y="607388"/>
                  </a:lnTo>
                  <a:lnTo>
                    <a:pt x="2524553" y="618836"/>
                  </a:lnTo>
                  <a:lnTo>
                    <a:pt x="2525214" y="619307"/>
                  </a:lnTo>
                  <a:lnTo>
                    <a:pt x="2525874" y="619307"/>
                  </a:lnTo>
                  <a:lnTo>
                    <a:pt x="2526535" y="619307"/>
                  </a:lnTo>
                  <a:lnTo>
                    <a:pt x="2527195" y="619307"/>
                  </a:lnTo>
                  <a:lnTo>
                    <a:pt x="2527856" y="619307"/>
                  </a:lnTo>
                  <a:lnTo>
                    <a:pt x="2528516" y="619307"/>
                  </a:lnTo>
                  <a:lnTo>
                    <a:pt x="2529177" y="619307"/>
                  </a:lnTo>
                  <a:lnTo>
                    <a:pt x="2529837" y="619307"/>
                  </a:lnTo>
                  <a:lnTo>
                    <a:pt x="2530498" y="619307"/>
                  </a:lnTo>
                  <a:lnTo>
                    <a:pt x="2531159" y="619307"/>
                  </a:lnTo>
                  <a:lnTo>
                    <a:pt x="2531819" y="619307"/>
                  </a:lnTo>
                  <a:lnTo>
                    <a:pt x="2532480" y="619336"/>
                  </a:lnTo>
                  <a:lnTo>
                    <a:pt x="2533140" y="619336"/>
                  </a:lnTo>
                  <a:lnTo>
                    <a:pt x="2533801" y="619336"/>
                  </a:lnTo>
                  <a:lnTo>
                    <a:pt x="2534461" y="606217"/>
                  </a:lnTo>
                  <a:lnTo>
                    <a:pt x="2535122" y="605078"/>
                  </a:lnTo>
                  <a:lnTo>
                    <a:pt x="2535782" y="618579"/>
                  </a:lnTo>
                  <a:lnTo>
                    <a:pt x="2536443" y="603558"/>
                  </a:lnTo>
                  <a:lnTo>
                    <a:pt x="2537103" y="601381"/>
                  </a:lnTo>
                  <a:lnTo>
                    <a:pt x="2537764" y="619336"/>
                  </a:lnTo>
                  <a:lnTo>
                    <a:pt x="2538424" y="619336"/>
                  </a:lnTo>
                  <a:lnTo>
                    <a:pt x="2539085" y="619336"/>
                  </a:lnTo>
                  <a:lnTo>
                    <a:pt x="2539745" y="613242"/>
                  </a:lnTo>
                  <a:lnTo>
                    <a:pt x="2540406" y="611395"/>
                  </a:lnTo>
                  <a:lnTo>
                    <a:pt x="2541067" y="609669"/>
                  </a:lnTo>
                  <a:lnTo>
                    <a:pt x="2541727" y="609669"/>
                  </a:lnTo>
                  <a:lnTo>
                    <a:pt x="2542388" y="612231"/>
                  </a:lnTo>
                  <a:lnTo>
                    <a:pt x="2543048" y="614380"/>
                  </a:lnTo>
                  <a:lnTo>
                    <a:pt x="2543709" y="613610"/>
                  </a:lnTo>
                  <a:lnTo>
                    <a:pt x="2544369" y="612231"/>
                  </a:lnTo>
                  <a:lnTo>
                    <a:pt x="2545030" y="613610"/>
                  </a:lnTo>
                  <a:lnTo>
                    <a:pt x="2545690" y="610423"/>
                  </a:lnTo>
                  <a:lnTo>
                    <a:pt x="2546351" y="612231"/>
                  </a:lnTo>
                  <a:lnTo>
                    <a:pt x="2547011" y="615047"/>
                  </a:lnTo>
                  <a:lnTo>
                    <a:pt x="2547672" y="611395"/>
                  </a:lnTo>
                  <a:lnTo>
                    <a:pt x="2548332" y="615047"/>
                  </a:lnTo>
                  <a:lnTo>
                    <a:pt x="2548993" y="618550"/>
                  </a:lnTo>
                  <a:lnTo>
                    <a:pt x="2549653" y="615849"/>
                  </a:lnTo>
                  <a:lnTo>
                    <a:pt x="2550314" y="614380"/>
                  </a:lnTo>
                  <a:lnTo>
                    <a:pt x="2550974" y="608520"/>
                  </a:lnTo>
                  <a:lnTo>
                    <a:pt x="2551635" y="613213"/>
                  </a:lnTo>
                  <a:lnTo>
                    <a:pt x="2552296" y="615849"/>
                  </a:lnTo>
                  <a:lnTo>
                    <a:pt x="2552956" y="613213"/>
                  </a:lnTo>
                  <a:lnTo>
                    <a:pt x="2553617" y="606188"/>
                  </a:lnTo>
                  <a:lnTo>
                    <a:pt x="2554277" y="606188"/>
                  </a:lnTo>
                  <a:lnTo>
                    <a:pt x="2554938" y="612231"/>
                  </a:lnTo>
                  <a:lnTo>
                    <a:pt x="2555598" y="612231"/>
                  </a:lnTo>
                  <a:lnTo>
                    <a:pt x="2556259" y="601656"/>
                  </a:lnTo>
                  <a:lnTo>
                    <a:pt x="2556919" y="568019"/>
                  </a:lnTo>
                  <a:lnTo>
                    <a:pt x="2557580" y="554481"/>
                  </a:lnTo>
                  <a:lnTo>
                    <a:pt x="2558240" y="556201"/>
                  </a:lnTo>
                  <a:lnTo>
                    <a:pt x="2558901" y="584956"/>
                  </a:lnTo>
                  <a:lnTo>
                    <a:pt x="2559561" y="618994"/>
                  </a:lnTo>
                  <a:lnTo>
                    <a:pt x="2560222" y="618836"/>
                  </a:lnTo>
                  <a:lnTo>
                    <a:pt x="2560882" y="619307"/>
                  </a:lnTo>
                  <a:lnTo>
                    <a:pt x="2561543" y="619307"/>
                  </a:lnTo>
                  <a:lnTo>
                    <a:pt x="2562204" y="618836"/>
                  </a:lnTo>
                  <a:lnTo>
                    <a:pt x="2562864" y="619307"/>
                  </a:lnTo>
                  <a:lnTo>
                    <a:pt x="2563525" y="619307"/>
                  </a:lnTo>
                  <a:lnTo>
                    <a:pt x="2564185" y="619307"/>
                  </a:lnTo>
                  <a:lnTo>
                    <a:pt x="2564846" y="619307"/>
                  </a:lnTo>
                  <a:lnTo>
                    <a:pt x="2565506" y="619307"/>
                  </a:lnTo>
                  <a:lnTo>
                    <a:pt x="2566167" y="619307"/>
                  </a:lnTo>
                  <a:lnTo>
                    <a:pt x="2566827" y="619307"/>
                  </a:lnTo>
                  <a:lnTo>
                    <a:pt x="2567488" y="619307"/>
                  </a:lnTo>
                  <a:lnTo>
                    <a:pt x="2568148" y="619307"/>
                  </a:lnTo>
                  <a:lnTo>
                    <a:pt x="2568809" y="619307"/>
                  </a:lnTo>
                  <a:lnTo>
                    <a:pt x="2569469" y="619307"/>
                  </a:lnTo>
                  <a:lnTo>
                    <a:pt x="2570130" y="619307"/>
                  </a:lnTo>
                  <a:lnTo>
                    <a:pt x="2570790" y="619307"/>
                  </a:lnTo>
                  <a:lnTo>
                    <a:pt x="2571451" y="619307"/>
                  </a:lnTo>
                  <a:lnTo>
                    <a:pt x="2572112" y="619307"/>
                  </a:lnTo>
                  <a:lnTo>
                    <a:pt x="2572772" y="619307"/>
                  </a:lnTo>
                  <a:lnTo>
                    <a:pt x="2573433" y="619307"/>
                  </a:lnTo>
                  <a:lnTo>
                    <a:pt x="2574093" y="619336"/>
                  </a:lnTo>
                  <a:lnTo>
                    <a:pt x="2574754" y="619336"/>
                  </a:lnTo>
                  <a:lnTo>
                    <a:pt x="2575414" y="619336"/>
                  </a:lnTo>
                  <a:lnTo>
                    <a:pt x="2576075" y="614409"/>
                  </a:lnTo>
                  <a:lnTo>
                    <a:pt x="2576735" y="602336"/>
                  </a:lnTo>
                  <a:lnTo>
                    <a:pt x="2577396" y="619108"/>
                  </a:lnTo>
                  <a:lnTo>
                    <a:pt x="2578056" y="619336"/>
                  </a:lnTo>
                  <a:lnTo>
                    <a:pt x="2578717" y="593684"/>
                  </a:lnTo>
                  <a:lnTo>
                    <a:pt x="2579377" y="531138"/>
                  </a:lnTo>
                  <a:lnTo>
                    <a:pt x="2580038" y="525525"/>
                  </a:lnTo>
                  <a:lnTo>
                    <a:pt x="2580698" y="525525"/>
                  </a:lnTo>
                  <a:lnTo>
                    <a:pt x="2581359" y="531065"/>
                  </a:lnTo>
                  <a:lnTo>
                    <a:pt x="2582020" y="525525"/>
                  </a:lnTo>
                  <a:lnTo>
                    <a:pt x="2582680" y="525968"/>
                  </a:lnTo>
                  <a:lnTo>
                    <a:pt x="2583341" y="526151"/>
                  </a:lnTo>
                  <a:lnTo>
                    <a:pt x="2584001" y="536216"/>
                  </a:lnTo>
                  <a:lnTo>
                    <a:pt x="2584662" y="590931"/>
                  </a:lnTo>
                  <a:lnTo>
                    <a:pt x="2585322" y="617585"/>
                  </a:lnTo>
                  <a:lnTo>
                    <a:pt x="2585983" y="603558"/>
                  </a:lnTo>
                  <a:lnTo>
                    <a:pt x="2586643" y="536911"/>
                  </a:lnTo>
                  <a:lnTo>
                    <a:pt x="2587304" y="536034"/>
                  </a:lnTo>
                  <a:lnTo>
                    <a:pt x="2587964" y="531065"/>
                  </a:lnTo>
                  <a:lnTo>
                    <a:pt x="2588625" y="525525"/>
                  </a:lnTo>
                  <a:lnTo>
                    <a:pt x="2589285" y="525525"/>
                  </a:lnTo>
                  <a:lnTo>
                    <a:pt x="2589946" y="525525"/>
                  </a:lnTo>
                  <a:lnTo>
                    <a:pt x="2590606" y="525525"/>
                  </a:lnTo>
                  <a:lnTo>
                    <a:pt x="2591267" y="525525"/>
                  </a:lnTo>
                  <a:lnTo>
                    <a:pt x="2591927" y="525525"/>
                  </a:lnTo>
                  <a:lnTo>
                    <a:pt x="2592588" y="525525"/>
                  </a:lnTo>
                  <a:lnTo>
                    <a:pt x="2593249" y="525525"/>
                  </a:lnTo>
                  <a:lnTo>
                    <a:pt x="2593909" y="531065"/>
                  </a:lnTo>
                  <a:lnTo>
                    <a:pt x="2594570" y="531138"/>
                  </a:lnTo>
                  <a:lnTo>
                    <a:pt x="2595230" y="536034"/>
                  </a:lnTo>
                  <a:lnTo>
                    <a:pt x="2595891" y="531138"/>
                  </a:lnTo>
                  <a:lnTo>
                    <a:pt x="2596551" y="525525"/>
                  </a:lnTo>
                  <a:lnTo>
                    <a:pt x="2597212" y="525525"/>
                  </a:lnTo>
                  <a:lnTo>
                    <a:pt x="2597872" y="531065"/>
                  </a:lnTo>
                  <a:lnTo>
                    <a:pt x="2598533" y="532427"/>
                  </a:lnTo>
                  <a:lnTo>
                    <a:pt x="2599193" y="537396"/>
                  </a:lnTo>
                  <a:lnTo>
                    <a:pt x="2599854" y="532500"/>
                  </a:lnTo>
                  <a:lnTo>
                    <a:pt x="2600514" y="532427"/>
                  </a:lnTo>
                  <a:lnTo>
                    <a:pt x="2601175" y="537396"/>
                  </a:lnTo>
                  <a:lnTo>
                    <a:pt x="2601835" y="545228"/>
                  </a:lnTo>
                  <a:lnTo>
                    <a:pt x="2602496" y="590748"/>
                  </a:lnTo>
                  <a:lnTo>
                    <a:pt x="2603157" y="618836"/>
                  </a:lnTo>
                  <a:lnTo>
                    <a:pt x="2603817" y="619307"/>
                  </a:lnTo>
                  <a:lnTo>
                    <a:pt x="2604478" y="618836"/>
                  </a:lnTo>
                  <a:lnTo>
                    <a:pt x="2605138" y="616643"/>
                  </a:lnTo>
                  <a:lnTo>
                    <a:pt x="2605799" y="617204"/>
                  </a:lnTo>
                  <a:lnTo>
                    <a:pt x="2606459" y="603669"/>
                  </a:lnTo>
                  <a:lnTo>
                    <a:pt x="2607120" y="547804"/>
                  </a:lnTo>
                  <a:lnTo>
                    <a:pt x="2607780" y="536600"/>
                  </a:lnTo>
                  <a:lnTo>
                    <a:pt x="2608441" y="507710"/>
                  </a:lnTo>
                  <a:lnTo>
                    <a:pt x="2609101" y="489173"/>
                  </a:lnTo>
                  <a:lnTo>
                    <a:pt x="2609762" y="486709"/>
                  </a:lnTo>
                  <a:lnTo>
                    <a:pt x="2610422" y="490762"/>
                  </a:lnTo>
                  <a:lnTo>
                    <a:pt x="2611083" y="550977"/>
                  </a:lnTo>
                  <a:lnTo>
                    <a:pt x="2611743" y="597976"/>
                  </a:lnTo>
                  <a:lnTo>
                    <a:pt x="2612404" y="590931"/>
                  </a:lnTo>
                  <a:lnTo>
                    <a:pt x="2613065" y="586880"/>
                  </a:lnTo>
                  <a:lnTo>
                    <a:pt x="2613725" y="578812"/>
                  </a:lnTo>
                  <a:lnTo>
                    <a:pt x="2614386" y="590931"/>
                  </a:lnTo>
                  <a:lnTo>
                    <a:pt x="2615046" y="615849"/>
                  </a:lnTo>
                  <a:lnTo>
                    <a:pt x="2615707" y="619307"/>
                  </a:lnTo>
                  <a:lnTo>
                    <a:pt x="2616367" y="617556"/>
                  </a:lnTo>
                  <a:lnTo>
                    <a:pt x="2617028" y="618226"/>
                  </a:lnTo>
                  <a:lnTo>
                    <a:pt x="2617688" y="617556"/>
                  </a:lnTo>
                  <a:lnTo>
                    <a:pt x="2618349" y="612231"/>
                  </a:lnTo>
                  <a:lnTo>
                    <a:pt x="2619009" y="613896"/>
                  </a:lnTo>
                  <a:lnTo>
                    <a:pt x="2619670" y="615323"/>
                  </a:lnTo>
                  <a:lnTo>
                    <a:pt x="2620330" y="586437"/>
                  </a:lnTo>
                  <a:lnTo>
                    <a:pt x="2620991" y="580846"/>
                  </a:lnTo>
                  <a:lnTo>
                    <a:pt x="2621651" y="607417"/>
                  </a:lnTo>
                  <a:lnTo>
                    <a:pt x="2622312" y="615878"/>
                  </a:lnTo>
                  <a:lnTo>
                    <a:pt x="2622972" y="613242"/>
                  </a:lnTo>
                  <a:lnTo>
                    <a:pt x="2623633" y="603558"/>
                  </a:lnTo>
                  <a:lnTo>
                    <a:pt x="2624294" y="606217"/>
                  </a:lnTo>
                  <a:lnTo>
                    <a:pt x="2624954" y="589405"/>
                  </a:lnTo>
                  <a:lnTo>
                    <a:pt x="2625615" y="603698"/>
                  </a:lnTo>
                  <a:lnTo>
                    <a:pt x="2626275" y="592293"/>
                  </a:lnTo>
                  <a:lnTo>
                    <a:pt x="2626936" y="596079"/>
                  </a:lnTo>
                  <a:lnTo>
                    <a:pt x="2627596" y="612665"/>
                  </a:lnTo>
                  <a:lnTo>
                    <a:pt x="2628257" y="618836"/>
                  </a:lnTo>
                  <a:lnTo>
                    <a:pt x="2628917" y="619307"/>
                  </a:lnTo>
                  <a:lnTo>
                    <a:pt x="2629578" y="609669"/>
                  </a:lnTo>
                  <a:lnTo>
                    <a:pt x="2630238" y="602307"/>
                  </a:lnTo>
                  <a:lnTo>
                    <a:pt x="2630899" y="584185"/>
                  </a:lnTo>
                  <a:lnTo>
                    <a:pt x="2631559" y="596432"/>
                  </a:lnTo>
                  <a:lnTo>
                    <a:pt x="2632220" y="601352"/>
                  </a:lnTo>
                  <a:lnTo>
                    <a:pt x="2632880" y="585336"/>
                  </a:lnTo>
                  <a:lnTo>
                    <a:pt x="2633541" y="564471"/>
                  </a:lnTo>
                  <a:lnTo>
                    <a:pt x="2634202" y="564471"/>
                  </a:lnTo>
                  <a:lnTo>
                    <a:pt x="2634862" y="592110"/>
                  </a:lnTo>
                  <a:lnTo>
                    <a:pt x="2635523" y="602336"/>
                  </a:lnTo>
                  <a:lnTo>
                    <a:pt x="2636183" y="601381"/>
                  </a:lnTo>
                  <a:lnTo>
                    <a:pt x="2636844" y="597058"/>
                  </a:lnTo>
                  <a:lnTo>
                    <a:pt x="2637504" y="589367"/>
                  </a:lnTo>
                  <a:lnTo>
                    <a:pt x="2638165" y="604001"/>
                  </a:lnTo>
                  <a:lnTo>
                    <a:pt x="2638825" y="598855"/>
                  </a:lnTo>
                  <a:lnTo>
                    <a:pt x="2639486" y="598855"/>
                  </a:lnTo>
                  <a:lnTo>
                    <a:pt x="2640146" y="613656"/>
                  </a:lnTo>
                  <a:lnTo>
                    <a:pt x="2640807" y="618836"/>
                  </a:lnTo>
                  <a:lnTo>
                    <a:pt x="2641467" y="617232"/>
                  </a:lnTo>
                  <a:lnTo>
                    <a:pt x="2642128" y="606217"/>
                  </a:lnTo>
                  <a:lnTo>
                    <a:pt x="2642788" y="612259"/>
                  </a:lnTo>
                  <a:lnTo>
                    <a:pt x="2643449" y="594717"/>
                  </a:lnTo>
                  <a:lnTo>
                    <a:pt x="2644110" y="609697"/>
                  </a:lnTo>
                  <a:lnTo>
                    <a:pt x="2644770" y="619336"/>
                  </a:lnTo>
                  <a:lnTo>
                    <a:pt x="2645431" y="619336"/>
                  </a:lnTo>
                  <a:lnTo>
                    <a:pt x="2646091" y="617556"/>
                  </a:lnTo>
                  <a:lnTo>
                    <a:pt x="2646752" y="610423"/>
                  </a:lnTo>
                  <a:lnTo>
                    <a:pt x="2647412" y="612231"/>
                  </a:lnTo>
                  <a:lnTo>
                    <a:pt x="2648073" y="608520"/>
                  </a:lnTo>
                  <a:lnTo>
                    <a:pt x="2648733" y="584037"/>
                  </a:lnTo>
                  <a:lnTo>
                    <a:pt x="2649394" y="603972"/>
                  </a:lnTo>
                  <a:lnTo>
                    <a:pt x="2650054" y="604836"/>
                  </a:lnTo>
                  <a:lnTo>
                    <a:pt x="2650715" y="618836"/>
                  </a:lnTo>
                  <a:lnTo>
                    <a:pt x="2651375" y="619307"/>
                  </a:lnTo>
                  <a:lnTo>
                    <a:pt x="2652036" y="618836"/>
                  </a:lnTo>
                  <a:lnTo>
                    <a:pt x="2652696" y="615352"/>
                  </a:lnTo>
                  <a:lnTo>
                    <a:pt x="2653357" y="618579"/>
                  </a:lnTo>
                  <a:lnTo>
                    <a:pt x="2654018" y="615352"/>
                  </a:lnTo>
                  <a:lnTo>
                    <a:pt x="2654678" y="590286"/>
                  </a:lnTo>
                  <a:lnTo>
                    <a:pt x="2655339" y="606227"/>
                  </a:lnTo>
                  <a:lnTo>
                    <a:pt x="2655999" y="619779"/>
                  </a:lnTo>
                  <a:lnTo>
                    <a:pt x="2656660" y="619336"/>
                  </a:lnTo>
                  <a:lnTo>
                    <a:pt x="2657320" y="619307"/>
                  </a:lnTo>
                  <a:lnTo>
                    <a:pt x="2657981" y="619307"/>
                  </a:lnTo>
                  <a:lnTo>
                    <a:pt x="2658641" y="602307"/>
                  </a:lnTo>
                  <a:lnTo>
                    <a:pt x="2659302" y="561370"/>
                  </a:lnTo>
                  <a:lnTo>
                    <a:pt x="2659962" y="553119"/>
                  </a:lnTo>
                  <a:lnTo>
                    <a:pt x="2660623" y="569509"/>
                  </a:lnTo>
                  <a:lnTo>
                    <a:pt x="2661283" y="590748"/>
                  </a:lnTo>
                  <a:lnTo>
                    <a:pt x="2661944" y="583266"/>
                  </a:lnTo>
                  <a:lnTo>
                    <a:pt x="2662604" y="556176"/>
                  </a:lnTo>
                  <a:lnTo>
                    <a:pt x="2663265" y="583594"/>
                  </a:lnTo>
                  <a:lnTo>
                    <a:pt x="2663925" y="608520"/>
                  </a:lnTo>
                  <a:lnTo>
                    <a:pt x="2664586" y="601352"/>
                  </a:lnTo>
                  <a:lnTo>
                    <a:pt x="2665247" y="602307"/>
                  </a:lnTo>
                  <a:lnTo>
                    <a:pt x="2665907" y="600932"/>
                  </a:lnTo>
                  <a:lnTo>
                    <a:pt x="2666568" y="603026"/>
                  </a:lnTo>
                  <a:lnTo>
                    <a:pt x="2667228" y="602307"/>
                  </a:lnTo>
                  <a:lnTo>
                    <a:pt x="2667889" y="603026"/>
                  </a:lnTo>
                  <a:lnTo>
                    <a:pt x="2668549" y="613896"/>
                  </a:lnTo>
                  <a:lnTo>
                    <a:pt x="2669210" y="604416"/>
                  </a:lnTo>
                  <a:lnTo>
                    <a:pt x="2669870" y="576638"/>
                  </a:lnTo>
                  <a:lnTo>
                    <a:pt x="2670531" y="572308"/>
                  </a:lnTo>
                  <a:lnTo>
                    <a:pt x="2671191" y="585834"/>
                  </a:lnTo>
                  <a:lnTo>
                    <a:pt x="2671852" y="605665"/>
                  </a:lnTo>
                  <a:lnTo>
                    <a:pt x="2672512" y="610070"/>
                  </a:lnTo>
                  <a:lnTo>
                    <a:pt x="2673173" y="607388"/>
                  </a:lnTo>
                  <a:lnTo>
                    <a:pt x="2673833" y="601656"/>
                  </a:lnTo>
                  <a:lnTo>
                    <a:pt x="2674494" y="598447"/>
                  </a:lnTo>
                  <a:lnTo>
                    <a:pt x="2675155" y="602485"/>
                  </a:lnTo>
                  <a:lnTo>
                    <a:pt x="2675815" y="590748"/>
                  </a:lnTo>
                  <a:lnTo>
                    <a:pt x="2676476" y="563489"/>
                  </a:lnTo>
                  <a:lnTo>
                    <a:pt x="2677136" y="550156"/>
                  </a:lnTo>
                  <a:lnTo>
                    <a:pt x="2677797" y="557089"/>
                  </a:lnTo>
                  <a:lnTo>
                    <a:pt x="2678457" y="570618"/>
                  </a:lnTo>
                  <a:lnTo>
                    <a:pt x="2679118" y="566288"/>
                  </a:lnTo>
                  <a:lnTo>
                    <a:pt x="2679778" y="575028"/>
                  </a:lnTo>
                  <a:lnTo>
                    <a:pt x="2680439" y="603055"/>
                  </a:lnTo>
                  <a:lnTo>
                    <a:pt x="2681099" y="612259"/>
                  </a:lnTo>
                  <a:lnTo>
                    <a:pt x="2681760" y="582410"/>
                  </a:lnTo>
                  <a:lnTo>
                    <a:pt x="2682420" y="573852"/>
                  </a:lnTo>
                  <a:lnTo>
                    <a:pt x="2683081" y="580174"/>
                  </a:lnTo>
                  <a:lnTo>
                    <a:pt x="2683741" y="589587"/>
                  </a:lnTo>
                  <a:lnTo>
                    <a:pt x="2684402" y="592293"/>
                  </a:lnTo>
                  <a:lnTo>
                    <a:pt x="2685063" y="578183"/>
                  </a:lnTo>
                  <a:lnTo>
                    <a:pt x="2685723" y="600879"/>
                  </a:lnTo>
                  <a:lnTo>
                    <a:pt x="2686384" y="616036"/>
                  </a:lnTo>
                  <a:lnTo>
                    <a:pt x="2687044" y="607560"/>
                  </a:lnTo>
                  <a:lnTo>
                    <a:pt x="2687705" y="580866"/>
                  </a:lnTo>
                  <a:lnTo>
                    <a:pt x="2688365" y="565091"/>
                  </a:lnTo>
                  <a:lnTo>
                    <a:pt x="2689026" y="553563"/>
                  </a:lnTo>
                  <a:lnTo>
                    <a:pt x="2689686" y="549433"/>
                  </a:lnTo>
                  <a:lnTo>
                    <a:pt x="2690347" y="554741"/>
                  </a:lnTo>
                  <a:lnTo>
                    <a:pt x="2691007" y="561297"/>
                  </a:lnTo>
                  <a:lnTo>
                    <a:pt x="2691668" y="548124"/>
                  </a:lnTo>
                  <a:lnTo>
                    <a:pt x="2692328" y="542696"/>
                  </a:lnTo>
                  <a:lnTo>
                    <a:pt x="2692989" y="547998"/>
                  </a:lnTo>
                  <a:lnTo>
                    <a:pt x="2693649" y="563656"/>
                  </a:lnTo>
                  <a:lnTo>
                    <a:pt x="2694310" y="560327"/>
                  </a:lnTo>
                  <a:lnTo>
                    <a:pt x="2694970" y="589314"/>
                  </a:lnTo>
                  <a:lnTo>
                    <a:pt x="2695631" y="592559"/>
                  </a:lnTo>
                  <a:lnTo>
                    <a:pt x="2696292" y="573269"/>
                  </a:lnTo>
                  <a:lnTo>
                    <a:pt x="2696952" y="575598"/>
                  </a:lnTo>
                  <a:lnTo>
                    <a:pt x="2697613" y="600938"/>
                  </a:lnTo>
                  <a:lnTo>
                    <a:pt x="2698273" y="581687"/>
                  </a:lnTo>
                  <a:lnTo>
                    <a:pt x="2698934" y="583776"/>
                  </a:lnTo>
                  <a:lnTo>
                    <a:pt x="2699594" y="579431"/>
                  </a:lnTo>
                  <a:lnTo>
                    <a:pt x="2700255" y="568024"/>
                  </a:lnTo>
                  <a:lnTo>
                    <a:pt x="2700915" y="597808"/>
                  </a:lnTo>
                  <a:lnTo>
                    <a:pt x="2701576" y="601025"/>
                  </a:lnTo>
                  <a:lnTo>
                    <a:pt x="2702236" y="592628"/>
                  </a:lnTo>
                  <a:lnTo>
                    <a:pt x="2702897" y="614139"/>
                  </a:lnTo>
                  <a:lnTo>
                    <a:pt x="2703557" y="616332"/>
                  </a:lnTo>
                  <a:lnTo>
                    <a:pt x="2704218" y="596097"/>
                  </a:lnTo>
                  <a:lnTo>
                    <a:pt x="2704878" y="577046"/>
                  </a:lnTo>
                  <a:lnTo>
                    <a:pt x="2705539" y="572172"/>
                  </a:lnTo>
                  <a:lnTo>
                    <a:pt x="2706200" y="558837"/>
                  </a:lnTo>
                  <a:lnTo>
                    <a:pt x="2706860" y="553643"/>
                  </a:lnTo>
                  <a:lnTo>
                    <a:pt x="2707521" y="554319"/>
                  </a:lnTo>
                  <a:lnTo>
                    <a:pt x="2708181" y="550490"/>
                  </a:lnTo>
                  <a:lnTo>
                    <a:pt x="2708842" y="577046"/>
                  </a:lnTo>
                  <a:lnTo>
                    <a:pt x="2709502" y="590785"/>
                  </a:lnTo>
                  <a:lnTo>
                    <a:pt x="2710163" y="593994"/>
                  </a:lnTo>
                  <a:lnTo>
                    <a:pt x="2710823" y="603048"/>
                  </a:lnTo>
                  <a:lnTo>
                    <a:pt x="2711484" y="599115"/>
                  </a:lnTo>
                  <a:lnTo>
                    <a:pt x="2712144" y="599115"/>
                  </a:lnTo>
                  <a:lnTo>
                    <a:pt x="2712805" y="596960"/>
                  </a:lnTo>
                  <a:lnTo>
                    <a:pt x="2713465" y="598849"/>
                  </a:lnTo>
                  <a:lnTo>
                    <a:pt x="2714126" y="599329"/>
                  </a:lnTo>
                  <a:lnTo>
                    <a:pt x="2714786" y="583269"/>
                  </a:lnTo>
                  <a:lnTo>
                    <a:pt x="2715447" y="570259"/>
                  </a:lnTo>
                  <a:lnTo>
                    <a:pt x="2716108" y="581079"/>
                  </a:lnTo>
                  <a:lnTo>
                    <a:pt x="2716768" y="568085"/>
                  </a:lnTo>
                  <a:lnTo>
                    <a:pt x="2717429" y="572111"/>
                  </a:lnTo>
                  <a:lnTo>
                    <a:pt x="2718089" y="576399"/>
                  </a:lnTo>
                  <a:lnTo>
                    <a:pt x="2718750" y="568085"/>
                  </a:lnTo>
                  <a:lnTo>
                    <a:pt x="2719410" y="597780"/>
                  </a:lnTo>
                  <a:lnTo>
                    <a:pt x="2720071" y="614671"/>
                  </a:lnTo>
                  <a:lnTo>
                    <a:pt x="2720731" y="615023"/>
                  </a:lnTo>
                  <a:lnTo>
                    <a:pt x="2721392" y="610680"/>
                  </a:lnTo>
                  <a:lnTo>
                    <a:pt x="2722052" y="603656"/>
                  </a:lnTo>
                  <a:lnTo>
                    <a:pt x="2722713" y="607891"/>
                  </a:lnTo>
                  <a:lnTo>
                    <a:pt x="2723373" y="613317"/>
                  </a:lnTo>
                  <a:lnTo>
                    <a:pt x="2724034" y="614110"/>
                  </a:lnTo>
                  <a:lnTo>
                    <a:pt x="2724694" y="614110"/>
                  </a:lnTo>
                  <a:lnTo>
                    <a:pt x="2725355" y="611848"/>
                  </a:lnTo>
                  <a:lnTo>
                    <a:pt x="2726016" y="612791"/>
                  </a:lnTo>
                  <a:lnTo>
                    <a:pt x="2726676" y="615023"/>
                  </a:lnTo>
                  <a:lnTo>
                    <a:pt x="2727337" y="613317"/>
                  </a:lnTo>
                  <a:lnTo>
                    <a:pt x="2727997" y="615694"/>
                  </a:lnTo>
                  <a:lnTo>
                    <a:pt x="2728658" y="613317"/>
                  </a:lnTo>
                  <a:lnTo>
                    <a:pt x="2729318" y="609698"/>
                  </a:lnTo>
                  <a:lnTo>
                    <a:pt x="2729979" y="612515"/>
                  </a:lnTo>
                  <a:lnTo>
                    <a:pt x="2730639" y="613317"/>
                  </a:lnTo>
                  <a:lnTo>
                    <a:pt x="2731300" y="607891"/>
                  </a:lnTo>
                  <a:lnTo>
                    <a:pt x="2731960" y="610680"/>
                  </a:lnTo>
                  <a:lnTo>
                    <a:pt x="2732621" y="613317"/>
                  </a:lnTo>
                  <a:lnTo>
                    <a:pt x="2733281" y="610680"/>
                  </a:lnTo>
                  <a:lnTo>
                    <a:pt x="2733942" y="611848"/>
                  </a:lnTo>
                  <a:lnTo>
                    <a:pt x="2734602" y="615023"/>
                  </a:lnTo>
                  <a:lnTo>
                    <a:pt x="2735263" y="613317"/>
                  </a:lnTo>
                  <a:lnTo>
                    <a:pt x="2735923" y="609698"/>
                  </a:lnTo>
                  <a:lnTo>
                    <a:pt x="2736584" y="607920"/>
                  </a:lnTo>
                  <a:lnTo>
                    <a:pt x="2737245" y="601025"/>
                  </a:lnTo>
                  <a:lnTo>
                    <a:pt x="2737905" y="615052"/>
                  </a:lnTo>
                  <a:lnTo>
                    <a:pt x="2738566" y="615052"/>
                  </a:lnTo>
                  <a:lnTo>
                    <a:pt x="2739226" y="616803"/>
                  </a:lnTo>
                  <a:lnTo>
                    <a:pt x="2739887" y="615000"/>
                  </a:lnTo>
                  <a:lnTo>
                    <a:pt x="2740547" y="614299"/>
                  </a:lnTo>
                  <a:lnTo>
                    <a:pt x="2741208" y="616775"/>
                  </a:lnTo>
                  <a:lnTo>
                    <a:pt x="2741868" y="614843"/>
                  </a:lnTo>
                  <a:lnTo>
                    <a:pt x="2742529" y="616018"/>
                  </a:lnTo>
                  <a:lnTo>
                    <a:pt x="2743189" y="612543"/>
                  </a:lnTo>
                  <a:lnTo>
                    <a:pt x="2743850" y="605004"/>
                  </a:lnTo>
                  <a:lnTo>
                    <a:pt x="2744510" y="599152"/>
                  </a:lnTo>
                  <a:lnTo>
                    <a:pt x="2745171" y="598347"/>
                  </a:lnTo>
                  <a:lnTo>
                    <a:pt x="2745831" y="606788"/>
                  </a:lnTo>
                  <a:lnTo>
                    <a:pt x="2746492" y="586022"/>
                  </a:lnTo>
                  <a:lnTo>
                    <a:pt x="2747153" y="594022"/>
                  </a:lnTo>
                  <a:lnTo>
                    <a:pt x="2747813" y="610416"/>
                  </a:lnTo>
                  <a:lnTo>
                    <a:pt x="2748474" y="603048"/>
                  </a:lnTo>
                  <a:lnTo>
                    <a:pt x="2749134" y="585840"/>
                  </a:lnTo>
                  <a:lnTo>
                    <a:pt x="2749795" y="590785"/>
                  </a:lnTo>
                  <a:lnTo>
                    <a:pt x="2750455" y="604952"/>
                  </a:lnTo>
                  <a:lnTo>
                    <a:pt x="2751116" y="608909"/>
                  </a:lnTo>
                  <a:lnTo>
                    <a:pt x="2751776" y="594711"/>
                  </a:lnTo>
                  <a:lnTo>
                    <a:pt x="2752437" y="600996"/>
                  </a:lnTo>
                  <a:lnTo>
                    <a:pt x="2753097" y="610416"/>
                  </a:lnTo>
                  <a:lnTo>
                    <a:pt x="2753758" y="591387"/>
                  </a:lnTo>
                  <a:lnTo>
                    <a:pt x="2754418" y="568662"/>
                  </a:lnTo>
                  <a:lnTo>
                    <a:pt x="2755079" y="594082"/>
                  </a:lnTo>
                  <a:lnTo>
                    <a:pt x="2755739" y="614139"/>
                  </a:lnTo>
                  <a:lnTo>
                    <a:pt x="2756400" y="614787"/>
                  </a:lnTo>
                  <a:lnTo>
                    <a:pt x="2757061" y="596587"/>
                  </a:lnTo>
                  <a:lnTo>
                    <a:pt x="2757721" y="560956"/>
                  </a:lnTo>
                  <a:lnTo>
                    <a:pt x="2758382" y="544567"/>
                  </a:lnTo>
                  <a:lnTo>
                    <a:pt x="2759042" y="537195"/>
                  </a:lnTo>
                  <a:lnTo>
                    <a:pt x="2759703" y="547623"/>
                  </a:lnTo>
                  <a:lnTo>
                    <a:pt x="2760363" y="574270"/>
                  </a:lnTo>
                  <a:lnTo>
                    <a:pt x="2761024" y="594711"/>
                  </a:lnTo>
                  <a:lnTo>
                    <a:pt x="2761684" y="583086"/>
                  </a:lnTo>
                  <a:lnTo>
                    <a:pt x="2762345" y="583086"/>
                  </a:lnTo>
                  <a:lnTo>
                    <a:pt x="2763005" y="552817"/>
                  </a:lnTo>
                  <a:lnTo>
                    <a:pt x="2763666" y="550490"/>
                  </a:lnTo>
                  <a:lnTo>
                    <a:pt x="2764326" y="578592"/>
                  </a:lnTo>
                  <a:lnTo>
                    <a:pt x="2764987" y="588770"/>
                  </a:lnTo>
                  <a:lnTo>
                    <a:pt x="2765647" y="606759"/>
                  </a:lnTo>
                  <a:lnTo>
                    <a:pt x="2766308" y="614085"/>
                  </a:lnTo>
                  <a:lnTo>
                    <a:pt x="2766968" y="601694"/>
                  </a:lnTo>
                  <a:lnTo>
                    <a:pt x="2767629" y="586872"/>
                  </a:lnTo>
                  <a:lnTo>
                    <a:pt x="2768290" y="612297"/>
                  </a:lnTo>
                  <a:lnTo>
                    <a:pt x="2768950" y="614787"/>
                  </a:lnTo>
                  <a:lnTo>
                    <a:pt x="2769611" y="597808"/>
                  </a:lnTo>
                  <a:lnTo>
                    <a:pt x="2770271" y="604980"/>
                  </a:lnTo>
                  <a:lnTo>
                    <a:pt x="2770932" y="614139"/>
                  </a:lnTo>
                  <a:lnTo>
                    <a:pt x="2771592" y="595632"/>
                  </a:lnTo>
                  <a:lnTo>
                    <a:pt x="2772253" y="562824"/>
                  </a:lnTo>
                  <a:lnTo>
                    <a:pt x="2772913" y="599087"/>
                  </a:lnTo>
                  <a:lnTo>
                    <a:pt x="2773574" y="610942"/>
                  </a:lnTo>
                  <a:lnTo>
                    <a:pt x="2774234" y="590785"/>
                  </a:lnTo>
                  <a:lnTo>
                    <a:pt x="2774895" y="568085"/>
                  </a:lnTo>
                  <a:lnTo>
                    <a:pt x="2775555" y="570077"/>
                  </a:lnTo>
                  <a:lnTo>
                    <a:pt x="2776216" y="581079"/>
                  </a:lnTo>
                  <a:lnTo>
                    <a:pt x="2776876" y="590785"/>
                  </a:lnTo>
                  <a:lnTo>
                    <a:pt x="2777537" y="581079"/>
                  </a:lnTo>
                  <a:lnTo>
                    <a:pt x="2778198" y="578592"/>
                  </a:lnTo>
                  <a:lnTo>
                    <a:pt x="2778858" y="567366"/>
                  </a:lnTo>
                  <a:lnTo>
                    <a:pt x="2779519" y="575041"/>
                  </a:lnTo>
                  <a:lnTo>
                    <a:pt x="2780179" y="594711"/>
                  </a:lnTo>
                  <a:lnTo>
                    <a:pt x="2780840" y="601917"/>
                  </a:lnTo>
                  <a:lnTo>
                    <a:pt x="2781500" y="611949"/>
                  </a:lnTo>
                  <a:lnTo>
                    <a:pt x="2782161" y="603133"/>
                  </a:lnTo>
                  <a:lnTo>
                    <a:pt x="2782821" y="604952"/>
                  </a:lnTo>
                  <a:lnTo>
                    <a:pt x="2783482" y="609575"/>
                  </a:lnTo>
                  <a:lnTo>
                    <a:pt x="2784142" y="613475"/>
                  </a:lnTo>
                  <a:lnTo>
                    <a:pt x="2784803" y="613799"/>
                  </a:lnTo>
                  <a:lnTo>
                    <a:pt x="2785463" y="600576"/>
                  </a:lnTo>
                  <a:lnTo>
                    <a:pt x="2786124" y="578592"/>
                  </a:lnTo>
                  <a:lnTo>
                    <a:pt x="2786784" y="601694"/>
                  </a:lnTo>
                  <a:lnTo>
                    <a:pt x="2787445" y="614085"/>
                  </a:lnTo>
                  <a:lnTo>
                    <a:pt x="2788106" y="610942"/>
                  </a:lnTo>
                  <a:lnTo>
                    <a:pt x="2788766" y="598080"/>
                  </a:lnTo>
                  <a:lnTo>
                    <a:pt x="2789427" y="574106"/>
                  </a:lnTo>
                  <a:lnTo>
                    <a:pt x="2790087" y="553643"/>
                  </a:lnTo>
                  <a:lnTo>
                    <a:pt x="2790748" y="560624"/>
                  </a:lnTo>
                  <a:lnTo>
                    <a:pt x="2791408" y="572111"/>
                  </a:lnTo>
                  <a:lnTo>
                    <a:pt x="2792069" y="588216"/>
                  </a:lnTo>
                  <a:lnTo>
                    <a:pt x="2792729" y="603867"/>
                  </a:lnTo>
                  <a:lnTo>
                    <a:pt x="2793390" y="585328"/>
                  </a:lnTo>
                  <a:lnTo>
                    <a:pt x="2794050" y="569775"/>
                  </a:lnTo>
                  <a:lnTo>
                    <a:pt x="2794711" y="562869"/>
                  </a:lnTo>
                  <a:lnTo>
                    <a:pt x="2795371" y="572111"/>
                  </a:lnTo>
                  <a:lnTo>
                    <a:pt x="2796032" y="577286"/>
                  </a:lnTo>
                  <a:lnTo>
                    <a:pt x="2796692" y="581283"/>
                  </a:lnTo>
                  <a:lnTo>
                    <a:pt x="2797353" y="572313"/>
                  </a:lnTo>
                  <a:lnTo>
                    <a:pt x="2798014" y="574311"/>
                  </a:lnTo>
                  <a:lnTo>
                    <a:pt x="2798674" y="568085"/>
                  </a:lnTo>
                  <a:lnTo>
                    <a:pt x="2799335" y="563830"/>
                  </a:lnTo>
                  <a:lnTo>
                    <a:pt x="2799995" y="604885"/>
                  </a:lnTo>
                  <a:lnTo>
                    <a:pt x="2800656" y="612918"/>
                  </a:lnTo>
                  <a:lnTo>
                    <a:pt x="2801316" y="596097"/>
                  </a:lnTo>
                  <a:lnTo>
                    <a:pt x="2801977" y="607165"/>
                  </a:lnTo>
                  <a:lnTo>
                    <a:pt x="2802637" y="614357"/>
                  </a:lnTo>
                  <a:lnTo>
                    <a:pt x="2803298" y="606873"/>
                  </a:lnTo>
                  <a:lnTo>
                    <a:pt x="2803958" y="582678"/>
                  </a:lnTo>
                  <a:lnTo>
                    <a:pt x="2804619" y="554557"/>
                  </a:lnTo>
                  <a:lnTo>
                    <a:pt x="2805279" y="547623"/>
                  </a:lnTo>
                  <a:lnTo>
                    <a:pt x="2805940" y="542878"/>
                  </a:lnTo>
                  <a:lnTo>
                    <a:pt x="2806600" y="550587"/>
                  </a:lnTo>
                  <a:lnTo>
                    <a:pt x="2807261" y="554762"/>
                  </a:lnTo>
                  <a:lnTo>
                    <a:pt x="2807921" y="555005"/>
                  </a:lnTo>
                  <a:lnTo>
                    <a:pt x="2808582" y="543532"/>
                  </a:lnTo>
                  <a:lnTo>
                    <a:pt x="2809243" y="574500"/>
                  </a:lnTo>
                  <a:lnTo>
                    <a:pt x="2809903" y="599172"/>
                  </a:lnTo>
                  <a:lnTo>
                    <a:pt x="2810564" y="600494"/>
                  </a:lnTo>
                  <a:lnTo>
                    <a:pt x="2811224" y="612382"/>
                  </a:lnTo>
                  <a:lnTo>
                    <a:pt x="2811885" y="616304"/>
                  </a:lnTo>
                  <a:lnTo>
                    <a:pt x="2812545" y="610680"/>
                  </a:lnTo>
                  <a:lnTo>
                    <a:pt x="2813206" y="612515"/>
                  </a:lnTo>
                  <a:lnTo>
                    <a:pt x="2813866" y="614110"/>
                  </a:lnTo>
                  <a:lnTo>
                    <a:pt x="2814527" y="616304"/>
                  </a:lnTo>
                  <a:lnTo>
                    <a:pt x="2815187" y="615023"/>
                  </a:lnTo>
                  <a:lnTo>
                    <a:pt x="2815848" y="614671"/>
                  </a:lnTo>
                  <a:lnTo>
                    <a:pt x="2816508" y="616547"/>
                  </a:lnTo>
                  <a:lnTo>
                    <a:pt x="2817169" y="616304"/>
                  </a:lnTo>
                  <a:lnTo>
                    <a:pt x="2817829" y="613317"/>
                  </a:lnTo>
                  <a:lnTo>
                    <a:pt x="2818490" y="614110"/>
                  </a:lnTo>
                  <a:lnTo>
                    <a:pt x="2819151" y="615694"/>
                  </a:lnTo>
                  <a:lnTo>
                    <a:pt x="2819811" y="616018"/>
                  </a:lnTo>
                  <a:lnTo>
                    <a:pt x="2820472" y="603656"/>
                  </a:lnTo>
                  <a:lnTo>
                    <a:pt x="2821132" y="607136"/>
                  </a:lnTo>
                  <a:lnTo>
                    <a:pt x="2821793" y="616775"/>
                  </a:lnTo>
                  <a:lnTo>
                    <a:pt x="2822453" y="615023"/>
                  </a:lnTo>
                  <a:lnTo>
                    <a:pt x="2823114" y="606844"/>
                  </a:lnTo>
                  <a:lnTo>
                    <a:pt x="2823774" y="601694"/>
                  </a:lnTo>
                  <a:lnTo>
                    <a:pt x="2824435" y="586872"/>
                  </a:lnTo>
                  <a:lnTo>
                    <a:pt x="2825095" y="568085"/>
                  </a:lnTo>
                  <a:lnTo>
                    <a:pt x="2825756" y="578592"/>
                  </a:lnTo>
                  <a:lnTo>
                    <a:pt x="2826416" y="578592"/>
                  </a:lnTo>
                  <a:lnTo>
                    <a:pt x="2827077" y="576961"/>
                  </a:lnTo>
                  <a:lnTo>
                    <a:pt x="2827737" y="578592"/>
                  </a:lnTo>
                  <a:lnTo>
                    <a:pt x="2828398" y="578592"/>
                  </a:lnTo>
                  <a:lnTo>
                    <a:pt x="2829059" y="597808"/>
                  </a:lnTo>
                  <a:lnTo>
                    <a:pt x="2829719" y="616047"/>
                  </a:lnTo>
                  <a:lnTo>
                    <a:pt x="2830380" y="616803"/>
                  </a:lnTo>
                  <a:lnTo>
                    <a:pt x="2831040" y="612543"/>
                  </a:lnTo>
                  <a:lnTo>
                    <a:pt x="2831701" y="616047"/>
                  </a:lnTo>
                  <a:lnTo>
                    <a:pt x="2832361" y="612543"/>
                  </a:lnTo>
                  <a:lnTo>
                    <a:pt x="2833022" y="609698"/>
                  </a:lnTo>
                  <a:lnTo>
                    <a:pt x="2833682" y="610942"/>
                  </a:lnTo>
                  <a:lnTo>
                    <a:pt x="2834343" y="599938"/>
                  </a:lnTo>
                  <a:lnTo>
                    <a:pt x="2835003" y="585245"/>
                  </a:lnTo>
                  <a:lnTo>
                    <a:pt x="2835664" y="602738"/>
                  </a:lnTo>
                  <a:lnTo>
                    <a:pt x="2836324" y="595347"/>
                  </a:lnTo>
                  <a:lnTo>
                    <a:pt x="2836985" y="585245"/>
                  </a:lnTo>
                  <a:lnTo>
                    <a:pt x="2837645" y="592944"/>
                  </a:lnTo>
                  <a:lnTo>
                    <a:pt x="2838306" y="608918"/>
                  </a:lnTo>
                  <a:lnTo>
                    <a:pt x="2838966" y="611734"/>
                  </a:lnTo>
                  <a:lnTo>
                    <a:pt x="2839627" y="598038"/>
                  </a:lnTo>
                  <a:lnTo>
                    <a:pt x="2840288" y="603419"/>
                  </a:lnTo>
                  <a:lnTo>
                    <a:pt x="2840948" y="607110"/>
                  </a:lnTo>
                  <a:lnTo>
                    <a:pt x="2841609" y="614963"/>
                  </a:lnTo>
                  <a:lnTo>
                    <a:pt x="2842269" y="611067"/>
                  </a:lnTo>
                  <a:lnTo>
                    <a:pt x="2842930" y="602653"/>
                  </a:lnTo>
                  <a:lnTo>
                    <a:pt x="2843590" y="615177"/>
                  </a:lnTo>
                  <a:lnTo>
                    <a:pt x="2844251" y="614456"/>
                  </a:lnTo>
                  <a:lnTo>
                    <a:pt x="2844911" y="597603"/>
                  </a:lnTo>
                  <a:lnTo>
                    <a:pt x="2845572" y="575151"/>
                  </a:lnTo>
                  <a:lnTo>
                    <a:pt x="2846232" y="580492"/>
                  </a:lnTo>
                  <a:lnTo>
                    <a:pt x="2846893" y="564692"/>
                  </a:lnTo>
                  <a:lnTo>
                    <a:pt x="2847553" y="587936"/>
                  </a:lnTo>
                  <a:lnTo>
                    <a:pt x="2848214" y="614108"/>
                  </a:lnTo>
                  <a:lnTo>
                    <a:pt x="2848874" y="618100"/>
                  </a:lnTo>
                  <a:lnTo>
                    <a:pt x="2849535" y="607195"/>
                  </a:lnTo>
                  <a:lnTo>
                    <a:pt x="2850196" y="574472"/>
                  </a:lnTo>
                  <a:lnTo>
                    <a:pt x="2850856" y="562001"/>
                  </a:lnTo>
                  <a:lnTo>
                    <a:pt x="2851517" y="574472"/>
                  </a:lnTo>
                  <a:lnTo>
                    <a:pt x="2852177" y="585245"/>
                  </a:lnTo>
                  <a:lnTo>
                    <a:pt x="2852838" y="585245"/>
                  </a:lnTo>
                  <a:lnTo>
                    <a:pt x="2853498" y="587999"/>
                  </a:lnTo>
                  <a:lnTo>
                    <a:pt x="2854159" y="585245"/>
                  </a:lnTo>
                  <a:lnTo>
                    <a:pt x="2854819" y="577200"/>
                  </a:lnTo>
                  <a:lnTo>
                    <a:pt x="2855480" y="598717"/>
                  </a:lnTo>
                  <a:lnTo>
                    <a:pt x="2856140" y="607110"/>
                  </a:lnTo>
                  <a:lnTo>
                    <a:pt x="2856801" y="615280"/>
                  </a:lnTo>
                  <a:lnTo>
                    <a:pt x="2857461" y="606356"/>
                  </a:lnTo>
                  <a:lnTo>
                    <a:pt x="2858122" y="611067"/>
                  </a:lnTo>
                  <a:lnTo>
                    <a:pt x="2858782" y="614963"/>
                  </a:lnTo>
                  <a:lnTo>
                    <a:pt x="2859443" y="616244"/>
                  </a:lnTo>
                  <a:lnTo>
                    <a:pt x="2860104" y="616715"/>
                  </a:lnTo>
                  <a:lnTo>
                    <a:pt x="2860764" y="603155"/>
                  </a:lnTo>
                  <a:lnTo>
                    <a:pt x="2861425" y="574472"/>
                  </a:lnTo>
                  <a:lnTo>
                    <a:pt x="2862085" y="603881"/>
                  </a:lnTo>
                  <a:lnTo>
                    <a:pt x="2862746" y="616273"/>
                  </a:lnTo>
                  <a:lnTo>
                    <a:pt x="2863406" y="611440"/>
                  </a:lnTo>
                  <a:lnTo>
                    <a:pt x="2864067" y="586506"/>
                  </a:lnTo>
                  <a:lnTo>
                    <a:pt x="2864727" y="596181"/>
                  </a:lnTo>
                  <a:lnTo>
                    <a:pt x="2865388" y="590557"/>
                  </a:lnTo>
                  <a:lnTo>
                    <a:pt x="2866048" y="560065"/>
                  </a:lnTo>
                  <a:lnTo>
                    <a:pt x="2866709" y="549836"/>
                  </a:lnTo>
                  <a:lnTo>
                    <a:pt x="2867369" y="562001"/>
                  </a:lnTo>
                  <a:lnTo>
                    <a:pt x="2868030" y="572216"/>
                  </a:lnTo>
                  <a:lnTo>
                    <a:pt x="2868690" y="601999"/>
                  </a:lnTo>
                  <a:lnTo>
                    <a:pt x="2869351" y="601934"/>
                  </a:lnTo>
                  <a:lnTo>
                    <a:pt x="2870012" y="577142"/>
                  </a:lnTo>
                  <a:lnTo>
                    <a:pt x="2870672" y="566087"/>
                  </a:lnTo>
                  <a:lnTo>
                    <a:pt x="2871333" y="570514"/>
                  </a:lnTo>
                  <a:lnTo>
                    <a:pt x="2871993" y="569707"/>
                  </a:lnTo>
                  <a:lnTo>
                    <a:pt x="2872654" y="580675"/>
                  </a:lnTo>
                  <a:lnTo>
                    <a:pt x="2873314" y="586063"/>
                  </a:lnTo>
                  <a:lnTo>
                    <a:pt x="2873975" y="590557"/>
                  </a:lnTo>
                  <a:lnTo>
                    <a:pt x="2874635" y="596241"/>
                  </a:lnTo>
                  <a:lnTo>
                    <a:pt x="2875296" y="572418"/>
                  </a:lnTo>
                  <a:lnTo>
                    <a:pt x="2875956" y="556898"/>
                  </a:lnTo>
                  <a:lnTo>
                    <a:pt x="2876617" y="556715"/>
                  </a:lnTo>
                  <a:lnTo>
                    <a:pt x="2877277" y="598074"/>
                  </a:lnTo>
                  <a:lnTo>
                    <a:pt x="2877938" y="618933"/>
                  </a:lnTo>
                  <a:lnTo>
                    <a:pt x="2878598" y="616917"/>
                  </a:lnTo>
                  <a:lnTo>
                    <a:pt x="2879259" y="612575"/>
                  </a:lnTo>
                  <a:lnTo>
                    <a:pt x="2879919" y="601934"/>
                  </a:lnTo>
                  <a:lnTo>
                    <a:pt x="2880580" y="574269"/>
                  </a:lnTo>
                  <a:lnTo>
                    <a:pt x="2881241" y="552649"/>
                  </a:lnTo>
                  <a:lnTo>
                    <a:pt x="2881901" y="540167"/>
                  </a:lnTo>
                  <a:lnTo>
                    <a:pt x="2882562" y="544606"/>
                  </a:lnTo>
                  <a:lnTo>
                    <a:pt x="2883222" y="551770"/>
                  </a:lnTo>
                  <a:lnTo>
                    <a:pt x="2883883" y="559882"/>
                  </a:lnTo>
                  <a:lnTo>
                    <a:pt x="2884543" y="551770"/>
                  </a:lnTo>
                  <a:lnTo>
                    <a:pt x="2885204" y="547179"/>
                  </a:lnTo>
                  <a:lnTo>
                    <a:pt x="2885864" y="590375"/>
                  </a:lnTo>
                  <a:lnTo>
                    <a:pt x="2886525" y="598717"/>
                  </a:lnTo>
                  <a:lnTo>
                    <a:pt x="2887185" y="608082"/>
                  </a:lnTo>
                  <a:lnTo>
                    <a:pt x="2887846" y="618463"/>
                  </a:lnTo>
                  <a:lnTo>
                    <a:pt x="2888506" y="612839"/>
                  </a:lnTo>
                  <a:lnTo>
                    <a:pt x="2889167" y="612291"/>
                  </a:lnTo>
                  <a:lnTo>
                    <a:pt x="2889827" y="614950"/>
                  </a:lnTo>
                  <a:lnTo>
                    <a:pt x="2890488" y="617182"/>
                  </a:lnTo>
                  <a:lnTo>
                    <a:pt x="2891149" y="618933"/>
                  </a:lnTo>
                  <a:lnTo>
                    <a:pt x="2891809" y="618177"/>
                  </a:lnTo>
                  <a:lnTo>
                    <a:pt x="2892470" y="615476"/>
                  </a:lnTo>
                  <a:lnTo>
                    <a:pt x="2893130" y="616830"/>
                  </a:lnTo>
                  <a:lnTo>
                    <a:pt x="2893791" y="616269"/>
                  </a:lnTo>
                  <a:lnTo>
                    <a:pt x="2894451" y="616830"/>
                  </a:lnTo>
                  <a:lnTo>
                    <a:pt x="2895112" y="618177"/>
                  </a:lnTo>
                  <a:lnTo>
                    <a:pt x="2895772" y="618491"/>
                  </a:lnTo>
                  <a:lnTo>
                    <a:pt x="2896433" y="610078"/>
                  </a:lnTo>
                  <a:lnTo>
                    <a:pt x="2897093" y="600505"/>
                  </a:lnTo>
                  <a:lnTo>
                    <a:pt x="2897754" y="584765"/>
                  </a:lnTo>
                  <a:lnTo>
                    <a:pt x="2898414" y="591919"/>
                  </a:lnTo>
                  <a:lnTo>
                    <a:pt x="2899075" y="618573"/>
                  </a:lnTo>
                  <a:lnTo>
                    <a:pt x="2899735" y="613551"/>
                  </a:lnTo>
                  <a:lnTo>
                    <a:pt x="2900396" y="604462"/>
                  </a:lnTo>
                  <a:lnTo>
                    <a:pt x="2901057" y="601999"/>
                  </a:lnTo>
                  <a:lnTo>
                    <a:pt x="2901717" y="601282"/>
                  </a:lnTo>
                  <a:lnTo>
                    <a:pt x="2902378" y="601513"/>
                  </a:lnTo>
                  <a:lnTo>
                    <a:pt x="2903038" y="592926"/>
                  </a:lnTo>
                  <a:lnTo>
                    <a:pt x="2903699" y="601422"/>
                  </a:lnTo>
                  <a:lnTo>
                    <a:pt x="2904359" y="604676"/>
                  </a:lnTo>
                  <a:lnTo>
                    <a:pt x="2905020" y="596058"/>
                  </a:lnTo>
                  <a:lnTo>
                    <a:pt x="2905680" y="580492"/>
                  </a:lnTo>
                  <a:lnTo>
                    <a:pt x="2906341" y="601999"/>
                  </a:lnTo>
                  <a:lnTo>
                    <a:pt x="2907001" y="600979"/>
                  </a:lnTo>
                  <a:lnTo>
                    <a:pt x="2907662" y="597380"/>
                  </a:lnTo>
                  <a:lnTo>
                    <a:pt x="2908322" y="586324"/>
                  </a:lnTo>
                  <a:lnTo>
                    <a:pt x="2908983" y="584962"/>
                  </a:lnTo>
                  <a:lnTo>
                    <a:pt x="2909643" y="590375"/>
                  </a:lnTo>
                  <a:lnTo>
                    <a:pt x="2910304" y="584962"/>
                  </a:lnTo>
                  <a:lnTo>
                    <a:pt x="2910964" y="598493"/>
                  </a:lnTo>
                  <a:lnTo>
                    <a:pt x="2911625" y="604071"/>
                  </a:lnTo>
                  <a:lnTo>
                    <a:pt x="2912286" y="601007"/>
                  </a:lnTo>
                  <a:lnTo>
                    <a:pt x="2912946" y="603184"/>
                  </a:lnTo>
                  <a:lnTo>
                    <a:pt x="2913607" y="607043"/>
                  </a:lnTo>
                  <a:lnTo>
                    <a:pt x="2914267" y="617881"/>
                  </a:lnTo>
                  <a:lnTo>
                    <a:pt x="2914928" y="615504"/>
                  </a:lnTo>
                  <a:lnTo>
                    <a:pt x="2915588" y="611331"/>
                  </a:lnTo>
                  <a:lnTo>
                    <a:pt x="2916249" y="602681"/>
                  </a:lnTo>
                  <a:lnTo>
                    <a:pt x="2916909" y="593127"/>
                  </a:lnTo>
                  <a:lnTo>
                    <a:pt x="2917570" y="579205"/>
                  </a:lnTo>
                  <a:lnTo>
                    <a:pt x="2918230" y="591807"/>
                  </a:lnTo>
                  <a:lnTo>
                    <a:pt x="2918891" y="585245"/>
                  </a:lnTo>
                  <a:lnTo>
                    <a:pt x="2919551" y="591807"/>
                  </a:lnTo>
                  <a:lnTo>
                    <a:pt x="2920212" y="579198"/>
                  </a:lnTo>
                  <a:lnTo>
                    <a:pt x="2920872" y="572236"/>
                  </a:lnTo>
                  <a:lnTo>
                    <a:pt x="2921533" y="599967"/>
                  </a:lnTo>
                  <a:lnTo>
                    <a:pt x="2922194" y="618735"/>
                  </a:lnTo>
                  <a:lnTo>
                    <a:pt x="2922854" y="616298"/>
                  </a:lnTo>
                  <a:lnTo>
                    <a:pt x="2923515" y="616859"/>
                  </a:lnTo>
                  <a:lnTo>
                    <a:pt x="2924175" y="611050"/>
                  </a:lnTo>
                  <a:lnTo>
                    <a:pt x="2924836" y="614702"/>
                  </a:lnTo>
                  <a:lnTo>
                    <a:pt x="2925496" y="618962"/>
                  </a:lnTo>
                  <a:lnTo>
                    <a:pt x="2926157" y="618962"/>
                  </a:lnTo>
                  <a:lnTo>
                    <a:pt x="2926817" y="615634"/>
                  </a:lnTo>
                  <a:lnTo>
                    <a:pt x="2927478" y="616329"/>
                  </a:lnTo>
                  <a:lnTo>
                    <a:pt x="2928138" y="615048"/>
                  </a:lnTo>
                  <a:lnTo>
                    <a:pt x="2928799" y="587243"/>
                  </a:lnTo>
                  <a:lnTo>
                    <a:pt x="2929459" y="576264"/>
                  </a:lnTo>
                  <a:lnTo>
                    <a:pt x="2930120" y="580492"/>
                  </a:lnTo>
                  <a:lnTo>
                    <a:pt x="2930780" y="564800"/>
                  </a:lnTo>
                  <a:lnTo>
                    <a:pt x="2931441" y="587243"/>
                  </a:lnTo>
                  <a:lnTo>
                    <a:pt x="2932102" y="613101"/>
                  </a:lnTo>
                  <a:lnTo>
                    <a:pt x="2932762" y="616917"/>
                  </a:lnTo>
                  <a:lnTo>
                    <a:pt x="2933423" y="616715"/>
                  </a:lnTo>
                  <a:lnTo>
                    <a:pt x="2934083" y="613101"/>
                  </a:lnTo>
                  <a:lnTo>
                    <a:pt x="2934744" y="605207"/>
                  </a:lnTo>
                  <a:lnTo>
                    <a:pt x="2935404" y="579205"/>
                  </a:lnTo>
                  <a:lnTo>
                    <a:pt x="2936065" y="551535"/>
                  </a:lnTo>
                  <a:lnTo>
                    <a:pt x="2936725" y="541159"/>
                  </a:lnTo>
                  <a:lnTo>
                    <a:pt x="2937386" y="564800"/>
                  </a:lnTo>
                  <a:lnTo>
                    <a:pt x="2938046" y="569525"/>
                  </a:lnTo>
                  <a:lnTo>
                    <a:pt x="2938707" y="580751"/>
                  </a:lnTo>
                  <a:lnTo>
                    <a:pt x="2939367" y="596152"/>
                  </a:lnTo>
                  <a:lnTo>
                    <a:pt x="2940028" y="580751"/>
                  </a:lnTo>
                  <a:lnTo>
                    <a:pt x="2940688" y="540167"/>
                  </a:lnTo>
                  <a:lnTo>
                    <a:pt x="2941349" y="540167"/>
                  </a:lnTo>
                  <a:lnTo>
                    <a:pt x="2942010" y="554976"/>
                  </a:lnTo>
                  <a:lnTo>
                    <a:pt x="2942670" y="556715"/>
                  </a:lnTo>
                  <a:lnTo>
                    <a:pt x="2943331" y="561625"/>
                  </a:lnTo>
                  <a:lnTo>
                    <a:pt x="2943991" y="574472"/>
                  </a:lnTo>
                  <a:lnTo>
                    <a:pt x="2944652" y="572236"/>
                  </a:lnTo>
                  <a:lnTo>
                    <a:pt x="2945312" y="579205"/>
                  </a:lnTo>
                  <a:lnTo>
                    <a:pt x="2945973" y="583238"/>
                  </a:lnTo>
                  <a:lnTo>
                    <a:pt x="2946633" y="574472"/>
                  </a:lnTo>
                  <a:lnTo>
                    <a:pt x="2947294" y="599938"/>
                  </a:lnTo>
                  <a:lnTo>
                    <a:pt x="2947954" y="609352"/>
                  </a:lnTo>
                  <a:lnTo>
                    <a:pt x="2948615" y="616715"/>
                  </a:lnTo>
                  <a:lnTo>
                    <a:pt x="2949275" y="613101"/>
                  </a:lnTo>
                  <a:lnTo>
                    <a:pt x="2949936" y="582357"/>
                  </a:lnTo>
                  <a:lnTo>
                    <a:pt x="2950596" y="585245"/>
                  </a:lnTo>
                  <a:lnTo>
                    <a:pt x="2951257" y="582357"/>
                  </a:lnTo>
                  <a:lnTo>
                    <a:pt x="2951917" y="585796"/>
                  </a:lnTo>
                  <a:lnTo>
                    <a:pt x="2952578" y="612973"/>
                  </a:lnTo>
                  <a:lnTo>
                    <a:pt x="2953239" y="619104"/>
                  </a:lnTo>
                  <a:lnTo>
                    <a:pt x="2953899" y="601680"/>
                  </a:lnTo>
                  <a:lnTo>
                    <a:pt x="2954560" y="586875"/>
                  </a:lnTo>
                  <a:lnTo>
                    <a:pt x="2955220" y="581487"/>
                  </a:lnTo>
                  <a:lnTo>
                    <a:pt x="2955881" y="612255"/>
                  </a:lnTo>
                  <a:lnTo>
                    <a:pt x="2956541" y="615361"/>
                  </a:lnTo>
                  <a:lnTo>
                    <a:pt x="2957202" y="600874"/>
                  </a:lnTo>
                  <a:lnTo>
                    <a:pt x="2957862" y="565482"/>
                  </a:lnTo>
                  <a:lnTo>
                    <a:pt x="2958523" y="569504"/>
                  </a:lnTo>
                  <a:lnTo>
                    <a:pt x="2959183" y="558036"/>
                  </a:lnTo>
                  <a:lnTo>
                    <a:pt x="2959844" y="556846"/>
                  </a:lnTo>
                  <a:lnTo>
                    <a:pt x="2960504" y="557071"/>
                  </a:lnTo>
                  <a:lnTo>
                    <a:pt x="2961165" y="560400"/>
                  </a:lnTo>
                  <a:lnTo>
                    <a:pt x="2961825" y="547094"/>
                  </a:lnTo>
                  <a:lnTo>
                    <a:pt x="2962486" y="548380"/>
                  </a:lnTo>
                  <a:lnTo>
                    <a:pt x="2963147" y="562057"/>
                  </a:lnTo>
                  <a:lnTo>
                    <a:pt x="2963807" y="572611"/>
                  </a:lnTo>
                  <a:lnTo>
                    <a:pt x="2964468" y="579813"/>
                  </a:lnTo>
                  <a:lnTo>
                    <a:pt x="2965128" y="597818"/>
                  </a:lnTo>
                  <a:lnTo>
                    <a:pt x="2965789" y="587612"/>
                  </a:lnTo>
                  <a:lnTo>
                    <a:pt x="2966449" y="572303"/>
                  </a:lnTo>
                  <a:lnTo>
                    <a:pt x="2967110" y="590744"/>
                  </a:lnTo>
                  <a:lnTo>
                    <a:pt x="2967770" y="596427"/>
                  </a:lnTo>
                  <a:lnTo>
                    <a:pt x="2968431" y="576753"/>
                  </a:lnTo>
                  <a:lnTo>
                    <a:pt x="2969091" y="586249"/>
                  </a:lnTo>
                  <a:lnTo>
                    <a:pt x="2969752" y="577028"/>
                  </a:lnTo>
                  <a:lnTo>
                    <a:pt x="2970412" y="585614"/>
                  </a:lnTo>
                  <a:lnTo>
                    <a:pt x="2971073" y="612219"/>
                  </a:lnTo>
                  <a:lnTo>
                    <a:pt x="2971733" y="617999"/>
                  </a:lnTo>
                  <a:lnTo>
                    <a:pt x="2972394" y="618831"/>
                  </a:lnTo>
                  <a:lnTo>
                    <a:pt x="2973055" y="601651"/>
                  </a:lnTo>
                  <a:lnTo>
                    <a:pt x="2973715" y="581120"/>
                  </a:lnTo>
                  <a:lnTo>
                    <a:pt x="2974376" y="582541"/>
                  </a:lnTo>
                  <a:lnTo>
                    <a:pt x="2975036" y="574638"/>
                  </a:lnTo>
                  <a:lnTo>
                    <a:pt x="2975697" y="563484"/>
                  </a:lnTo>
                  <a:lnTo>
                    <a:pt x="2976357" y="559066"/>
                  </a:lnTo>
                  <a:lnTo>
                    <a:pt x="2977018" y="553018"/>
                  </a:lnTo>
                  <a:lnTo>
                    <a:pt x="2977678" y="543408"/>
                  </a:lnTo>
                  <a:lnTo>
                    <a:pt x="2978339" y="549428"/>
                  </a:lnTo>
                  <a:lnTo>
                    <a:pt x="2978999" y="549428"/>
                  </a:lnTo>
                  <a:lnTo>
                    <a:pt x="2979660" y="549871"/>
                  </a:lnTo>
                  <a:lnTo>
                    <a:pt x="2980320" y="541865"/>
                  </a:lnTo>
                  <a:lnTo>
                    <a:pt x="2980981" y="576798"/>
                  </a:lnTo>
                  <a:lnTo>
                    <a:pt x="2981641" y="603022"/>
                  </a:lnTo>
                  <a:lnTo>
                    <a:pt x="2982302" y="603022"/>
                  </a:lnTo>
                  <a:lnTo>
                    <a:pt x="2982962" y="614910"/>
                  </a:lnTo>
                  <a:lnTo>
                    <a:pt x="2983623" y="618831"/>
                  </a:lnTo>
                  <a:lnTo>
                    <a:pt x="2984284" y="615042"/>
                  </a:lnTo>
                  <a:lnTo>
                    <a:pt x="2984944" y="618831"/>
                  </a:lnTo>
                  <a:lnTo>
                    <a:pt x="2985605" y="617551"/>
                  </a:lnTo>
                  <a:lnTo>
                    <a:pt x="2986265" y="618831"/>
                  </a:lnTo>
                  <a:lnTo>
                    <a:pt x="2986926" y="619302"/>
                  </a:lnTo>
                  <a:lnTo>
                    <a:pt x="2987586" y="618831"/>
                  </a:lnTo>
                  <a:lnTo>
                    <a:pt x="2988247" y="618221"/>
                  </a:lnTo>
                  <a:lnTo>
                    <a:pt x="2988907" y="618221"/>
                  </a:lnTo>
                  <a:lnTo>
                    <a:pt x="2989568" y="615319"/>
                  </a:lnTo>
                  <a:lnTo>
                    <a:pt x="2990228" y="612226"/>
                  </a:lnTo>
                  <a:lnTo>
                    <a:pt x="2990889" y="617199"/>
                  </a:lnTo>
                  <a:lnTo>
                    <a:pt x="2991549" y="618831"/>
                  </a:lnTo>
                  <a:lnTo>
                    <a:pt x="2992210" y="618831"/>
                  </a:lnTo>
                  <a:lnTo>
                    <a:pt x="2992870" y="619302"/>
                  </a:lnTo>
                  <a:lnTo>
                    <a:pt x="2993531" y="618831"/>
                  </a:lnTo>
                  <a:lnTo>
                    <a:pt x="2994192" y="614910"/>
                  </a:lnTo>
                  <a:lnTo>
                    <a:pt x="2994852" y="613029"/>
                  </a:lnTo>
                  <a:lnTo>
                    <a:pt x="2995513" y="595716"/>
                  </a:lnTo>
                  <a:lnTo>
                    <a:pt x="2996173" y="585614"/>
                  </a:lnTo>
                  <a:lnTo>
                    <a:pt x="2996834" y="591297"/>
                  </a:lnTo>
                  <a:lnTo>
                    <a:pt x="2997494" y="579574"/>
                  </a:lnTo>
                  <a:lnTo>
                    <a:pt x="2998155" y="585614"/>
                  </a:lnTo>
                  <a:lnTo>
                    <a:pt x="2998815" y="589400"/>
                  </a:lnTo>
                  <a:lnTo>
                    <a:pt x="2999476" y="577569"/>
                  </a:lnTo>
                  <a:lnTo>
                    <a:pt x="3000136" y="607555"/>
                  </a:lnTo>
                  <a:lnTo>
                    <a:pt x="3000797" y="617326"/>
                  </a:lnTo>
                  <a:lnTo>
                    <a:pt x="3001457" y="615347"/>
                  </a:lnTo>
                  <a:lnTo>
                    <a:pt x="3002118" y="602397"/>
                  </a:lnTo>
                  <a:lnTo>
                    <a:pt x="3002778" y="580899"/>
                  </a:lnTo>
                  <a:lnTo>
                    <a:pt x="3003439" y="576873"/>
                  </a:lnTo>
                  <a:lnTo>
                    <a:pt x="3004100" y="585331"/>
                  </a:lnTo>
                  <a:lnTo>
                    <a:pt x="3004760" y="608543"/>
                  </a:lnTo>
                  <a:lnTo>
                    <a:pt x="3005421" y="618650"/>
                  </a:lnTo>
                  <a:lnTo>
                    <a:pt x="3006081" y="611418"/>
                  </a:lnTo>
                  <a:lnTo>
                    <a:pt x="3006742" y="609692"/>
                  </a:lnTo>
                  <a:lnTo>
                    <a:pt x="3007402" y="619331"/>
                  </a:lnTo>
                  <a:lnTo>
                    <a:pt x="3008063" y="617197"/>
                  </a:lnTo>
                  <a:lnTo>
                    <a:pt x="3008723" y="615873"/>
                  </a:lnTo>
                  <a:lnTo>
                    <a:pt x="3009384" y="616826"/>
                  </a:lnTo>
                  <a:lnTo>
                    <a:pt x="3010044" y="617169"/>
                  </a:lnTo>
                  <a:lnTo>
                    <a:pt x="3010705" y="615417"/>
                  </a:lnTo>
                  <a:lnTo>
                    <a:pt x="3011365" y="615042"/>
                  </a:lnTo>
                  <a:lnTo>
                    <a:pt x="3012026" y="614599"/>
                  </a:lnTo>
                  <a:lnTo>
                    <a:pt x="3012686" y="605575"/>
                  </a:lnTo>
                  <a:lnTo>
                    <a:pt x="3013347" y="581120"/>
                  </a:lnTo>
                  <a:lnTo>
                    <a:pt x="3014008" y="603022"/>
                  </a:lnTo>
                  <a:lnTo>
                    <a:pt x="3014668" y="615332"/>
                  </a:lnTo>
                  <a:lnTo>
                    <a:pt x="3015329" y="615332"/>
                  </a:lnTo>
                  <a:lnTo>
                    <a:pt x="3015989" y="605575"/>
                  </a:lnTo>
                  <a:lnTo>
                    <a:pt x="3016650" y="593886"/>
                  </a:lnTo>
                  <a:lnTo>
                    <a:pt x="3017310" y="596521"/>
                  </a:lnTo>
                  <a:lnTo>
                    <a:pt x="3017971" y="612944"/>
                  </a:lnTo>
                  <a:lnTo>
                    <a:pt x="3018631" y="614263"/>
                  </a:lnTo>
                  <a:lnTo>
                    <a:pt x="3019292" y="605575"/>
                  </a:lnTo>
                  <a:lnTo>
                    <a:pt x="3019952" y="609287"/>
                  </a:lnTo>
                  <a:lnTo>
                    <a:pt x="3020613" y="617084"/>
                  </a:lnTo>
                  <a:lnTo>
                    <a:pt x="3021273" y="604222"/>
                  </a:lnTo>
                  <a:lnTo>
                    <a:pt x="3021934" y="585614"/>
                  </a:lnTo>
                  <a:lnTo>
                    <a:pt x="3022594" y="615332"/>
                  </a:lnTo>
                  <a:lnTo>
                    <a:pt x="3023255" y="617399"/>
                  </a:lnTo>
                  <a:lnTo>
                    <a:pt x="3023915" y="617314"/>
                  </a:lnTo>
                  <a:lnTo>
                    <a:pt x="3024576" y="607508"/>
                  </a:lnTo>
                  <a:lnTo>
                    <a:pt x="3025237" y="603553"/>
                  </a:lnTo>
                  <a:lnTo>
                    <a:pt x="3025897" y="601376"/>
                  </a:lnTo>
                  <a:lnTo>
                    <a:pt x="3026558" y="584363"/>
                  </a:lnTo>
                  <a:lnTo>
                    <a:pt x="3027218" y="578178"/>
                  </a:lnTo>
                  <a:lnTo>
                    <a:pt x="3027879" y="593495"/>
                  </a:lnTo>
                  <a:lnTo>
                    <a:pt x="3028539" y="588919"/>
                  </a:lnTo>
                  <a:lnTo>
                    <a:pt x="3029200" y="585513"/>
                  </a:lnTo>
                  <a:lnTo>
                    <a:pt x="3029860" y="585796"/>
                  </a:lnTo>
                  <a:lnTo>
                    <a:pt x="3030521" y="575023"/>
                  </a:lnTo>
                  <a:lnTo>
                    <a:pt x="3031181" y="559248"/>
                  </a:lnTo>
                  <a:lnTo>
                    <a:pt x="3031842" y="555344"/>
                  </a:lnTo>
                  <a:lnTo>
                    <a:pt x="3032502" y="574638"/>
                  </a:lnTo>
                  <a:lnTo>
                    <a:pt x="3033163" y="574638"/>
                  </a:lnTo>
                  <a:lnTo>
                    <a:pt x="3033823" y="599086"/>
                  </a:lnTo>
                  <a:lnTo>
                    <a:pt x="3034484" y="612103"/>
                  </a:lnTo>
                  <a:lnTo>
                    <a:pt x="3035145" y="603022"/>
                  </a:lnTo>
                  <a:lnTo>
                    <a:pt x="3035805" y="579574"/>
                  </a:lnTo>
                  <a:lnTo>
                    <a:pt x="3036466" y="562370"/>
                  </a:lnTo>
                  <a:lnTo>
                    <a:pt x="3037126" y="558317"/>
                  </a:lnTo>
                  <a:lnTo>
                    <a:pt x="3037787" y="563571"/>
                  </a:lnTo>
                  <a:lnTo>
                    <a:pt x="3038447" y="590744"/>
                  </a:lnTo>
                  <a:lnTo>
                    <a:pt x="3039108" y="608515"/>
                  </a:lnTo>
                  <a:lnTo>
                    <a:pt x="3039768" y="585331"/>
                  </a:lnTo>
                  <a:lnTo>
                    <a:pt x="3040429" y="571189"/>
                  </a:lnTo>
                  <a:lnTo>
                    <a:pt x="3041089" y="564368"/>
                  </a:lnTo>
                  <a:lnTo>
                    <a:pt x="3041750" y="564368"/>
                  </a:lnTo>
                  <a:lnTo>
                    <a:pt x="3042410" y="580659"/>
                  </a:lnTo>
                  <a:lnTo>
                    <a:pt x="3043071" y="585614"/>
                  </a:lnTo>
                  <a:lnTo>
                    <a:pt x="3043731" y="579574"/>
                  </a:lnTo>
                  <a:lnTo>
                    <a:pt x="3044392" y="576798"/>
                  </a:lnTo>
                  <a:lnTo>
                    <a:pt x="3045053" y="566283"/>
                  </a:lnTo>
                  <a:lnTo>
                    <a:pt x="3045713" y="573005"/>
                  </a:lnTo>
                  <a:lnTo>
                    <a:pt x="3046374" y="615319"/>
                  </a:lnTo>
                  <a:lnTo>
                    <a:pt x="3047034" y="618242"/>
                  </a:lnTo>
                  <a:lnTo>
                    <a:pt x="3047695" y="615332"/>
                  </a:lnTo>
                  <a:lnTo>
                    <a:pt x="3048355" y="613387"/>
                  </a:lnTo>
                  <a:lnTo>
                    <a:pt x="3049016" y="594530"/>
                  </a:lnTo>
                  <a:lnTo>
                    <a:pt x="3049676" y="568281"/>
                  </a:lnTo>
                  <a:lnTo>
                    <a:pt x="3050337" y="563484"/>
                  </a:lnTo>
                  <a:lnTo>
                    <a:pt x="3050997" y="547494"/>
                  </a:lnTo>
                  <a:lnTo>
                    <a:pt x="3051658" y="556171"/>
                  </a:lnTo>
                  <a:lnTo>
                    <a:pt x="3052318" y="563105"/>
                  </a:lnTo>
                  <a:lnTo>
                    <a:pt x="3052979" y="561365"/>
                  </a:lnTo>
                  <a:lnTo>
                    <a:pt x="3053639" y="549428"/>
                  </a:lnTo>
                  <a:lnTo>
                    <a:pt x="3054300" y="576633"/>
                  </a:lnTo>
                  <a:lnTo>
                    <a:pt x="3054960" y="601086"/>
                  </a:lnTo>
                  <a:lnTo>
                    <a:pt x="3055621" y="604222"/>
                  </a:lnTo>
                  <a:lnTo>
                    <a:pt x="3056282" y="616833"/>
                  </a:lnTo>
                  <a:lnTo>
                    <a:pt x="3056942" y="618831"/>
                  </a:lnTo>
                  <a:lnTo>
                    <a:pt x="3057603" y="612226"/>
                  </a:lnTo>
                  <a:lnTo>
                    <a:pt x="3058263" y="612226"/>
                  </a:lnTo>
                  <a:lnTo>
                    <a:pt x="3058924" y="616638"/>
                  </a:lnTo>
                  <a:lnTo>
                    <a:pt x="3059584" y="619302"/>
                  </a:lnTo>
                  <a:lnTo>
                    <a:pt x="3060245" y="618831"/>
                  </a:lnTo>
                  <a:lnTo>
                    <a:pt x="3060905" y="617551"/>
                  </a:lnTo>
                  <a:lnTo>
                    <a:pt x="3061566" y="614404"/>
                  </a:lnTo>
                  <a:lnTo>
                    <a:pt x="3062226" y="615873"/>
                  </a:lnTo>
                  <a:lnTo>
                    <a:pt x="3062887" y="612255"/>
                  </a:lnTo>
                  <a:lnTo>
                    <a:pt x="3063547" y="589400"/>
                  </a:lnTo>
                  <a:lnTo>
                    <a:pt x="3064208" y="603042"/>
                  </a:lnTo>
                  <a:lnTo>
                    <a:pt x="3064868" y="614404"/>
                  </a:lnTo>
                  <a:lnTo>
                    <a:pt x="3065529" y="617580"/>
                  </a:lnTo>
                  <a:lnTo>
                    <a:pt x="3066190" y="615319"/>
                  </a:lnTo>
                  <a:lnTo>
                    <a:pt x="3066850" y="602303"/>
                  </a:lnTo>
                  <a:lnTo>
                    <a:pt x="3067511" y="607384"/>
                  </a:lnTo>
                  <a:lnTo>
                    <a:pt x="3068171" y="618831"/>
                  </a:lnTo>
                  <a:lnTo>
                    <a:pt x="3068832" y="615042"/>
                  </a:lnTo>
                  <a:lnTo>
                    <a:pt x="3069492" y="606183"/>
                  </a:lnTo>
                  <a:lnTo>
                    <a:pt x="3070153" y="601651"/>
                  </a:lnTo>
                  <a:lnTo>
                    <a:pt x="3070813" y="598443"/>
                  </a:lnTo>
                  <a:lnTo>
                    <a:pt x="3071474" y="601347"/>
                  </a:lnTo>
                  <a:lnTo>
                    <a:pt x="3072134" y="600846"/>
                  </a:lnTo>
                  <a:lnTo>
                    <a:pt x="3072795" y="598443"/>
                  </a:lnTo>
                  <a:lnTo>
                    <a:pt x="3073455" y="612226"/>
                  </a:lnTo>
                  <a:lnTo>
                    <a:pt x="3074116" y="618831"/>
                  </a:lnTo>
                  <a:lnTo>
                    <a:pt x="3074776" y="619302"/>
                  </a:lnTo>
                  <a:lnTo>
                    <a:pt x="3075437" y="618221"/>
                  </a:lnTo>
                  <a:lnTo>
                    <a:pt x="3076098" y="613029"/>
                  </a:lnTo>
                  <a:lnTo>
                    <a:pt x="3076758" y="603022"/>
                  </a:lnTo>
                  <a:lnTo>
                    <a:pt x="3077419" y="585614"/>
                  </a:lnTo>
                  <a:lnTo>
                    <a:pt x="3078079" y="572605"/>
                  </a:lnTo>
                  <a:lnTo>
                    <a:pt x="3078740" y="579574"/>
                  </a:lnTo>
                  <a:lnTo>
                    <a:pt x="3079400" y="581120"/>
                  </a:lnTo>
                  <a:lnTo>
                    <a:pt x="3080061" y="583117"/>
                  </a:lnTo>
                  <a:lnTo>
                    <a:pt x="3080721" y="585614"/>
                  </a:lnTo>
                  <a:lnTo>
                    <a:pt x="3081382" y="578796"/>
                  </a:lnTo>
                  <a:lnTo>
                    <a:pt x="3082042" y="585614"/>
                  </a:lnTo>
                  <a:lnTo>
                    <a:pt x="3082703" y="577995"/>
                  </a:lnTo>
                  <a:lnTo>
                    <a:pt x="3083363" y="508038"/>
                  </a:lnTo>
                  <a:lnTo>
                    <a:pt x="3084024" y="474366"/>
                  </a:lnTo>
                  <a:lnTo>
                    <a:pt x="3084684" y="486440"/>
                  </a:lnTo>
                  <a:lnTo>
                    <a:pt x="3085345" y="565334"/>
                  </a:lnTo>
                  <a:lnTo>
                    <a:pt x="3086006" y="598443"/>
                  </a:lnTo>
                  <a:lnTo>
                    <a:pt x="3086666" y="609692"/>
                  </a:lnTo>
                  <a:lnTo>
                    <a:pt x="3087327" y="619331"/>
                  </a:lnTo>
                  <a:lnTo>
                    <a:pt x="3087987" y="617228"/>
                  </a:lnTo>
                  <a:lnTo>
                    <a:pt x="3088648" y="615347"/>
                  </a:lnTo>
                  <a:lnTo>
                    <a:pt x="3089308" y="617580"/>
                  </a:lnTo>
                  <a:lnTo>
                    <a:pt x="3089969" y="617580"/>
                  </a:lnTo>
                  <a:lnTo>
                    <a:pt x="3090629" y="619331"/>
                  </a:lnTo>
                  <a:lnTo>
                    <a:pt x="3091290" y="615873"/>
                  </a:lnTo>
                  <a:lnTo>
                    <a:pt x="3091950" y="607412"/>
                  </a:lnTo>
                  <a:lnTo>
                    <a:pt x="3092611" y="602368"/>
                  </a:lnTo>
                  <a:lnTo>
                    <a:pt x="3093271" y="618221"/>
                  </a:lnTo>
                  <a:lnTo>
                    <a:pt x="3093932" y="617499"/>
                  </a:lnTo>
                  <a:lnTo>
                    <a:pt x="3094592" y="618429"/>
                  </a:lnTo>
                  <a:lnTo>
                    <a:pt x="3095253" y="616572"/>
                  </a:lnTo>
                  <a:lnTo>
                    <a:pt x="3095913" y="617511"/>
                  </a:lnTo>
                  <a:lnTo>
                    <a:pt x="3096574" y="612841"/>
                  </a:lnTo>
                  <a:lnTo>
                    <a:pt x="3097235" y="612186"/>
                  </a:lnTo>
                  <a:lnTo>
                    <a:pt x="3097895" y="604791"/>
                  </a:lnTo>
                  <a:lnTo>
                    <a:pt x="3098556" y="613168"/>
                  </a:lnTo>
                  <a:lnTo>
                    <a:pt x="3099216" y="618505"/>
                  </a:lnTo>
                  <a:lnTo>
                    <a:pt x="3099877" y="609246"/>
                  </a:lnTo>
                  <a:lnTo>
                    <a:pt x="3100537" y="585574"/>
                  </a:lnTo>
                  <a:lnTo>
                    <a:pt x="3101198" y="605535"/>
                  </a:lnTo>
                  <a:lnTo>
                    <a:pt x="3101858" y="606769"/>
                  </a:lnTo>
                  <a:lnTo>
                    <a:pt x="3102519" y="588327"/>
                  </a:lnTo>
                  <a:lnTo>
                    <a:pt x="3103179" y="589360"/>
                  </a:lnTo>
                  <a:lnTo>
                    <a:pt x="3103840" y="598090"/>
                  </a:lnTo>
                  <a:lnTo>
                    <a:pt x="3104500" y="612904"/>
                  </a:lnTo>
                  <a:lnTo>
                    <a:pt x="3105161" y="608410"/>
                  </a:lnTo>
                  <a:lnTo>
                    <a:pt x="3105821" y="603747"/>
                  </a:lnTo>
                  <a:lnTo>
                    <a:pt x="3106482" y="606684"/>
                  </a:lnTo>
                  <a:lnTo>
                    <a:pt x="3107143" y="612904"/>
                  </a:lnTo>
                  <a:lnTo>
                    <a:pt x="3107803" y="614869"/>
                  </a:lnTo>
                  <a:lnTo>
                    <a:pt x="3108464" y="606684"/>
                  </a:lnTo>
                  <a:lnTo>
                    <a:pt x="3109124" y="604181"/>
                  </a:lnTo>
                  <a:lnTo>
                    <a:pt x="3109785" y="617330"/>
                  </a:lnTo>
                  <a:lnTo>
                    <a:pt x="3110445" y="614474"/>
                  </a:lnTo>
                  <a:lnTo>
                    <a:pt x="3111106" y="596481"/>
                  </a:lnTo>
                  <a:lnTo>
                    <a:pt x="3111766" y="583566"/>
                  </a:lnTo>
                  <a:lnTo>
                    <a:pt x="3112427" y="579449"/>
                  </a:lnTo>
                  <a:lnTo>
                    <a:pt x="3113087" y="570573"/>
                  </a:lnTo>
                  <a:lnTo>
                    <a:pt x="3113748" y="595676"/>
                  </a:lnTo>
                  <a:lnTo>
                    <a:pt x="3114408" y="614474"/>
                  </a:lnTo>
                  <a:lnTo>
                    <a:pt x="3115069" y="617245"/>
                  </a:lnTo>
                  <a:lnTo>
                    <a:pt x="3115729" y="617274"/>
                  </a:lnTo>
                  <a:lnTo>
                    <a:pt x="3116390" y="613459"/>
                  </a:lnTo>
                  <a:lnTo>
                    <a:pt x="3117051" y="611849"/>
                  </a:lnTo>
                  <a:lnTo>
                    <a:pt x="3117711" y="607372"/>
                  </a:lnTo>
                  <a:lnTo>
                    <a:pt x="3118372" y="597227"/>
                  </a:lnTo>
                  <a:lnTo>
                    <a:pt x="3119032" y="593875"/>
                  </a:lnTo>
                  <a:lnTo>
                    <a:pt x="3119693" y="606713"/>
                  </a:lnTo>
                  <a:lnTo>
                    <a:pt x="3120353" y="608474"/>
                  </a:lnTo>
                  <a:lnTo>
                    <a:pt x="3121014" y="598976"/>
                  </a:lnTo>
                  <a:lnTo>
                    <a:pt x="3121674" y="594489"/>
                  </a:lnTo>
                  <a:lnTo>
                    <a:pt x="3122335" y="590703"/>
                  </a:lnTo>
                  <a:lnTo>
                    <a:pt x="3122995" y="596387"/>
                  </a:lnTo>
                  <a:lnTo>
                    <a:pt x="3123656" y="596481"/>
                  </a:lnTo>
                  <a:lnTo>
                    <a:pt x="3124316" y="613851"/>
                  </a:lnTo>
                  <a:lnTo>
                    <a:pt x="3124977" y="595676"/>
                  </a:lnTo>
                  <a:lnTo>
                    <a:pt x="3125637" y="584243"/>
                  </a:lnTo>
                  <a:lnTo>
                    <a:pt x="3126298" y="599045"/>
                  </a:lnTo>
                  <a:lnTo>
                    <a:pt x="3126958" y="603066"/>
                  </a:lnTo>
                  <a:lnTo>
                    <a:pt x="3127619" y="607343"/>
                  </a:lnTo>
                  <a:lnTo>
                    <a:pt x="3128280" y="595966"/>
                  </a:lnTo>
                  <a:lnTo>
                    <a:pt x="3128940" y="608474"/>
                  </a:lnTo>
                  <a:lnTo>
                    <a:pt x="3129601" y="610912"/>
                  </a:lnTo>
                  <a:lnTo>
                    <a:pt x="3130261" y="603484"/>
                  </a:lnTo>
                  <a:lnTo>
                    <a:pt x="3130922" y="609623"/>
                  </a:lnTo>
                  <a:lnTo>
                    <a:pt x="3131582" y="612904"/>
                  </a:lnTo>
                  <a:lnTo>
                    <a:pt x="3132243" y="614290"/>
                  </a:lnTo>
                  <a:lnTo>
                    <a:pt x="3132903" y="608474"/>
                  </a:lnTo>
                  <a:lnTo>
                    <a:pt x="3133564" y="595270"/>
                  </a:lnTo>
                  <a:lnTo>
                    <a:pt x="3134224" y="595676"/>
                  </a:lnTo>
                  <a:lnTo>
                    <a:pt x="3134885" y="601307"/>
                  </a:lnTo>
                  <a:lnTo>
                    <a:pt x="3135545" y="603484"/>
                  </a:lnTo>
                  <a:lnTo>
                    <a:pt x="3136206" y="596537"/>
                  </a:lnTo>
                  <a:lnTo>
                    <a:pt x="3136866" y="585291"/>
                  </a:lnTo>
                  <a:lnTo>
                    <a:pt x="3137527" y="590703"/>
                  </a:lnTo>
                  <a:lnTo>
                    <a:pt x="3138188" y="605535"/>
                  </a:lnTo>
                  <a:lnTo>
                    <a:pt x="3138848" y="615804"/>
                  </a:lnTo>
                  <a:lnTo>
                    <a:pt x="3139509" y="615860"/>
                  </a:lnTo>
                  <a:lnTo>
                    <a:pt x="3140169" y="614013"/>
                  </a:lnTo>
                  <a:lnTo>
                    <a:pt x="3140830" y="608474"/>
                  </a:lnTo>
                  <a:lnTo>
                    <a:pt x="3141490" y="596387"/>
                  </a:lnTo>
                  <a:lnTo>
                    <a:pt x="3142151" y="596387"/>
                  </a:lnTo>
                  <a:lnTo>
                    <a:pt x="3142811" y="585574"/>
                  </a:lnTo>
                  <a:lnTo>
                    <a:pt x="3143472" y="566243"/>
                  </a:lnTo>
                  <a:lnTo>
                    <a:pt x="3144132" y="590703"/>
                  </a:lnTo>
                  <a:lnTo>
                    <a:pt x="3144793" y="593457"/>
                  </a:lnTo>
                  <a:lnTo>
                    <a:pt x="3145453" y="596387"/>
                  </a:lnTo>
                  <a:lnTo>
                    <a:pt x="3146114" y="603484"/>
                  </a:lnTo>
                  <a:lnTo>
                    <a:pt x="3146774" y="612186"/>
                  </a:lnTo>
                  <a:lnTo>
                    <a:pt x="3147435" y="617958"/>
                  </a:lnTo>
                  <a:lnTo>
                    <a:pt x="3148096" y="619262"/>
                  </a:lnTo>
                  <a:lnTo>
                    <a:pt x="3148756" y="619291"/>
                  </a:lnTo>
                  <a:lnTo>
                    <a:pt x="3149417" y="618210"/>
                  </a:lnTo>
                  <a:lnTo>
                    <a:pt x="3150077" y="602800"/>
                  </a:lnTo>
                  <a:lnTo>
                    <a:pt x="3150738" y="582163"/>
                  </a:lnTo>
                  <a:lnTo>
                    <a:pt x="3151398" y="597448"/>
                  </a:lnTo>
                  <a:lnTo>
                    <a:pt x="3152059" y="602356"/>
                  </a:lnTo>
                  <a:lnTo>
                    <a:pt x="3152719" y="601336"/>
                  </a:lnTo>
                  <a:lnTo>
                    <a:pt x="3153380" y="607372"/>
                  </a:lnTo>
                  <a:lnTo>
                    <a:pt x="3154040" y="611349"/>
                  </a:lnTo>
                  <a:lnTo>
                    <a:pt x="3154701" y="610984"/>
                  </a:lnTo>
                  <a:lnTo>
                    <a:pt x="3155361" y="608474"/>
                  </a:lnTo>
                  <a:lnTo>
                    <a:pt x="3156022" y="602262"/>
                  </a:lnTo>
                  <a:lnTo>
                    <a:pt x="3156682" y="594489"/>
                  </a:lnTo>
                  <a:lnTo>
                    <a:pt x="3157343" y="606366"/>
                  </a:lnTo>
                  <a:lnTo>
                    <a:pt x="3158004" y="599045"/>
                  </a:lnTo>
                  <a:lnTo>
                    <a:pt x="3158664" y="593846"/>
                  </a:lnTo>
                  <a:lnTo>
                    <a:pt x="3159325" y="588034"/>
                  </a:lnTo>
                  <a:lnTo>
                    <a:pt x="3159985" y="600267"/>
                  </a:lnTo>
                  <a:lnTo>
                    <a:pt x="3160646" y="601751"/>
                  </a:lnTo>
                  <a:lnTo>
                    <a:pt x="3161306" y="586209"/>
                  </a:lnTo>
                  <a:lnTo>
                    <a:pt x="3161967" y="590703"/>
                  </a:lnTo>
                  <a:lnTo>
                    <a:pt x="3162627" y="583770"/>
                  </a:lnTo>
                  <a:lnTo>
                    <a:pt x="3163288" y="588265"/>
                  </a:lnTo>
                  <a:lnTo>
                    <a:pt x="3163948" y="609246"/>
                  </a:lnTo>
                  <a:lnTo>
                    <a:pt x="3164609" y="609246"/>
                  </a:lnTo>
                  <a:lnTo>
                    <a:pt x="3165269" y="577529"/>
                  </a:lnTo>
                  <a:lnTo>
                    <a:pt x="3165930" y="599045"/>
                  </a:lnTo>
                  <a:lnTo>
                    <a:pt x="3166590" y="615278"/>
                  </a:lnTo>
                  <a:lnTo>
                    <a:pt x="3167251" y="617159"/>
                  </a:lnTo>
                  <a:lnTo>
                    <a:pt x="3167911" y="619262"/>
                  </a:lnTo>
                  <a:lnTo>
                    <a:pt x="3168572" y="617511"/>
                  </a:lnTo>
                  <a:lnTo>
                    <a:pt x="3169233" y="617511"/>
                  </a:lnTo>
                  <a:lnTo>
                    <a:pt x="3169893" y="615307"/>
                  </a:lnTo>
                  <a:lnTo>
                    <a:pt x="3170554" y="614364"/>
                  </a:lnTo>
                  <a:lnTo>
                    <a:pt x="3171214" y="590886"/>
                  </a:lnTo>
                  <a:lnTo>
                    <a:pt x="3171875" y="590886"/>
                  </a:lnTo>
                  <a:lnTo>
                    <a:pt x="3172535" y="610407"/>
                  </a:lnTo>
                  <a:lnTo>
                    <a:pt x="3173196" y="610407"/>
                  </a:lnTo>
                  <a:lnTo>
                    <a:pt x="3173856" y="604820"/>
                  </a:lnTo>
                  <a:lnTo>
                    <a:pt x="3174517" y="604846"/>
                  </a:lnTo>
                  <a:lnTo>
                    <a:pt x="3175177" y="602167"/>
                  </a:lnTo>
                  <a:lnTo>
                    <a:pt x="3175838" y="603484"/>
                  </a:lnTo>
                  <a:lnTo>
                    <a:pt x="3176498" y="606684"/>
                  </a:lnTo>
                  <a:lnTo>
                    <a:pt x="3177159" y="607439"/>
                  </a:lnTo>
                  <a:lnTo>
                    <a:pt x="3177819" y="603010"/>
                  </a:lnTo>
                  <a:lnTo>
                    <a:pt x="3178480" y="617274"/>
                  </a:lnTo>
                  <a:lnTo>
                    <a:pt x="3179141" y="617274"/>
                  </a:lnTo>
                  <a:lnTo>
                    <a:pt x="3179801" y="605033"/>
                  </a:lnTo>
                  <a:lnTo>
                    <a:pt x="3180462" y="612648"/>
                  </a:lnTo>
                  <a:lnTo>
                    <a:pt x="3181122" y="610407"/>
                  </a:lnTo>
                  <a:lnTo>
                    <a:pt x="3181783" y="590886"/>
                  </a:lnTo>
                  <a:lnTo>
                    <a:pt x="3182443" y="606713"/>
                  </a:lnTo>
                  <a:lnTo>
                    <a:pt x="3183104" y="607468"/>
                  </a:lnTo>
                  <a:lnTo>
                    <a:pt x="3183764" y="602291"/>
                  </a:lnTo>
                  <a:lnTo>
                    <a:pt x="3184425" y="590886"/>
                  </a:lnTo>
                  <a:lnTo>
                    <a:pt x="3185085" y="585473"/>
                  </a:lnTo>
                  <a:lnTo>
                    <a:pt x="3185746" y="590465"/>
                  </a:lnTo>
                  <a:lnTo>
                    <a:pt x="3186406" y="596569"/>
                  </a:lnTo>
                  <a:lnTo>
                    <a:pt x="3187067" y="611425"/>
                  </a:lnTo>
                  <a:lnTo>
                    <a:pt x="3187727" y="616601"/>
                  </a:lnTo>
                  <a:lnTo>
                    <a:pt x="3188388" y="617274"/>
                  </a:lnTo>
                  <a:lnTo>
                    <a:pt x="3189049" y="609275"/>
                  </a:lnTo>
                  <a:lnTo>
                    <a:pt x="3189709" y="595704"/>
                  </a:lnTo>
                  <a:lnTo>
                    <a:pt x="3190370" y="591329"/>
                  </a:lnTo>
                  <a:lnTo>
                    <a:pt x="3191030" y="582365"/>
                  </a:lnTo>
                  <a:lnTo>
                    <a:pt x="3191691" y="607815"/>
                  </a:lnTo>
                  <a:lnTo>
                    <a:pt x="3192351" y="614503"/>
                  </a:lnTo>
                  <a:lnTo>
                    <a:pt x="3193012" y="585756"/>
                  </a:lnTo>
                  <a:lnTo>
                    <a:pt x="3193672" y="579716"/>
                  </a:lnTo>
                  <a:lnTo>
                    <a:pt x="3194333" y="609275"/>
                  </a:lnTo>
                  <a:lnTo>
                    <a:pt x="3194993" y="612648"/>
                  </a:lnTo>
                  <a:lnTo>
                    <a:pt x="3195654" y="595001"/>
                  </a:lnTo>
                  <a:lnTo>
                    <a:pt x="3196314" y="602196"/>
                  </a:lnTo>
                  <a:lnTo>
                    <a:pt x="3196975" y="600834"/>
                  </a:lnTo>
                  <a:lnTo>
                    <a:pt x="3197635" y="596034"/>
                  </a:lnTo>
                  <a:lnTo>
                    <a:pt x="3198296" y="587753"/>
                  </a:lnTo>
                  <a:lnTo>
                    <a:pt x="3198956" y="592248"/>
                  </a:lnTo>
                  <a:lnTo>
                    <a:pt x="3199617" y="584322"/>
                  </a:lnTo>
                  <a:lnTo>
                    <a:pt x="3200278" y="607815"/>
                  </a:lnTo>
                  <a:lnTo>
                    <a:pt x="3200938" y="612214"/>
                  </a:lnTo>
                  <a:lnTo>
                    <a:pt x="3201599" y="594672"/>
                  </a:lnTo>
                  <a:lnTo>
                    <a:pt x="3202259" y="618000"/>
                  </a:lnTo>
                  <a:lnTo>
                    <a:pt x="3202920" y="617539"/>
                  </a:lnTo>
                  <a:lnTo>
                    <a:pt x="3203580" y="596569"/>
                  </a:lnTo>
                  <a:lnTo>
                    <a:pt x="3204241" y="614318"/>
                  </a:lnTo>
                  <a:lnTo>
                    <a:pt x="3204901" y="617359"/>
                  </a:lnTo>
                  <a:lnTo>
                    <a:pt x="3205562" y="605564"/>
                  </a:lnTo>
                  <a:lnTo>
                    <a:pt x="3206222" y="599045"/>
                  </a:lnTo>
                  <a:lnTo>
                    <a:pt x="3206883" y="604404"/>
                  </a:lnTo>
                  <a:lnTo>
                    <a:pt x="3207543" y="607468"/>
                  </a:lnTo>
                  <a:lnTo>
                    <a:pt x="3208204" y="609275"/>
                  </a:lnTo>
                  <a:lnTo>
                    <a:pt x="3208864" y="602291"/>
                  </a:lnTo>
                  <a:lnTo>
                    <a:pt x="3209525" y="601639"/>
                  </a:lnTo>
                  <a:lnTo>
                    <a:pt x="3210186" y="608503"/>
                  </a:lnTo>
                  <a:lnTo>
                    <a:pt x="3210846" y="599004"/>
                  </a:lnTo>
                  <a:lnTo>
                    <a:pt x="3211507" y="600292"/>
                  </a:lnTo>
                  <a:lnTo>
                    <a:pt x="3212167" y="599004"/>
                  </a:lnTo>
                  <a:lnTo>
                    <a:pt x="3212828" y="599004"/>
                  </a:lnTo>
                  <a:lnTo>
                    <a:pt x="3213488" y="600567"/>
                  </a:lnTo>
                  <a:lnTo>
                    <a:pt x="3214149" y="602981"/>
                  </a:lnTo>
                  <a:lnTo>
                    <a:pt x="3214809" y="609360"/>
                  </a:lnTo>
                  <a:lnTo>
                    <a:pt x="3215470" y="612933"/>
                  </a:lnTo>
                  <a:lnTo>
                    <a:pt x="3216130" y="601336"/>
                  </a:lnTo>
                  <a:lnTo>
                    <a:pt x="3216791" y="601336"/>
                  </a:lnTo>
                  <a:lnTo>
                    <a:pt x="3217451" y="617072"/>
                  </a:lnTo>
                  <a:lnTo>
                    <a:pt x="3218112" y="605033"/>
                  </a:lnTo>
                  <a:lnTo>
                    <a:pt x="3218772" y="585917"/>
                  </a:lnTo>
                  <a:lnTo>
                    <a:pt x="3219433" y="601639"/>
                  </a:lnTo>
                  <a:lnTo>
                    <a:pt x="3220094" y="617539"/>
                  </a:lnTo>
                  <a:lnTo>
                    <a:pt x="3220754" y="617072"/>
                  </a:lnTo>
                  <a:lnTo>
                    <a:pt x="3221415" y="607815"/>
                  </a:lnTo>
                  <a:lnTo>
                    <a:pt x="3222075" y="602196"/>
                  </a:lnTo>
                  <a:lnTo>
                    <a:pt x="3222736" y="586835"/>
                  </a:lnTo>
                  <a:lnTo>
                    <a:pt x="3223396" y="589360"/>
                  </a:lnTo>
                  <a:lnTo>
                    <a:pt x="3224057" y="595001"/>
                  </a:lnTo>
                  <a:lnTo>
                    <a:pt x="3224717" y="611769"/>
                  </a:lnTo>
                  <a:lnTo>
                    <a:pt x="3225378" y="617359"/>
                  </a:lnTo>
                  <a:lnTo>
                    <a:pt x="3226038" y="615321"/>
                  </a:lnTo>
                  <a:lnTo>
                    <a:pt x="3226699" y="606684"/>
                  </a:lnTo>
                  <a:lnTo>
                    <a:pt x="3227359" y="606684"/>
                  </a:lnTo>
                  <a:lnTo>
                    <a:pt x="3228020" y="612063"/>
                  </a:lnTo>
                  <a:lnTo>
                    <a:pt x="3228680" y="613430"/>
                  </a:lnTo>
                  <a:lnTo>
                    <a:pt x="3229341" y="598090"/>
                  </a:lnTo>
                  <a:lnTo>
                    <a:pt x="3230002" y="595676"/>
                  </a:lnTo>
                  <a:lnTo>
                    <a:pt x="3230662" y="612063"/>
                  </a:lnTo>
                  <a:lnTo>
                    <a:pt x="3231323" y="605535"/>
                  </a:lnTo>
                  <a:lnTo>
                    <a:pt x="3231983" y="601574"/>
                  </a:lnTo>
                  <a:lnTo>
                    <a:pt x="3232644" y="599074"/>
                  </a:lnTo>
                  <a:lnTo>
                    <a:pt x="3233304" y="600296"/>
                  </a:lnTo>
                  <a:lnTo>
                    <a:pt x="3233965" y="602291"/>
                  </a:lnTo>
                  <a:lnTo>
                    <a:pt x="3234625" y="602291"/>
                  </a:lnTo>
                  <a:lnTo>
                    <a:pt x="3235286" y="617359"/>
                  </a:lnTo>
                  <a:lnTo>
                    <a:pt x="3235946" y="616601"/>
                  </a:lnTo>
                  <a:lnTo>
                    <a:pt x="3236607" y="605564"/>
                  </a:lnTo>
                  <a:lnTo>
                    <a:pt x="3237267" y="603927"/>
                  </a:lnTo>
                  <a:lnTo>
                    <a:pt x="3237928" y="601249"/>
                  </a:lnTo>
                  <a:lnTo>
                    <a:pt x="3238588" y="610314"/>
                  </a:lnTo>
                  <a:lnTo>
                    <a:pt x="3239249" y="612904"/>
                  </a:lnTo>
                  <a:lnTo>
                    <a:pt x="3239909" y="610941"/>
                  </a:lnTo>
                  <a:lnTo>
                    <a:pt x="3240570" y="606713"/>
                  </a:lnTo>
                  <a:lnTo>
                    <a:pt x="3241231" y="611425"/>
                  </a:lnTo>
                  <a:lnTo>
                    <a:pt x="3241891" y="616315"/>
                  </a:lnTo>
                  <a:lnTo>
                    <a:pt x="3242552" y="616315"/>
                  </a:lnTo>
                  <a:lnTo>
                    <a:pt x="3243212" y="617274"/>
                  </a:lnTo>
                  <a:lnTo>
                    <a:pt x="3243873" y="612933"/>
                  </a:lnTo>
                  <a:lnTo>
                    <a:pt x="3244533" y="607468"/>
                  </a:lnTo>
                  <a:lnTo>
                    <a:pt x="3245194" y="601336"/>
                  </a:lnTo>
                  <a:lnTo>
                    <a:pt x="3245854" y="594672"/>
                  </a:lnTo>
                  <a:lnTo>
                    <a:pt x="3246515" y="607468"/>
                  </a:lnTo>
                  <a:lnTo>
                    <a:pt x="3247175" y="616601"/>
                  </a:lnTo>
                  <a:lnTo>
                    <a:pt x="3247836" y="618210"/>
                  </a:lnTo>
                  <a:lnTo>
                    <a:pt x="3248496" y="596569"/>
                  </a:lnTo>
                  <a:lnTo>
                    <a:pt x="3249157" y="603513"/>
                  </a:lnTo>
                  <a:lnTo>
                    <a:pt x="3249817" y="617274"/>
                  </a:lnTo>
                  <a:lnTo>
                    <a:pt x="3250478" y="617274"/>
                  </a:lnTo>
                  <a:lnTo>
                    <a:pt x="3251139" y="601816"/>
                  </a:lnTo>
                  <a:lnTo>
                    <a:pt x="3251799" y="599004"/>
                  </a:lnTo>
                  <a:lnTo>
                    <a:pt x="3252460" y="599004"/>
                  </a:lnTo>
                  <a:lnTo>
                    <a:pt x="3253120" y="611014"/>
                  </a:lnTo>
                  <a:lnTo>
                    <a:pt x="3253781" y="591329"/>
                  </a:lnTo>
                  <a:lnTo>
                    <a:pt x="3254441" y="606713"/>
                  </a:lnTo>
                  <a:lnTo>
                    <a:pt x="3255102" y="612933"/>
                  </a:lnTo>
                  <a:lnTo>
                    <a:pt x="3255762" y="612091"/>
                  </a:lnTo>
                  <a:lnTo>
                    <a:pt x="3256423" y="607515"/>
                  </a:lnTo>
                  <a:lnTo>
                    <a:pt x="3257083" y="605620"/>
                  </a:lnTo>
                  <a:lnTo>
                    <a:pt x="3257744" y="610654"/>
                  </a:lnTo>
                  <a:lnTo>
                    <a:pt x="3258404" y="605564"/>
                  </a:lnTo>
                  <a:lnTo>
                    <a:pt x="3259065" y="591329"/>
                  </a:lnTo>
                  <a:lnTo>
                    <a:pt x="3259725" y="587753"/>
                  </a:lnTo>
                  <a:lnTo>
                    <a:pt x="3260386" y="604433"/>
                  </a:lnTo>
                  <a:lnTo>
                    <a:pt x="3261047" y="615406"/>
                  </a:lnTo>
                  <a:lnTo>
                    <a:pt x="3261707" y="614252"/>
                  </a:lnTo>
                  <a:lnTo>
                    <a:pt x="3262368" y="604820"/>
                  </a:lnTo>
                  <a:lnTo>
                    <a:pt x="3263028" y="585917"/>
                  </a:lnTo>
                  <a:lnTo>
                    <a:pt x="3263689" y="587753"/>
                  </a:lnTo>
                  <a:lnTo>
                    <a:pt x="3264349" y="603513"/>
                  </a:lnTo>
                  <a:lnTo>
                    <a:pt x="3265010" y="609275"/>
                  </a:lnTo>
                  <a:lnTo>
                    <a:pt x="3265670" y="599004"/>
                  </a:lnTo>
                  <a:lnTo>
                    <a:pt x="3266331" y="591785"/>
                  </a:lnTo>
                  <a:lnTo>
                    <a:pt x="3266991" y="598810"/>
                  </a:lnTo>
                  <a:lnTo>
                    <a:pt x="3267652" y="597448"/>
                  </a:lnTo>
                  <a:lnTo>
                    <a:pt x="3268312" y="609275"/>
                  </a:lnTo>
                  <a:lnTo>
                    <a:pt x="3268973" y="616601"/>
                  </a:lnTo>
                  <a:lnTo>
                    <a:pt x="3269633" y="619291"/>
                  </a:lnTo>
                  <a:lnTo>
                    <a:pt x="3270294" y="617330"/>
                  </a:lnTo>
                  <a:lnTo>
                    <a:pt x="3270954" y="619291"/>
                  </a:lnTo>
                  <a:lnTo>
                    <a:pt x="3271615" y="618660"/>
                  </a:lnTo>
                  <a:lnTo>
                    <a:pt x="3272276" y="611014"/>
                  </a:lnTo>
                  <a:lnTo>
                    <a:pt x="3272936" y="592248"/>
                  </a:lnTo>
                  <a:lnTo>
                    <a:pt x="3273597" y="615726"/>
                  </a:lnTo>
                  <a:lnTo>
                    <a:pt x="3274257" y="600366"/>
                  </a:lnTo>
                  <a:lnTo>
                    <a:pt x="3274918" y="602800"/>
                  </a:lnTo>
                  <a:lnTo>
                    <a:pt x="3275578" y="612177"/>
                  </a:lnTo>
                  <a:lnTo>
                    <a:pt x="3276239" y="619063"/>
                  </a:lnTo>
                  <a:lnTo>
                    <a:pt x="3276899" y="618820"/>
                  </a:lnTo>
                  <a:lnTo>
                    <a:pt x="3277560" y="618820"/>
                  </a:lnTo>
                  <a:lnTo>
                    <a:pt x="3278220" y="607372"/>
                  </a:lnTo>
                  <a:lnTo>
                    <a:pt x="3278881" y="585917"/>
                  </a:lnTo>
                  <a:lnTo>
                    <a:pt x="3279541" y="602356"/>
                  </a:lnTo>
                  <a:lnTo>
                    <a:pt x="3280202" y="612208"/>
                  </a:lnTo>
                  <a:lnTo>
                    <a:pt x="3280862" y="599947"/>
                  </a:lnTo>
                  <a:lnTo>
                    <a:pt x="3281523" y="602196"/>
                  </a:lnTo>
                  <a:lnTo>
                    <a:pt x="3282184" y="601639"/>
                  </a:lnTo>
                  <a:lnTo>
                    <a:pt x="3282844" y="590886"/>
                  </a:lnTo>
                  <a:lnTo>
                    <a:pt x="3283505" y="607372"/>
                  </a:lnTo>
                  <a:lnTo>
                    <a:pt x="3284165" y="617377"/>
                  </a:lnTo>
                  <a:lnTo>
                    <a:pt x="3284826" y="618458"/>
                  </a:lnTo>
                  <a:lnTo>
                    <a:pt x="3285486" y="614013"/>
                  </a:lnTo>
                  <a:lnTo>
                    <a:pt x="3286147" y="604266"/>
                  </a:lnTo>
                  <a:lnTo>
                    <a:pt x="3286807" y="615278"/>
                  </a:lnTo>
                  <a:lnTo>
                    <a:pt x="3287468" y="615625"/>
                  </a:lnTo>
                  <a:lnTo>
                    <a:pt x="3288128" y="611729"/>
                  </a:lnTo>
                  <a:lnTo>
                    <a:pt x="3288789" y="612425"/>
                  </a:lnTo>
                  <a:lnTo>
                    <a:pt x="3289449" y="610987"/>
                  </a:lnTo>
                  <a:lnTo>
                    <a:pt x="3290110" y="599004"/>
                  </a:lnTo>
                  <a:lnTo>
                    <a:pt x="3290770" y="598456"/>
                  </a:lnTo>
                  <a:lnTo>
                    <a:pt x="3291431" y="614912"/>
                  </a:lnTo>
                  <a:lnTo>
                    <a:pt x="3292092" y="613909"/>
                  </a:lnTo>
                  <a:lnTo>
                    <a:pt x="3292752" y="610013"/>
                  </a:lnTo>
                  <a:lnTo>
                    <a:pt x="3293413" y="596953"/>
                  </a:lnTo>
                  <a:lnTo>
                    <a:pt x="3294073" y="577659"/>
                  </a:lnTo>
                  <a:lnTo>
                    <a:pt x="3294734" y="590499"/>
                  </a:lnTo>
                  <a:lnTo>
                    <a:pt x="3295394" y="602626"/>
                  </a:lnTo>
                  <a:lnTo>
                    <a:pt x="3296055" y="605536"/>
                  </a:lnTo>
                  <a:lnTo>
                    <a:pt x="3296715" y="597048"/>
                  </a:lnTo>
                  <a:lnTo>
                    <a:pt x="3297376" y="599593"/>
                  </a:lnTo>
                  <a:lnTo>
                    <a:pt x="3298036" y="584891"/>
                  </a:lnTo>
                  <a:lnTo>
                    <a:pt x="3298697" y="567210"/>
                  </a:lnTo>
                  <a:lnTo>
                    <a:pt x="3299357" y="536930"/>
                  </a:lnTo>
                  <a:lnTo>
                    <a:pt x="3300018" y="550990"/>
                  </a:lnTo>
                  <a:lnTo>
                    <a:pt x="3300678" y="555157"/>
                  </a:lnTo>
                  <a:lnTo>
                    <a:pt x="3301339" y="550672"/>
                  </a:lnTo>
                  <a:lnTo>
                    <a:pt x="3301999" y="539181"/>
                  </a:lnTo>
                  <a:lnTo>
                    <a:pt x="3302660" y="505101"/>
                  </a:lnTo>
                  <a:lnTo>
                    <a:pt x="3303321" y="440508"/>
                  </a:lnTo>
                  <a:lnTo>
                    <a:pt x="3303981" y="394501"/>
                  </a:lnTo>
                  <a:lnTo>
                    <a:pt x="3304642" y="363151"/>
                  </a:lnTo>
                  <a:lnTo>
                    <a:pt x="3305302" y="367156"/>
                  </a:lnTo>
                  <a:lnTo>
                    <a:pt x="3305963" y="410846"/>
                  </a:lnTo>
                  <a:lnTo>
                    <a:pt x="3306623" y="472306"/>
                  </a:lnTo>
                  <a:lnTo>
                    <a:pt x="3307284" y="548284"/>
                  </a:lnTo>
                  <a:lnTo>
                    <a:pt x="3307944" y="557304"/>
                  </a:lnTo>
                  <a:lnTo>
                    <a:pt x="3308605" y="556655"/>
                  </a:lnTo>
                  <a:lnTo>
                    <a:pt x="3309265" y="566120"/>
                  </a:lnTo>
                  <a:lnTo>
                    <a:pt x="3309926" y="567644"/>
                  </a:lnTo>
                  <a:lnTo>
                    <a:pt x="3310586" y="581668"/>
                  </a:lnTo>
                  <a:lnTo>
                    <a:pt x="3311247" y="595076"/>
                  </a:lnTo>
                  <a:lnTo>
                    <a:pt x="3311907" y="594950"/>
                  </a:lnTo>
                  <a:lnTo>
                    <a:pt x="3312568" y="584210"/>
                  </a:lnTo>
                  <a:lnTo>
                    <a:pt x="3313229" y="604956"/>
                  </a:lnTo>
                  <a:lnTo>
                    <a:pt x="3313889" y="608371"/>
                  </a:lnTo>
                  <a:lnTo>
                    <a:pt x="3314550" y="609887"/>
                  </a:lnTo>
                  <a:lnTo>
                    <a:pt x="3315210" y="615060"/>
                  </a:lnTo>
                  <a:lnTo>
                    <a:pt x="3315871" y="608367"/>
                  </a:lnTo>
                  <a:lnTo>
                    <a:pt x="3316531" y="597914"/>
                  </a:lnTo>
                  <a:lnTo>
                    <a:pt x="3317192" y="608500"/>
                  </a:lnTo>
                  <a:lnTo>
                    <a:pt x="3317852" y="614187"/>
                  </a:lnTo>
                  <a:lnTo>
                    <a:pt x="3318513" y="615190"/>
                  </a:lnTo>
                  <a:lnTo>
                    <a:pt x="3319173" y="609043"/>
                  </a:lnTo>
                  <a:lnTo>
                    <a:pt x="3319834" y="609291"/>
                  </a:lnTo>
                  <a:lnTo>
                    <a:pt x="3320494" y="606182"/>
                  </a:lnTo>
                  <a:lnTo>
                    <a:pt x="3321155" y="586835"/>
                  </a:lnTo>
                  <a:lnTo>
                    <a:pt x="3321815" y="599391"/>
                  </a:lnTo>
                  <a:lnTo>
                    <a:pt x="3322476" y="599391"/>
                  </a:lnTo>
                  <a:lnTo>
                    <a:pt x="3323137" y="600911"/>
                  </a:lnTo>
                  <a:lnTo>
                    <a:pt x="3323797" y="601964"/>
                  </a:lnTo>
                  <a:lnTo>
                    <a:pt x="3324458" y="599764"/>
                  </a:lnTo>
                  <a:lnTo>
                    <a:pt x="3325118" y="603747"/>
                  </a:lnTo>
                  <a:lnTo>
                    <a:pt x="3325779" y="599362"/>
                  </a:lnTo>
                  <a:lnTo>
                    <a:pt x="3326439" y="592368"/>
                  </a:lnTo>
                  <a:lnTo>
                    <a:pt x="3327100" y="594771"/>
                  </a:lnTo>
                  <a:lnTo>
                    <a:pt x="3327760" y="609352"/>
                  </a:lnTo>
                  <a:lnTo>
                    <a:pt x="3328421" y="612553"/>
                  </a:lnTo>
                  <a:lnTo>
                    <a:pt x="3329081" y="602105"/>
                  </a:lnTo>
                  <a:lnTo>
                    <a:pt x="3329742" y="601639"/>
                  </a:lnTo>
                  <a:lnTo>
                    <a:pt x="3330402" y="599852"/>
                  </a:lnTo>
                  <a:lnTo>
                    <a:pt x="3331063" y="600698"/>
                  </a:lnTo>
                  <a:lnTo>
                    <a:pt x="3331723" y="595605"/>
                  </a:lnTo>
                  <a:lnTo>
                    <a:pt x="3332384" y="600063"/>
                  </a:lnTo>
                  <a:lnTo>
                    <a:pt x="3333045" y="603513"/>
                  </a:lnTo>
                  <a:lnTo>
                    <a:pt x="3333705" y="613141"/>
                  </a:lnTo>
                  <a:lnTo>
                    <a:pt x="3334366" y="617151"/>
                  </a:lnTo>
                  <a:lnTo>
                    <a:pt x="3335026" y="617151"/>
                  </a:lnTo>
                  <a:lnTo>
                    <a:pt x="3335687" y="597931"/>
                  </a:lnTo>
                  <a:lnTo>
                    <a:pt x="3336347" y="582163"/>
                  </a:lnTo>
                  <a:lnTo>
                    <a:pt x="3337008" y="608958"/>
                  </a:lnTo>
                  <a:lnTo>
                    <a:pt x="3337668" y="599947"/>
                  </a:lnTo>
                  <a:lnTo>
                    <a:pt x="3338329" y="603513"/>
                  </a:lnTo>
                  <a:lnTo>
                    <a:pt x="3338989" y="613226"/>
                  </a:lnTo>
                  <a:lnTo>
                    <a:pt x="3339650" y="608503"/>
                  </a:lnTo>
                  <a:lnTo>
                    <a:pt x="3340310" y="598810"/>
                  </a:lnTo>
                  <a:lnTo>
                    <a:pt x="3340971" y="609505"/>
                  </a:lnTo>
                  <a:lnTo>
                    <a:pt x="3341631" y="596192"/>
                  </a:lnTo>
                  <a:lnTo>
                    <a:pt x="3342292" y="602778"/>
                  </a:lnTo>
                  <a:lnTo>
                    <a:pt x="3342952" y="585256"/>
                  </a:lnTo>
                  <a:lnTo>
                    <a:pt x="3343613" y="580762"/>
                  </a:lnTo>
                  <a:lnTo>
                    <a:pt x="3344274" y="569142"/>
                  </a:lnTo>
                  <a:lnTo>
                    <a:pt x="3344934" y="562195"/>
                  </a:lnTo>
                  <a:lnTo>
                    <a:pt x="3345595" y="592001"/>
                  </a:lnTo>
                  <a:lnTo>
                    <a:pt x="3346255" y="605263"/>
                  </a:lnTo>
                  <a:lnTo>
                    <a:pt x="3346916" y="588688"/>
                  </a:lnTo>
                  <a:lnTo>
                    <a:pt x="3347576" y="596387"/>
                  </a:lnTo>
                  <a:lnTo>
                    <a:pt x="3348237" y="596831"/>
                  </a:lnTo>
                  <a:lnTo>
                    <a:pt x="3348897" y="601315"/>
                  </a:lnTo>
                  <a:lnTo>
                    <a:pt x="3349558" y="600367"/>
                  </a:lnTo>
                  <a:lnTo>
                    <a:pt x="3350218" y="613050"/>
                  </a:lnTo>
                  <a:lnTo>
                    <a:pt x="3350879" y="614273"/>
                  </a:lnTo>
                  <a:lnTo>
                    <a:pt x="3351539" y="589588"/>
                  </a:lnTo>
                  <a:lnTo>
                    <a:pt x="3352200" y="576818"/>
                  </a:lnTo>
                  <a:lnTo>
                    <a:pt x="3352860" y="590050"/>
                  </a:lnTo>
                  <a:lnTo>
                    <a:pt x="3353521" y="602760"/>
                  </a:lnTo>
                  <a:lnTo>
                    <a:pt x="3354182" y="596559"/>
                  </a:lnTo>
                  <a:lnTo>
                    <a:pt x="3354842" y="584638"/>
                  </a:lnTo>
                  <a:lnTo>
                    <a:pt x="3355503" y="590050"/>
                  </a:lnTo>
                  <a:lnTo>
                    <a:pt x="3356163" y="616615"/>
                  </a:lnTo>
                  <a:lnTo>
                    <a:pt x="3356824" y="607371"/>
                  </a:lnTo>
                  <a:lnTo>
                    <a:pt x="3357484" y="595694"/>
                  </a:lnTo>
                  <a:lnTo>
                    <a:pt x="3358145" y="616206"/>
                  </a:lnTo>
                  <a:lnTo>
                    <a:pt x="3358805" y="616206"/>
                  </a:lnTo>
                  <a:lnTo>
                    <a:pt x="3359466" y="603687"/>
                  </a:lnTo>
                  <a:lnTo>
                    <a:pt x="3360126" y="599022"/>
                  </a:lnTo>
                  <a:lnTo>
                    <a:pt x="3360787" y="607371"/>
                  </a:lnTo>
                  <a:lnTo>
                    <a:pt x="3361447" y="588688"/>
                  </a:lnTo>
                  <a:lnTo>
                    <a:pt x="3362108" y="581977"/>
                  </a:lnTo>
                  <a:lnTo>
                    <a:pt x="3362768" y="602380"/>
                  </a:lnTo>
                  <a:lnTo>
                    <a:pt x="3363429" y="607371"/>
                  </a:lnTo>
                  <a:lnTo>
                    <a:pt x="3364090" y="588688"/>
                  </a:lnTo>
                  <a:lnTo>
                    <a:pt x="3364750" y="595604"/>
                  </a:lnTo>
                  <a:lnTo>
                    <a:pt x="3365411" y="594368"/>
                  </a:lnTo>
                  <a:lnTo>
                    <a:pt x="3366071" y="608951"/>
                  </a:lnTo>
                  <a:lnTo>
                    <a:pt x="3366732" y="617448"/>
                  </a:lnTo>
                  <a:lnTo>
                    <a:pt x="3367392" y="610316"/>
                  </a:lnTo>
                  <a:lnTo>
                    <a:pt x="3368053" y="601521"/>
                  </a:lnTo>
                  <a:lnTo>
                    <a:pt x="3368713" y="584638"/>
                  </a:lnTo>
                  <a:lnTo>
                    <a:pt x="3369374" y="605049"/>
                  </a:lnTo>
                  <a:lnTo>
                    <a:pt x="3370034" y="611287"/>
                  </a:lnTo>
                  <a:lnTo>
                    <a:pt x="3370695" y="611016"/>
                  </a:lnTo>
                  <a:lnTo>
                    <a:pt x="3371355" y="611683"/>
                  </a:lnTo>
                  <a:lnTo>
                    <a:pt x="3372016" y="600804"/>
                  </a:lnTo>
                  <a:lnTo>
                    <a:pt x="3372676" y="590050"/>
                  </a:lnTo>
                  <a:lnTo>
                    <a:pt x="3373337" y="592475"/>
                  </a:lnTo>
                  <a:lnTo>
                    <a:pt x="3373997" y="601560"/>
                  </a:lnTo>
                  <a:lnTo>
                    <a:pt x="3374658" y="596613"/>
                  </a:lnTo>
                  <a:lnTo>
                    <a:pt x="3375319" y="585556"/>
                  </a:lnTo>
                  <a:lnTo>
                    <a:pt x="3375979" y="587645"/>
                  </a:lnTo>
                  <a:lnTo>
                    <a:pt x="3376640" y="593949"/>
                  </a:lnTo>
                  <a:lnTo>
                    <a:pt x="3377300" y="603856"/>
                  </a:lnTo>
                  <a:lnTo>
                    <a:pt x="3377961" y="592475"/>
                  </a:lnTo>
                  <a:lnTo>
                    <a:pt x="3378621" y="600238"/>
                  </a:lnTo>
                  <a:lnTo>
                    <a:pt x="3379282" y="600094"/>
                  </a:lnTo>
                  <a:lnTo>
                    <a:pt x="3379942" y="579965"/>
                  </a:lnTo>
                  <a:lnTo>
                    <a:pt x="3380603" y="590050"/>
                  </a:lnTo>
                  <a:lnTo>
                    <a:pt x="3381263" y="602857"/>
                  </a:lnTo>
                  <a:lnTo>
                    <a:pt x="3381924" y="587125"/>
                  </a:lnTo>
                  <a:lnTo>
                    <a:pt x="3382584" y="581206"/>
                  </a:lnTo>
                  <a:lnTo>
                    <a:pt x="3383245" y="584637"/>
                  </a:lnTo>
                  <a:lnTo>
                    <a:pt x="3383905" y="591442"/>
                  </a:lnTo>
                  <a:lnTo>
                    <a:pt x="3384566" y="578982"/>
                  </a:lnTo>
                  <a:lnTo>
                    <a:pt x="3385227" y="574291"/>
                  </a:lnTo>
                  <a:lnTo>
                    <a:pt x="3385887" y="583476"/>
                  </a:lnTo>
                  <a:lnTo>
                    <a:pt x="3386548" y="580588"/>
                  </a:lnTo>
                  <a:lnTo>
                    <a:pt x="3387208" y="590039"/>
                  </a:lnTo>
                  <a:lnTo>
                    <a:pt x="3387869" y="601467"/>
                  </a:lnTo>
                  <a:lnTo>
                    <a:pt x="3388529" y="591595"/>
                  </a:lnTo>
                  <a:lnTo>
                    <a:pt x="3389190" y="581469"/>
                  </a:lnTo>
                  <a:lnTo>
                    <a:pt x="3389850" y="576218"/>
                  </a:lnTo>
                  <a:lnTo>
                    <a:pt x="3390511" y="567520"/>
                  </a:lnTo>
                  <a:lnTo>
                    <a:pt x="3391171" y="548557"/>
                  </a:lnTo>
                  <a:lnTo>
                    <a:pt x="3391832" y="565558"/>
                  </a:lnTo>
                  <a:lnTo>
                    <a:pt x="3392492" y="592309"/>
                  </a:lnTo>
                  <a:lnTo>
                    <a:pt x="3393153" y="567320"/>
                  </a:lnTo>
                  <a:lnTo>
                    <a:pt x="3393813" y="567320"/>
                  </a:lnTo>
                  <a:lnTo>
                    <a:pt x="3394474" y="598480"/>
                  </a:lnTo>
                  <a:lnTo>
                    <a:pt x="3395135" y="601801"/>
                  </a:lnTo>
                  <a:lnTo>
                    <a:pt x="3395795" y="564605"/>
                  </a:lnTo>
                  <a:lnTo>
                    <a:pt x="3396456" y="544836"/>
                  </a:lnTo>
                  <a:lnTo>
                    <a:pt x="3397116" y="546575"/>
                  </a:lnTo>
                  <a:lnTo>
                    <a:pt x="3397777" y="564787"/>
                  </a:lnTo>
                  <a:lnTo>
                    <a:pt x="3398437" y="584574"/>
                  </a:lnTo>
                  <a:lnTo>
                    <a:pt x="3399098" y="582472"/>
                  </a:lnTo>
                  <a:lnTo>
                    <a:pt x="3399758" y="586737"/>
                  </a:lnTo>
                  <a:lnTo>
                    <a:pt x="3400419" y="592642"/>
                  </a:lnTo>
                  <a:lnTo>
                    <a:pt x="3401079" y="582699"/>
                  </a:lnTo>
                  <a:lnTo>
                    <a:pt x="3401740" y="576315"/>
                  </a:lnTo>
                  <a:lnTo>
                    <a:pt x="3402400" y="584288"/>
                  </a:lnTo>
                  <a:lnTo>
                    <a:pt x="3403061" y="584288"/>
                  </a:lnTo>
                  <a:lnTo>
                    <a:pt x="3403721" y="569243"/>
                  </a:lnTo>
                  <a:lnTo>
                    <a:pt x="3404382" y="533053"/>
                  </a:lnTo>
                  <a:lnTo>
                    <a:pt x="3405043" y="526373"/>
                  </a:lnTo>
                  <a:lnTo>
                    <a:pt x="3405703" y="533698"/>
                  </a:lnTo>
                  <a:lnTo>
                    <a:pt x="3406364" y="553620"/>
                  </a:lnTo>
                  <a:lnTo>
                    <a:pt x="3407024" y="592591"/>
                  </a:lnTo>
                  <a:lnTo>
                    <a:pt x="3407685" y="608995"/>
                  </a:lnTo>
                  <a:lnTo>
                    <a:pt x="3408345" y="610233"/>
                  </a:lnTo>
                  <a:lnTo>
                    <a:pt x="3409006" y="609338"/>
                  </a:lnTo>
                  <a:lnTo>
                    <a:pt x="3409666" y="608999"/>
                  </a:lnTo>
                  <a:lnTo>
                    <a:pt x="3410327" y="611169"/>
                  </a:lnTo>
                  <a:lnTo>
                    <a:pt x="3410987" y="598210"/>
                  </a:lnTo>
                  <a:lnTo>
                    <a:pt x="3411648" y="543501"/>
                  </a:lnTo>
                  <a:lnTo>
                    <a:pt x="3412308" y="585596"/>
                  </a:lnTo>
                  <a:lnTo>
                    <a:pt x="3412969" y="579424"/>
                  </a:lnTo>
                  <a:lnTo>
                    <a:pt x="3413629" y="573801"/>
                  </a:lnTo>
                  <a:lnTo>
                    <a:pt x="3414290" y="569638"/>
                  </a:lnTo>
                  <a:lnTo>
                    <a:pt x="3414950" y="575839"/>
                  </a:lnTo>
                  <a:lnTo>
                    <a:pt x="3415611" y="579433"/>
                  </a:lnTo>
                  <a:lnTo>
                    <a:pt x="3416272" y="565927"/>
                  </a:lnTo>
                  <a:lnTo>
                    <a:pt x="3416932" y="576458"/>
                  </a:lnTo>
                  <a:lnTo>
                    <a:pt x="3417593" y="578064"/>
                  </a:lnTo>
                  <a:lnTo>
                    <a:pt x="3418253" y="534906"/>
                  </a:lnTo>
                  <a:lnTo>
                    <a:pt x="3418914" y="499547"/>
                  </a:lnTo>
                  <a:lnTo>
                    <a:pt x="3419574" y="508282"/>
                  </a:lnTo>
                  <a:lnTo>
                    <a:pt x="3420235" y="528040"/>
                  </a:lnTo>
                  <a:lnTo>
                    <a:pt x="3420895" y="489745"/>
                  </a:lnTo>
                  <a:lnTo>
                    <a:pt x="3421556" y="457511"/>
                  </a:lnTo>
                  <a:lnTo>
                    <a:pt x="3422216" y="493754"/>
                  </a:lnTo>
                  <a:lnTo>
                    <a:pt x="3422877" y="467803"/>
                  </a:lnTo>
                  <a:lnTo>
                    <a:pt x="3423537" y="442583"/>
                  </a:lnTo>
                  <a:lnTo>
                    <a:pt x="3424198" y="412482"/>
                  </a:lnTo>
                  <a:lnTo>
                    <a:pt x="3424858" y="420103"/>
                  </a:lnTo>
                  <a:lnTo>
                    <a:pt x="3425519" y="408515"/>
                  </a:lnTo>
                  <a:lnTo>
                    <a:pt x="3426180" y="383590"/>
                  </a:lnTo>
                  <a:lnTo>
                    <a:pt x="3426840" y="367930"/>
                  </a:lnTo>
                  <a:lnTo>
                    <a:pt x="3427501" y="361678"/>
                  </a:lnTo>
                  <a:lnTo>
                    <a:pt x="3428161" y="367270"/>
                  </a:lnTo>
                  <a:lnTo>
                    <a:pt x="3428822" y="353755"/>
                  </a:lnTo>
                  <a:lnTo>
                    <a:pt x="3429482" y="274241"/>
                  </a:lnTo>
                  <a:lnTo>
                    <a:pt x="3430143" y="258315"/>
                  </a:lnTo>
                  <a:lnTo>
                    <a:pt x="3430803" y="252659"/>
                  </a:lnTo>
                  <a:lnTo>
                    <a:pt x="3431464" y="256273"/>
                  </a:lnTo>
                  <a:lnTo>
                    <a:pt x="3432124" y="289303"/>
                  </a:lnTo>
                  <a:lnTo>
                    <a:pt x="3432785" y="300373"/>
                  </a:lnTo>
                  <a:lnTo>
                    <a:pt x="3433445" y="314810"/>
                  </a:lnTo>
                  <a:lnTo>
                    <a:pt x="3434106" y="319851"/>
                  </a:lnTo>
                  <a:lnTo>
                    <a:pt x="3434766" y="386659"/>
                  </a:lnTo>
                  <a:lnTo>
                    <a:pt x="3435427" y="361781"/>
                  </a:lnTo>
                  <a:lnTo>
                    <a:pt x="3436088" y="391648"/>
                  </a:lnTo>
                  <a:lnTo>
                    <a:pt x="3436748" y="404176"/>
                  </a:lnTo>
                  <a:lnTo>
                    <a:pt x="3437409" y="440214"/>
                  </a:lnTo>
                  <a:lnTo>
                    <a:pt x="3438069" y="470606"/>
                  </a:lnTo>
                  <a:lnTo>
                    <a:pt x="3438730" y="508265"/>
                  </a:lnTo>
                  <a:lnTo>
                    <a:pt x="3439390" y="546497"/>
                  </a:lnTo>
                  <a:lnTo>
                    <a:pt x="3440051" y="566136"/>
                  </a:lnTo>
                  <a:lnTo>
                    <a:pt x="3440711" y="546583"/>
                  </a:lnTo>
                  <a:lnTo>
                    <a:pt x="3441372" y="566010"/>
                  </a:lnTo>
                  <a:lnTo>
                    <a:pt x="3442032" y="581428"/>
                  </a:lnTo>
                  <a:lnTo>
                    <a:pt x="3442693" y="584110"/>
                  </a:lnTo>
                  <a:lnTo>
                    <a:pt x="3443353" y="590975"/>
                  </a:lnTo>
                  <a:lnTo>
                    <a:pt x="3444014" y="590509"/>
                  </a:lnTo>
                  <a:lnTo>
                    <a:pt x="3444674" y="589850"/>
                  </a:lnTo>
                  <a:lnTo>
                    <a:pt x="3445335" y="568916"/>
                  </a:lnTo>
                  <a:lnTo>
                    <a:pt x="3445995" y="576892"/>
                  </a:lnTo>
                  <a:lnTo>
                    <a:pt x="3446656" y="576921"/>
                  </a:lnTo>
                  <a:lnTo>
                    <a:pt x="3447317" y="562842"/>
                  </a:lnTo>
                  <a:lnTo>
                    <a:pt x="3447977" y="540354"/>
                  </a:lnTo>
                  <a:lnTo>
                    <a:pt x="3448638" y="549369"/>
                  </a:lnTo>
                  <a:lnTo>
                    <a:pt x="3449298" y="543225"/>
                  </a:lnTo>
                  <a:lnTo>
                    <a:pt x="3449959" y="535721"/>
                  </a:lnTo>
                  <a:lnTo>
                    <a:pt x="3450619" y="529699"/>
                  </a:lnTo>
                  <a:lnTo>
                    <a:pt x="3451280" y="529517"/>
                  </a:lnTo>
                  <a:lnTo>
                    <a:pt x="3451940" y="542600"/>
                  </a:lnTo>
                  <a:lnTo>
                    <a:pt x="3452601" y="544759"/>
                  </a:lnTo>
                  <a:lnTo>
                    <a:pt x="3453261" y="564716"/>
                  </a:lnTo>
                  <a:lnTo>
                    <a:pt x="3453922" y="576923"/>
                  </a:lnTo>
                  <a:lnTo>
                    <a:pt x="3454582" y="582319"/>
                  </a:lnTo>
                  <a:lnTo>
                    <a:pt x="3455243" y="593255"/>
                  </a:lnTo>
                  <a:lnTo>
                    <a:pt x="3455903" y="599725"/>
                  </a:lnTo>
                  <a:lnTo>
                    <a:pt x="3456564" y="590540"/>
                  </a:lnTo>
                  <a:lnTo>
                    <a:pt x="3457225" y="607581"/>
                  </a:lnTo>
                  <a:lnTo>
                    <a:pt x="3457885" y="597692"/>
                  </a:lnTo>
                  <a:lnTo>
                    <a:pt x="3458546" y="599613"/>
                  </a:lnTo>
                  <a:lnTo>
                    <a:pt x="3459206" y="593634"/>
                  </a:lnTo>
                  <a:lnTo>
                    <a:pt x="3459867" y="583940"/>
                  </a:lnTo>
                  <a:lnTo>
                    <a:pt x="3460527" y="577822"/>
                  </a:lnTo>
                  <a:lnTo>
                    <a:pt x="3461188" y="592247"/>
                  </a:lnTo>
                  <a:lnTo>
                    <a:pt x="3461848" y="590402"/>
                  </a:lnTo>
                  <a:lnTo>
                    <a:pt x="3462509" y="604784"/>
                  </a:lnTo>
                  <a:lnTo>
                    <a:pt x="3463169" y="610443"/>
                  </a:lnTo>
                  <a:lnTo>
                    <a:pt x="3463830" y="596555"/>
                  </a:lnTo>
                  <a:lnTo>
                    <a:pt x="3464490" y="592807"/>
                  </a:lnTo>
                  <a:lnTo>
                    <a:pt x="3465151" y="574638"/>
                  </a:lnTo>
                  <a:lnTo>
                    <a:pt x="3465811" y="568996"/>
                  </a:lnTo>
                  <a:lnTo>
                    <a:pt x="3466472" y="579583"/>
                  </a:lnTo>
                  <a:lnTo>
                    <a:pt x="3467133" y="597665"/>
                  </a:lnTo>
                  <a:lnTo>
                    <a:pt x="3467793" y="601214"/>
                  </a:lnTo>
                  <a:lnTo>
                    <a:pt x="3468454" y="597665"/>
                  </a:lnTo>
                  <a:lnTo>
                    <a:pt x="3469114" y="608687"/>
                  </a:lnTo>
                  <a:lnTo>
                    <a:pt x="3469775" y="602180"/>
                  </a:lnTo>
                  <a:lnTo>
                    <a:pt x="3470435" y="593479"/>
                  </a:lnTo>
                  <a:lnTo>
                    <a:pt x="3471096" y="575332"/>
                  </a:lnTo>
                  <a:lnTo>
                    <a:pt x="3471756" y="564435"/>
                  </a:lnTo>
                  <a:lnTo>
                    <a:pt x="3472417" y="566623"/>
                  </a:lnTo>
                  <a:lnTo>
                    <a:pt x="3473077" y="556548"/>
                  </a:lnTo>
                  <a:lnTo>
                    <a:pt x="3473738" y="568025"/>
                  </a:lnTo>
                  <a:lnTo>
                    <a:pt x="3474398" y="584748"/>
                  </a:lnTo>
                  <a:lnTo>
                    <a:pt x="3475059" y="594292"/>
                  </a:lnTo>
                  <a:lnTo>
                    <a:pt x="3475719" y="580727"/>
                  </a:lnTo>
                  <a:lnTo>
                    <a:pt x="3476380" y="587399"/>
                  </a:lnTo>
                  <a:lnTo>
                    <a:pt x="3477041" y="601386"/>
                  </a:lnTo>
                  <a:lnTo>
                    <a:pt x="3477701" y="600246"/>
                  </a:lnTo>
                  <a:lnTo>
                    <a:pt x="3478362" y="588426"/>
                  </a:lnTo>
                  <a:lnTo>
                    <a:pt x="3479022" y="576050"/>
                  </a:lnTo>
                  <a:lnTo>
                    <a:pt x="3479683" y="557300"/>
                  </a:lnTo>
                  <a:lnTo>
                    <a:pt x="3480343" y="569751"/>
                  </a:lnTo>
                  <a:lnTo>
                    <a:pt x="3481004" y="571910"/>
                  </a:lnTo>
                  <a:lnTo>
                    <a:pt x="3481664" y="584513"/>
                  </a:lnTo>
                  <a:lnTo>
                    <a:pt x="3482325" y="601173"/>
                  </a:lnTo>
                  <a:lnTo>
                    <a:pt x="3482985" y="599046"/>
                  </a:lnTo>
                  <a:lnTo>
                    <a:pt x="3483646" y="601599"/>
                  </a:lnTo>
                  <a:lnTo>
                    <a:pt x="3484306" y="606323"/>
                  </a:lnTo>
                  <a:lnTo>
                    <a:pt x="3484967" y="608473"/>
                  </a:lnTo>
                  <a:lnTo>
                    <a:pt x="3485627" y="614974"/>
                  </a:lnTo>
                  <a:lnTo>
                    <a:pt x="3486288" y="614974"/>
                  </a:lnTo>
                  <a:lnTo>
                    <a:pt x="3486948" y="607801"/>
                  </a:lnTo>
                  <a:lnTo>
                    <a:pt x="3487609" y="579019"/>
                  </a:lnTo>
                  <a:lnTo>
                    <a:pt x="3488270" y="580727"/>
                  </a:lnTo>
                  <a:lnTo>
                    <a:pt x="3488930" y="566603"/>
                  </a:lnTo>
                  <a:lnTo>
                    <a:pt x="3489591" y="525816"/>
                  </a:lnTo>
                  <a:lnTo>
                    <a:pt x="3490251" y="569568"/>
                  </a:lnTo>
                  <a:lnTo>
                    <a:pt x="3490912" y="586227"/>
                  </a:lnTo>
                  <a:lnTo>
                    <a:pt x="3491572" y="592168"/>
                  </a:lnTo>
                  <a:lnTo>
                    <a:pt x="3492233" y="588662"/>
                  </a:lnTo>
                  <a:lnTo>
                    <a:pt x="3492893" y="588426"/>
                  </a:lnTo>
                  <a:lnTo>
                    <a:pt x="3493554" y="608017"/>
                  </a:lnTo>
                  <a:lnTo>
                    <a:pt x="3494214" y="607046"/>
                  </a:lnTo>
                  <a:lnTo>
                    <a:pt x="3494875" y="589371"/>
                  </a:lnTo>
                  <a:lnTo>
                    <a:pt x="3495535" y="597579"/>
                  </a:lnTo>
                  <a:lnTo>
                    <a:pt x="3496196" y="616685"/>
                  </a:lnTo>
                  <a:lnTo>
                    <a:pt x="3496856" y="616685"/>
                  </a:lnTo>
                  <a:lnTo>
                    <a:pt x="3497517" y="594292"/>
                  </a:lnTo>
                  <a:lnTo>
                    <a:pt x="3498178" y="584513"/>
                  </a:lnTo>
                  <a:lnTo>
                    <a:pt x="3498838" y="559481"/>
                  </a:lnTo>
                  <a:lnTo>
                    <a:pt x="3499499" y="552455"/>
                  </a:lnTo>
                  <a:lnTo>
                    <a:pt x="3500159" y="554012"/>
                  </a:lnTo>
                  <a:lnTo>
                    <a:pt x="3500820" y="536619"/>
                  </a:lnTo>
                  <a:lnTo>
                    <a:pt x="3501480" y="548765"/>
                  </a:lnTo>
                  <a:lnTo>
                    <a:pt x="3502141" y="564752"/>
                  </a:lnTo>
                  <a:lnTo>
                    <a:pt x="3502801" y="580727"/>
                  </a:lnTo>
                  <a:lnTo>
                    <a:pt x="3503462" y="590675"/>
                  </a:lnTo>
                  <a:lnTo>
                    <a:pt x="3504122" y="601173"/>
                  </a:lnTo>
                  <a:lnTo>
                    <a:pt x="3504783" y="578248"/>
                  </a:lnTo>
                  <a:lnTo>
                    <a:pt x="3505443" y="589418"/>
                  </a:lnTo>
                  <a:lnTo>
                    <a:pt x="3506104" y="610009"/>
                  </a:lnTo>
                  <a:lnTo>
                    <a:pt x="3506764" y="610134"/>
                  </a:lnTo>
                  <a:lnTo>
                    <a:pt x="3507425" y="591322"/>
                  </a:lnTo>
                  <a:lnTo>
                    <a:pt x="3508086" y="601536"/>
                  </a:lnTo>
                  <a:lnTo>
                    <a:pt x="3508746" y="606352"/>
                  </a:lnTo>
                  <a:lnTo>
                    <a:pt x="3509407" y="601599"/>
                  </a:lnTo>
                  <a:lnTo>
                    <a:pt x="3510067" y="593061"/>
                  </a:lnTo>
                  <a:lnTo>
                    <a:pt x="3510728" y="607988"/>
                  </a:lnTo>
                  <a:lnTo>
                    <a:pt x="3511388" y="616656"/>
                  </a:lnTo>
                  <a:lnTo>
                    <a:pt x="3512049" y="615823"/>
                  </a:lnTo>
                  <a:lnTo>
                    <a:pt x="3512709" y="615604"/>
                  </a:lnTo>
                  <a:lnTo>
                    <a:pt x="3513370" y="616457"/>
                  </a:lnTo>
                  <a:lnTo>
                    <a:pt x="3514030" y="611274"/>
                  </a:lnTo>
                  <a:lnTo>
                    <a:pt x="3514691" y="613227"/>
                  </a:lnTo>
                  <a:lnTo>
                    <a:pt x="3515351" y="616685"/>
                  </a:lnTo>
                  <a:lnTo>
                    <a:pt x="3516012" y="614974"/>
                  </a:lnTo>
                  <a:lnTo>
                    <a:pt x="3516672" y="616120"/>
                  </a:lnTo>
                  <a:lnTo>
                    <a:pt x="3517333" y="612460"/>
                  </a:lnTo>
                  <a:lnTo>
                    <a:pt x="3517993" y="610795"/>
                  </a:lnTo>
                  <a:lnTo>
                    <a:pt x="3518654" y="615207"/>
                  </a:lnTo>
                  <a:lnTo>
                    <a:pt x="3519315" y="617871"/>
                  </a:lnTo>
                  <a:lnTo>
                    <a:pt x="3519975" y="614413"/>
                  </a:lnTo>
                  <a:lnTo>
                    <a:pt x="3520636" y="612944"/>
                  </a:lnTo>
                  <a:lnTo>
                    <a:pt x="3521296" y="615768"/>
                  </a:lnTo>
                  <a:lnTo>
                    <a:pt x="3521957" y="617871"/>
                  </a:lnTo>
                  <a:lnTo>
                    <a:pt x="3522617" y="617871"/>
                  </a:lnTo>
                  <a:lnTo>
                    <a:pt x="3523278" y="615958"/>
                  </a:lnTo>
                  <a:lnTo>
                    <a:pt x="3523938" y="602696"/>
                  </a:lnTo>
                  <a:lnTo>
                    <a:pt x="3524599" y="584019"/>
                  </a:lnTo>
                  <a:lnTo>
                    <a:pt x="3525259" y="580743"/>
                  </a:lnTo>
                  <a:lnTo>
                    <a:pt x="3525920" y="598946"/>
                  </a:lnTo>
                  <a:lnTo>
                    <a:pt x="3526580" y="596382"/>
                  </a:lnTo>
                  <a:lnTo>
                    <a:pt x="3527241" y="567905"/>
                  </a:lnTo>
                  <a:lnTo>
                    <a:pt x="3527901" y="546339"/>
                  </a:lnTo>
                  <a:lnTo>
                    <a:pt x="3528562" y="532625"/>
                  </a:lnTo>
                  <a:lnTo>
                    <a:pt x="3529223" y="561465"/>
                  </a:lnTo>
                  <a:lnTo>
                    <a:pt x="3529883" y="575792"/>
                  </a:lnTo>
                  <a:lnTo>
                    <a:pt x="3530544" y="583837"/>
                  </a:lnTo>
                  <a:lnTo>
                    <a:pt x="3531204" y="598530"/>
                  </a:lnTo>
                  <a:lnTo>
                    <a:pt x="3531865" y="598844"/>
                  </a:lnTo>
                  <a:lnTo>
                    <a:pt x="3532525" y="591536"/>
                  </a:lnTo>
                  <a:lnTo>
                    <a:pt x="3533186" y="614207"/>
                  </a:lnTo>
                  <a:lnTo>
                    <a:pt x="3533846" y="617400"/>
                  </a:lnTo>
                  <a:lnTo>
                    <a:pt x="3534507" y="597585"/>
                  </a:lnTo>
                  <a:lnTo>
                    <a:pt x="3535167" y="585415"/>
                  </a:lnTo>
                  <a:lnTo>
                    <a:pt x="3535828" y="589466"/>
                  </a:lnTo>
                  <a:lnTo>
                    <a:pt x="3536488" y="568299"/>
                  </a:lnTo>
                  <a:lnTo>
                    <a:pt x="3537149" y="560775"/>
                  </a:lnTo>
                  <a:lnTo>
                    <a:pt x="3537809" y="606673"/>
                  </a:lnTo>
                  <a:lnTo>
                    <a:pt x="3538470" y="609175"/>
                  </a:lnTo>
                  <a:lnTo>
                    <a:pt x="3539131" y="605702"/>
                  </a:lnTo>
                  <a:lnTo>
                    <a:pt x="3539791" y="599837"/>
                  </a:lnTo>
                  <a:lnTo>
                    <a:pt x="3540452" y="607538"/>
                  </a:lnTo>
                  <a:lnTo>
                    <a:pt x="3541112" y="586773"/>
                  </a:lnTo>
                  <a:lnTo>
                    <a:pt x="3541773" y="582012"/>
                  </a:lnTo>
                  <a:lnTo>
                    <a:pt x="3542433" y="597165"/>
                  </a:lnTo>
                  <a:lnTo>
                    <a:pt x="3543094" y="584019"/>
                  </a:lnTo>
                  <a:lnTo>
                    <a:pt x="3543754" y="598876"/>
                  </a:lnTo>
                  <a:lnTo>
                    <a:pt x="3544415" y="603193"/>
                  </a:lnTo>
                  <a:lnTo>
                    <a:pt x="3545075" y="586334"/>
                  </a:lnTo>
                  <a:lnTo>
                    <a:pt x="3545736" y="573563"/>
                  </a:lnTo>
                  <a:lnTo>
                    <a:pt x="3546396" y="586334"/>
                  </a:lnTo>
                  <a:lnTo>
                    <a:pt x="3547057" y="589466"/>
                  </a:lnTo>
                  <a:lnTo>
                    <a:pt x="3547717" y="585415"/>
                  </a:lnTo>
                  <a:lnTo>
                    <a:pt x="3548378" y="588123"/>
                  </a:lnTo>
                  <a:lnTo>
                    <a:pt x="3549039" y="592036"/>
                  </a:lnTo>
                  <a:lnTo>
                    <a:pt x="3549699" y="556065"/>
                  </a:lnTo>
                  <a:lnTo>
                    <a:pt x="3550360" y="551558"/>
                  </a:lnTo>
                  <a:lnTo>
                    <a:pt x="3551020" y="564022"/>
                  </a:lnTo>
                  <a:lnTo>
                    <a:pt x="3551681" y="562024"/>
                  </a:lnTo>
                  <a:lnTo>
                    <a:pt x="3552341" y="569153"/>
                  </a:lnTo>
                  <a:lnTo>
                    <a:pt x="3553002" y="569153"/>
                  </a:lnTo>
                  <a:lnTo>
                    <a:pt x="3553662" y="592036"/>
                  </a:lnTo>
                  <a:lnTo>
                    <a:pt x="3554323" y="598961"/>
                  </a:lnTo>
                  <a:lnTo>
                    <a:pt x="3554983" y="601582"/>
                  </a:lnTo>
                  <a:lnTo>
                    <a:pt x="3555644" y="600220"/>
                  </a:lnTo>
                  <a:lnTo>
                    <a:pt x="3556304" y="610005"/>
                  </a:lnTo>
                  <a:lnTo>
                    <a:pt x="3556965" y="596511"/>
                  </a:lnTo>
                  <a:lnTo>
                    <a:pt x="3557625" y="576718"/>
                  </a:lnTo>
                  <a:lnTo>
                    <a:pt x="3558286" y="590828"/>
                  </a:lnTo>
                  <a:lnTo>
                    <a:pt x="3558946" y="602093"/>
                  </a:lnTo>
                  <a:lnTo>
                    <a:pt x="3559607" y="612944"/>
                  </a:lnTo>
                  <a:lnTo>
                    <a:pt x="3560268" y="609521"/>
                  </a:lnTo>
                  <a:lnTo>
                    <a:pt x="3560928" y="605265"/>
                  </a:lnTo>
                  <a:lnTo>
                    <a:pt x="3561589" y="584154"/>
                  </a:lnTo>
                  <a:lnTo>
                    <a:pt x="3562249" y="573563"/>
                  </a:lnTo>
                  <a:lnTo>
                    <a:pt x="3562910" y="595608"/>
                  </a:lnTo>
                  <a:lnTo>
                    <a:pt x="3563570" y="596699"/>
                  </a:lnTo>
                  <a:lnTo>
                    <a:pt x="3564231" y="584336"/>
                  </a:lnTo>
                  <a:lnTo>
                    <a:pt x="3564891" y="557789"/>
                  </a:lnTo>
                  <a:lnTo>
                    <a:pt x="3565552" y="571327"/>
                  </a:lnTo>
                  <a:lnTo>
                    <a:pt x="3566212" y="594729"/>
                  </a:lnTo>
                  <a:lnTo>
                    <a:pt x="3566873" y="597088"/>
                  </a:lnTo>
                  <a:lnTo>
                    <a:pt x="3567533" y="585415"/>
                  </a:lnTo>
                  <a:lnTo>
                    <a:pt x="3568194" y="577112"/>
                  </a:lnTo>
                  <a:lnTo>
                    <a:pt x="3568854" y="579842"/>
                  </a:lnTo>
                  <a:lnTo>
                    <a:pt x="3569515" y="584336"/>
                  </a:lnTo>
                  <a:lnTo>
                    <a:pt x="3570176" y="571327"/>
                  </a:lnTo>
                  <a:lnTo>
                    <a:pt x="3570836" y="575520"/>
                  </a:lnTo>
                  <a:lnTo>
                    <a:pt x="3571497" y="587090"/>
                  </a:lnTo>
                  <a:lnTo>
                    <a:pt x="3572157" y="604144"/>
                  </a:lnTo>
                  <a:lnTo>
                    <a:pt x="3572818" y="612832"/>
                  </a:lnTo>
                  <a:lnTo>
                    <a:pt x="3573478" y="602790"/>
                  </a:lnTo>
                  <a:lnTo>
                    <a:pt x="3574139" y="600220"/>
                  </a:lnTo>
                  <a:lnTo>
                    <a:pt x="3574799" y="613887"/>
                  </a:lnTo>
                  <a:lnTo>
                    <a:pt x="3575460" y="615425"/>
                  </a:lnTo>
                  <a:lnTo>
                    <a:pt x="3576120" y="595090"/>
                  </a:lnTo>
                  <a:lnTo>
                    <a:pt x="3576781" y="605265"/>
                  </a:lnTo>
                  <a:lnTo>
                    <a:pt x="3577441" y="605265"/>
                  </a:lnTo>
                  <a:lnTo>
                    <a:pt x="3578102" y="576109"/>
                  </a:lnTo>
                  <a:lnTo>
                    <a:pt x="3578762" y="596699"/>
                  </a:lnTo>
                  <a:lnTo>
                    <a:pt x="3579423" y="590020"/>
                  </a:lnTo>
                  <a:lnTo>
                    <a:pt x="3580084" y="578297"/>
                  </a:lnTo>
                  <a:lnTo>
                    <a:pt x="3580744" y="595090"/>
                  </a:lnTo>
                  <a:lnTo>
                    <a:pt x="3581405" y="588123"/>
                  </a:lnTo>
                  <a:lnTo>
                    <a:pt x="3582065" y="576291"/>
                  </a:lnTo>
                  <a:lnTo>
                    <a:pt x="3582726" y="560087"/>
                  </a:lnTo>
                  <a:lnTo>
                    <a:pt x="3583386" y="551558"/>
                  </a:lnTo>
                  <a:lnTo>
                    <a:pt x="3584047" y="569548"/>
                  </a:lnTo>
                  <a:lnTo>
                    <a:pt x="3584707" y="587940"/>
                  </a:lnTo>
                  <a:lnTo>
                    <a:pt x="3585368" y="613872"/>
                  </a:lnTo>
                  <a:lnTo>
                    <a:pt x="3586028" y="615854"/>
                  </a:lnTo>
                  <a:lnTo>
                    <a:pt x="3586689" y="615854"/>
                  </a:lnTo>
                  <a:lnTo>
                    <a:pt x="3587349" y="617114"/>
                  </a:lnTo>
                  <a:lnTo>
                    <a:pt x="3588010" y="602093"/>
                  </a:lnTo>
                  <a:lnTo>
                    <a:pt x="3588670" y="612174"/>
                  </a:lnTo>
                  <a:lnTo>
                    <a:pt x="3589331" y="615854"/>
                  </a:lnTo>
                  <a:lnTo>
                    <a:pt x="3589991" y="615775"/>
                  </a:lnTo>
                  <a:lnTo>
                    <a:pt x="3590652" y="598527"/>
                  </a:lnTo>
                  <a:lnTo>
                    <a:pt x="3591313" y="614413"/>
                  </a:lnTo>
                  <a:lnTo>
                    <a:pt x="3591973" y="611513"/>
                  </a:lnTo>
                  <a:lnTo>
                    <a:pt x="3592634" y="615854"/>
                  </a:lnTo>
                  <a:lnTo>
                    <a:pt x="3593294" y="615652"/>
                  </a:lnTo>
                  <a:lnTo>
                    <a:pt x="3593955" y="602093"/>
                  </a:lnTo>
                  <a:lnTo>
                    <a:pt x="3594615" y="586578"/>
                  </a:lnTo>
                  <a:lnTo>
                    <a:pt x="3595276" y="598876"/>
                  </a:lnTo>
                  <a:lnTo>
                    <a:pt x="3595936" y="610672"/>
                  </a:lnTo>
                  <a:lnTo>
                    <a:pt x="3596597" y="615396"/>
                  </a:lnTo>
                  <a:lnTo>
                    <a:pt x="3597257" y="601562"/>
                  </a:lnTo>
                  <a:lnTo>
                    <a:pt x="3597918" y="569153"/>
                  </a:lnTo>
                  <a:lnTo>
                    <a:pt x="3598578" y="557578"/>
                  </a:lnTo>
                  <a:lnTo>
                    <a:pt x="3599239" y="575520"/>
                  </a:lnTo>
                  <a:lnTo>
                    <a:pt x="3599899" y="592036"/>
                  </a:lnTo>
                  <a:lnTo>
                    <a:pt x="3600560" y="595150"/>
                  </a:lnTo>
                  <a:lnTo>
                    <a:pt x="3601221" y="603400"/>
                  </a:lnTo>
                  <a:lnTo>
                    <a:pt x="3601881" y="610005"/>
                  </a:lnTo>
                  <a:lnTo>
                    <a:pt x="3602542" y="612832"/>
                  </a:lnTo>
                  <a:lnTo>
                    <a:pt x="3603202" y="615652"/>
                  </a:lnTo>
                  <a:lnTo>
                    <a:pt x="3603863" y="615624"/>
                  </a:lnTo>
                  <a:lnTo>
                    <a:pt x="3604523" y="615396"/>
                  </a:lnTo>
                  <a:lnTo>
                    <a:pt x="3605184" y="615396"/>
                  </a:lnTo>
                  <a:lnTo>
                    <a:pt x="3605844" y="615481"/>
                  </a:lnTo>
                  <a:lnTo>
                    <a:pt x="3606505" y="615826"/>
                  </a:lnTo>
                  <a:lnTo>
                    <a:pt x="3607165" y="617212"/>
                  </a:lnTo>
                  <a:lnTo>
                    <a:pt x="3607826" y="615624"/>
                  </a:lnTo>
                  <a:lnTo>
                    <a:pt x="3608486" y="612803"/>
                  </a:lnTo>
                  <a:lnTo>
                    <a:pt x="3609147" y="601562"/>
                  </a:lnTo>
                  <a:lnTo>
                    <a:pt x="3609807" y="579660"/>
                  </a:lnTo>
                  <a:lnTo>
                    <a:pt x="3610468" y="576109"/>
                  </a:lnTo>
                  <a:lnTo>
                    <a:pt x="3611129" y="584154"/>
                  </a:lnTo>
                  <a:lnTo>
                    <a:pt x="3611789" y="584154"/>
                  </a:lnTo>
                  <a:lnTo>
                    <a:pt x="3612450" y="592426"/>
                  </a:lnTo>
                  <a:lnTo>
                    <a:pt x="3613110" y="613859"/>
                  </a:lnTo>
                  <a:lnTo>
                    <a:pt x="3613771" y="611748"/>
                  </a:lnTo>
                  <a:lnTo>
                    <a:pt x="3614431" y="570031"/>
                  </a:lnTo>
                  <a:lnTo>
                    <a:pt x="3615092" y="584154"/>
                  </a:lnTo>
                  <a:lnTo>
                    <a:pt x="3615752" y="593851"/>
                  </a:lnTo>
                  <a:lnTo>
                    <a:pt x="3616413" y="573178"/>
                  </a:lnTo>
                  <a:lnTo>
                    <a:pt x="3617073" y="579660"/>
                  </a:lnTo>
                  <a:lnTo>
                    <a:pt x="3617734" y="595778"/>
                  </a:lnTo>
                  <a:lnTo>
                    <a:pt x="3618394" y="601590"/>
                  </a:lnTo>
                  <a:lnTo>
                    <a:pt x="3619055" y="607855"/>
                  </a:lnTo>
                  <a:lnTo>
                    <a:pt x="3619715" y="606114"/>
                  </a:lnTo>
                  <a:lnTo>
                    <a:pt x="3620376" y="564057"/>
                  </a:lnTo>
                  <a:lnTo>
                    <a:pt x="3621037" y="548746"/>
                  </a:lnTo>
                  <a:lnTo>
                    <a:pt x="3621697" y="555807"/>
                  </a:lnTo>
                  <a:lnTo>
                    <a:pt x="3622358" y="554067"/>
                  </a:lnTo>
                  <a:lnTo>
                    <a:pt x="3623018" y="569153"/>
                  </a:lnTo>
                  <a:lnTo>
                    <a:pt x="3623679" y="586908"/>
                  </a:lnTo>
                  <a:lnTo>
                    <a:pt x="3624339" y="604116"/>
                  </a:lnTo>
                  <a:lnTo>
                    <a:pt x="3625000" y="598847"/>
                  </a:lnTo>
                  <a:lnTo>
                    <a:pt x="3625660" y="591853"/>
                  </a:lnTo>
                  <a:lnTo>
                    <a:pt x="3626321" y="582147"/>
                  </a:lnTo>
                  <a:lnTo>
                    <a:pt x="3626981" y="579660"/>
                  </a:lnTo>
                  <a:lnTo>
                    <a:pt x="3627642" y="578114"/>
                  </a:lnTo>
                  <a:lnTo>
                    <a:pt x="3628302" y="553885"/>
                  </a:lnTo>
                  <a:lnTo>
                    <a:pt x="3628963" y="537620"/>
                  </a:lnTo>
                  <a:lnTo>
                    <a:pt x="3629623" y="553885"/>
                  </a:lnTo>
                  <a:lnTo>
                    <a:pt x="3630284" y="564823"/>
                  </a:lnTo>
                  <a:lnTo>
                    <a:pt x="3630944" y="586845"/>
                  </a:lnTo>
                  <a:lnTo>
                    <a:pt x="3631605" y="605924"/>
                  </a:lnTo>
                  <a:lnTo>
                    <a:pt x="3632266" y="598847"/>
                  </a:lnTo>
                  <a:lnTo>
                    <a:pt x="3632926" y="584154"/>
                  </a:lnTo>
                  <a:lnTo>
                    <a:pt x="3633587" y="584154"/>
                  </a:lnTo>
                  <a:lnTo>
                    <a:pt x="3634247" y="588123"/>
                  </a:lnTo>
                  <a:lnTo>
                    <a:pt x="3634908" y="597654"/>
                  </a:lnTo>
                  <a:lnTo>
                    <a:pt x="3635568" y="600871"/>
                  </a:lnTo>
                  <a:lnTo>
                    <a:pt x="3636229" y="617644"/>
                  </a:lnTo>
                  <a:lnTo>
                    <a:pt x="3636889" y="612460"/>
                  </a:lnTo>
                  <a:lnTo>
                    <a:pt x="3637550" y="608987"/>
                  </a:lnTo>
                  <a:lnTo>
                    <a:pt x="3638210" y="607083"/>
                  </a:lnTo>
                  <a:lnTo>
                    <a:pt x="3638871" y="593252"/>
                  </a:lnTo>
                  <a:lnTo>
                    <a:pt x="3639531" y="596472"/>
                  </a:lnTo>
                  <a:lnTo>
                    <a:pt x="3640192" y="608987"/>
                  </a:lnTo>
                  <a:lnTo>
                    <a:pt x="3640852" y="617871"/>
                  </a:lnTo>
                  <a:lnTo>
                    <a:pt x="3641513" y="614413"/>
                  </a:lnTo>
                  <a:lnTo>
                    <a:pt x="3642174" y="593252"/>
                  </a:lnTo>
                  <a:lnTo>
                    <a:pt x="3642834" y="607083"/>
                  </a:lnTo>
                  <a:lnTo>
                    <a:pt x="3643495" y="617400"/>
                  </a:lnTo>
                  <a:lnTo>
                    <a:pt x="3644155" y="617871"/>
                  </a:lnTo>
                  <a:lnTo>
                    <a:pt x="3644816" y="607083"/>
                  </a:lnTo>
                  <a:lnTo>
                    <a:pt x="3645476" y="584972"/>
                  </a:lnTo>
                  <a:lnTo>
                    <a:pt x="3646137" y="584972"/>
                  </a:lnTo>
                  <a:lnTo>
                    <a:pt x="3646797" y="582312"/>
                  </a:lnTo>
                  <a:lnTo>
                    <a:pt x="3647458" y="600220"/>
                  </a:lnTo>
                  <a:lnTo>
                    <a:pt x="3648118" y="600220"/>
                  </a:lnTo>
                  <a:lnTo>
                    <a:pt x="3648779" y="593252"/>
                  </a:lnTo>
                  <a:lnTo>
                    <a:pt x="3649439" y="608233"/>
                  </a:lnTo>
                  <a:lnTo>
                    <a:pt x="3650100" y="604752"/>
                  </a:lnTo>
                  <a:lnTo>
                    <a:pt x="3650760" y="608987"/>
                  </a:lnTo>
                  <a:lnTo>
                    <a:pt x="3651421" y="596028"/>
                  </a:lnTo>
                  <a:lnTo>
                    <a:pt x="3652082" y="581541"/>
                  </a:lnTo>
                  <a:lnTo>
                    <a:pt x="3652742" y="603400"/>
                  </a:lnTo>
                  <a:lnTo>
                    <a:pt x="3653403" y="614413"/>
                  </a:lnTo>
                  <a:lnTo>
                    <a:pt x="3654063" y="596028"/>
                  </a:lnTo>
                  <a:lnTo>
                    <a:pt x="3654724" y="584497"/>
                  </a:lnTo>
                  <a:lnTo>
                    <a:pt x="3655384" y="589466"/>
                  </a:lnTo>
                  <a:lnTo>
                    <a:pt x="3656045" y="595150"/>
                  </a:lnTo>
                  <a:lnTo>
                    <a:pt x="3656705" y="600220"/>
                  </a:lnTo>
                  <a:lnTo>
                    <a:pt x="3657366" y="590828"/>
                  </a:lnTo>
                  <a:lnTo>
                    <a:pt x="3658026" y="577595"/>
                  </a:lnTo>
                  <a:lnTo>
                    <a:pt x="3658687" y="600937"/>
                  </a:lnTo>
                  <a:lnTo>
                    <a:pt x="3659347" y="600220"/>
                  </a:lnTo>
                  <a:lnTo>
                    <a:pt x="3660008" y="584053"/>
                  </a:lnTo>
                  <a:lnTo>
                    <a:pt x="3660668" y="584972"/>
                  </a:lnTo>
                  <a:lnTo>
                    <a:pt x="3661329" y="571274"/>
                  </a:lnTo>
                  <a:lnTo>
                    <a:pt x="3661989" y="536246"/>
                  </a:lnTo>
                  <a:lnTo>
                    <a:pt x="3662650" y="545060"/>
                  </a:lnTo>
                  <a:lnTo>
                    <a:pt x="3663311" y="566554"/>
                  </a:lnTo>
                  <a:lnTo>
                    <a:pt x="3663971" y="575173"/>
                  </a:lnTo>
                  <a:lnTo>
                    <a:pt x="3664632" y="561645"/>
                  </a:lnTo>
                  <a:lnTo>
                    <a:pt x="3665292" y="547968"/>
                  </a:lnTo>
                  <a:lnTo>
                    <a:pt x="3665953" y="523822"/>
                  </a:lnTo>
                  <a:lnTo>
                    <a:pt x="3666613" y="529363"/>
                  </a:lnTo>
                  <a:lnTo>
                    <a:pt x="3667274" y="553199"/>
                  </a:lnTo>
                  <a:lnTo>
                    <a:pt x="3667934" y="589466"/>
                  </a:lnTo>
                  <a:lnTo>
                    <a:pt x="3668595" y="604752"/>
                  </a:lnTo>
                  <a:lnTo>
                    <a:pt x="3669255" y="580027"/>
                  </a:lnTo>
                  <a:lnTo>
                    <a:pt x="3669916" y="563189"/>
                  </a:lnTo>
                  <a:lnTo>
                    <a:pt x="3670576" y="563189"/>
                  </a:lnTo>
                  <a:lnTo>
                    <a:pt x="3671237" y="569406"/>
                  </a:lnTo>
                  <a:lnTo>
                    <a:pt x="3671897" y="567916"/>
                  </a:lnTo>
                  <a:lnTo>
                    <a:pt x="3672558" y="569406"/>
                  </a:lnTo>
                  <a:lnTo>
                    <a:pt x="3673219" y="553016"/>
                  </a:lnTo>
                  <a:lnTo>
                    <a:pt x="3673879" y="549330"/>
                  </a:lnTo>
                  <a:lnTo>
                    <a:pt x="3674540" y="556073"/>
                  </a:lnTo>
                  <a:lnTo>
                    <a:pt x="3675200" y="580561"/>
                  </a:lnTo>
                  <a:lnTo>
                    <a:pt x="3675861" y="551654"/>
                  </a:lnTo>
                  <a:lnTo>
                    <a:pt x="3676521" y="554711"/>
                  </a:lnTo>
                  <a:lnTo>
                    <a:pt x="3677182" y="556073"/>
                  </a:lnTo>
                  <a:lnTo>
                    <a:pt x="3677842" y="556073"/>
                  </a:lnTo>
                  <a:lnTo>
                    <a:pt x="3678503" y="556073"/>
                  </a:lnTo>
                  <a:lnTo>
                    <a:pt x="3679163" y="553016"/>
                  </a:lnTo>
                  <a:lnTo>
                    <a:pt x="3679824" y="545420"/>
                  </a:lnTo>
                  <a:lnTo>
                    <a:pt x="3680484" y="529363"/>
                  </a:lnTo>
                  <a:lnTo>
                    <a:pt x="3681145" y="541701"/>
                  </a:lnTo>
                  <a:lnTo>
                    <a:pt x="3681805" y="546339"/>
                  </a:lnTo>
                  <a:lnTo>
                    <a:pt x="3682466" y="543701"/>
                  </a:lnTo>
                  <a:lnTo>
                    <a:pt x="3683127" y="543884"/>
                  </a:lnTo>
                  <a:lnTo>
                    <a:pt x="3683787" y="545159"/>
                  </a:lnTo>
                  <a:lnTo>
                    <a:pt x="3684448" y="548150"/>
                  </a:lnTo>
                  <a:lnTo>
                    <a:pt x="3685108" y="571026"/>
                  </a:lnTo>
                  <a:lnTo>
                    <a:pt x="3685769" y="566737"/>
                  </a:lnTo>
                  <a:lnTo>
                    <a:pt x="3686429" y="548150"/>
                  </a:lnTo>
                  <a:lnTo>
                    <a:pt x="3687090" y="553199"/>
                  </a:lnTo>
                  <a:lnTo>
                    <a:pt x="3687750" y="568488"/>
                  </a:lnTo>
                  <a:lnTo>
                    <a:pt x="3688411" y="582720"/>
                  </a:lnTo>
                  <a:lnTo>
                    <a:pt x="3689071" y="561267"/>
                  </a:lnTo>
                  <a:lnTo>
                    <a:pt x="3689732" y="580561"/>
                  </a:lnTo>
                  <a:lnTo>
                    <a:pt x="3690392" y="594432"/>
                  </a:lnTo>
                  <a:lnTo>
                    <a:pt x="3691053" y="569406"/>
                  </a:lnTo>
                  <a:lnTo>
                    <a:pt x="3691713" y="562088"/>
                  </a:lnTo>
                  <a:lnTo>
                    <a:pt x="3692374" y="548411"/>
                  </a:lnTo>
                  <a:lnTo>
                    <a:pt x="3693035" y="568488"/>
                  </a:lnTo>
                  <a:lnTo>
                    <a:pt x="3693695" y="583491"/>
                  </a:lnTo>
                  <a:lnTo>
                    <a:pt x="3694356" y="556073"/>
                  </a:lnTo>
                  <a:lnTo>
                    <a:pt x="3695016" y="553016"/>
                  </a:lnTo>
                  <a:lnTo>
                    <a:pt x="3695677" y="541701"/>
                  </a:lnTo>
                  <a:lnTo>
                    <a:pt x="3696337" y="541701"/>
                  </a:lnTo>
                  <a:lnTo>
                    <a:pt x="3696998" y="541701"/>
                  </a:lnTo>
                  <a:lnTo>
                    <a:pt x="3697658" y="541701"/>
                  </a:lnTo>
                  <a:lnTo>
                    <a:pt x="3698319" y="524005"/>
                  </a:lnTo>
                  <a:lnTo>
                    <a:pt x="3698979" y="541884"/>
                  </a:lnTo>
                  <a:lnTo>
                    <a:pt x="3699640" y="578709"/>
                  </a:lnTo>
                  <a:lnTo>
                    <a:pt x="3700300" y="577791"/>
                  </a:lnTo>
                  <a:lnTo>
                    <a:pt x="3700961" y="559123"/>
                  </a:lnTo>
                  <a:lnTo>
                    <a:pt x="3701621" y="565171"/>
                  </a:lnTo>
                  <a:lnTo>
                    <a:pt x="3702282" y="580743"/>
                  </a:lnTo>
                  <a:lnTo>
                    <a:pt x="3702942" y="578709"/>
                  </a:lnTo>
                  <a:lnTo>
                    <a:pt x="3703603" y="583674"/>
                  </a:lnTo>
                  <a:lnTo>
                    <a:pt x="3704264" y="584972"/>
                  </a:lnTo>
                  <a:lnTo>
                    <a:pt x="3704924" y="599916"/>
                  </a:lnTo>
                  <a:lnTo>
                    <a:pt x="3705585" y="601582"/>
                  </a:lnTo>
                  <a:lnTo>
                    <a:pt x="3706245" y="596511"/>
                  </a:lnTo>
                  <a:lnTo>
                    <a:pt x="3706906" y="563189"/>
                  </a:lnTo>
                  <a:lnTo>
                    <a:pt x="3707566" y="549512"/>
                  </a:lnTo>
                  <a:lnTo>
                    <a:pt x="3708227" y="543884"/>
                  </a:lnTo>
                  <a:lnTo>
                    <a:pt x="3708887" y="543701"/>
                  </a:lnTo>
                  <a:lnTo>
                    <a:pt x="3709548" y="543701"/>
                  </a:lnTo>
                  <a:lnTo>
                    <a:pt x="3710208" y="553016"/>
                  </a:lnTo>
                  <a:lnTo>
                    <a:pt x="3710869" y="556073"/>
                  </a:lnTo>
                  <a:lnTo>
                    <a:pt x="3711529" y="549330"/>
                  </a:lnTo>
                  <a:lnTo>
                    <a:pt x="3712190" y="543701"/>
                  </a:lnTo>
                  <a:lnTo>
                    <a:pt x="3712850" y="549330"/>
                  </a:lnTo>
                  <a:lnTo>
                    <a:pt x="3713511" y="556073"/>
                  </a:lnTo>
                  <a:lnTo>
                    <a:pt x="3714172" y="526736"/>
                  </a:lnTo>
                  <a:lnTo>
                    <a:pt x="3714832" y="507952"/>
                  </a:lnTo>
                  <a:lnTo>
                    <a:pt x="3715493" y="563189"/>
                  </a:lnTo>
                  <a:lnTo>
                    <a:pt x="3716153" y="568098"/>
                  </a:lnTo>
                  <a:lnTo>
                    <a:pt x="3716814" y="561449"/>
                  </a:lnTo>
                  <a:lnTo>
                    <a:pt x="3717474" y="580743"/>
                  </a:lnTo>
                  <a:lnTo>
                    <a:pt x="3718135" y="568227"/>
                  </a:lnTo>
                  <a:lnTo>
                    <a:pt x="3718795" y="568044"/>
                  </a:lnTo>
                  <a:lnTo>
                    <a:pt x="3719456" y="579401"/>
                  </a:lnTo>
                  <a:lnTo>
                    <a:pt x="3720116" y="549330"/>
                  </a:lnTo>
                  <a:lnTo>
                    <a:pt x="3720777" y="541701"/>
                  </a:lnTo>
                  <a:lnTo>
                    <a:pt x="3721437" y="545002"/>
                  </a:lnTo>
                  <a:lnTo>
                    <a:pt x="3722098" y="543468"/>
                  </a:lnTo>
                  <a:lnTo>
                    <a:pt x="3722758" y="530011"/>
                  </a:lnTo>
                  <a:lnTo>
                    <a:pt x="3723419" y="535178"/>
                  </a:lnTo>
                  <a:lnTo>
                    <a:pt x="3724080" y="527316"/>
                  </a:lnTo>
                  <a:lnTo>
                    <a:pt x="3724740" y="519649"/>
                  </a:lnTo>
                  <a:lnTo>
                    <a:pt x="3725401" y="536625"/>
                  </a:lnTo>
                  <a:lnTo>
                    <a:pt x="3726061" y="535707"/>
                  </a:lnTo>
                  <a:lnTo>
                    <a:pt x="3726722" y="531988"/>
                  </a:lnTo>
                  <a:lnTo>
                    <a:pt x="3727382" y="532170"/>
                  </a:lnTo>
                  <a:lnTo>
                    <a:pt x="3728043" y="524503"/>
                  </a:lnTo>
                  <a:lnTo>
                    <a:pt x="3728703" y="579381"/>
                  </a:lnTo>
                  <a:lnTo>
                    <a:pt x="3729364" y="584053"/>
                  </a:lnTo>
                  <a:lnTo>
                    <a:pt x="3730024" y="556647"/>
                  </a:lnTo>
                  <a:lnTo>
                    <a:pt x="3730685" y="579584"/>
                  </a:lnTo>
                  <a:lnTo>
                    <a:pt x="3731345" y="600220"/>
                  </a:lnTo>
                  <a:lnTo>
                    <a:pt x="3732006" y="589284"/>
                  </a:lnTo>
                  <a:lnTo>
                    <a:pt x="3732666" y="587720"/>
                  </a:lnTo>
                  <a:lnTo>
                    <a:pt x="3733327" y="589727"/>
                  </a:lnTo>
                  <a:lnTo>
                    <a:pt x="3733987" y="543764"/>
                  </a:lnTo>
                  <a:lnTo>
                    <a:pt x="3734648" y="522840"/>
                  </a:lnTo>
                  <a:lnTo>
                    <a:pt x="3735309" y="535841"/>
                  </a:lnTo>
                  <a:lnTo>
                    <a:pt x="3735969" y="537468"/>
                  </a:lnTo>
                  <a:lnTo>
                    <a:pt x="3736630" y="541002"/>
                  </a:lnTo>
                  <a:lnTo>
                    <a:pt x="3737290" y="541701"/>
                  </a:lnTo>
                  <a:lnTo>
                    <a:pt x="3737951" y="543701"/>
                  </a:lnTo>
                  <a:lnTo>
                    <a:pt x="3738611" y="558940"/>
                  </a:lnTo>
                  <a:lnTo>
                    <a:pt x="3739272" y="567916"/>
                  </a:lnTo>
                  <a:lnTo>
                    <a:pt x="3739932" y="543701"/>
                  </a:lnTo>
                  <a:lnTo>
                    <a:pt x="3740593" y="561267"/>
                  </a:lnTo>
                  <a:lnTo>
                    <a:pt x="3741253" y="579401"/>
                  </a:lnTo>
                  <a:lnTo>
                    <a:pt x="3741914" y="559905"/>
                  </a:lnTo>
                  <a:lnTo>
                    <a:pt x="3742574" y="541701"/>
                  </a:lnTo>
                  <a:lnTo>
                    <a:pt x="3743235" y="534953"/>
                  </a:lnTo>
                  <a:lnTo>
                    <a:pt x="3743895" y="544977"/>
                  </a:lnTo>
                  <a:lnTo>
                    <a:pt x="3744556" y="561645"/>
                  </a:lnTo>
                  <a:lnTo>
                    <a:pt x="3745217" y="551654"/>
                  </a:lnTo>
                  <a:lnTo>
                    <a:pt x="3745877" y="556255"/>
                  </a:lnTo>
                  <a:lnTo>
                    <a:pt x="3746538" y="549512"/>
                  </a:lnTo>
                  <a:lnTo>
                    <a:pt x="3747198" y="555337"/>
                  </a:lnTo>
                  <a:lnTo>
                    <a:pt x="3747859" y="576718"/>
                  </a:lnTo>
                  <a:lnTo>
                    <a:pt x="3748519" y="577112"/>
                  </a:lnTo>
                  <a:lnTo>
                    <a:pt x="3749180" y="582312"/>
                  </a:lnTo>
                  <a:lnTo>
                    <a:pt x="3749840" y="592036"/>
                  </a:lnTo>
                  <a:lnTo>
                    <a:pt x="3750501" y="604144"/>
                  </a:lnTo>
                  <a:lnTo>
                    <a:pt x="3751161" y="604144"/>
                  </a:lnTo>
                  <a:lnTo>
                    <a:pt x="3751822" y="584154"/>
                  </a:lnTo>
                  <a:lnTo>
                    <a:pt x="3752482" y="573381"/>
                  </a:lnTo>
                  <a:lnTo>
                    <a:pt x="3753143" y="589837"/>
                  </a:lnTo>
                  <a:lnTo>
                    <a:pt x="3753803" y="578297"/>
                  </a:lnTo>
                  <a:lnTo>
                    <a:pt x="3754464" y="576291"/>
                  </a:lnTo>
                  <a:lnTo>
                    <a:pt x="3755125" y="604144"/>
                  </a:lnTo>
                  <a:lnTo>
                    <a:pt x="3755785" y="599916"/>
                  </a:lnTo>
                  <a:lnTo>
                    <a:pt x="3756446" y="599916"/>
                  </a:lnTo>
                  <a:lnTo>
                    <a:pt x="3757106" y="590899"/>
                  </a:lnTo>
                  <a:lnTo>
                    <a:pt x="3757767" y="601675"/>
                  </a:lnTo>
                  <a:lnTo>
                    <a:pt x="3758427" y="608941"/>
                  </a:lnTo>
                  <a:lnTo>
                    <a:pt x="3759088" y="601647"/>
                  </a:lnTo>
                  <a:lnTo>
                    <a:pt x="3759748" y="610643"/>
                  </a:lnTo>
                  <a:lnTo>
                    <a:pt x="3760409" y="613365"/>
                  </a:lnTo>
                  <a:lnTo>
                    <a:pt x="3761069" y="612803"/>
                  </a:lnTo>
                  <a:lnTo>
                    <a:pt x="3761730" y="611513"/>
                  </a:lnTo>
                  <a:lnTo>
                    <a:pt x="3762390" y="615182"/>
                  </a:lnTo>
                  <a:lnTo>
                    <a:pt x="3763051" y="610672"/>
                  </a:lnTo>
                  <a:lnTo>
                    <a:pt x="3763711" y="587940"/>
                  </a:lnTo>
                  <a:lnTo>
                    <a:pt x="3764372" y="600776"/>
                  </a:lnTo>
                  <a:lnTo>
                    <a:pt x="3765033" y="599447"/>
                  </a:lnTo>
                  <a:lnTo>
                    <a:pt x="3765693" y="578868"/>
                  </a:lnTo>
                  <a:lnTo>
                    <a:pt x="3766354" y="594856"/>
                  </a:lnTo>
                  <a:lnTo>
                    <a:pt x="3767014" y="593026"/>
                  </a:lnTo>
                  <a:lnTo>
                    <a:pt x="3767675" y="574135"/>
                  </a:lnTo>
                  <a:lnTo>
                    <a:pt x="3768335" y="548386"/>
                  </a:lnTo>
                  <a:lnTo>
                    <a:pt x="3768996" y="537071"/>
                  </a:lnTo>
                  <a:lnTo>
                    <a:pt x="3769656" y="558177"/>
                  </a:lnTo>
                  <a:lnTo>
                    <a:pt x="3770317" y="562595"/>
                  </a:lnTo>
                  <a:lnTo>
                    <a:pt x="3770977" y="554456"/>
                  </a:lnTo>
                  <a:lnTo>
                    <a:pt x="3771638" y="573750"/>
                  </a:lnTo>
                  <a:lnTo>
                    <a:pt x="3772298" y="573750"/>
                  </a:lnTo>
                  <a:lnTo>
                    <a:pt x="3772959" y="581837"/>
                  </a:lnTo>
                  <a:lnTo>
                    <a:pt x="3773619" y="580231"/>
                  </a:lnTo>
                  <a:lnTo>
                    <a:pt x="3774280" y="590509"/>
                  </a:lnTo>
                  <a:lnTo>
                    <a:pt x="3774940" y="614657"/>
                  </a:lnTo>
                  <a:lnTo>
                    <a:pt x="3775601" y="601592"/>
                  </a:lnTo>
                  <a:lnTo>
                    <a:pt x="3776262" y="590424"/>
                  </a:lnTo>
                  <a:lnTo>
                    <a:pt x="3776922" y="612351"/>
                  </a:lnTo>
                  <a:lnTo>
                    <a:pt x="3777583" y="612582"/>
                  </a:lnTo>
                  <a:lnTo>
                    <a:pt x="3778243" y="578600"/>
                  </a:lnTo>
                  <a:lnTo>
                    <a:pt x="3778904" y="542519"/>
                  </a:lnTo>
                  <a:lnTo>
                    <a:pt x="3779564" y="562216"/>
                  </a:lnTo>
                  <a:lnTo>
                    <a:pt x="3780225" y="548539"/>
                  </a:lnTo>
                  <a:lnTo>
                    <a:pt x="3780885" y="555726"/>
                  </a:lnTo>
                  <a:lnTo>
                    <a:pt x="3781546" y="576441"/>
                  </a:lnTo>
                  <a:lnTo>
                    <a:pt x="3782206" y="589855"/>
                  </a:lnTo>
                  <a:lnTo>
                    <a:pt x="3782867" y="585361"/>
                  </a:lnTo>
                  <a:lnTo>
                    <a:pt x="3783527" y="562398"/>
                  </a:lnTo>
                  <a:lnTo>
                    <a:pt x="3784188" y="552408"/>
                  </a:lnTo>
                  <a:lnTo>
                    <a:pt x="3784848" y="564380"/>
                  </a:lnTo>
                  <a:lnTo>
                    <a:pt x="3785509" y="600791"/>
                  </a:lnTo>
                  <a:lnTo>
                    <a:pt x="3786170" y="597271"/>
                  </a:lnTo>
                  <a:lnTo>
                    <a:pt x="3786830" y="584908"/>
                  </a:lnTo>
                  <a:lnTo>
                    <a:pt x="3787491" y="562216"/>
                  </a:lnTo>
                  <a:lnTo>
                    <a:pt x="3788151" y="555958"/>
                  </a:lnTo>
                  <a:lnTo>
                    <a:pt x="3788812" y="546605"/>
                  </a:lnTo>
                  <a:lnTo>
                    <a:pt x="3789472" y="543614"/>
                  </a:lnTo>
                  <a:lnTo>
                    <a:pt x="3790133" y="554127"/>
                  </a:lnTo>
                  <a:lnTo>
                    <a:pt x="3790793" y="585361"/>
                  </a:lnTo>
                  <a:lnTo>
                    <a:pt x="3791454" y="577736"/>
                  </a:lnTo>
                  <a:lnTo>
                    <a:pt x="3792114" y="562216"/>
                  </a:lnTo>
                  <a:lnTo>
                    <a:pt x="3792775" y="562263"/>
                  </a:lnTo>
                  <a:lnTo>
                    <a:pt x="3793435" y="551260"/>
                  </a:lnTo>
                  <a:lnTo>
                    <a:pt x="3794096" y="556454"/>
                  </a:lnTo>
                  <a:lnTo>
                    <a:pt x="3794756" y="562595"/>
                  </a:lnTo>
                  <a:lnTo>
                    <a:pt x="3795417" y="573952"/>
                  </a:lnTo>
                  <a:lnTo>
                    <a:pt x="3796078" y="573952"/>
                  </a:lnTo>
                  <a:lnTo>
                    <a:pt x="3796738" y="584725"/>
                  </a:lnTo>
                  <a:lnTo>
                    <a:pt x="3797399" y="598197"/>
                  </a:lnTo>
                  <a:lnTo>
                    <a:pt x="3798059" y="592998"/>
                  </a:lnTo>
                  <a:lnTo>
                    <a:pt x="3798720" y="602133"/>
                  </a:lnTo>
                  <a:lnTo>
                    <a:pt x="3799380" y="612582"/>
                  </a:lnTo>
                  <a:lnTo>
                    <a:pt x="3800041" y="609777"/>
                  </a:lnTo>
                  <a:lnTo>
                    <a:pt x="3800701" y="605836"/>
                  </a:lnTo>
                  <a:lnTo>
                    <a:pt x="3801362" y="604687"/>
                  </a:lnTo>
                  <a:lnTo>
                    <a:pt x="3802022" y="611214"/>
                  </a:lnTo>
                  <a:lnTo>
                    <a:pt x="3802683" y="614444"/>
                  </a:lnTo>
                  <a:lnTo>
                    <a:pt x="3803343" y="615724"/>
                  </a:lnTo>
                  <a:lnTo>
                    <a:pt x="3804004" y="614657"/>
                  </a:lnTo>
                  <a:lnTo>
                    <a:pt x="3804664" y="602911"/>
                  </a:lnTo>
                  <a:lnTo>
                    <a:pt x="3805325" y="600839"/>
                  </a:lnTo>
                  <a:lnTo>
                    <a:pt x="3805985" y="596164"/>
                  </a:lnTo>
                  <a:lnTo>
                    <a:pt x="3806646" y="584625"/>
                  </a:lnTo>
                  <a:lnTo>
                    <a:pt x="3807307" y="593026"/>
                  </a:lnTo>
                  <a:lnTo>
                    <a:pt x="3807967" y="590037"/>
                  </a:lnTo>
                  <a:lnTo>
                    <a:pt x="3808628" y="577919"/>
                  </a:lnTo>
                  <a:lnTo>
                    <a:pt x="3809288" y="551442"/>
                  </a:lnTo>
                  <a:lnTo>
                    <a:pt x="3809949" y="558177"/>
                  </a:lnTo>
                  <a:lnTo>
                    <a:pt x="3810609" y="569480"/>
                  </a:lnTo>
                  <a:lnTo>
                    <a:pt x="3811270" y="569480"/>
                  </a:lnTo>
                  <a:lnTo>
                    <a:pt x="3811930" y="581930"/>
                  </a:lnTo>
                  <a:lnTo>
                    <a:pt x="3812591" y="588811"/>
                  </a:lnTo>
                  <a:lnTo>
                    <a:pt x="3813251" y="607626"/>
                  </a:lnTo>
                  <a:lnTo>
                    <a:pt x="3813912" y="600488"/>
                  </a:lnTo>
                  <a:lnTo>
                    <a:pt x="3814572" y="608570"/>
                  </a:lnTo>
                  <a:lnTo>
                    <a:pt x="3815233" y="616221"/>
                  </a:lnTo>
                  <a:lnTo>
                    <a:pt x="3815893" y="595186"/>
                  </a:lnTo>
                  <a:lnTo>
                    <a:pt x="3816554" y="602805"/>
                  </a:lnTo>
                  <a:lnTo>
                    <a:pt x="3817215" y="609806"/>
                  </a:lnTo>
                  <a:lnTo>
                    <a:pt x="3817875" y="614619"/>
                  </a:lnTo>
                  <a:lnTo>
                    <a:pt x="3818536" y="618186"/>
                  </a:lnTo>
                  <a:lnTo>
                    <a:pt x="3819196" y="618414"/>
                  </a:lnTo>
                  <a:lnTo>
                    <a:pt x="3819857" y="617657"/>
                  </a:lnTo>
                  <a:lnTo>
                    <a:pt x="3820517" y="617110"/>
                  </a:lnTo>
                  <a:lnTo>
                    <a:pt x="3821178" y="617333"/>
                  </a:lnTo>
                  <a:lnTo>
                    <a:pt x="3821838" y="617362"/>
                  </a:lnTo>
                  <a:lnTo>
                    <a:pt x="3822499" y="617362"/>
                  </a:lnTo>
                  <a:lnTo>
                    <a:pt x="3823159" y="612043"/>
                  </a:lnTo>
                  <a:lnTo>
                    <a:pt x="3823820" y="599098"/>
                  </a:lnTo>
                  <a:lnTo>
                    <a:pt x="3824480" y="597043"/>
                  </a:lnTo>
                  <a:lnTo>
                    <a:pt x="3825141" y="607655"/>
                  </a:lnTo>
                  <a:lnTo>
                    <a:pt x="3825801" y="602664"/>
                  </a:lnTo>
                  <a:lnTo>
                    <a:pt x="3826462" y="581930"/>
                  </a:lnTo>
                  <a:lnTo>
                    <a:pt x="3827123" y="589855"/>
                  </a:lnTo>
                  <a:lnTo>
                    <a:pt x="3827783" y="598127"/>
                  </a:lnTo>
                  <a:lnTo>
                    <a:pt x="3828444" y="586723"/>
                  </a:lnTo>
                  <a:lnTo>
                    <a:pt x="3829104" y="589434"/>
                  </a:lnTo>
                  <a:lnTo>
                    <a:pt x="3829765" y="589855"/>
                  </a:lnTo>
                  <a:lnTo>
                    <a:pt x="3830425" y="582718"/>
                  </a:lnTo>
                  <a:lnTo>
                    <a:pt x="3831086" y="584725"/>
                  </a:lnTo>
                  <a:lnTo>
                    <a:pt x="3831746" y="596350"/>
                  </a:lnTo>
                  <a:lnTo>
                    <a:pt x="3832407" y="598197"/>
                  </a:lnTo>
                  <a:lnTo>
                    <a:pt x="3833067" y="584725"/>
                  </a:lnTo>
                  <a:lnTo>
                    <a:pt x="3833728" y="578868"/>
                  </a:lnTo>
                  <a:lnTo>
                    <a:pt x="3834388" y="571898"/>
                  </a:lnTo>
                  <a:lnTo>
                    <a:pt x="3835049" y="582901"/>
                  </a:lnTo>
                  <a:lnTo>
                    <a:pt x="3835709" y="597271"/>
                  </a:lnTo>
                  <a:lnTo>
                    <a:pt x="3836370" y="584908"/>
                  </a:lnTo>
                  <a:lnTo>
                    <a:pt x="3837031" y="571898"/>
                  </a:lnTo>
                  <a:lnTo>
                    <a:pt x="3837691" y="558177"/>
                  </a:lnTo>
                  <a:lnTo>
                    <a:pt x="3838352" y="571716"/>
                  </a:lnTo>
                  <a:lnTo>
                    <a:pt x="3839012" y="596417"/>
                  </a:lnTo>
                  <a:lnTo>
                    <a:pt x="3839673" y="600459"/>
                  </a:lnTo>
                  <a:lnTo>
                    <a:pt x="3840333" y="600459"/>
                  </a:lnTo>
                  <a:lnTo>
                    <a:pt x="3840994" y="601414"/>
                  </a:lnTo>
                  <a:lnTo>
                    <a:pt x="3841654" y="601414"/>
                  </a:lnTo>
                  <a:lnTo>
                    <a:pt x="3842315" y="594827"/>
                  </a:lnTo>
                  <a:lnTo>
                    <a:pt x="3842975" y="588511"/>
                  </a:lnTo>
                  <a:lnTo>
                    <a:pt x="3843636" y="582718"/>
                  </a:lnTo>
                  <a:lnTo>
                    <a:pt x="3844296" y="563333"/>
                  </a:lnTo>
                  <a:lnTo>
                    <a:pt x="3844957" y="546388"/>
                  </a:lnTo>
                  <a:lnTo>
                    <a:pt x="3845617" y="549445"/>
                  </a:lnTo>
                  <a:lnTo>
                    <a:pt x="3846278" y="595024"/>
                  </a:lnTo>
                  <a:lnTo>
                    <a:pt x="3846938" y="599447"/>
                  </a:lnTo>
                  <a:lnTo>
                    <a:pt x="3847599" y="587599"/>
                  </a:lnTo>
                  <a:lnTo>
                    <a:pt x="3848260" y="560476"/>
                  </a:lnTo>
                  <a:lnTo>
                    <a:pt x="3848920" y="555958"/>
                  </a:lnTo>
                  <a:lnTo>
                    <a:pt x="3849581" y="548539"/>
                  </a:lnTo>
                  <a:lnTo>
                    <a:pt x="3850241" y="539863"/>
                  </a:lnTo>
                  <a:lnTo>
                    <a:pt x="3850902" y="548203"/>
                  </a:lnTo>
                  <a:lnTo>
                    <a:pt x="3851562" y="585361"/>
                  </a:lnTo>
                  <a:lnTo>
                    <a:pt x="3852223" y="585361"/>
                  </a:lnTo>
                  <a:lnTo>
                    <a:pt x="3852883" y="560282"/>
                  </a:lnTo>
                  <a:lnTo>
                    <a:pt x="3853544" y="565394"/>
                  </a:lnTo>
                  <a:lnTo>
                    <a:pt x="3854204" y="549262"/>
                  </a:lnTo>
                  <a:lnTo>
                    <a:pt x="3854865" y="560476"/>
                  </a:lnTo>
                  <a:lnTo>
                    <a:pt x="3855525" y="571415"/>
                  </a:lnTo>
                  <a:lnTo>
                    <a:pt x="3856186" y="566681"/>
                  </a:lnTo>
                  <a:lnTo>
                    <a:pt x="3856846" y="582229"/>
                  </a:lnTo>
                  <a:lnTo>
                    <a:pt x="3857507" y="600762"/>
                  </a:lnTo>
                  <a:lnTo>
                    <a:pt x="3858168" y="605506"/>
                  </a:lnTo>
                  <a:lnTo>
                    <a:pt x="3858828" y="594827"/>
                  </a:lnTo>
                  <a:lnTo>
                    <a:pt x="3859489" y="586723"/>
                  </a:lnTo>
                  <a:lnTo>
                    <a:pt x="3860149" y="594827"/>
                  </a:lnTo>
                  <a:lnTo>
                    <a:pt x="3860810" y="575865"/>
                  </a:lnTo>
                  <a:lnTo>
                    <a:pt x="3861470" y="569725"/>
                  </a:lnTo>
                  <a:lnTo>
                    <a:pt x="3862131" y="584725"/>
                  </a:lnTo>
                  <a:lnTo>
                    <a:pt x="3862791" y="607562"/>
                  </a:lnTo>
                  <a:lnTo>
                    <a:pt x="3863452" y="589855"/>
                  </a:lnTo>
                  <a:lnTo>
                    <a:pt x="3864112" y="573750"/>
                  </a:lnTo>
                  <a:lnTo>
                    <a:pt x="3864773" y="564593"/>
                  </a:lnTo>
                  <a:lnTo>
                    <a:pt x="3865433" y="562595"/>
                  </a:lnTo>
                  <a:lnTo>
                    <a:pt x="3866094" y="570119"/>
                  </a:lnTo>
                  <a:lnTo>
                    <a:pt x="3866754" y="561105"/>
                  </a:lnTo>
                  <a:lnTo>
                    <a:pt x="3867415" y="574942"/>
                  </a:lnTo>
                  <a:lnTo>
                    <a:pt x="3868076" y="598197"/>
                  </a:lnTo>
                  <a:lnTo>
                    <a:pt x="3868736" y="600726"/>
                  </a:lnTo>
                  <a:lnTo>
                    <a:pt x="3869397" y="592998"/>
                  </a:lnTo>
                  <a:lnTo>
                    <a:pt x="3870057" y="587479"/>
                  </a:lnTo>
                  <a:lnTo>
                    <a:pt x="3870718" y="584725"/>
                  </a:lnTo>
                  <a:lnTo>
                    <a:pt x="3871378" y="588811"/>
                  </a:lnTo>
                  <a:lnTo>
                    <a:pt x="3872039" y="569725"/>
                  </a:lnTo>
                  <a:lnTo>
                    <a:pt x="3872699" y="562595"/>
                  </a:lnTo>
                  <a:lnTo>
                    <a:pt x="3873360" y="576680"/>
                  </a:lnTo>
                  <a:lnTo>
                    <a:pt x="3874020" y="569725"/>
                  </a:lnTo>
                  <a:lnTo>
                    <a:pt x="3874681" y="562595"/>
                  </a:lnTo>
                  <a:lnTo>
                    <a:pt x="3875341" y="573952"/>
                  </a:lnTo>
                  <a:lnTo>
                    <a:pt x="3876002" y="586723"/>
                  </a:lnTo>
                  <a:lnTo>
                    <a:pt x="3876662" y="593221"/>
                  </a:lnTo>
                  <a:lnTo>
                    <a:pt x="3877323" y="590409"/>
                  </a:lnTo>
                  <a:lnTo>
                    <a:pt x="3877983" y="594422"/>
                  </a:lnTo>
                  <a:lnTo>
                    <a:pt x="3878644" y="575802"/>
                  </a:lnTo>
                  <a:lnTo>
                    <a:pt x="3879305" y="545548"/>
                  </a:lnTo>
                  <a:lnTo>
                    <a:pt x="3879965" y="548539"/>
                  </a:lnTo>
                  <a:lnTo>
                    <a:pt x="3880626" y="565394"/>
                  </a:lnTo>
                  <a:lnTo>
                    <a:pt x="3881286" y="562595"/>
                  </a:lnTo>
                  <a:lnTo>
                    <a:pt x="3881947" y="564593"/>
                  </a:lnTo>
                  <a:lnTo>
                    <a:pt x="3882607" y="564593"/>
                  </a:lnTo>
                  <a:lnTo>
                    <a:pt x="3883268" y="581837"/>
                  </a:lnTo>
                  <a:lnTo>
                    <a:pt x="3883928" y="615322"/>
                  </a:lnTo>
                  <a:lnTo>
                    <a:pt x="3884589" y="605324"/>
                  </a:lnTo>
                  <a:lnTo>
                    <a:pt x="3885249" y="591385"/>
                  </a:lnTo>
                  <a:lnTo>
                    <a:pt x="3885910" y="601886"/>
                  </a:lnTo>
                  <a:lnTo>
                    <a:pt x="3886570" y="597043"/>
                  </a:lnTo>
                  <a:lnTo>
                    <a:pt x="3887231" y="606524"/>
                  </a:lnTo>
                  <a:lnTo>
                    <a:pt x="3887891" y="608427"/>
                  </a:lnTo>
                  <a:lnTo>
                    <a:pt x="3888552" y="577919"/>
                  </a:lnTo>
                  <a:lnTo>
                    <a:pt x="3889213" y="542910"/>
                  </a:lnTo>
                  <a:lnTo>
                    <a:pt x="3889873" y="554127"/>
                  </a:lnTo>
                  <a:lnTo>
                    <a:pt x="3890534" y="549262"/>
                  </a:lnTo>
                  <a:lnTo>
                    <a:pt x="3891194" y="541810"/>
                  </a:lnTo>
                  <a:lnTo>
                    <a:pt x="3891855" y="558593"/>
                  </a:lnTo>
                  <a:lnTo>
                    <a:pt x="3892515" y="568616"/>
                  </a:lnTo>
                  <a:lnTo>
                    <a:pt x="3893176" y="579770"/>
                  </a:lnTo>
                  <a:lnTo>
                    <a:pt x="3893836" y="602664"/>
                  </a:lnTo>
                  <a:lnTo>
                    <a:pt x="3894497" y="611983"/>
                  </a:lnTo>
                  <a:lnTo>
                    <a:pt x="3895157" y="614182"/>
                  </a:lnTo>
                  <a:lnTo>
                    <a:pt x="3895818" y="615350"/>
                  </a:lnTo>
                  <a:lnTo>
                    <a:pt x="3896478" y="613516"/>
                  </a:lnTo>
                  <a:lnTo>
                    <a:pt x="3897139" y="606524"/>
                  </a:lnTo>
                  <a:lnTo>
                    <a:pt x="3897799" y="585361"/>
                  </a:lnTo>
                  <a:lnTo>
                    <a:pt x="3898460" y="589855"/>
                  </a:lnTo>
                  <a:lnTo>
                    <a:pt x="3899121" y="598127"/>
                  </a:lnTo>
                  <a:lnTo>
                    <a:pt x="3899781" y="589855"/>
                  </a:lnTo>
                  <a:lnTo>
                    <a:pt x="3900442" y="582718"/>
                  </a:lnTo>
                  <a:lnTo>
                    <a:pt x="3901102" y="589855"/>
                  </a:lnTo>
                  <a:lnTo>
                    <a:pt x="3901763" y="585361"/>
                  </a:lnTo>
                  <a:lnTo>
                    <a:pt x="3902423" y="563285"/>
                  </a:lnTo>
                  <a:lnTo>
                    <a:pt x="3903084" y="552408"/>
                  </a:lnTo>
                  <a:lnTo>
                    <a:pt x="3903744" y="564380"/>
                  </a:lnTo>
                  <a:lnTo>
                    <a:pt x="3904405" y="600067"/>
                  </a:lnTo>
                  <a:lnTo>
                    <a:pt x="3905065" y="597271"/>
                  </a:lnTo>
                  <a:lnTo>
                    <a:pt x="3905726" y="590037"/>
                  </a:lnTo>
                  <a:lnTo>
                    <a:pt x="3906386" y="560476"/>
                  </a:lnTo>
                  <a:lnTo>
                    <a:pt x="3907047" y="553348"/>
                  </a:lnTo>
                  <a:lnTo>
                    <a:pt x="3907707" y="547492"/>
                  </a:lnTo>
                  <a:lnTo>
                    <a:pt x="3908368" y="539863"/>
                  </a:lnTo>
                  <a:lnTo>
                    <a:pt x="3909029" y="556196"/>
                  </a:lnTo>
                  <a:lnTo>
                    <a:pt x="3909689" y="592998"/>
                  </a:lnTo>
                  <a:lnTo>
                    <a:pt x="3910350" y="584725"/>
                  </a:lnTo>
                  <a:lnTo>
                    <a:pt x="3911010" y="562595"/>
                  </a:lnTo>
                  <a:lnTo>
                    <a:pt x="3911671" y="554456"/>
                  </a:lnTo>
                  <a:lnTo>
                    <a:pt x="3912331" y="546206"/>
                  </a:lnTo>
                  <a:lnTo>
                    <a:pt x="3912992" y="560282"/>
                  </a:lnTo>
                  <a:lnTo>
                    <a:pt x="3913652" y="572032"/>
                  </a:lnTo>
                  <a:lnTo>
                    <a:pt x="3914313" y="584725"/>
                  </a:lnTo>
                  <a:lnTo>
                    <a:pt x="3914973" y="587416"/>
                  </a:lnTo>
                  <a:lnTo>
                    <a:pt x="3915634" y="578678"/>
                  </a:lnTo>
                  <a:lnTo>
                    <a:pt x="3916294" y="584725"/>
                  </a:lnTo>
                  <a:lnTo>
                    <a:pt x="3916955" y="584725"/>
                  </a:lnTo>
                  <a:lnTo>
                    <a:pt x="3917615" y="602636"/>
                  </a:lnTo>
                  <a:lnTo>
                    <a:pt x="3918276" y="614761"/>
                  </a:lnTo>
                  <a:lnTo>
                    <a:pt x="3918936" y="587416"/>
                  </a:lnTo>
                  <a:lnTo>
                    <a:pt x="3919597" y="578686"/>
                  </a:lnTo>
                  <a:lnTo>
                    <a:pt x="3920258" y="585715"/>
                  </a:lnTo>
                  <a:lnTo>
                    <a:pt x="3920918" y="603333"/>
                  </a:lnTo>
                  <a:lnTo>
                    <a:pt x="3921579" y="602133"/>
                  </a:lnTo>
                  <a:lnTo>
                    <a:pt x="3922239" y="597554"/>
                  </a:lnTo>
                  <a:lnTo>
                    <a:pt x="3922900" y="589855"/>
                  </a:lnTo>
                  <a:lnTo>
                    <a:pt x="3923560" y="614956"/>
                  </a:lnTo>
                  <a:lnTo>
                    <a:pt x="3924221" y="615328"/>
                  </a:lnTo>
                  <a:lnTo>
                    <a:pt x="3924881" y="598975"/>
                  </a:lnTo>
                  <a:lnTo>
                    <a:pt x="3925542" y="585361"/>
                  </a:lnTo>
                  <a:lnTo>
                    <a:pt x="3926202" y="589855"/>
                  </a:lnTo>
                  <a:lnTo>
                    <a:pt x="3926863" y="595538"/>
                  </a:lnTo>
                  <a:lnTo>
                    <a:pt x="3927523" y="580766"/>
                  </a:lnTo>
                  <a:lnTo>
                    <a:pt x="3928184" y="575950"/>
                  </a:lnTo>
                  <a:lnTo>
                    <a:pt x="3928844" y="592277"/>
                  </a:lnTo>
                  <a:lnTo>
                    <a:pt x="3929505" y="611214"/>
                  </a:lnTo>
                  <a:lnTo>
                    <a:pt x="3930166" y="598197"/>
                  </a:lnTo>
                  <a:lnTo>
                    <a:pt x="3930826" y="564593"/>
                  </a:lnTo>
                  <a:lnTo>
                    <a:pt x="3931487" y="549938"/>
                  </a:lnTo>
                  <a:lnTo>
                    <a:pt x="3932147" y="561105"/>
                  </a:lnTo>
                  <a:lnTo>
                    <a:pt x="3932808" y="569725"/>
                  </a:lnTo>
                  <a:lnTo>
                    <a:pt x="3933468" y="552129"/>
                  </a:lnTo>
                  <a:lnTo>
                    <a:pt x="3934129" y="562595"/>
                  </a:lnTo>
                  <a:lnTo>
                    <a:pt x="3934789" y="573750"/>
                  </a:lnTo>
                  <a:lnTo>
                    <a:pt x="3935450" y="597631"/>
                  </a:lnTo>
                  <a:lnTo>
                    <a:pt x="3936110" y="578686"/>
                  </a:lnTo>
                  <a:lnTo>
                    <a:pt x="3936771" y="576680"/>
                  </a:lnTo>
                  <a:lnTo>
                    <a:pt x="3937431" y="582718"/>
                  </a:lnTo>
                  <a:lnTo>
                    <a:pt x="3938092" y="554456"/>
                  </a:lnTo>
                  <a:lnTo>
                    <a:pt x="3938752" y="536890"/>
                  </a:lnTo>
                  <a:lnTo>
                    <a:pt x="3939413" y="549262"/>
                  </a:lnTo>
                  <a:lnTo>
                    <a:pt x="3940074" y="589855"/>
                  </a:lnTo>
                  <a:lnTo>
                    <a:pt x="3940734" y="572776"/>
                  </a:lnTo>
                  <a:lnTo>
                    <a:pt x="3941395" y="559460"/>
                  </a:lnTo>
                  <a:lnTo>
                    <a:pt x="3942055" y="562595"/>
                  </a:lnTo>
                  <a:lnTo>
                    <a:pt x="3942716" y="556196"/>
                  </a:lnTo>
                  <a:lnTo>
                    <a:pt x="3943376" y="573811"/>
                  </a:lnTo>
                  <a:lnTo>
                    <a:pt x="3944037" y="578686"/>
                  </a:lnTo>
                  <a:lnTo>
                    <a:pt x="3944697" y="577907"/>
                  </a:lnTo>
                  <a:lnTo>
                    <a:pt x="3945358" y="603333"/>
                  </a:lnTo>
                  <a:lnTo>
                    <a:pt x="3946018" y="614529"/>
                  </a:lnTo>
                  <a:lnTo>
                    <a:pt x="3946679" y="588511"/>
                  </a:lnTo>
                  <a:lnTo>
                    <a:pt x="3947339" y="592424"/>
                  </a:lnTo>
                  <a:lnTo>
                    <a:pt x="3948000" y="582718"/>
                  </a:lnTo>
                  <a:lnTo>
                    <a:pt x="3948660" y="575745"/>
                  </a:lnTo>
                  <a:lnTo>
                    <a:pt x="3949321" y="582112"/>
                  </a:lnTo>
                  <a:lnTo>
                    <a:pt x="3949981" y="595661"/>
                  </a:lnTo>
                  <a:lnTo>
                    <a:pt x="3950642" y="600791"/>
                  </a:lnTo>
                  <a:lnTo>
                    <a:pt x="3951303" y="582883"/>
                  </a:lnTo>
                  <a:lnTo>
                    <a:pt x="3951963" y="584908"/>
                  </a:lnTo>
                  <a:lnTo>
                    <a:pt x="3952624" y="616224"/>
                  </a:lnTo>
                  <a:lnTo>
                    <a:pt x="3953284" y="616309"/>
                  </a:lnTo>
                  <a:lnTo>
                    <a:pt x="3953945" y="589855"/>
                  </a:lnTo>
                  <a:lnTo>
                    <a:pt x="3954605" y="592998"/>
                  </a:lnTo>
                  <a:lnTo>
                    <a:pt x="3955266" y="612269"/>
                  </a:lnTo>
                  <a:lnTo>
                    <a:pt x="3955926" y="613936"/>
                  </a:lnTo>
                  <a:lnTo>
                    <a:pt x="3956587" y="603362"/>
                  </a:lnTo>
                  <a:lnTo>
                    <a:pt x="3957247" y="597271"/>
                  </a:lnTo>
                  <a:lnTo>
                    <a:pt x="3957908" y="610576"/>
                  </a:lnTo>
                  <a:lnTo>
                    <a:pt x="3958568" y="607655"/>
                  </a:lnTo>
                  <a:lnTo>
                    <a:pt x="3959229" y="600791"/>
                  </a:lnTo>
                  <a:lnTo>
                    <a:pt x="3959889" y="613404"/>
                  </a:lnTo>
                  <a:lnTo>
                    <a:pt x="3960550" y="616426"/>
                  </a:lnTo>
                  <a:lnTo>
                    <a:pt x="3961211" y="615967"/>
                  </a:lnTo>
                  <a:lnTo>
                    <a:pt x="3961871" y="608398"/>
                  </a:lnTo>
                  <a:lnTo>
                    <a:pt x="3962532" y="603362"/>
                  </a:lnTo>
                  <a:lnTo>
                    <a:pt x="3963192" y="590352"/>
                  </a:lnTo>
                  <a:lnTo>
                    <a:pt x="3963853" y="584908"/>
                  </a:lnTo>
                  <a:lnTo>
                    <a:pt x="3964513" y="593026"/>
                  </a:lnTo>
                  <a:lnTo>
                    <a:pt x="3965174" y="584908"/>
                  </a:lnTo>
                  <a:lnTo>
                    <a:pt x="3965834" y="573932"/>
                  </a:lnTo>
                  <a:lnTo>
                    <a:pt x="3966495" y="562595"/>
                  </a:lnTo>
                  <a:lnTo>
                    <a:pt x="3967155" y="567392"/>
                  </a:lnTo>
                  <a:lnTo>
                    <a:pt x="3967816" y="565394"/>
                  </a:lnTo>
                  <a:lnTo>
                    <a:pt x="3968476" y="573750"/>
                  </a:lnTo>
                  <a:lnTo>
                    <a:pt x="3969137" y="584725"/>
                  </a:lnTo>
                  <a:lnTo>
                    <a:pt x="3969797" y="599419"/>
                  </a:lnTo>
                  <a:lnTo>
                    <a:pt x="3970458" y="597242"/>
                  </a:lnTo>
                  <a:lnTo>
                    <a:pt x="3971119" y="599419"/>
                  </a:lnTo>
                  <a:lnTo>
                    <a:pt x="3971779" y="614444"/>
                  </a:lnTo>
                  <a:lnTo>
                    <a:pt x="3972440" y="616397"/>
                  </a:lnTo>
                  <a:lnTo>
                    <a:pt x="3973100" y="614444"/>
                  </a:lnTo>
                  <a:lnTo>
                    <a:pt x="3973761" y="616310"/>
                  </a:lnTo>
                  <a:lnTo>
                    <a:pt x="3974421" y="617581"/>
                  </a:lnTo>
                  <a:lnTo>
                    <a:pt x="3975082" y="618414"/>
                  </a:lnTo>
                  <a:lnTo>
                    <a:pt x="3975742" y="618414"/>
                  </a:lnTo>
                  <a:lnTo>
                    <a:pt x="3976403" y="618186"/>
                  </a:lnTo>
                  <a:lnTo>
                    <a:pt x="3977063" y="618414"/>
                  </a:lnTo>
                  <a:lnTo>
                    <a:pt x="3977724" y="618414"/>
                  </a:lnTo>
                  <a:lnTo>
                    <a:pt x="3978384" y="612498"/>
                  </a:lnTo>
                  <a:lnTo>
                    <a:pt x="3979045" y="615749"/>
                  </a:lnTo>
                  <a:lnTo>
                    <a:pt x="3979705" y="618204"/>
                  </a:lnTo>
                  <a:lnTo>
                    <a:pt x="3980366" y="610548"/>
                  </a:lnTo>
                  <a:lnTo>
                    <a:pt x="3981027" y="615228"/>
                  </a:lnTo>
                  <a:lnTo>
                    <a:pt x="3981687" y="616426"/>
                  </a:lnTo>
                  <a:lnTo>
                    <a:pt x="3982348" y="617362"/>
                  </a:lnTo>
                  <a:lnTo>
                    <a:pt x="3983008" y="606524"/>
                  </a:lnTo>
                  <a:lnTo>
                    <a:pt x="3983669" y="614459"/>
                  </a:lnTo>
                  <a:lnTo>
                    <a:pt x="3984329" y="614459"/>
                  </a:lnTo>
                  <a:lnTo>
                    <a:pt x="3984990" y="618435"/>
                  </a:lnTo>
                  <a:lnTo>
                    <a:pt x="3985650" y="618442"/>
                  </a:lnTo>
                  <a:lnTo>
                    <a:pt x="3986311" y="618406"/>
                  </a:lnTo>
                  <a:lnTo>
                    <a:pt x="3986971" y="615749"/>
                  </a:lnTo>
                  <a:lnTo>
                    <a:pt x="3987632" y="608775"/>
                  </a:lnTo>
                  <a:lnTo>
                    <a:pt x="3988292" y="605324"/>
                  </a:lnTo>
                  <a:lnTo>
                    <a:pt x="3988953" y="604801"/>
                  </a:lnTo>
                  <a:lnTo>
                    <a:pt x="3989613" y="590037"/>
                  </a:lnTo>
                  <a:lnTo>
                    <a:pt x="3990274" y="601443"/>
                  </a:lnTo>
                  <a:lnTo>
                    <a:pt x="3990934" y="614985"/>
                  </a:lnTo>
                  <a:lnTo>
                    <a:pt x="3991595" y="610377"/>
                  </a:lnTo>
                  <a:lnTo>
                    <a:pt x="3992256" y="613936"/>
                  </a:lnTo>
                  <a:lnTo>
                    <a:pt x="3992916" y="616482"/>
                  </a:lnTo>
                  <a:lnTo>
                    <a:pt x="3993577" y="617783"/>
                  </a:lnTo>
                  <a:lnTo>
                    <a:pt x="3994237" y="614444"/>
                  </a:lnTo>
                  <a:lnTo>
                    <a:pt x="3994898" y="613122"/>
                  </a:lnTo>
                  <a:lnTo>
                    <a:pt x="3995558" y="614021"/>
                  </a:lnTo>
                  <a:lnTo>
                    <a:pt x="3996219" y="617110"/>
                  </a:lnTo>
                  <a:lnTo>
                    <a:pt x="3996879" y="613165"/>
                  </a:lnTo>
                  <a:lnTo>
                    <a:pt x="3997540" y="592424"/>
                  </a:lnTo>
                  <a:lnTo>
                    <a:pt x="3998200" y="596825"/>
                  </a:lnTo>
                  <a:lnTo>
                    <a:pt x="3998861" y="580882"/>
                  </a:lnTo>
                  <a:lnTo>
                    <a:pt x="3999521" y="539648"/>
                  </a:lnTo>
                  <a:lnTo>
                    <a:pt x="4000182" y="552129"/>
                  </a:lnTo>
                  <a:lnTo>
                    <a:pt x="4000842" y="554456"/>
                  </a:lnTo>
                  <a:lnTo>
                    <a:pt x="4001503" y="548203"/>
                  </a:lnTo>
                  <a:lnTo>
                    <a:pt x="4002164" y="571415"/>
                  </a:lnTo>
                  <a:lnTo>
                    <a:pt x="4002824" y="602218"/>
                  </a:lnTo>
                  <a:lnTo>
                    <a:pt x="4003485" y="615724"/>
                  </a:lnTo>
                  <a:lnTo>
                    <a:pt x="4004145" y="613375"/>
                  </a:lnTo>
                  <a:lnTo>
                    <a:pt x="4004806" y="617657"/>
                  </a:lnTo>
                  <a:lnTo>
                    <a:pt x="4005466" y="598127"/>
                  </a:lnTo>
                  <a:lnTo>
                    <a:pt x="4006127" y="613487"/>
                  </a:lnTo>
                  <a:lnTo>
                    <a:pt x="4006787" y="602636"/>
                  </a:lnTo>
                  <a:lnTo>
                    <a:pt x="4007448" y="579972"/>
                  </a:lnTo>
                  <a:lnTo>
                    <a:pt x="4008108" y="607626"/>
                  </a:lnTo>
                  <a:lnTo>
                    <a:pt x="4008769" y="612056"/>
                  </a:lnTo>
                  <a:lnTo>
                    <a:pt x="4009429" y="590298"/>
                  </a:lnTo>
                  <a:lnTo>
                    <a:pt x="4010090" y="544620"/>
                  </a:lnTo>
                  <a:lnTo>
                    <a:pt x="4010750" y="543334"/>
                  </a:lnTo>
                  <a:lnTo>
                    <a:pt x="4011411" y="561168"/>
                  </a:lnTo>
                  <a:lnTo>
                    <a:pt x="4012072" y="542973"/>
                  </a:lnTo>
                  <a:lnTo>
                    <a:pt x="4012732" y="551694"/>
                  </a:lnTo>
                  <a:lnTo>
                    <a:pt x="4013393" y="560724"/>
                  </a:lnTo>
                  <a:lnTo>
                    <a:pt x="4014053" y="567945"/>
                  </a:lnTo>
                  <a:lnTo>
                    <a:pt x="4014714" y="590037"/>
                  </a:lnTo>
                  <a:lnTo>
                    <a:pt x="4015374" y="611366"/>
                  </a:lnTo>
                  <a:lnTo>
                    <a:pt x="4016035" y="616339"/>
                  </a:lnTo>
                  <a:lnTo>
                    <a:pt x="4016695" y="615858"/>
                  </a:lnTo>
                  <a:lnTo>
                    <a:pt x="4017356" y="604716"/>
                  </a:lnTo>
                  <a:lnTo>
                    <a:pt x="4018016" y="600754"/>
                  </a:lnTo>
                  <a:lnTo>
                    <a:pt x="4018677" y="612269"/>
                  </a:lnTo>
                  <a:lnTo>
                    <a:pt x="4019337" y="614444"/>
                  </a:lnTo>
                  <a:lnTo>
                    <a:pt x="4019998" y="616397"/>
                  </a:lnTo>
                  <a:lnTo>
                    <a:pt x="4020658" y="615938"/>
                  </a:lnTo>
                  <a:lnTo>
                    <a:pt x="4021319" y="604772"/>
                  </a:lnTo>
                  <a:lnTo>
                    <a:pt x="4021979" y="602247"/>
                  </a:lnTo>
                  <a:lnTo>
                    <a:pt x="4022640" y="592791"/>
                  </a:lnTo>
                  <a:lnTo>
                    <a:pt x="4023301" y="584625"/>
                  </a:lnTo>
                  <a:lnTo>
                    <a:pt x="4023961" y="593026"/>
                  </a:lnTo>
                  <a:lnTo>
                    <a:pt x="4024622" y="590037"/>
                  </a:lnTo>
                  <a:lnTo>
                    <a:pt x="4025282" y="574880"/>
                  </a:lnTo>
                  <a:lnTo>
                    <a:pt x="4025943" y="558376"/>
                  </a:lnTo>
                  <a:lnTo>
                    <a:pt x="4026603" y="574697"/>
                  </a:lnTo>
                  <a:lnTo>
                    <a:pt x="4027264" y="565394"/>
                  </a:lnTo>
                  <a:lnTo>
                    <a:pt x="4027924" y="575745"/>
                  </a:lnTo>
                  <a:lnTo>
                    <a:pt x="4028585" y="589434"/>
                  </a:lnTo>
                  <a:lnTo>
                    <a:pt x="4029245" y="601414"/>
                  </a:lnTo>
                  <a:lnTo>
                    <a:pt x="4029906" y="603522"/>
                  </a:lnTo>
                  <a:lnTo>
                    <a:pt x="4030566" y="591217"/>
                  </a:lnTo>
                  <a:lnTo>
                    <a:pt x="4031227" y="613129"/>
                  </a:lnTo>
                  <a:lnTo>
                    <a:pt x="4031887" y="616195"/>
                  </a:lnTo>
                  <a:lnTo>
                    <a:pt x="4032548" y="613375"/>
                  </a:lnTo>
                  <a:lnTo>
                    <a:pt x="4033209" y="614444"/>
                  </a:lnTo>
                  <a:lnTo>
                    <a:pt x="4033869" y="618186"/>
                  </a:lnTo>
                  <a:lnTo>
                    <a:pt x="4034530" y="618414"/>
                  </a:lnTo>
                  <a:lnTo>
                    <a:pt x="4035190" y="617976"/>
                  </a:lnTo>
                  <a:lnTo>
                    <a:pt x="4035851" y="616280"/>
                  </a:lnTo>
                  <a:lnTo>
                    <a:pt x="4036511" y="617333"/>
                  </a:lnTo>
                  <a:lnTo>
                    <a:pt x="4037172" y="617333"/>
                  </a:lnTo>
                  <a:lnTo>
                    <a:pt x="4037832" y="615938"/>
                  </a:lnTo>
                  <a:lnTo>
                    <a:pt x="4038493" y="615749"/>
                  </a:lnTo>
                  <a:lnTo>
                    <a:pt x="4039153" y="611214"/>
                  </a:lnTo>
                  <a:lnTo>
                    <a:pt x="4039814" y="611337"/>
                  </a:lnTo>
                  <a:lnTo>
                    <a:pt x="4040474" y="599415"/>
                  </a:lnTo>
                  <a:lnTo>
                    <a:pt x="4041135" y="585361"/>
                  </a:lnTo>
                  <a:lnTo>
                    <a:pt x="4041795" y="597973"/>
                  </a:lnTo>
                  <a:lnTo>
                    <a:pt x="4042456" y="595538"/>
                  </a:lnTo>
                  <a:lnTo>
                    <a:pt x="4043117" y="589855"/>
                  </a:lnTo>
                  <a:lnTo>
                    <a:pt x="4043777" y="606591"/>
                  </a:lnTo>
                  <a:lnTo>
                    <a:pt x="4044438" y="606637"/>
                  </a:lnTo>
                  <a:lnTo>
                    <a:pt x="4045098" y="595633"/>
                  </a:lnTo>
                  <a:lnTo>
                    <a:pt x="4045759" y="569663"/>
                  </a:lnTo>
                  <a:lnTo>
                    <a:pt x="4046419" y="552136"/>
                  </a:lnTo>
                  <a:lnTo>
                    <a:pt x="4047080" y="539711"/>
                  </a:lnTo>
                  <a:lnTo>
                    <a:pt x="4047740" y="582112"/>
                  </a:lnTo>
                  <a:lnTo>
                    <a:pt x="4048401" y="596378"/>
                  </a:lnTo>
                  <a:lnTo>
                    <a:pt x="4049061" y="575985"/>
                  </a:lnTo>
                  <a:lnTo>
                    <a:pt x="4049722" y="548539"/>
                  </a:lnTo>
                  <a:lnTo>
                    <a:pt x="4050382" y="534606"/>
                  </a:lnTo>
                  <a:lnTo>
                    <a:pt x="4051043" y="534163"/>
                  </a:lnTo>
                  <a:lnTo>
                    <a:pt x="4051703" y="569480"/>
                  </a:lnTo>
                  <a:lnTo>
                    <a:pt x="4052364" y="596510"/>
                  </a:lnTo>
                  <a:lnTo>
                    <a:pt x="4053025" y="571415"/>
                  </a:lnTo>
                  <a:lnTo>
                    <a:pt x="4053685" y="566681"/>
                  </a:lnTo>
                  <a:lnTo>
                    <a:pt x="4054346" y="554024"/>
                  </a:lnTo>
                  <a:lnTo>
                    <a:pt x="4055006" y="562216"/>
                  </a:lnTo>
                  <a:lnTo>
                    <a:pt x="4055667" y="577736"/>
                  </a:lnTo>
                  <a:lnTo>
                    <a:pt x="4056327" y="566681"/>
                  </a:lnTo>
                  <a:lnTo>
                    <a:pt x="4056988" y="573811"/>
                  </a:lnTo>
                  <a:lnTo>
                    <a:pt x="4057648" y="588811"/>
                  </a:lnTo>
                  <a:lnTo>
                    <a:pt x="4058309" y="594842"/>
                  </a:lnTo>
                  <a:lnTo>
                    <a:pt x="4058969" y="593987"/>
                  </a:lnTo>
                  <a:lnTo>
                    <a:pt x="4059630" y="590509"/>
                  </a:lnTo>
                  <a:lnTo>
                    <a:pt x="4060290" y="597242"/>
                  </a:lnTo>
                  <a:lnTo>
                    <a:pt x="4060951" y="580231"/>
                  </a:lnTo>
                  <a:lnTo>
                    <a:pt x="4061611" y="569725"/>
                  </a:lnTo>
                  <a:lnTo>
                    <a:pt x="4062272" y="575909"/>
                  </a:lnTo>
                  <a:lnTo>
                    <a:pt x="4062932" y="600726"/>
                  </a:lnTo>
                  <a:lnTo>
                    <a:pt x="4063593" y="600038"/>
                  </a:lnTo>
                  <a:lnTo>
                    <a:pt x="4064254" y="575802"/>
                  </a:lnTo>
                  <a:lnTo>
                    <a:pt x="4064914" y="571637"/>
                  </a:lnTo>
                  <a:lnTo>
                    <a:pt x="4065575" y="561105"/>
                  </a:lnTo>
                  <a:lnTo>
                    <a:pt x="4066235" y="569725"/>
                  </a:lnTo>
                  <a:lnTo>
                    <a:pt x="4066896" y="562595"/>
                  </a:lnTo>
                  <a:lnTo>
                    <a:pt x="4067556" y="562595"/>
                  </a:lnTo>
                  <a:lnTo>
                    <a:pt x="4068217" y="603112"/>
                  </a:lnTo>
                  <a:lnTo>
                    <a:pt x="4068877" y="613441"/>
                  </a:lnTo>
                  <a:lnTo>
                    <a:pt x="4069538" y="603556"/>
                  </a:lnTo>
                  <a:lnTo>
                    <a:pt x="4070198" y="596740"/>
                  </a:lnTo>
                  <a:lnTo>
                    <a:pt x="4070859" y="590409"/>
                  </a:lnTo>
                  <a:lnTo>
                    <a:pt x="4071519" y="586723"/>
                  </a:lnTo>
                  <a:lnTo>
                    <a:pt x="4072180" y="582229"/>
                  </a:lnTo>
                  <a:lnTo>
                    <a:pt x="4072840" y="562595"/>
                  </a:lnTo>
                  <a:lnTo>
                    <a:pt x="4073501" y="561105"/>
                  </a:lnTo>
                  <a:lnTo>
                    <a:pt x="4074162" y="580231"/>
                  </a:lnTo>
                  <a:lnTo>
                    <a:pt x="4074822" y="573811"/>
                  </a:lnTo>
                  <a:lnTo>
                    <a:pt x="4075483" y="571716"/>
                  </a:lnTo>
                  <a:lnTo>
                    <a:pt x="4076143" y="576680"/>
                  </a:lnTo>
                  <a:lnTo>
                    <a:pt x="4076804" y="592598"/>
                  </a:lnTo>
                  <a:lnTo>
                    <a:pt x="4077464" y="592598"/>
                  </a:lnTo>
                  <a:lnTo>
                    <a:pt x="4078125" y="592424"/>
                  </a:lnTo>
                  <a:lnTo>
                    <a:pt x="4078785" y="587416"/>
                  </a:lnTo>
                  <a:lnTo>
                    <a:pt x="4079446" y="566681"/>
                  </a:lnTo>
                  <a:lnTo>
                    <a:pt x="4080106" y="542910"/>
                  </a:lnTo>
                  <a:lnTo>
                    <a:pt x="4080767" y="547202"/>
                  </a:lnTo>
                  <a:lnTo>
                    <a:pt x="4081427" y="562595"/>
                  </a:lnTo>
                  <a:lnTo>
                    <a:pt x="4082088" y="562595"/>
                  </a:lnTo>
                  <a:lnTo>
                    <a:pt x="4082748" y="565394"/>
                  </a:lnTo>
                  <a:lnTo>
                    <a:pt x="4083409" y="567392"/>
                  </a:lnTo>
                  <a:lnTo>
                    <a:pt x="4084070" y="573952"/>
                  </a:lnTo>
                  <a:lnTo>
                    <a:pt x="4084730" y="584725"/>
                  </a:lnTo>
                  <a:lnTo>
                    <a:pt x="4085391" y="579770"/>
                  </a:lnTo>
                  <a:lnTo>
                    <a:pt x="4086051" y="601414"/>
                  </a:lnTo>
                  <a:lnTo>
                    <a:pt x="4086712" y="614154"/>
                  </a:lnTo>
                  <a:lnTo>
                    <a:pt x="4087372" y="585361"/>
                  </a:lnTo>
                  <a:lnTo>
                    <a:pt x="4088033" y="597554"/>
                  </a:lnTo>
                  <a:lnTo>
                    <a:pt x="4088693" y="614444"/>
                  </a:lnTo>
                  <a:lnTo>
                    <a:pt x="4089354" y="606637"/>
                  </a:lnTo>
                  <a:lnTo>
                    <a:pt x="4090014" y="567502"/>
                  </a:lnTo>
                  <a:lnTo>
                    <a:pt x="4090675" y="561102"/>
                  </a:lnTo>
                  <a:lnTo>
                    <a:pt x="4091335" y="555988"/>
                  </a:lnTo>
                  <a:lnTo>
                    <a:pt x="4091996" y="531197"/>
                  </a:lnTo>
                  <a:lnTo>
                    <a:pt x="4092656" y="559806"/>
                  </a:lnTo>
                  <a:lnTo>
                    <a:pt x="4093317" y="566455"/>
                  </a:lnTo>
                  <a:lnTo>
                    <a:pt x="4093977" y="579972"/>
                  </a:lnTo>
                  <a:lnTo>
                    <a:pt x="4094638" y="602664"/>
                  </a:lnTo>
                  <a:lnTo>
                    <a:pt x="4095299" y="608512"/>
                  </a:lnTo>
                  <a:lnTo>
                    <a:pt x="4095959" y="611360"/>
                  </a:lnTo>
                  <a:lnTo>
                    <a:pt x="4096620" y="609205"/>
                  </a:lnTo>
                  <a:lnTo>
                    <a:pt x="4097280" y="602162"/>
                  </a:lnTo>
                  <a:lnTo>
                    <a:pt x="4097941" y="606619"/>
                  </a:lnTo>
                  <a:lnTo>
                    <a:pt x="4098601" y="613375"/>
                  </a:lnTo>
                  <a:lnTo>
                    <a:pt x="4099262" y="615749"/>
                  </a:lnTo>
                  <a:lnTo>
                    <a:pt x="4099922" y="616397"/>
                  </a:lnTo>
                  <a:lnTo>
                    <a:pt x="4100583" y="618414"/>
                  </a:lnTo>
                  <a:lnTo>
                    <a:pt x="4101243" y="612351"/>
                  </a:lnTo>
                  <a:lnTo>
                    <a:pt x="4101904" y="596825"/>
                  </a:lnTo>
                  <a:lnTo>
                    <a:pt x="4102564" y="565394"/>
                  </a:lnTo>
                  <a:lnTo>
                    <a:pt x="4103225" y="549938"/>
                  </a:lnTo>
                  <a:lnTo>
                    <a:pt x="4103885" y="560175"/>
                  </a:lnTo>
                  <a:lnTo>
                    <a:pt x="4104546" y="577907"/>
                  </a:lnTo>
                  <a:lnTo>
                    <a:pt x="4105207" y="584725"/>
                  </a:lnTo>
                  <a:lnTo>
                    <a:pt x="4105867" y="586638"/>
                  </a:lnTo>
                  <a:lnTo>
                    <a:pt x="4106528" y="586723"/>
                  </a:lnTo>
                  <a:lnTo>
                    <a:pt x="4107188" y="588511"/>
                  </a:lnTo>
                  <a:lnTo>
                    <a:pt x="4107849" y="580231"/>
                  </a:lnTo>
                  <a:lnTo>
                    <a:pt x="4108509" y="612319"/>
                  </a:lnTo>
                  <a:lnTo>
                    <a:pt x="4109170" y="616482"/>
                  </a:lnTo>
                  <a:lnTo>
                    <a:pt x="4109830" y="598282"/>
                  </a:lnTo>
                  <a:lnTo>
                    <a:pt x="4110491" y="576092"/>
                  </a:lnTo>
                  <a:lnTo>
                    <a:pt x="4111151" y="582411"/>
                  </a:lnTo>
                  <a:lnTo>
                    <a:pt x="4111812" y="598180"/>
                  </a:lnTo>
                  <a:lnTo>
                    <a:pt x="4112472" y="586905"/>
                  </a:lnTo>
                  <a:lnTo>
                    <a:pt x="4113133" y="597611"/>
                  </a:lnTo>
                  <a:lnTo>
                    <a:pt x="4113793" y="598311"/>
                  </a:lnTo>
                  <a:lnTo>
                    <a:pt x="4114454" y="596600"/>
                  </a:lnTo>
                  <a:lnTo>
                    <a:pt x="4115115" y="593641"/>
                  </a:lnTo>
                  <a:lnTo>
                    <a:pt x="4115775" y="616310"/>
                  </a:lnTo>
                  <a:lnTo>
                    <a:pt x="4116436" y="616662"/>
                  </a:lnTo>
                  <a:lnTo>
                    <a:pt x="4117096" y="600762"/>
                  </a:lnTo>
                  <a:lnTo>
                    <a:pt x="4117757" y="585361"/>
                  </a:lnTo>
                  <a:lnTo>
                    <a:pt x="4118417" y="593221"/>
                  </a:lnTo>
                  <a:lnTo>
                    <a:pt x="4119078" y="599957"/>
                  </a:lnTo>
                  <a:lnTo>
                    <a:pt x="4119738" y="586723"/>
                  </a:lnTo>
                  <a:lnTo>
                    <a:pt x="4120399" y="576441"/>
                  </a:lnTo>
                  <a:lnTo>
                    <a:pt x="4121059" y="598197"/>
                  </a:lnTo>
                  <a:lnTo>
                    <a:pt x="4121720" y="615199"/>
                  </a:lnTo>
                  <a:lnTo>
                    <a:pt x="4122380" y="598197"/>
                  </a:lnTo>
                  <a:lnTo>
                    <a:pt x="4123041" y="571722"/>
                  </a:lnTo>
                  <a:lnTo>
                    <a:pt x="4123701" y="562595"/>
                  </a:lnTo>
                  <a:lnTo>
                    <a:pt x="4124362" y="597554"/>
                  </a:lnTo>
                  <a:lnTo>
                    <a:pt x="4125023" y="600038"/>
                  </a:lnTo>
                  <a:lnTo>
                    <a:pt x="4125683" y="584725"/>
                  </a:lnTo>
                  <a:lnTo>
                    <a:pt x="4126344" y="592998"/>
                  </a:lnTo>
                  <a:lnTo>
                    <a:pt x="4127004" y="607562"/>
                  </a:lnTo>
                  <a:lnTo>
                    <a:pt x="4127665" y="599419"/>
                  </a:lnTo>
                  <a:lnTo>
                    <a:pt x="4128325" y="588511"/>
                  </a:lnTo>
                  <a:lnTo>
                    <a:pt x="4128986" y="576680"/>
                  </a:lnTo>
                  <a:lnTo>
                    <a:pt x="4129646" y="569725"/>
                  </a:lnTo>
                  <a:lnTo>
                    <a:pt x="4130307" y="575747"/>
                  </a:lnTo>
                  <a:lnTo>
                    <a:pt x="4130967" y="584725"/>
                  </a:lnTo>
                  <a:lnTo>
                    <a:pt x="4131628" y="588511"/>
                  </a:lnTo>
                  <a:lnTo>
                    <a:pt x="4132288" y="584725"/>
                  </a:lnTo>
                  <a:lnTo>
                    <a:pt x="4132949" y="584725"/>
                  </a:lnTo>
                  <a:lnTo>
                    <a:pt x="4133609" y="584725"/>
                  </a:lnTo>
                  <a:lnTo>
                    <a:pt x="4134270" y="564508"/>
                  </a:lnTo>
                  <a:lnTo>
                    <a:pt x="4134930" y="541526"/>
                  </a:lnTo>
                  <a:lnTo>
                    <a:pt x="4135591" y="542519"/>
                  </a:lnTo>
                  <a:lnTo>
                    <a:pt x="4136252" y="572810"/>
                  </a:lnTo>
                  <a:lnTo>
                    <a:pt x="4136912" y="565286"/>
                  </a:lnTo>
                  <a:lnTo>
                    <a:pt x="4137573" y="557320"/>
                  </a:lnTo>
                  <a:lnTo>
                    <a:pt x="4138233" y="556196"/>
                  </a:lnTo>
                  <a:lnTo>
                    <a:pt x="4138894" y="556196"/>
                  </a:lnTo>
                  <a:lnTo>
                    <a:pt x="4139554" y="572117"/>
                  </a:lnTo>
                  <a:lnTo>
                    <a:pt x="4140215" y="576680"/>
                  </a:lnTo>
                  <a:lnTo>
                    <a:pt x="4140875" y="589855"/>
                  </a:lnTo>
                  <a:lnTo>
                    <a:pt x="4141536" y="609777"/>
                  </a:lnTo>
                  <a:lnTo>
                    <a:pt x="4142196" y="584725"/>
                  </a:lnTo>
                  <a:lnTo>
                    <a:pt x="4142857" y="575909"/>
                  </a:lnTo>
                  <a:lnTo>
                    <a:pt x="4143517" y="581837"/>
                  </a:lnTo>
                  <a:lnTo>
                    <a:pt x="4144178" y="571415"/>
                  </a:lnTo>
                  <a:lnTo>
                    <a:pt x="4144838" y="579952"/>
                  </a:lnTo>
                  <a:lnTo>
                    <a:pt x="4145499" y="586821"/>
                  </a:lnTo>
                  <a:lnTo>
                    <a:pt x="4146160" y="600791"/>
                  </a:lnTo>
                  <a:lnTo>
                    <a:pt x="4146820" y="591399"/>
                  </a:lnTo>
                  <a:lnTo>
                    <a:pt x="4147481" y="584499"/>
                  </a:lnTo>
                  <a:lnTo>
                    <a:pt x="4148141" y="610576"/>
                  </a:lnTo>
                  <a:lnTo>
                    <a:pt x="4148802" y="616426"/>
                  </a:lnTo>
                  <a:lnTo>
                    <a:pt x="4149462" y="600459"/>
                  </a:lnTo>
                  <a:lnTo>
                    <a:pt x="4150123" y="590409"/>
                  </a:lnTo>
                  <a:lnTo>
                    <a:pt x="4150783" y="612582"/>
                  </a:lnTo>
                  <a:lnTo>
                    <a:pt x="4151444" y="616397"/>
                  </a:lnTo>
                  <a:lnTo>
                    <a:pt x="4152104" y="616482"/>
                  </a:lnTo>
                  <a:lnTo>
                    <a:pt x="4152765" y="618414"/>
                  </a:lnTo>
                  <a:lnTo>
                    <a:pt x="4153425" y="617657"/>
                  </a:lnTo>
                  <a:lnTo>
                    <a:pt x="4154086" y="617943"/>
                  </a:lnTo>
                  <a:lnTo>
                    <a:pt x="4154746" y="618414"/>
                  </a:lnTo>
                  <a:lnTo>
                    <a:pt x="4155407" y="616662"/>
                  </a:lnTo>
                  <a:lnTo>
                    <a:pt x="4156068" y="616453"/>
                  </a:lnTo>
                  <a:lnTo>
                    <a:pt x="4156728" y="618414"/>
                  </a:lnTo>
                  <a:lnTo>
                    <a:pt x="4157389" y="615438"/>
                  </a:lnTo>
                  <a:lnTo>
                    <a:pt x="4158049" y="616511"/>
                  </a:lnTo>
                  <a:lnTo>
                    <a:pt x="4158710" y="617311"/>
                  </a:lnTo>
                  <a:lnTo>
                    <a:pt x="4159370" y="618643"/>
                  </a:lnTo>
                  <a:lnTo>
                    <a:pt x="4160031" y="604643"/>
                  </a:lnTo>
                  <a:lnTo>
                    <a:pt x="4160691" y="609475"/>
                  </a:lnTo>
                  <a:lnTo>
                    <a:pt x="4161352" y="611201"/>
                  </a:lnTo>
                  <a:lnTo>
                    <a:pt x="4162012" y="618483"/>
                  </a:lnTo>
                  <a:lnTo>
                    <a:pt x="4162673" y="620475"/>
                  </a:lnTo>
                  <a:lnTo>
                    <a:pt x="4163333" y="603476"/>
                  </a:lnTo>
                  <a:lnTo>
                    <a:pt x="4163994" y="602824"/>
                  </a:lnTo>
                  <a:lnTo>
                    <a:pt x="4164654" y="590063"/>
                  </a:lnTo>
                  <a:lnTo>
                    <a:pt x="4165315" y="618643"/>
                  </a:lnTo>
                  <a:lnTo>
                    <a:pt x="4165975" y="619114"/>
                  </a:lnTo>
                  <a:lnTo>
                    <a:pt x="4166636" y="613019"/>
                  </a:lnTo>
                  <a:lnTo>
                    <a:pt x="4167297" y="608326"/>
                  </a:lnTo>
                  <a:lnTo>
                    <a:pt x="4167957" y="610230"/>
                  </a:lnTo>
                  <a:lnTo>
                    <a:pt x="4168618" y="604856"/>
                  </a:lnTo>
                  <a:lnTo>
                    <a:pt x="4169278" y="599324"/>
                  </a:lnTo>
                  <a:lnTo>
                    <a:pt x="4169939" y="618278"/>
                  </a:lnTo>
                  <a:lnTo>
                    <a:pt x="4170599" y="617561"/>
                  </a:lnTo>
                  <a:lnTo>
                    <a:pt x="4171260" y="610996"/>
                  </a:lnTo>
                  <a:lnTo>
                    <a:pt x="4171920" y="617555"/>
                  </a:lnTo>
                  <a:lnTo>
                    <a:pt x="4172581" y="618069"/>
                  </a:lnTo>
                  <a:lnTo>
                    <a:pt x="4173241" y="619993"/>
                  </a:lnTo>
                  <a:lnTo>
                    <a:pt x="4173902" y="614254"/>
                  </a:lnTo>
                  <a:lnTo>
                    <a:pt x="4174562" y="614254"/>
                  </a:lnTo>
                  <a:lnTo>
                    <a:pt x="4175223" y="617025"/>
                  </a:lnTo>
                  <a:lnTo>
                    <a:pt x="4175883" y="619773"/>
                  </a:lnTo>
                  <a:lnTo>
                    <a:pt x="4176544" y="607423"/>
                  </a:lnTo>
                  <a:lnTo>
                    <a:pt x="4177205" y="601002"/>
                  </a:lnTo>
                  <a:lnTo>
                    <a:pt x="4177865" y="605109"/>
                  </a:lnTo>
                  <a:lnTo>
                    <a:pt x="4178526" y="603802"/>
                  </a:lnTo>
                  <a:lnTo>
                    <a:pt x="4179186" y="608956"/>
                  </a:lnTo>
                  <a:lnTo>
                    <a:pt x="4179847" y="610967"/>
                  </a:lnTo>
                  <a:lnTo>
                    <a:pt x="4180507" y="571312"/>
                  </a:lnTo>
                  <a:lnTo>
                    <a:pt x="4181168" y="538390"/>
                  </a:lnTo>
                  <a:lnTo>
                    <a:pt x="4181828" y="536478"/>
                  </a:lnTo>
                  <a:lnTo>
                    <a:pt x="4182489" y="559765"/>
                  </a:lnTo>
                  <a:lnTo>
                    <a:pt x="4183149" y="556043"/>
                  </a:lnTo>
                  <a:lnTo>
                    <a:pt x="4183810" y="570074"/>
                  </a:lnTo>
                  <a:lnTo>
                    <a:pt x="4184470" y="602793"/>
                  </a:lnTo>
                  <a:lnTo>
                    <a:pt x="4185131" y="603001"/>
                  </a:lnTo>
                  <a:lnTo>
                    <a:pt x="4185791" y="586948"/>
                  </a:lnTo>
                  <a:lnTo>
                    <a:pt x="4186452" y="575398"/>
                  </a:lnTo>
                  <a:lnTo>
                    <a:pt x="4187113" y="608178"/>
                  </a:lnTo>
                  <a:lnTo>
                    <a:pt x="4187773" y="617984"/>
                  </a:lnTo>
                  <a:lnTo>
                    <a:pt x="4188434" y="609149"/>
                  </a:lnTo>
                  <a:lnTo>
                    <a:pt x="4189094" y="580273"/>
                  </a:lnTo>
                  <a:lnTo>
                    <a:pt x="4189755" y="551525"/>
                  </a:lnTo>
                  <a:lnTo>
                    <a:pt x="4190415" y="541115"/>
                  </a:lnTo>
                  <a:lnTo>
                    <a:pt x="4191076" y="536478"/>
                  </a:lnTo>
                  <a:lnTo>
                    <a:pt x="4191736" y="544106"/>
                  </a:lnTo>
                  <a:lnTo>
                    <a:pt x="4192397" y="586312"/>
                  </a:lnTo>
                  <a:lnTo>
                    <a:pt x="4193057" y="597220"/>
                  </a:lnTo>
                  <a:lnTo>
                    <a:pt x="4193718" y="575539"/>
                  </a:lnTo>
                  <a:lnTo>
                    <a:pt x="4194378" y="573303"/>
                  </a:lnTo>
                  <a:lnTo>
                    <a:pt x="4195039" y="571706"/>
                  </a:lnTo>
                  <a:lnTo>
                    <a:pt x="4195699" y="577335"/>
                  </a:lnTo>
                  <a:lnTo>
                    <a:pt x="4196360" y="573002"/>
                  </a:lnTo>
                  <a:lnTo>
                    <a:pt x="4197021" y="591442"/>
                  </a:lnTo>
                  <a:lnTo>
                    <a:pt x="4197681" y="617336"/>
                  </a:lnTo>
                  <a:lnTo>
                    <a:pt x="4198342" y="595228"/>
                  </a:lnTo>
                  <a:lnTo>
                    <a:pt x="4199002" y="598187"/>
                  </a:lnTo>
                  <a:lnTo>
                    <a:pt x="4199663" y="616572"/>
                  </a:lnTo>
                  <a:lnTo>
                    <a:pt x="4200323" y="610792"/>
                  </a:lnTo>
                  <a:lnTo>
                    <a:pt x="4200984" y="573184"/>
                  </a:lnTo>
                  <a:lnTo>
                    <a:pt x="4201644" y="544680"/>
                  </a:lnTo>
                  <a:lnTo>
                    <a:pt x="4202305" y="563986"/>
                  </a:lnTo>
                  <a:lnTo>
                    <a:pt x="4202965" y="557052"/>
                  </a:lnTo>
                  <a:lnTo>
                    <a:pt x="4203626" y="544498"/>
                  </a:lnTo>
                  <a:lnTo>
                    <a:pt x="4204286" y="563803"/>
                  </a:lnTo>
                  <a:lnTo>
                    <a:pt x="4204947" y="568895"/>
                  </a:lnTo>
                  <a:lnTo>
                    <a:pt x="4205607" y="577514"/>
                  </a:lnTo>
                  <a:lnTo>
                    <a:pt x="4206268" y="582902"/>
                  </a:lnTo>
                  <a:lnTo>
                    <a:pt x="4206928" y="595740"/>
                  </a:lnTo>
                  <a:lnTo>
                    <a:pt x="4207589" y="614332"/>
                  </a:lnTo>
                  <a:lnTo>
                    <a:pt x="4208250" y="615637"/>
                  </a:lnTo>
                  <a:lnTo>
                    <a:pt x="4208910" y="616046"/>
                  </a:lnTo>
                  <a:lnTo>
                    <a:pt x="4209571" y="605922"/>
                  </a:lnTo>
                  <a:lnTo>
                    <a:pt x="4210231" y="602378"/>
                  </a:lnTo>
                  <a:lnTo>
                    <a:pt x="4210892" y="602378"/>
                  </a:lnTo>
                  <a:lnTo>
                    <a:pt x="4211552" y="587574"/>
                  </a:lnTo>
                  <a:lnTo>
                    <a:pt x="4212213" y="603740"/>
                  </a:lnTo>
                  <a:lnTo>
                    <a:pt x="4212873" y="605558"/>
                  </a:lnTo>
                  <a:lnTo>
                    <a:pt x="4213534" y="591625"/>
                  </a:lnTo>
                  <a:lnTo>
                    <a:pt x="4214194" y="589435"/>
                  </a:lnTo>
                  <a:lnTo>
                    <a:pt x="4214855" y="591442"/>
                  </a:lnTo>
                  <a:lnTo>
                    <a:pt x="4215515" y="584288"/>
                  </a:lnTo>
                  <a:lnTo>
                    <a:pt x="4216176" y="598829"/>
                  </a:lnTo>
                  <a:lnTo>
                    <a:pt x="4216836" y="599784"/>
                  </a:lnTo>
                  <a:lnTo>
                    <a:pt x="4217497" y="604223"/>
                  </a:lnTo>
                  <a:lnTo>
                    <a:pt x="4218158" y="611117"/>
                  </a:lnTo>
                  <a:lnTo>
                    <a:pt x="4218818" y="614332"/>
                  </a:lnTo>
                  <a:lnTo>
                    <a:pt x="4219479" y="618726"/>
                  </a:lnTo>
                  <a:lnTo>
                    <a:pt x="4220139" y="616046"/>
                  </a:lnTo>
                  <a:lnTo>
                    <a:pt x="4220800" y="590979"/>
                  </a:lnTo>
                  <a:lnTo>
                    <a:pt x="4221460" y="592987"/>
                  </a:lnTo>
                  <a:lnTo>
                    <a:pt x="4222121" y="611679"/>
                  </a:lnTo>
                  <a:lnTo>
                    <a:pt x="4222781" y="608207"/>
                  </a:lnTo>
                  <a:lnTo>
                    <a:pt x="4223442" y="605143"/>
                  </a:lnTo>
                  <a:lnTo>
                    <a:pt x="4224102" y="590099"/>
                  </a:lnTo>
                  <a:lnTo>
                    <a:pt x="4224763" y="586312"/>
                  </a:lnTo>
                  <a:lnTo>
                    <a:pt x="4225423" y="598829"/>
                  </a:lnTo>
                  <a:lnTo>
                    <a:pt x="4226084" y="594585"/>
                  </a:lnTo>
                  <a:lnTo>
                    <a:pt x="4226744" y="557783"/>
                  </a:lnTo>
                  <a:lnTo>
                    <a:pt x="4227405" y="553899"/>
                  </a:lnTo>
                  <a:lnTo>
                    <a:pt x="4228066" y="582990"/>
                  </a:lnTo>
                  <a:lnTo>
                    <a:pt x="4228726" y="594378"/>
                  </a:lnTo>
                  <a:lnTo>
                    <a:pt x="4229387" y="588737"/>
                  </a:lnTo>
                  <a:lnTo>
                    <a:pt x="4230047" y="591625"/>
                  </a:lnTo>
                  <a:lnTo>
                    <a:pt x="4230708" y="586495"/>
                  </a:lnTo>
                  <a:lnTo>
                    <a:pt x="4231368" y="575519"/>
                  </a:lnTo>
                  <a:lnTo>
                    <a:pt x="4232029" y="571312"/>
                  </a:lnTo>
                  <a:lnTo>
                    <a:pt x="4232689" y="581818"/>
                  </a:lnTo>
                  <a:lnTo>
                    <a:pt x="4233350" y="578267"/>
                  </a:lnTo>
                  <a:lnTo>
                    <a:pt x="4234010" y="610967"/>
                  </a:lnTo>
                  <a:lnTo>
                    <a:pt x="4234671" y="607423"/>
                  </a:lnTo>
                  <a:lnTo>
                    <a:pt x="4235331" y="586312"/>
                  </a:lnTo>
                  <a:lnTo>
                    <a:pt x="4235992" y="601006"/>
                  </a:lnTo>
                  <a:lnTo>
                    <a:pt x="4236652" y="586312"/>
                  </a:lnTo>
                  <a:lnTo>
                    <a:pt x="4237313" y="573303"/>
                  </a:lnTo>
                  <a:lnTo>
                    <a:pt x="4237973" y="575337"/>
                  </a:lnTo>
                  <a:lnTo>
                    <a:pt x="4238634" y="575539"/>
                  </a:lnTo>
                  <a:lnTo>
                    <a:pt x="4239295" y="577496"/>
                  </a:lnTo>
                  <a:lnTo>
                    <a:pt x="4239955" y="571312"/>
                  </a:lnTo>
                  <a:lnTo>
                    <a:pt x="4240616" y="603749"/>
                  </a:lnTo>
                  <a:lnTo>
                    <a:pt x="4241276" y="616730"/>
                  </a:lnTo>
                  <a:lnTo>
                    <a:pt x="4241937" y="614618"/>
                  </a:lnTo>
                  <a:lnTo>
                    <a:pt x="4242597" y="619399"/>
                  </a:lnTo>
                  <a:lnTo>
                    <a:pt x="4243258" y="618013"/>
                  </a:lnTo>
                  <a:lnTo>
                    <a:pt x="4243918" y="613885"/>
                  </a:lnTo>
                  <a:lnTo>
                    <a:pt x="4244579" y="602378"/>
                  </a:lnTo>
                  <a:lnTo>
                    <a:pt x="4245239" y="591625"/>
                  </a:lnTo>
                  <a:lnTo>
                    <a:pt x="4245900" y="612164"/>
                  </a:lnTo>
                  <a:lnTo>
                    <a:pt x="4246560" y="618013"/>
                  </a:lnTo>
                  <a:lnTo>
                    <a:pt x="4247221" y="618013"/>
                  </a:lnTo>
                  <a:lnTo>
                    <a:pt x="4247881" y="617984"/>
                  </a:lnTo>
                  <a:lnTo>
                    <a:pt x="4248542" y="617311"/>
                  </a:lnTo>
                  <a:lnTo>
                    <a:pt x="4249203" y="616031"/>
                  </a:lnTo>
                  <a:lnTo>
                    <a:pt x="4249863" y="617311"/>
                  </a:lnTo>
                  <a:lnTo>
                    <a:pt x="4250524" y="609149"/>
                  </a:lnTo>
                  <a:lnTo>
                    <a:pt x="4251184" y="609985"/>
                  </a:lnTo>
                  <a:lnTo>
                    <a:pt x="4251845" y="612802"/>
                  </a:lnTo>
                  <a:lnTo>
                    <a:pt x="4252505" y="617025"/>
                  </a:lnTo>
                  <a:lnTo>
                    <a:pt x="4253166" y="618013"/>
                  </a:lnTo>
                  <a:lnTo>
                    <a:pt x="4253826" y="617054"/>
                  </a:lnTo>
                  <a:lnTo>
                    <a:pt x="4254487" y="606911"/>
                  </a:lnTo>
                  <a:lnTo>
                    <a:pt x="4255147" y="599743"/>
                  </a:lnTo>
                  <a:lnTo>
                    <a:pt x="4255808" y="618726"/>
                  </a:lnTo>
                  <a:lnTo>
                    <a:pt x="4256468" y="617340"/>
                  </a:lnTo>
                  <a:lnTo>
                    <a:pt x="4257129" y="617583"/>
                  </a:lnTo>
                  <a:lnTo>
                    <a:pt x="4257789" y="617425"/>
                  </a:lnTo>
                  <a:lnTo>
                    <a:pt x="4258450" y="614197"/>
                  </a:lnTo>
                  <a:lnTo>
                    <a:pt x="4259111" y="610996"/>
                  </a:lnTo>
                  <a:lnTo>
                    <a:pt x="4259771" y="610014"/>
                  </a:lnTo>
                  <a:lnTo>
                    <a:pt x="4260432" y="606303"/>
                  </a:lnTo>
                  <a:lnTo>
                    <a:pt x="4261092" y="577496"/>
                  </a:lnTo>
                  <a:lnTo>
                    <a:pt x="4261753" y="550849"/>
                  </a:lnTo>
                  <a:lnTo>
                    <a:pt x="4262413" y="538477"/>
                  </a:lnTo>
                  <a:lnTo>
                    <a:pt x="4263074" y="518599"/>
                  </a:lnTo>
                  <a:lnTo>
                    <a:pt x="4263734" y="544106"/>
                  </a:lnTo>
                  <a:lnTo>
                    <a:pt x="4264395" y="591996"/>
                  </a:lnTo>
                  <a:lnTo>
                    <a:pt x="4265055" y="594011"/>
                  </a:lnTo>
                  <a:lnTo>
                    <a:pt x="4265716" y="571312"/>
                  </a:lnTo>
                  <a:lnTo>
                    <a:pt x="4266376" y="562692"/>
                  </a:lnTo>
                  <a:lnTo>
                    <a:pt x="4267037" y="548192"/>
                  </a:lnTo>
                  <a:lnTo>
                    <a:pt x="4267697" y="562063"/>
                  </a:lnTo>
                  <a:lnTo>
                    <a:pt x="4268358" y="566981"/>
                  </a:lnTo>
                  <a:lnTo>
                    <a:pt x="4269019" y="571312"/>
                  </a:lnTo>
                  <a:lnTo>
                    <a:pt x="4269679" y="583424"/>
                  </a:lnTo>
                  <a:lnTo>
                    <a:pt x="4270340" y="594011"/>
                  </a:lnTo>
                  <a:lnTo>
                    <a:pt x="4271000" y="594585"/>
                  </a:lnTo>
                  <a:lnTo>
                    <a:pt x="4271661" y="594585"/>
                  </a:lnTo>
                  <a:lnTo>
                    <a:pt x="4272321" y="594011"/>
                  </a:lnTo>
                  <a:lnTo>
                    <a:pt x="4272982" y="591996"/>
                  </a:lnTo>
                  <a:lnTo>
                    <a:pt x="4273642" y="557783"/>
                  </a:lnTo>
                  <a:lnTo>
                    <a:pt x="4274303" y="557783"/>
                  </a:lnTo>
                  <a:lnTo>
                    <a:pt x="4274963" y="581818"/>
                  </a:lnTo>
                  <a:lnTo>
                    <a:pt x="4275624" y="607387"/>
                  </a:lnTo>
                  <a:lnTo>
                    <a:pt x="4276284" y="589030"/>
                  </a:lnTo>
                  <a:lnTo>
                    <a:pt x="4276945" y="573267"/>
                  </a:lnTo>
                  <a:lnTo>
                    <a:pt x="4277605" y="571276"/>
                  </a:lnTo>
                  <a:lnTo>
                    <a:pt x="4278266" y="581782"/>
                  </a:lnTo>
                  <a:lnTo>
                    <a:pt x="4278926" y="573267"/>
                  </a:lnTo>
                  <a:lnTo>
                    <a:pt x="4279587" y="557747"/>
                  </a:lnTo>
                  <a:lnTo>
                    <a:pt x="4280248" y="586276"/>
                  </a:lnTo>
                  <a:lnTo>
                    <a:pt x="4280908" y="606238"/>
                  </a:lnTo>
                  <a:lnTo>
                    <a:pt x="4281569" y="602277"/>
                  </a:lnTo>
                  <a:lnTo>
                    <a:pt x="4282229" y="592839"/>
                  </a:lnTo>
                  <a:lnTo>
                    <a:pt x="4282890" y="586276"/>
                  </a:lnTo>
                  <a:lnTo>
                    <a:pt x="4283550" y="581782"/>
                  </a:lnTo>
                  <a:lnTo>
                    <a:pt x="4284211" y="575301"/>
                  </a:lnTo>
                  <a:lnTo>
                    <a:pt x="4284871" y="564146"/>
                  </a:lnTo>
                  <a:lnTo>
                    <a:pt x="4285532" y="575265"/>
                  </a:lnTo>
                  <a:lnTo>
                    <a:pt x="4286192" y="557747"/>
                  </a:lnTo>
                  <a:lnTo>
                    <a:pt x="4286853" y="577501"/>
                  </a:lnTo>
                  <a:lnTo>
                    <a:pt x="4287513" y="577460"/>
                  </a:lnTo>
                  <a:lnTo>
                    <a:pt x="4288174" y="594549"/>
                  </a:lnTo>
                  <a:lnTo>
                    <a:pt x="4288834" y="581782"/>
                  </a:lnTo>
                  <a:lnTo>
                    <a:pt x="4289495" y="586276"/>
                  </a:lnTo>
                  <a:lnTo>
                    <a:pt x="4290156" y="575503"/>
                  </a:lnTo>
                  <a:lnTo>
                    <a:pt x="4290816" y="551489"/>
                  </a:lnTo>
                  <a:lnTo>
                    <a:pt x="4291477" y="538441"/>
                  </a:lnTo>
                  <a:lnTo>
                    <a:pt x="4292137" y="557747"/>
                  </a:lnTo>
                  <a:lnTo>
                    <a:pt x="4292798" y="563767"/>
                  </a:lnTo>
                  <a:lnTo>
                    <a:pt x="4293458" y="575301"/>
                  </a:lnTo>
                  <a:lnTo>
                    <a:pt x="4294119" y="578231"/>
                  </a:lnTo>
                  <a:lnTo>
                    <a:pt x="4294779" y="573267"/>
                  </a:lnTo>
                  <a:lnTo>
                    <a:pt x="4295440" y="573267"/>
                  </a:lnTo>
                  <a:lnTo>
                    <a:pt x="4296100" y="577353"/>
                  </a:lnTo>
                  <a:lnTo>
                    <a:pt x="4296761" y="583481"/>
                  </a:lnTo>
                  <a:lnTo>
                    <a:pt x="4297421" y="616507"/>
                  </a:lnTo>
                  <a:lnTo>
                    <a:pt x="4298082" y="606846"/>
                  </a:lnTo>
                  <a:lnTo>
                    <a:pt x="4298742" y="585993"/>
                  </a:lnTo>
                  <a:lnTo>
                    <a:pt x="4299403" y="606846"/>
                  </a:lnTo>
                  <a:lnTo>
                    <a:pt x="4300064" y="610931"/>
                  </a:lnTo>
                  <a:lnTo>
                    <a:pt x="4300724" y="595192"/>
                  </a:lnTo>
                  <a:lnTo>
                    <a:pt x="4301385" y="556833"/>
                  </a:lnTo>
                  <a:lnTo>
                    <a:pt x="4302045" y="558005"/>
                  </a:lnTo>
                  <a:lnTo>
                    <a:pt x="4302706" y="564146"/>
                  </a:lnTo>
                  <a:lnTo>
                    <a:pt x="4303366" y="542462"/>
                  </a:lnTo>
                  <a:lnTo>
                    <a:pt x="4304027" y="550534"/>
                  </a:lnTo>
                  <a:lnTo>
                    <a:pt x="4304687" y="571066"/>
                  </a:lnTo>
                  <a:lnTo>
                    <a:pt x="4305348" y="578231"/>
                  </a:lnTo>
                  <a:lnTo>
                    <a:pt x="4306008" y="583388"/>
                  </a:lnTo>
                  <a:lnTo>
                    <a:pt x="4306669" y="586276"/>
                  </a:lnTo>
                  <a:lnTo>
                    <a:pt x="4307329" y="593975"/>
                  </a:lnTo>
                  <a:lnTo>
                    <a:pt x="4307990" y="617519"/>
                  </a:lnTo>
                  <a:lnTo>
                    <a:pt x="4308650" y="615487"/>
                  </a:lnTo>
                  <a:lnTo>
                    <a:pt x="4309311" y="584946"/>
                  </a:lnTo>
                  <a:lnTo>
                    <a:pt x="4309971" y="605107"/>
                  </a:lnTo>
                  <a:lnTo>
                    <a:pt x="4310632" y="616989"/>
                  </a:lnTo>
                  <a:lnTo>
                    <a:pt x="4311293" y="617275"/>
                  </a:lnTo>
                  <a:lnTo>
                    <a:pt x="4311953" y="608142"/>
                  </a:lnTo>
                  <a:lnTo>
                    <a:pt x="4312614" y="606238"/>
                  </a:lnTo>
                  <a:lnTo>
                    <a:pt x="4313274" y="614926"/>
                  </a:lnTo>
                  <a:lnTo>
                    <a:pt x="4313935" y="617746"/>
                  </a:lnTo>
                  <a:lnTo>
                    <a:pt x="4314595" y="617948"/>
                  </a:lnTo>
                  <a:lnTo>
                    <a:pt x="4315256" y="614992"/>
                  </a:lnTo>
                  <a:lnTo>
                    <a:pt x="4315916" y="613870"/>
                  </a:lnTo>
                  <a:lnTo>
                    <a:pt x="4316577" y="614267"/>
                  </a:lnTo>
                  <a:lnTo>
                    <a:pt x="4317237" y="615011"/>
                  </a:lnTo>
                  <a:lnTo>
                    <a:pt x="4317898" y="612765"/>
                  </a:lnTo>
                  <a:lnTo>
                    <a:pt x="4318558" y="604913"/>
                  </a:lnTo>
                  <a:lnTo>
                    <a:pt x="4319219" y="598822"/>
                  </a:lnTo>
                  <a:lnTo>
                    <a:pt x="4319879" y="591588"/>
                  </a:lnTo>
                  <a:lnTo>
                    <a:pt x="4320540" y="581504"/>
                  </a:lnTo>
                  <a:lnTo>
                    <a:pt x="4321201" y="591588"/>
                  </a:lnTo>
                  <a:lnTo>
                    <a:pt x="4321861" y="615516"/>
                  </a:lnTo>
                  <a:lnTo>
                    <a:pt x="4322522" y="617977"/>
                  </a:lnTo>
                  <a:lnTo>
                    <a:pt x="4323182" y="617948"/>
                  </a:lnTo>
                  <a:lnTo>
                    <a:pt x="4323843" y="619965"/>
                  </a:lnTo>
                  <a:lnTo>
                    <a:pt x="4324503" y="619965"/>
                  </a:lnTo>
                  <a:lnTo>
                    <a:pt x="4325164" y="619965"/>
                  </a:lnTo>
                  <a:lnTo>
                    <a:pt x="4325824" y="612099"/>
                  </a:lnTo>
                  <a:lnTo>
                    <a:pt x="4326485" y="606238"/>
                  </a:lnTo>
                  <a:lnTo>
                    <a:pt x="4327145" y="604187"/>
                  </a:lnTo>
                  <a:lnTo>
                    <a:pt x="4327806" y="593828"/>
                  </a:lnTo>
                  <a:lnTo>
                    <a:pt x="4328466" y="605707"/>
                  </a:lnTo>
                  <a:lnTo>
                    <a:pt x="4329127" y="615995"/>
                  </a:lnTo>
                  <a:lnTo>
                    <a:pt x="4329787" y="619334"/>
                  </a:lnTo>
                  <a:lnTo>
                    <a:pt x="4330448" y="617948"/>
                  </a:lnTo>
                  <a:lnTo>
                    <a:pt x="4331109" y="619957"/>
                  </a:lnTo>
                  <a:lnTo>
                    <a:pt x="4331769" y="617948"/>
                  </a:lnTo>
                  <a:lnTo>
                    <a:pt x="4332430" y="617948"/>
                  </a:lnTo>
                  <a:lnTo>
                    <a:pt x="4333090" y="617977"/>
                  </a:lnTo>
                  <a:lnTo>
                    <a:pt x="4333751" y="617775"/>
                  </a:lnTo>
                  <a:lnTo>
                    <a:pt x="4334411" y="605577"/>
                  </a:lnTo>
                  <a:lnTo>
                    <a:pt x="4335072" y="592950"/>
                  </a:lnTo>
                  <a:lnTo>
                    <a:pt x="4335732" y="613635"/>
                  </a:lnTo>
                  <a:lnTo>
                    <a:pt x="4336393" y="609978"/>
                  </a:lnTo>
                  <a:lnTo>
                    <a:pt x="4337053" y="606267"/>
                  </a:lnTo>
                  <a:lnTo>
                    <a:pt x="4337714" y="608142"/>
                  </a:lnTo>
                  <a:lnTo>
                    <a:pt x="4338374" y="603684"/>
                  </a:lnTo>
                  <a:lnTo>
                    <a:pt x="4339035" y="597184"/>
                  </a:lnTo>
                  <a:lnTo>
                    <a:pt x="4339695" y="596378"/>
                  </a:lnTo>
                  <a:lnTo>
                    <a:pt x="4340356" y="599748"/>
                  </a:lnTo>
                  <a:lnTo>
                    <a:pt x="4341017" y="586276"/>
                  </a:lnTo>
                  <a:lnTo>
                    <a:pt x="4341677" y="575503"/>
                  </a:lnTo>
                  <a:lnTo>
                    <a:pt x="4342338" y="573267"/>
                  </a:lnTo>
                  <a:lnTo>
                    <a:pt x="4342998" y="564146"/>
                  </a:lnTo>
                  <a:lnTo>
                    <a:pt x="4343659" y="562656"/>
                  </a:lnTo>
                  <a:lnTo>
                    <a:pt x="4344319" y="594395"/>
                  </a:lnTo>
                  <a:lnTo>
                    <a:pt x="4344980" y="616750"/>
                  </a:lnTo>
                  <a:lnTo>
                    <a:pt x="4345640" y="607387"/>
                  </a:lnTo>
                  <a:lnTo>
                    <a:pt x="4346301" y="611357"/>
                  </a:lnTo>
                  <a:lnTo>
                    <a:pt x="4346961" y="616023"/>
                  </a:lnTo>
                  <a:lnTo>
                    <a:pt x="4347622" y="616237"/>
                  </a:lnTo>
                  <a:lnTo>
                    <a:pt x="4348282" y="605522"/>
                  </a:lnTo>
                  <a:lnTo>
                    <a:pt x="4348943" y="605102"/>
                  </a:lnTo>
                  <a:lnTo>
                    <a:pt x="4349603" y="612552"/>
                  </a:lnTo>
                  <a:lnTo>
                    <a:pt x="4350264" y="592950"/>
                  </a:lnTo>
                  <a:lnTo>
                    <a:pt x="4350924" y="585796"/>
                  </a:lnTo>
                  <a:lnTo>
                    <a:pt x="4351585" y="587538"/>
                  </a:lnTo>
                  <a:lnTo>
                    <a:pt x="4352246" y="594577"/>
                  </a:lnTo>
                  <a:lnTo>
                    <a:pt x="4352906" y="593021"/>
                  </a:lnTo>
                  <a:lnTo>
                    <a:pt x="4353567" y="577643"/>
                  </a:lnTo>
                  <a:lnTo>
                    <a:pt x="4354227" y="559728"/>
                  </a:lnTo>
                  <a:lnTo>
                    <a:pt x="4354888" y="575503"/>
                  </a:lnTo>
                  <a:lnTo>
                    <a:pt x="4355548" y="581964"/>
                  </a:lnTo>
                  <a:lnTo>
                    <a:pt x="4356209" y="609978"/>
                  </a:lnTo>
                  <a:lnTo>
                    <a:pt x="4356869" y="618032"/>
                  </a:lnTo>
                  <a:lnTo>
                    <a:pt x="4357530" y="602994"/>
                  </a:lnTo>
                  <a:lnTo>
                    <a:pt x="4358190" y="587094"/>
                  </a:lnTo>
                  <a:lnTo>
                    <a:pt x="4358851" y="603059"/>
                  </a:lnTo>
                  <a:lnTo>
                    <a:pt x="4359511" y="617389"/>
                  </a:lnTo>
                  <a:lnTo>
                    <a:pt x="4360172" y="617775"/>
                  </a:lnTo>
                  <a:lnTo>
                    <a:pt x="4360832" y="617948"/>
                  </a:lnTo>
                  <a:lnTo>
                    <a:pt x="4361493" y="617948"/>
                  </a:lnTo>
                  <a:lnTo>
                    <a:pt x="4362154" y="617381"/>
                  </a:lnTo>
                  <a:lnTo>
                    <a:pt x="4362814" y="615995"/>
                  </a:lnTo>
                  <a:lnTo>
                    <a:pt x="4363475" y="617948"/>
                  </a:lnTo>
                  <a:lnTo>
                    <a:pt x="4364135" y="616989"/>
                  </a:lnTo>
                  <a:lnTo>
                    <a:pt x="4364796" y="605107"/>
                  </a:lnTo>
                  <a:lnTo>
                    <a:pt x="4365456" y="615487"/>
                  </a:lnTo>
                  <a:lnTo>
                    <a:pt x="4366117" y="617948"/>
                  </a:lnTo>
                  <a:lnTo>
                    <a:pt x="4366777" y="617948"/>
                  </a:lnTo>
                  <a:lnTo>
                    <a:pt x="4367438" y="617977"/>
                  </a:lnTo>
                  <a:lnTo>
                    <a:pt x="4368098" y="617977"/>
                  </a:lnTo>
                  <a:lnTo>
                    <a:pt x="4368759" y="614582"/>
                  </a:lnTo>
                  <a:lnTo>
                    <a:pt x="4369419" y="602994"/>
                  </a:lnTo>
                  <a:lnTo>
                    <a:pt x="4370080" y="614955"/>
                  </a:lnTo>
                  <a:lnTo>
                    <a:pt x="4370740" y="605522"/>
                  </a:lnTo>
                  <a:lnTo>
                    <a:pt x="4371401" y="592950"/>
                  </a:lnTo>
                  <a:lnTo>
                    <a:pt x="4372062" y="614296"/>
                  </a:lnTo>
                  <a:lnTo>
                    <a:pt x="4372722" y="614955"/>
                  </a:lnTo>
                  <a:lnTo>
                    <a:pt x="4373383" y="614161"/>
                  </a:lnTo>
                  <a:lnTo>
                    <a:pt x="4374043" y="615995"/>
                  </a:lnTo>
                  <a:lnTo>
                    <a:pt x="4374704" y="617948"/>
                  </a:lnTo>
                  <a:lnTo>
                    <a:pt x="4375364" y="617948"/>
                  </a:lnTo>
                  <a:lnTo>
                    <a:pt x="4376025" y="617360"/>
                  </a:lnTo>
                  <a:lnTo>
                    <a:pt x="4376685" y="617948"/>
                  </a:lnTo>
                  <a:lnTo>
                    <a:pt x="4377346" y="617948"/>
                  </a:lnTo>
                  <a:lnTo>
                    <a:pt x="4378006" y="617948"/>
                  </a:lnTo>
                  <a:lnTo>
                    <a:pt x="4378667" y="619957"/>
                  </a:lnTo>
                  <a:lnTo>
                    <a:pt x="4379327" y="618033"/>
                  </a:lnTo>
                  <a:lnTo>
                    <a:pt x="4379988" y="617948"/>
                  </a:lnTo>
                  <a:lnTo>
                    <a:pt x="4380648" y="616750"/>
                  </a:lnTo>
                  <a:lnTo>
                    <a:pt x="4381309" y="614926"/>
                  </a:lnTo>
                  <a:lnTo>
                    <a:pt x="4381969" y="615995"/>
                  </a:lnTo>
                  <a:lnTo>
                    <a:pt x="4382630" y="617647"/>
                  </a:lnTo>
                  <a:lnTo>
                    <a:pt x="4383291" y="617647"/>
                  </a:lnTo>
                  <a:lnTo>
                    <a:pt x="4383951" y="615693"/>
                  </a:lnTo>
                  <a:lnTo>
                    <a:pt x="4384612" y="616773"/>
                  </a:lnTo>
                  <a:lnTo>
                    <a:pt x="4385272" y="613305"/>
                  </a:lnTo>
                  <a:lnTo>
                    <a:pt x="4385933" y="609648"/>
                  </a:lnTo>
                  <a:lnTo>
                    <a:pt x="4386593" y="588728"/>
                  </a:lnTo>
                  <a:lnTo>
                    <a:pt x="4387254" y="550512"/>
                  </a:lnTo>
                  <a:lnTo>
                    <a:pt x="4387914" y="543769"/>
                  </a:lnTo>
                  <a:lnTo>
                    <a:pt x="4388575" y="538140"/>
                  </a:lnTo>
                  <a:lnTo>
                    <a:pt x="4389235" y="540778"/>
                  </a:lnTo>
                  <a:lnTo>
                    <a:pt x="4389896" y="572966"/>
                  </a:lnTo>
                  <a:lnTo>
                    <a:pt x="4390556" y="601975"/>
                  </a:lnTo>
                  <a:lnTo>
                    <a:pt x="4391217" y="575202"/>
                  </a:lnTo>
                  <a:lnTo>
                    <a:pt x="4391877" y="563845"/>
                  </a:lnTo>
                  <a:lnTo>
                    <a:pt x="4392538" y="559038"/>
                  </a:lnTo>
                  <a:lnTo>
                    <a:pt x="4393199" y="557084"/>
                  </a:lnTo>
                  <a:lnTo>
                    <a:pt x="4393859" y="574638"/>
                  </a:lnTo>
                  <a:lnTo>
                    <a:pt x="4394520" y="563484"/>
                  </a:lnTo>
                  <a:lnTo>
                    <a:pt x="4395180" y="563484"/>
                  </a:lnTo>
                  <a:lnTo>
                    <a:pt x="4395841" y="574841"/>
                  </a:lnTo>
                  <a:lnTo>
                    <a:pt x="4396501" y="572605"/>
                  </a:lnTo>
                  <a:lnTo>
                    <a:pt x="4397162" y="572605"/>
                  </a:lnTo>
                  <a:lnTo>
                    <a:pt x="4397822" y="572605"/>
                  </a:lnTo>
                  <a:lnTo>
                    <a:pt x="4398483" y="566283"/>
                  </a:lnTo>
                  <a:lnTo>
                    <a:pt x="4399143" y="592176"/>
                  </a:lnTo>
                  <a:lnTo>
                    <a:pt x="4399804" y="593732"/>
                  </a:lnTo>
                  <a:lnTo>
                    <a:pt x="4400464" y="598131"/>
                  </a:lnTo>
                  <a:lnTo>
                    <a:pt x="4401125" y="600307"/>
                  </a:lnTo>
                  <a:lnTo>
                    <a:pt x="4401785" y="595716"/>
                  </a:lnTo>
                  <a:lnTo>
                    <a:pt x="4402446" y="585614"/>
                  </a:lnTo>
                  <a:lnTo>
                    <a:pt x="4403107" y="601614"/>
                  </a:lnTo>
                  <a:lnTo>
                    <a:pt x="4403767" y="607479"/>
                  </a:lnTo>
                  <a:lnTo>
                    <a:pt x="4404428" y="593313"/>
                  </a:lnTo>
                  <a:lnTo>
                    <a:pt x="4405088" y="570613"/>
                  </a:lnTo>
                  <a:lnTo>
                    <a:pt x="4405749" y="572605"/>
                  </a:lnTo>
                  <a:lnTo>
                    <a:pt x="4406409" y="600307"/>
                  </a:lnTo>
                  <a:lnTo>
                    <a:pt x="4407070" y="597238"/>
                  </a:lnTo>
                  <a:lnTo>
                    <a:pt x="4407730" y="585614"/>
                  </a:lnTo>
                  <a:lnTo>
                    <a:pt x="4408391" y="592176"/>
                  </a:lnTo>
                  <a:lnTo>
                    <a:pt x="4409051" y="557084"/>
                  </a:lnTo>
                  <a:lnTo>
                    <a:pt x="4409712" y="543408"/>
                  </a:lnTo>
                  <a:lnTo>
                    <a:pt x="4410372" y="557084"/>
                  </a:lnTo>
                  <a:lnTo>
                    <a:pt x="4411033" y="543408"/>
                  </a:lnTo>
                  <a:lnTo>
                    <a:pt x="4411693" y="543408"/>
                  </a:lnTo>
                  <a:lnTo>
                    <a:pt x="4412354" y="543408"/>
                  </a:lnTo>
                  <a:lnTo>
                    <a:pt x="4413015" y="543408"/>
                  </a:lnTo>
                  <a:lnTo>
                    <a:pt x="4413675" y="541799"/>
                  </a:lnTo>
                  <a:lnTo>
                    <a:pt x="4414336" y="544242"/>
                  </a:lnTo>
                  <a:lnTo>
                    <a:pt x="4414996" y="567570"/>
                  </a:lnTo>
                  <a:lnTo>
                    <a:pt x="4415657" y="574841"/>
                  </a:lnTo>
                  <a:lnTo>
                    <a:pt x="4416317" y="585614"/>
                  </a:lnTo>
                  <a:lnTo>
                    <a:pt x="4416978" y="585614"/>
                  </a:lnTo>
                  <a:lnTo>
                    <a:pt x="4417638" y="574638"/>
                  </a:lnTo>
                  <a:lnTo>
                    <a:pt x="4418299" y="559066"/>
                  </a:lnTo>
                  <a:lnTo>
                    <a:pt x="4418959" y="582726"/>
                  </a:lnTo>
                  <a:lnTo>
                    <a:pt x="4419620" y="585614"/>
                  </a:lnTo>
                  <a:lnTo>
                    <a:pt x="4420280" y="591297"/>
                  </a:lnTo>
                  <a:lnTo>
                    <a:pt x="4420941" y="591297"/>
                  </a:lnTo>
                  <a:lnTo>
                    <a:pt x="4421601" y="593732"/>
                  </a:lnTo>
                  <a:lnTo>
                    <a:pt x="4422262" y="607479"/>
                  </a:lnTo>
                  <a:lnTo>
                    <a:pt x="4422922" y="603524"/>
                  </a:lnTo>
                  <a:lnTo>
                    <a:pt x="4423583" y="610298"/>
                  </a:lnTo>
                  <a:lnTo>
                    <a:pt x="4424244" y="614853"/>
                  </a:lnTo>
                  <a:lnTo>
                    <a:pt x="4424904" y="611418"/>
                  </a:lnTo>
                  <a:lnTo>
                    <a:pt x="4425565" y="607555"/>
                  </a:lnTo>
                  <a:lnTo>
                    <a:pt x="4426225" y="615361"/>
                  </a:lnTo>
                  <a:lnTo>
                    <a:pt x="4426886" y="618860"/>
                  </a:lnTo>
                  <a:lnTo>
                    <a:pt x="4427546" y="616726"/>
                  </a:lnTo>
                  <a:lnTo>
                    <a:pt x="4428207" y="619302"/>
                  </a:lnTo>
                  <a:lnTo>
                    <a:pt x="4428867" y="616718"/>
                  </a:lnTo>
                  <a:lnTo>
                    <a:pt x="4429528" y="618336"/>
                  </a:lnTo>
                  <a:lnTo>
                    <a:pt x="4430188" y="619302"/>
                  </a:lnTo>
                  <a:lnTo>
                    <a:pt x="4430849" y="618546"/>
                  </a:lnTo>
                  <a:lnTo>
                    <a:pt x="4431509" y="618221"/>
                  </a:lnTo>
                  <a:lnTo>
                    <a:pt x="4432170" y="614376"/>
                  </a:lnTo>
                  <a:lnTo>
                    <a:pt x="4432830" y="614477"/>
                  </a:lnTo>
                  <a:lnTo>
                    <a:pt x="4433491" y="619295"/>
                  </a:lnTo>
                  <a:lnTo>
                    <a:pt x="4434152" y="617286"/>
                  </a:lnTo>
                  <a:lnTo>
                    <a:pt x="4434812" y="617371"/>
                  </a:lnTo>
                  <a:lnTo>
                    <a:pt x="4435473" y="606183"/>
                  </a:lnTo>
                  <a:lnTo>
                    <a:pt x="4436133" y="599802"/>
                  </a:lnTo>
                  <a:lnTo>
                    <a:pt x="4436794" y="608149"/>
                  </a:lnTo>
                  <a:lnTo>
                    <a:pt x="4437454" y="604831"/>
                  </a:lnTo>
                  <a:lnTo>
                    <a:pt x="4438115" y="604831"/>
                  </a:lnTo>
                  <a:lnTo>
                    <a:pt x="4438775" y="608515"/>
                  </a:lnTo>
                  <a:lnTo>
                    <a:pt x="4439436" y="603524"/>
                  </a:lnTo>
                  <a:lnTo>
                    <a:pt x="4440096" y="602303"/>
                  </a:lnTo>
                  <a:lnTo>
                    <a:pt x="4440757" y="611037"/>
                  </a:lnTo>
                  <a:lnTo>
                    <a:pt x="4441417" y="616613"/>
                  </a:lnTo>
                  <a:lnTo>
                    <a:pt x="4442078" y="616613"/>
                  </a:lnTo>
                  <a:lnTo>
                    <a:pt x="4442738" y="614824"/>
                  </a:lnTo>
                  <a:lnTo>
                    <a:pt x="4443399" y="609287"/>
                  </a:lnTo>
                  <a:lnTo>
                    <a:pt x="4444060" y="603022"/>
                  </a:lnTo>
                  <a:lnTo>
                    <a:pt x="4444720" y="593313"/>
                  </a:lnTo>
                  <a:lnTo>
                    <a:pt x="4445381" y="593313"/>
                  </a:lnTo>
                  <a:lnTo>
                    <a:pt x="4446041" y="603022"/>
                  </a:lnTo>
                  <a:lnTo>
                    <a:pt x="4446702" y="604444"/>
                  </a:lnTo>
                  <a:lnTo>
                    <a:pt x="4447362" y="585614"/>
                  </a:lnTo>
                  <a:lnTo>
                    <a:pt x="4448023" y="563484"/>
                  </a:lnTo>
                  <a:lnTo>
                    <a:pt x="4448683" y="577569"/>
                  </a:lnTo>
                  <a:lnTo>
                    <a:pt x="4449344" y="590365"/>
                  </a:lnTo>
                  <a:lnTo>
                    <a:pt x="4450004" y="597238"/>
                  </a:lnTo>
                  <a:lnTo>
                    <a:pt x="4450665" y="585614"/>
                  </a:lnTo>
                  <a:lnTo>
                    <a:pt x="4451325" y="577569"/>
                  </a:lnTo>
                  <a:lnTo>
                    <a:pt x="4451986" y="571008"/>
                  </a:lnTo>
                  <a:lnTo>
                    <a:pt x="4452646" y="574638"/>
                  </a:lnTo>
                  <a:lnTo>
                    <a:pt x="4453307" y="581302"/>
                  </a:lnTo>
                  <a:lnTo>
                    <a:pt x="4453967" y="605604"/>
                  </a:lnTo>
                  <a:lnTo>
                    <a:pt x="4454628" y="616356"/>
                  </a:lnTo>
                  <a:lnTo>
                    <a:pt x="4455289" y="604473"/>
                  </a:lnTo>
                  <a:lnTo>
                    <a:pt x="4455949" y="614292"/>
                  </a:lnTo>
                  <a:lnTo>
                    <a:pt x="4456610" y="611550"/>
                  </a:lnTo>
                  <a:lnTo>
                    <a:pt x="4457270" y="600307"/>
                  </a:lnTo>
                  <a:lnTo>
                    <a:pt x="4457931" y="609287"/>
                  </a:lnTo>
                  <a:lnTo>
                    <a:pt x="4458591" y="596521"/>
                  </a:lnTo>
                  <a:lnTo>
                    <a:pt x="4459252" y="585614"/>
                  </a:lnTo>
                  <a:lnTo>
                    <a:pt x="4459912" y="609315"/>
                  </a:lnTo>
                  <a:lnTo>
                    <a:pt x="4460573" y="591480"/>
                  </a:lnTo>
                  <a:lnTo>
                    <a:pt x="4461233" y="576980"/>
                  </a:lnTo>
                  <a:lnTo>
                    <a:pt x="4461894" y="581302"/>
                  </a:lnTo>
                  <a:lnTo>
                    <a:pt x="4462554" y="579757"/>
                  </a:lnTo>
                  <a:lnTo>
                    <a:pt x="4463215" y="581302"/>
                  </a:lnTo>
                  <a:lnTo>
                    <a:pt x="4463875" y="571491"/>
                  </a:lnTo>
                  <a:lnTo>
                    <a:pt x="4464536" y="555971"/>
                  </a:lnTo>
                  <a:lnTo>
                    <a:pt x="4465197" y="555971"/>
                  </a:lnTo>
                  <a:lnTo>
                    <a:pt x="4465857" y="581120"/>
                  </a:lnTo>
                  <a:lnTo>
                    <a:pt x="4466518" y="598131"/>
                  </a:lnTo>
                  <a:lnTo>
                    <a:pt x="4467178" y="593313"/>
                  </a:lnTo>
                  <a:lnTo>
                    <a:pt x="4467839" y="569894"/>
                  </a:lnTo>
                  <a:lnTo>
                    <a:pt x="4468499" y="549712"/>
                  </a:lnTo>
                  <a:lnTo>
                    <a:pt x="4469160" y="571491"/>
                  </a:lnTo>
                  <a:lnTo>
                    <a:pt x="4469820" y="585796"/>
                  </a:lnTo>
                  <a:lnTo>
                    <a:pt x="4470481" y="609315"/>
                  </a:lnTo>
                  <a:lnTo>
                    <a:pt x="4471141" y="616970"/>
                  </a:lnTo>
                  <a:lnTo>
                    <a:pt x="4471802" y="612255"/>
                  </a:lnTo>
                  <a:lnTo>
                    <a:pt x="4472462" y="590926"/>
                  </a:lnTo>
                  <a:lnTo>
                    <a:pt x="4473123" y="599044"/>
                  </a:lnTo>
                  <a:lnTo>
                    <a:pt x="4473783" y="616031"/>
                  </a:lnTo>
                  <a:lnTo>
                    <a:pt x="4474444" y="617399"/>
                  </a:lnTo>
                  <a:lnTo>
                    <a:pt x="4475105" y="617314"/>
                  </a:lnTo>
                  <a:lnTo>
                    <a:pt x="4475765" y="619302"/>
                  </a:lnTo>
                  <a:lnTo>
                    <a:pt x="4476426" y="619302"/>
                  </a:lnTo>
                  <a:lnTo>
                    <a:pt x="4477086" y="615332"/>
                  </a:lnTo>
                  <a:lnTo>
                    <a:pt x="4477747" y="616613"/>
                  </a:lnTo>
                  <a:lnTo>
                    <a:pt x="4478407" y="615319"/>
                  </a:lnTo>
                  <a:lnTo>
                    <a:pt x="4479068" y="612226"/>
                  </a:lnTo>
                  <a:lnTo>
                    <a:pt x="4479728" y="612226"/>
                  </a:lnTo>
                  <a:lnTo>
                    <a:pt x="4480389" y="613605"/>
                  </a:lnTo>
                  <a:lnTo>
                    <a:pt x="4481049" y="608515"/>
                  </a:lnTo>
                  <a:lnTo>
                    <a:pt x="4481710" y="612660"/>
                  </a:lnTo>
                  <a:lnTo>
                    <a:pt x="4482370" y="604831"/>
                  </a:lnTo>
                  <a:lnTo>
                    <a:pt x="4483031" y="602811"/>
                  </a:lnTo>
                  <a:lnTo>
                    <a:pt x="4483691" y="577569"/>
                  </a:lnTo>
                  <a:lnTo>
                    <a:pt x="4484352" y="570613"/>
                  </a:lnTo>
                  <a:lnTo>
                    <a:pt x="4485013" y="566283"/>
                  </a:lnTo>
                  <a:lnTo>
                    <a:pt x="4485673" y="593313"/>
                  </a:lnTo>
                  <a:lnTo>
                    <a:pt x="4486334" y="611436"/>
                  </a:lnTo>
                  <a:lnTo>
                    <a:pt x="4486994" y="600307"/>
                  </a:lnTo>
                  <a:lnTo>
                    <a:pt x="4487655" y="577569"/>
                  </a:lnTo>
                  <a:lnTo>
                    <a:pt x="4488315" y="566283"/>
                  </a:lnTo>
                  <a:lnTo>
                    <a:pt x="4488976" y="566283"/>
                  </a:lnTo>
                  <a:lnTo>
                    <a:pt x="4489636" y="574841"/>
                  </a:lnTo>
                  <a:lnTo>
                    <a:pt x="4490297" y="581120"/>
                  </a:lnTo>
                  <a:lnTo>
                    <a:pt x="4490957" y="574841"/>
                  </a:lnTo>
                  <a:lnTo>
                    <a:pt x="4491618" y="574638"/>
                  </a:lnTo>
                  <a:lnTo>
                    <a:pt x="4492278" y="581120"/>
                  </a:lnTo>
                  <a:lnTo>
                    <a:pt x="4492939" y="563484"/>
                  </a:lnTo>
                  <a:lnTo>
                    <a:pt x="4493599" y="537779"/>
                  </a:lnTo>
                  <a:lnTo>
                    <a:pt x="4494260" y="537779"/>
                  </a:lnTo>
                  <a:lnTo>
                    <a:pt x="4494920" y="557084"/>
                  </a:lnTo>
                  <a:lnTo>
                    <a:pt x="4495581" y="559431"/>
                  </a:lnTo>
                  <a:lnTo>
                    <a:pt x="4496242" y="570613"/>
                  </a:lnTo>
                  <a:lnTo>
                    <a:pt x="4496902" y="593313"/>
                  </a:lnTo>
                  <a:lnTo>
                    <a:pt x="4497563" y="601614"/>
                  </a:lnTo>
                  <a:lnTo>
                    <a:pt x="4498223" y="589400"/>
                  </a:lnTo>
                  <a:lnTo>
                    <a:pt x="4498884" y="547277"/>
                  </a:lnTo>
                  <a:lnTo>
                    <a:pt x="4499544" y="540599"/>
                  </a:lnTo>
                  <a:lnTo>
                    <a:pt x="4500205" y="551009"/>
                  </a:lnTo>
                  <a:lnTo>
                    <a:pt x="4500865" y="553297"/>
                  </a:lnTo>
                  <a:lnTo>
                    <a:pt x="4501526" y="555527"/>
                  </a:lnTo>
                  <a:lnTo>
                    <a:pt x="4502186" y="563666"/>
                  </a:lnTo>
                  <a:lnTo>
                    <a:pt x="4502847" y="570613"/>
                  </a:lnTo>
                  <a:lnTo>
                    <a:pt x="4503507" y="595716"/>
                  </a:lnTo>
                  <a:lnTo>
                    <a:pt x="4504168" y="592359"/>
                  </a:lnTo>
                  <a:lnTo>
                    <a:pt x="4504828" y="562176"/>
                  </a:lnTo>
                  <a:lnTo>
                    <a:pt x="4505489" y="570796"/>
                  </a:lnTo>
                  <a:lnTo>
                    <a:pt x="4506150" y="559248"/>
                  </a:lnTo>
                  <a:lnTo>
                    <a:pt x="4506810" y="547277"/>
                  </a:lnTo>
                  <a:lnTo>
                    <a:pt x="4507471" y="535962"/>
                  </a:lnTo>
                  <a:lnTo>
                    <a:pt x="4508131" y="535779"/>
                  </a:lnTo>
                  <a:lnTo>
                    <a:pt x="4508792" y="543408"/>
                  </a:lnTo>
                  <a:lnTo>
                    <a:pt x="4509452" y="572605"/>
                  </a:lnTo>
                  <a:lnTo>
                    <a:pt x="4510113" y="598909"/>
                  </a:lnTo>
                  <a:lnTo>
                    <a:pt x="4510773" y="599236"/>
                  </a:lnTo>
                  <a:lnTo>
                    <a:pt x="4511434" y="603022"/>
                  </a:lnTo>
                  <a:lnTo>
                    <a:pt x="4512094" y="603050"/>
                  </a:lnTo>
                  <a:lnTo>
                    <a:pt x="4512755" y="593915"/>
                  </a:lnTo>
                  <a:lnTo>
                    <a:pt x="4513415" y="585796"/>
                  </a:lnTo>
                  <a:lnTo>
                    <a:pt x="4514076" y="595745"/>
                  </a:lnTo>
                  <a:lnTo>
                    <a:pt x="4514736" y="593495"/>
                  </a:lnTo>
                  <a:lnTo>
                    <a:pt x="4515397" y="599265"/>
                  </a:lnTo>
                  <a:lnTo>
                    <a:pt x="4516058" y="563666"/>
                  </a:lnTo>
                  <a:lnTo>
                    <a:pt x="4516718" y="529213"/>
                  </a:lnTo>
                  <a:lnTo>
                    <a:pt x="4517379" y="518083"/>
                  </a:lnTo>
                  <a:lnTo>
                    <a:pt x="4518039" y="517900"/>
                  </a:lnTo>
                  <a:lnTo>
                    <a:pt x="4518700" y="561994"/>
                  </a:lnTo>
                  <a:lnTo>
                    <a:pt x="4519360" y="574841"/>
                  </a:lnTo>
                  <a:lnTo>
                    <a:pt x="4520021" y="543408"/>
                  </a:lnTo>
                  <a:lnTo>
                    <a:pt x="4520681" y="550151"/>
                  </a:lnTo>
                  <a:lnTo>
                    <a:pt x="4521342" y="559248"/>
                  </a:lnTo>
                  <a:lnTo>
                    <a:pt x="4522002" y="585796"/>
                  </a:lnTo>
                  <a:lnTo>
                    <a:pt x="4522663" y="604335"/>
                  </a:lnTo>
                  <a:lnTo>
                    <a:pt x="4523323" y="599044"/>
                  </a:lnTo>
                  <a:lnTo>
                    <a:pt x="4523984" y="614039"/>
                  </a:lnTo>
                  <a:lnTo>
                    <a:pt x="4524644" y="617112"/>
                  </a:lnTo>
                  <a:lnTo>
                    <a:pt x="4525305" y="615508"/>
                  </a:lnTo>
                  <a:lnTo>
                    <a:pt x="4525965" y="616638"/>
                  </a:lnTo>
                  <a:lnTo>
                    <a:pt x="4526626" y="614824"/>
                  </a:lnTo>
                  <a:lnTo>
                    <a:pt x="4527287" y="617286"/>
                  </a:lnTo>
                  <a:lnTo>
                    <a:pt x="4527947" y="617286"/>
                  </a:lnTo>
                  <a:lnTo>
                    <a:pt x="4528608" y="617084"/>
                  </a:lnTo>
                  <a:lnTo>
                    <a:pt x="4529268" y="616856"/>
                  </a:lnTo>
                  <a:lnTo>
                    <a:pt x="4529929" y="617286"/>
                  </a:lnTo>
                  <a:lnTo>
                    <a:pt x="4530589" y="617169"/>
                  </a:lnTo>
                  <a:lnTo>
                    <a:pt x="4531250" y="617286"/>
                  </a:lnTo>
                  <a:lnTo>
                    <a:pt x="4531910" y="616327"/>
                  </a:lnTo>
                  <a:lnTo>
                    <a:pt x="4532571" y="599086"/>
                  </a:lnTo>
                  <a:lnTo>
                    <a:pt x="4533231" y="581120"/>
                  </a:lnTo>
                  <a:lnTo>
                    <a:pt x="4533892" y="570613"/>
                  </a:lnTo>
                  <a:lnTo>
                    <a:pt x="4534552" y="581120"/>
                  </a:lnTo>
                  <a:lnTo>
                    <a:pt x="4535213" y="572605"/>
                  </a:lnTo>
                  <a:lnTo>
                    <a:pt x="4535873" y="543408"/>
                  </a:lnTo>
                  <a:lnTo>
                    <a:pt x="4536534" y="535779"/>
                  </a:lnTo>
                  <a:lnTo>
                    <a:pt x="4537195" y="540417"/>
                  </a:lnTo>
                  <a:lnTo>
                    <a:pt x="4537855" y="537777"/>
                  </a:lnTo>
                  <a:lnTo>
                    <a:pt x="4538516" y="541799"/>
                  </a:lnTo>
                  <a:lnTo>
                    <a:pt x="4539176" y="543408"/>
                  </a:lnTo>
                  <a:lnTo>
                    <a:pt x="4539837" y="543408"/>
                  </a:lnTo>
                  <a:lnTo>
                    <a:pt x="4540497" y="547094"/>
                  </a:lnTo>
                  <a:lnTo>
                    <a:pt x="4541158" y="557084"/>
                  </a:lnTo>
                  <a:lnTo>
                    <a:pt x="4541818" y="547494"/>
                  </a:lnTo>
                  <a:lnTo>
                    <a:pt x="4542479" y="550790"/>
                  </a:lnTo>
                  <a:lnTo>
                    <a:pt x="4543139" y="566448"/>
                  </a:lnTo>
                  <a:lnTo>
                    <a:pt x="4543800" y="574841"/>
                  </a:lnTo>
                  <a:lnTo>
                    <a:pt x="4544460" y="566283"/>
                  </a:lnTo>
                  <a:lnTo>
                    <a:pt x="4545121" y="555344"/>
                  </a:lnTo>
                  <a:lnTo>
                    <a:pt x="4545781" y="591297"/>
                  </a:lnTo>
                  <a:lnTo>
                    <a:pt x="4546442" y="599086"/>
                  </a:lnTo>
                  <a:lnTo>
                    <a:pt x="4547103" y="585614"/>
                  </a:lnTo>
                  <a:lnTo>
                    <a:pt x="4547763" y="563484"/>
                  </a:lnTo>
                  <a:lnTo>
                    <a:pt x="4548424" y="550151"/>
                  </a:lnTo>
                  <a:lnTo>
                    <a:pt x="4549084" y="566283"/>
                  </a:lnTo>
                  <a:lnTo>
                    <a:pt x="4549745" y="595716"/>
                  </a:lnTo>
                  <a:lnTo>
                    <a:pt x="4550405" y="610269"/>
                  </a:lnTo>
                  <a:lnTo>
                    <a:pt x="4551066" y="595716"/>
                  </a:lnTo>
                  <a:lnTo>
                    <a:pt x="4551726" y="585614"/>
                  </a:lnTo>
                  <a:lnTo>
                    <a:pt x="4552387" y="590744"/>
                  </a:lnTo>
                  <a:lnTo>
                    <a:pt x="4553047" y="598443"/>
                  </a:lnTo>
                  <a:lnTo>
                    <a:pt x="4553708" y="582818"/>
                  </a:lnTo>
                  <a:lnTo>
                    <a:pt x="4554368" y="569504"/>
                  </a:lnTo>
                  <a:lnTo>
                    <a:pt x="4555029" y="580659"/>
                  </a:lnTo>
                  <a:lnTo>
                    <a:pt x="4555689" y="559038"/>
                  </a:lnTo>
                  <a:lnTo>
                    <a:pt x="4556350" y="565086"/>
                  </a:lnTo>
                  <a:lnTo>
                    <a:pt x="4557011" y="569504"/>
                  </a:lnTo>
                  <a:lnTo>
                    <a:pt x="4557671" y="549871"/>
                  </a:lnTo>
                  <a:lnTo>
                    <a:pt x="4558332" y="545161"/>
                  </a:lnTo>
                  <a:lnTo>
                    <a:pt x="4558992" y="550790"/>
                  </a:lnTo>
                  <a:lnTo>
                    <a:pt x="4559653" y="550328"/>
                  </a:lnTo>
                  <a:lnTo>
                    <a:pt x="4560313" y="547799"/>
                  </a:lnTo>
                  <a:lnTo>
                    <a:pt x="4560974" y="550790"/>
                  </a:lnTo>
                  <a:lnTo>
                    <a:pt x="4561634" y="577077"/>
                  </a:lnTo>
                  <a:lnTo>
                    <a:pt x="4562295" y="581572"/>
                  </a:lnTo>
                  <a:lnTo>
                    <a:pt x="4562955" y="555344"/>
                  </a:lnTo>
                  <a:lnTo>
                    <a:pt x="4563616" y="566283"/>
                  </a:lnTo>
                  <a:lnTo>
                    <a:pt x="4564276" y="585614"/>
                  </a:lnTo>
                  <a:lnTo>
                    <a:pt x="4564937" y="604222"/>
                  </a:lnTo>
                  <a:lnTo>
                    <a:pt x="4565597" y="571008"/>
                  </a:lnTo>
                  <a:lnTo>
                    <a:pt x="4566258" y="550826"/>
                  </a:lnTo>
                  <a:lnTo>
                    <a:pt x="4566918" y="576798"/>
                  </a:lnTo>
                  <a:lnTo>
                    <a:pt x="4567579" y="605575"/>
                  </a:lnTo>
                  <a:lnTo>
                    <a:pt x="4568240" y="610666"/>
                  </a:lnTo>
                  <a:lnTo>
                    <a:pt x="4568900" y="589400"/>
                  </a:lnTo>
                  <a:lnTo>
                    <a:pt x="4569561" y="583117"/>
                  </a:lnTo>
                  <a:lnTo>
                    <a:pt x="4570221" y="585331"/>
                  </a:lnTo>
                  <a:lnTo>
                    <a:pt x="4570882" y="593497"/>
                  </a:lnTo>
                  <a:lnTo>
                    <a:pt x="4571542" y="580659"/>
                  </a:lnTo>
                  <a:lnTo>
                    <a:pt x="4572203" y="572303"/>
                  </a:lnTo>
                  <a:lnTo>
                    <a:pt x="4572863" y="580659"/>
                  </a:lnTo>
                  <a:lnTo>
                    <a:pt x="4573524" y="559038"/>
                  </a:lnTo>
                  <a:lnTo>
                    <a:pt x="4574184" y="565086"/>
                  </a:lnTo>
                  <a:lnTo>
                    <a:pt x="4574845" y="561365"/>
                  </a:lnTo>
                  <a:lnTo>
                    <a:pt x="4575505" y="544242"/>
                  </a:lnTo>
                  <a:lnTo>
                    <a:pt x="4576166" y="545161"/>
                  </a:lnTo>
                  <a:lnTo>
                    <a:pt x="4576826" y="550790"/>
                  </a:lnTo>
                  <a:lnTo>
                    <a:pt x="4577487" y="549871"/>
                  </a:lnTo>
                  <a:lnTo>
                    <a:pt x="4578148" y="547799"/>
                  </a:lnTo>
                  <a:lnTo>
                    <a:pt x="4578808" y="550790"/>
                  </a:lnTo>
                  <a:lnTo>
                    <a:pt x="4579469" y="580659"/>
                  </a:lnTo>
                  <a:lnTo>
                    <a:pt x="4580129" y="576798"/>
                  </a:lnTo>
                  <a:lnTo>
                    <a:pt x="4580790" y="557084"/>
                  </a:lnTo>
                  <a:lnTo>
                    <a:pt x="4581450" y="555344"/>
                  </a:lnTo>
                  <a:lnTo>
                    <a:pt x="4582111" y="591297"/>
                  </a:lnTo>
                  <a:lnTo>
                    <a:pt x="4582771" y="591297"/>
                  </a:lnTo>
                  <a:lnTo>
                    <a:pt x="4583432" y="576798"/>
                  </a:lnTo>
                  <a:lnTo>
                    <a:pt x="4584092" y="561994"/>
                  </a:lnTo>
                  <a:lnTo>
                    <a:pt x="4584753" y="547094"/>
                  </a:lnTo>
                  <a:lnTo>
                    <a:pt x="4585413" y="570613"/>
                  </a:lnTo>
                  <a:lnTo>
                    <a:pt x="4586074" y="605575"/>
                  </a:lnTo>
                  <a:lnTo>
                    <a:pt x="4586734" y="616613"/>
                  </a:lnTo>
                  <a:lnTo>
                    <a:pt x="4587395" y="598131"/>
                  </a:lnTo>
                  <a:lnTo>
                    <a:pt x="4588056" y="588367"/>
                  </a:lnTo>
                  <a:lnTo>
                    <a:pt x="4588716" y="604222"/>
                  </a:lnTo>
                  <a:lnTo>
                    <a:pt x="4589377" y="585614"/>
                  </a:lnTo>
                  <a:lnTo>
                    <a:pt x="4590037" y="574638"/>
                  </a:lnTo>
                  <a:lnTo>
                    <a:pt x="4590698" y="566283"/>
                  </a:lnTo>
                  <a:lnTo>
                    <a:pt x="4591358" y="561994"/>
                  </a:lnTo>
                  <a:lnTo>
                    <a:pt x="4592019" y="570613"/>
                  </a:lnTo>
                  <a:lnTo>
                    <a:pt x="4592679" y="571008"/>
                  </a:lnTo>
                  <a:lnTo>
                    <a:pt x="4593340" y="557342"/>
                  </a:lnTo>
                  <a:lnTo>
                    <a:pt x="4594000" y="574602"/>
                  </a:lnTo>
                  <a:lnTo>
                    <a:pt x="4594661" y="593313"/>
                  </a:lnTo>
                  <a:lnTo>
                    <a:pt x="4595321" y="577569"/>
                  </a:lnTo>
                  <a:lnTo>
                    <a:pt x="4595982" y="563484"/>
                  </a:lnTo>
                  <a:lnTo>
                    <a:pt x="4596642" y="550151"/>
                  </a:lnTo>
                  <a:lnTo>
                    <a:pt x="4597303" y="543408"/>
                  </a:lnTo>
                  <a:lnTo>
                    <a:pt x="4597963" y="579574"/>
                  </a:lnTo>
                  <a:lnTo>
                    <a:pt x="4598624" y="605575"/>
                  </a:lnTo>
                  <a:lnTo>
                    <a:pt x="4599285" y="604222"/>
                  </a:lnTo>
                  <a:lnTo>
                    <a:pt x="4599945" y="572605"/>
                  </a:lnTo>
                  <a:lnTo>
                    <a:pt x="4600606" y="576798"/>
                  </a:lnTo>
                  <a:lnTo>
                    <a:pt x="4601266" y="576798"/>
                  </a:lnTo>
                  <a:lnTo>
                    <a:pt x="4601927" y="566283"/>
                  </a:lnTo>
                  <a:lnTo>
                    <a:pt x="4602587" y="550826"/>
                  </a:lnTo>
                  <a:lnTo>
                    <a:pt x="4603248" y="555344"/>
                  </a:lnTo>
                  <a:lnTo>
                    <a:pt x="4603908" y="553018"/>
                  </a:lnTo>
                  <a:lnTo>
                    <a:pt x="4604569" y="561994"/>
                  </a:lnTo>
                  <a:lnTo>
                    <a:pt x="4605229" y="566283"/>
                  </a:lnTo>
                  <a:lnTo>
                    <a:pt x="4605890" y="553018"/>
                  </a:lnTo>
                  <a:lnTo>
                    <a:pt x="4606550" y="550151"/>
                  </a:lnTo>
                  <a:lnTo>
                    <a:pt x="4607211" y="566283"/>
                  </a:lnTo>
                  <a:lnTo>
                    <a:pt x="4607871" y="570613"/>
                  </a:lnTo>
                  <a:lnTo>
                    <a:pt x="4608532" y="558074"/>
                  </a:lnTo>
                  <a:lnTo>
                    <a:pt x="4609193" y="561365"/>
                  </a:lnTo>
                  <a:lnTo>
                    <a:pt x="4609853" y="569504"/>
                  </a:lnTo>
                  <a:lnTo>
                    <a:pt x="4610514" y="593313"/>
                  </a:lnTo>
                  <a:lnTo>
                    <a:pt x="4611174" y="570613"/>
                  </a:lnTo>
                  <a:lnTo>
                    <a:pt x="4611835" y="550151"/>
                  </a:lnTo>
                  <a:lnTo>
                    <a:pt x="4612495" y="570613"/>
                  </a:lnTo>
                  <a:lnTo>
                    <a:pt x="4613156" y="571008"/>
                  </a:lnTo>
                  <a:lnTo>
                    <a:pt x="4613816" y="543408"/>
                  </a:lnTo>
                  <a:lnTo>
                    <a:pt x="4614477" y="537779"/>
                  </a:lnTo>
                  <a:lnTo>
                    <a:pt x="4615137" y="549782"/>
                  </a:lnTo>
                  <a:lnTo>
                    <a:pt x="4615798" y="550457"/>
                  </a:lnTo>
                  <a:lnTo>
                    <a:pt x="4616458" y="552649"/>
                  </a:lnTo>
                  <a:lnTo>
                    <a:pt x="4617119" y="554976"/>
                  </a:lnTo>
                  <a:lnTo>
                    <a:pt x="4617779" y="556715"/>
                  </a:lnTo>
                  <a:lnTo>
                    <a:pt x="4618440" y="543039"/>
                  </a:lnTo>
                  <a:lnTo>
                    <a:pt x="4619101" y="543039"/>
                  </a:lnTo>
                  <a:lnTo>
                    <a:pt x="4619761" y="549782"/>
                  </a:lnTo>
                  <a:lnTo>
                    <a:pt x="4620422" y="552649"/>
                  </a:lnTo>
                  <a:lnTo>
                    <a:pt x="4621082" y="543039"/>
                  </a:lnTo>
                  <a:lnTo>
                    <a:pt x="4621743" y="542792"/>
                  </a:lnTo>
                  <a:lnTo>
                    <a:pt x="4622403" y="547430"/>
                  </a:lnTo>
                  <a:lnTo>
                    <a:pt x="4623064" y="572378"/>
                  </a:lnTo>
                  <a:lnTo>
                    <a:pt x="4623724" y="574472"/>
                  </a:lnTo>
                  <a:lnTo>
                    <a:pt x="4624385" y="537410"/>
                  </a:lnTo>
                  <a:lnTo>
                    <a:pt x="4625045" y="550457"/>
                  </a:lnTo>
                  <a:lnTo>
                    <a:pt x="4625706" y="580751"/>
                  </a:lnTo>
                  <a:lnTo>
                    <a:pt x="4626366" y="582357"/>
                  </a:lnTo>
                  <a:lnTo>
                    <a:pt x="4627027" y="550457"/>
                  </a:lnTo>
                  <a:lnTo>
                    <a:pt x="4627687" y="540048"/>
                  </a:lnTo>
                  <a:lnTo>
                    <a:pt x="4628348" y="556715"/>
                  </a:lnTo>
                  <a:lnTo>
                    <a:pt x="4629009" y="556715"/>
                  </a:lnTo>
                  <a:lnTo>
                    <a:pt x="4629669" y="563115"/>
                  </a:lnTo>
                  <a:lnTo>
                    <a:pt x="4630330" y="556715"/>
                  </a:lnTo>
                  <a:lnTo>
                    <a:pt x="4630990" y="554976"/>
                  </a:lnTo>
                  <a:lnTo>
                    <a:pt x="4631651" y="542792"/>
                  </a:lnTo>
                  <a:lnTo>
                    <a:pt x="4632311" y="544792"/>
                  </a:lnTo>
                  <a:lnTo>
                    <a:pt x="4632972" y="550421"/>
                  </a:lnTo>
                  <a:lnTo>
                    <a:pt x="4633632" y="554976"/>
                  </a:lnTo>
                  <a:lnTo>
                    <a:pt x="4634293" y="543039"/>
                  </a:lnTo>
                  <a:lnTo>
                    <a:pt x="4634953" y="550457"/>
                  </a:lnTo>
                  <a:lnTo>
                    <a:pt x="4635614" y="580751"/>
                  </a:lnTo>
                  <a:lnTo>
                    <a:pt x="4636274" y="574269"/>
                  </a:lnTo>
                  <a:lnTo>
                    <a:pt x="4636935" y="543039"/>
                  </a:lnTo>
                  <a:lnTo>
                    <a:pt x="4637595" y="564316"/>
                  </a:lnTo>
                  <a:lnTo>
                    <a:pt x="4638256" y="572117"/>
                  </a:lnTo>
                  <a:lnTo>
                    <a:pt x="4638916" y="549964"/>
                  </a:lnTo>
                  <a:lnTo>
                    <a:pt x="4639577" y="543221"/>
                  </a:lnTo>
                  <a:lnTo>
                    <a:pt x="4640238" y="543221"/>
                  </a:lnTo>
                  <a:lnTo>
                    <a:pt x="4640898" y="543221"/>
                  </a:lnTo>
                  <a:lnTo>
                    <a:pt x="4641559" y="546908"/>
                  </a:lnTo>
                  <a:lnTo>
                    <a:pt x="4642219" y="579205"/>
                  </a:lnTo>
                  <a:lnTo>
                    <a:pt x="4642880" y="598717"/>
                  </a:lnTo>
                  <a:lnTo>
                    <a:pt x="4643540" y="585245"/>
                  </a:lnTo>
                  <a:lnTo>
                    <a:pt x="4644201" y="549782"/>
                  </a:lnTo>
                  <a:lnTo>
                    <a:pt x="4644861" y="535410"/>
                  </a:lnTo>
                  <a:lnTo>
                    <a:pt x="4645522" y="537410"/>
                  </a:lnTo>
                  <a:lnTo>
                    <a:pt x="4646182" y="554976"/>
                  </a:lnTo>
                  <a:lnTo>
                    <a:pt x="4646843" y="543039"/>
                  </a:lnTo>
                  <a:lnTo>
                    <a:pt x="4647503" y="537592"/>
                  </a:lnTo>
                  <a:lnTo>
                    <a:pt x="4648164" y="523254"/>
                  </a:lnTo>
                  <a:lnTo>
                    <a:pt x="4648824" y="535593"/>
                  </a:lnTo>
                  <a:lnTo>
                    <a:pt x="4649485" y="535593"/>
                  </a:lnTo>
                  <a:lnTo>
                    <a:pt x="4650146" y="549964"/>
                  </a:lnTo>
                  <a:lnTo>
                    <a:pt x="4650806" y="565989"/>
                  </a:lnTo>
                  <a:lnTo>
                    <a:pt x="4651467" y="555158"/>
                  </a:lnTo>
                  <a:lnTo>
                    <a:pt x="4652127" y="543221"/>
                  </a:lnTo>
                  <a:lnTo>
                    <a:pt x="4652788" y="535410"/>
                  </a:lnTo>
                  <a:lnTo>
                    <a:pt x="4653448" y="543039"/>
                  </a:lnTo>
                  <a:lnTo>
                    <a:pt x="4654109" y="565914"/>
                  </a:lnTo>
                  <a:lnTo>
                    <a:pt x="4654769" y="561625"/>
                  </a:lnTo>
                  <a:lnTo>
                    <a:pt x="4655430" y="565914"/>
                  </a:lnTo>
                  <a:lnTo>
                    <a:pt x="4656090" y="570244"/>
                  </a:lnTo>
                  <a:lnTo>
                    <a:pt x="4656751" y="549782"/>
                  </a:lnTo>
                  <a:lnTo>
                    <a:pt x="4657411" y="550457"/>
                  </a:lnTo>
                  <a:lnTo>
                    <a:pt x="4658072" y="565914"/>
                  </a:lnTo>
                  <a:lnTo>
                    <a:pt x="4658732" y="543039"/>
                  </a:lnTo>
                  <a:lnTo>
                    <a:pt x="4659393" y="543039"/>
                  </a:lnTo>
                  <a:lnTo>
                    <a:pt x="4660054" y="550457"/>
                  </a:lnTo>
                  <a:lnTo>
                    <a:pt x="4660714" y="543039"/>
                  </a:lnTo>
                  <a:lnTo>
                    <a:pt x="4661375" y="543039"/>
                  </a:lnTo>
                  <a:lnTo>
                    <a:pt x="4662035" y="543039"/>
                  </a:lnTo>
                  <a:lnTo>
                    <a:pt x="4662696" y="543039"/>
                  </a:lnTo>
                  <a:lnTo>
                    <a:pt x="4663356" y="540048"/>
                  </a:lnTo>
                  <a:lnTo>
                    <a:pt x="4664017" y="543039"/>
                  </a:lnTo>
                  <a:lnTo>
                    <a:pt x="4664677" y="543039"/>
                  </a:lnTo>
                  <a:lnTo>
                    <a:pt x="4665338" y="549416"/>
                  </a:lnTo>
                  <a:lnTo>
                    <a:pt x="4665998" y="543039"/>
                  </a:lnTo>
                  <a:lnTo>
                    <a:pt x="4666659" y="546725"/>
                  </a:lnTo>
                  <a:lnTo>
                    <a:pt x="4667319" y="540048"/>
                  </a:lnTo>
                  <a:lnTo>
                    <a:pt x="4667980" y="549782"/>
                  </a:lnTo>
                  <a:lnTo>
                    <a:pt x="4668640" y="552831"/>
                  </a:lnTo>
                  <a:lnTo>
                    <a:pt x="4669301" y="540230"/>
                  </a:lnTo>
                  <a:lnTo>
                    <a:pt x="4669961" y="546908"/>
                  </a:lnTo>
                  <a:lnTo>
                    <a:pt x="4670622" y="565295"/>
                  </a:lnTo>
                  <a:lnTo>
                    <a:pt x="4671283" y="535593"/>
                  </a:lnTo>
                  <a:lnTo>
                    <a:pt x="4671943" y="511585"/>
                  </a:lnTo>
                  <a:lnTo>
                    <a:pt x="4672604" y="528845"/>
                  </a:lnTo>
                  <a:lnTo>
                    <a:pt x="4673264" y="549964"/>
                  </a:lnTo>
                  <a:lnTo>
                    <a:pt x="4673925" y="549964"/>
                  </a:lnTo>
                  <a:lnTo>
                    <a:pt x="4674585" y="540230"/>
                  </a:lnTo>
                  <a:lnTo>
                    <a:pt x="4675246" y="543221"/>
                  </a:lnTo>
                  <a:lnTo>
                    <a:pt x="4675906" y="523254"/>
                  </a:lnTo>
                  <a:lnTo>
                    <a:pt x="4676567" y="543039"/>
                  </a:lnTo>
                  <a:lnTo>
                    <a:pt x="4677227" y="574269"/>
                  </a:lnTo>
                  <a:lnTo>
                    <a:pt x="4677888" y="601245"/>
                  </a:lnTo>
                  <a:lnTo>
                    <a:pt x="4678548" y="610583"/>
                  </a:lnTo>
                  <a:lnTo>
                    <a:pt x="4679209" y="612575"/>
                  </a:lnTo>
                  <a:lnTo>
                    <a:pt x="4679869" y="595376"/>
                  </a:lnTo>
                  <a:lnTo>
                    <a:pt x="4680530" y="593127"/>
                  </a:lnTo>
                  <a:lnTo>
                    <a:pt x="4681191" y="606384"/>
                  </a:lnTo>
                  <a:lnTo>
                    <a:pt x="4681851" y="616743"/>
                  </a:lnTo>
                  <a:lnTo>
                    <a:pt x="4682512" y="608946"/>
                  </a:lnTo>
                  <a:lnTo>
                    <a:pt x="4683172" y="580933"/>
                  </a:lnTo>
                  <a:lnTo>
                    <a:pt x="4683833" y="587425"/>
                  </a:lnTo>
                  <a:lnTo>
                    <a:pt x="4684493" y="585427"/>
                  </a:lnTo>
                  <a:lnTo>
                    <a:pt x="4685154" y="570821"/>
                  </a:lnTo>
                  <a:lnTo>
                    <a:pt x="4685814" y="562388"/>
                  </a:lnTo>
                  <a:lnTo>
                    <a:pt x="4686475" y="574452"/>
                  </a:lnTo>
                  <a:lnTo>
                    <a:pt x="4687135" y="574452"/>
                  </a:lnTo>
                  <a:lnTo>
                    <a:pt x="4687796" y="597762"/>
                  </a:lnTo>
                  <a:lnTo>
                    <a:pt x="4688456" y="580751"/>
                  </a:lnTo>
                  <a:lnTo>
                    <a:pt x="4689117" y="608146"/>
                  </a:lnTo>
                  <a:lnTo>
                    <a:pt x="4689777" y="617182"/>
                  </a:lnTo>
                  <a:lnTo>
                    <a:pt x="4690438" y="605292"/>
                  </a:lnTo>
                  <a:lnTo>
                    <a:pt x="4691099" y="601934"/>
                  </a:lnTo>
                  <a:lnTo>
                    <a:pt x="4691759" y="604676"/>
                  </a:lnTo>
                  <a:lnTo>
                    <a:pt x="4692420" y="585245"/>
                  </a:lnTo>
                  <a:lnTo>
                    <a:pt x="4693080" y="556183"/>
                  </a:lnTo>
                  <a:lnTo>
                    <a:pt x="4693741" y="528277"/>
                  </a:lnTo>
                  <a:lnTo>
                    <a:pt x="4694401" y="526278"/>
                  </a:lnTo>
                  <a:lnTo>
                    <a:pt x="4695062" y="526278"/>
                  </a:lnTo>
                  <a:lnTo>
                    <a:pt x="4695722" y="519529"/>
                  </a:lnTo>
                  <a:lnTo>
                    <a:pt x="4696383" y="530915"/>
                  </a:lnTo>
                  <a:lnTo>
                    <a:pt x="4697043" y="530354"/>
                  </a:lnTo>
                  <a:lnTo>
                    <a:pt x="4697704" y="539167"/>
                  </a:lnTo>
                  <a:lnTo>
                    <a:pt x="4698364" y="566387"/>
                  </a:lnTo>
                  <a:lnTo>
                    <a:pt x="4699025" y="574472"/>
                  </a:lnTo>
                  <a:lnTo>
                    <a:pt x="4699685" y="549026"/>
                  </a:lnTo>
                  <a:lnTo>
                    <a:pt x="4700346" y="551038"/>
                  </a:lnTo>
                  <a:lnTo>
                    <a:pt x="4701007" y="570825"/>
                  </a:lnTo>
                  <a:lnTo>
                    <a:pt x="4701667" y="559278"/>
                  </a:lnTo>
                  <a:lnTo>
                    <a:pt x="4702328" y="555557"/>
                  </a:lnTo>
                  <a:lnTo>
                    <a:pt x="4702988" y="580751"/>
                  </a:lnTo>
                  <a:lnTo>
                    <a:pt x="4703649" y="570825"/>
                  </a:lnTo>
                  <a:lnTo>
                    <a:pt x="4704309" y="547306"/>
                  </a:lnTo>
                  <a:lnTo>
                    <a:pt x="4704970" y="535991"/>
                  </a:lnTo>
                  <a:lnTo>
                    <a:pt x="4705630" y="538173"/>
                  </a:lnTo>
                  <a:lnTo>
                    <a:pt x="4706291" y="593546"/>
                  </a:lnTo>
                  <a:lnTo>
                    <a:pt x="4706951" y="600919"/>
                  </a:lnTo>
                  <a:lnTo>
                    <a:pt x="4707612" y="594343"/>
                  </a:lnTo>
                  <a:lnTo>
                    <a:pt x="4708272" y="614613"/>
                  </a:lnTo>
                  <a:lnTo>
                    <a:pt x="4708933" y="614484"/>
                  </a:lnTo>
                  <a:lnTo>
                    <a:pt x="4709593" y="614992"/>
                  </a:lnTo>
                  <a:lnTo>
                    <a:pt x="4710254" y="607043"/>
                  </a:lnTo>
                  <a:lnTo>
                    <a:pt x="4710914" y="590557"/>
                  </a:lnTo>
                  <a:lnTo>
                    <a:pt x="4711575" y="609324"/>
                  </a:lnTo>
                  <a:lnTo>
                    <a:pt x="4712236" y="608174"/>
                  </a:lnTo>
                  <a:lnTo>
                    <a:pt x="4712896" y="589031"/>
                  </a:lnTo>
                  <a:lnTo>
                    <a:pt x="4713557" y="609032"/>
                  </a:lnTo>
                  <a:lnTo>
                    <a:pt x="4714217" y="616945"/>
                  </a:lnTo>
                  <a:lnTo>
                    <a:pt x="4714878" y="614992"/>
                  </a:lnTo>
                  <a:lnTo>
                    <a:pt x="4715538" y="601007"/>
                  </a:lnTo>
                  <a:lnTo>
                    <a:pt x="4716199" y="597119"/>
                  </a:lnTo>
                  <a:lnTo>
                    <a:pt x="4716859" y="591001"/>
                  </a:lnTo>
                  <a:lnTo>
                    <a:pt x="4717520" y="605478"/>
                  </a:lnTo>
                  <a:lnTo>
                    <a:pt x="4718180" y="607139"/>
                  </a:lnTo>
                  <a:lnTo>
                    <a:pt x="4718841" y="576611"/>
                  </a:lnTo>
                  <a:lnTo>
                    <a:pt x="4719501" y="549924"/>
                  </a:lnTo>
                  <a:lnTo>
                    <a:pt x="4720162" y="538053"/>
                  </a:lnTo>
                  <a:lnTo>
                    <a:pt x="4720822" y="554443"/>
                  </a:lnTo>
                  <a:lnTo>
                    <a:pt x="4721483" y="565222"/>
                  </a:lnTo>
                  <a:lnTo>
                    <a:pt x="4722144" y="582539"/>
                  </a:lnTo>
                  <a:lnTo>
                    <a:pt x="4722804" y="576611"/>
                  </a:lnTo>
                  <a:lnTo>
                    <a:pt x="4723465" y="586063"/>
                  </a:lnTo>
                  <a:lnTo>
                    <a:pt x="4724125" y="596241"/>
                  </a:lnTo>
                  <a:lnTo>
                    <a:pt x="4724786" y="580933"/>
                  </a:lnTo>
                  <a:lnTo>
                    <a:pt x="4725446" y="565564"/>
                  </a:lnTo>
                  <a:lnTo>
                    <a:pt x="4726107" y="561092"/>
                  </a:lnTo>
                  <a:lnTo>
                    <a:pt x="4726767" y="556183"/>
                  </a:lnTo>
                  <a:lnTo>
                    <a:pt x="4727428" y="569711"/>
                  </a:lnTo>
                  <a:lnTo>
                    <a:pt x="4728088" y="582357"/>
                  </a:lnTo>
                  <a:lnTo>
                    <a:pt x="4728749" y="580751"/>
                  </a:lnTo>
                  <a:lnTo>
                    <a:pt x="4729409" y="587243"/>
                  </a:lnTo>
                  <a:lnTo>
                    <a:pt x="4730070" y="600477"/>
                  </a:lnTo>
                  <a:lnTo>
                    <a:pt x="4730730" y="592944"/>
                  </a:lnTo>
                  <a:lnTo>
                    <a:pt x="4731391" y="585245"/>
                  </a:lnTo>
                  <a:lnTo>
                    <a:pt x="4732052" y="596181"/>
                  </a:lnTo>
                  <a:lnTo>
                    <a:pt x="4732712" y="590557"/>
                  </a:lnTo>
                  <a:lnTo>
                    <a:pt x="4733373" y="570754"/>
                  </a:lnTo>
                  <a:lnTo>
                    <a:pt x="4734033" y="581327"/>
                  </a:lnTo>
                  <a:lnTo>
                    <a:pt x="4734694" y="593109"/>
                  </a:lnTo>
                  <a:lnTo>
                    <a:pt x="4735354" y="593546"/>
                  </a:lnTo>
                  <a:lnTo>
                    <a:pt x="4736015" y="593546"/>
                  </a:lnTo>
                  <a:lnTo>
                    <a:pt x="4736675" y="613101"/>
                  </a:lnTo>
                  <a:lnTo>
                    <a:pt x="4737336" y="616715"/>
                  </a:lnTo>
                  <a:lnTo>
                    <a:pt x="4737996" y="604075"/>
                  </a:lnTo>
                  <a:lnTo>
                    <a:pt x="4738657" y="596152"/>
                  </a:lnTo>
                  <a:lnTo>
                    <a:pt x="4739317" y="620295"/>
                  </a:lnTo>
                  <a:lnTo>
                    <a:pt x="4739978" y="615634"/>
                  </a:lnTo>
                  <a:lnTo>
                    <a:pt x="4740638" y="593363"/>
                  </a:lnTo>
                  <a:lnTo>
                    <a:pt x="4741299" y="592944"/>
                  </a:lnTo>
                  <a:lnTo>
                    <a:pt x="4741959" y="590375"/>
                  </a:lnTo>
                  <a:lnTo>
                    <a:pt x="4742620" y="570825"/>
                  </a:lnTo>
                  <a:lnTo>
                    <a:pt x="4743281" y="563879"/>
                  </a:lnTo>
                  <a:lnTo>
                    <a:pt x="4743941" y="576611"/>
                  </a:lnTo>
                  <a:lnTo>
                    <a:pt x="4744602" y="579303"/>
                  </a:lnTo>
                  <a:lnTo>
                    <a:pt x="4745262" y="586063"/>
                  </a:lnTo>
                  <a:lnTo>
                    <a:pt x="4745923" y="580933"/>
                  </a:lnTo>
                  <a:lnTo>
                    <a:pt x="4746583" y="570821"/>
                  </a:lnTo>
                  <a:lnTo>
                    <a:pt x="4747244" y="596181"/>
                  </a:lnTo>
                  <a:lnTo>
                    <a:pt x="4747904" y="596152"/>
                  </a:lnTo>
                  <a:lnTo>
                    <a:pt x="4748565" y="587999"/>
                  </a:lnTo>
                  <a:lnTo>
                    <a:pt x="4749225" y="592944"/>
                  </a:lnTo>
                  <a:lnTo>
                    <a:pt x="4749886" y="599938"/>
                  </a:lnTo>
                  <a:lnTo>
                    <a:pt x="4750546" y="604075"/>
                  </a:lnTo>
                  <a:lnTo>
                    <a:pt x="4751207" y="590928"/>
                  </a:lnTo>
                  <a:lnTo>
                    <a:pt x="4751867" y="585245"/>
                  </a:lnTo>
                  <a:lnTo>
                    <a:pt x="4752528" y="585245"/>
                  </a:lnTo>
                  <a:lnTo>
                    <a:pt x="4753189" y="596152"/>
                  </a:lnTo>
                  <a:lnTo>
                    <a:pt x="4753849" y="597762"/>
                  </a:lnTo>
                  <a:lnTo>
                    <a:pt x="4754510" y="598717"/>
                  </a:lnTo>
                  <a:lnTo>
                    <a:pt x="4755170" y="597762"/>
                  </a:lnTo>
                  <a:lnTo>
                    <a:pt x="4755831" y="585245"/>
                  </a:lnTo>
                  <a:lnTo>
                    <a:pt x="4756491" y="587999"/>
                  </a:lnTo>
                  <a:lnTo>
                    <a:pt x="4757152" y="605207"/>
                  </a:lnTo>
                  <a:lnTo>
                    <a:pt x="4757812" y="613980"/>
                  </a:lnTo>
                  <a:lnTo>
                    <a:pt x="4758473" y="601245"/>
                  </a:lnTo>
                  <a:lnTo>
                    <a:pt x="4759133" y="599938"/>
                  </a:lnTo>
                  <a:lnTo>
                    <a:pt x="4759794" y="614963"/>
                  </a:lnTo>
                  <a:lnTo>
                    <a:pt x="4760454" y="616917"/>
                  </a:lnTo>
                  <a:lnTo>
                    <a:pt x="4761115" y="618331"/>
                  </a:lnTo>
                  <a:lnTo>
                    <a:pt x="4761775" y="616945"/>
                  </a:lnTo>
                  <a:lnTo>
                    <a:pt x="4762436" y="614035"/>
                  </a:lnTo>
                  <a:lnTo>
                    <a:pt x="4763097" y="603184"/>
                  </a:lnTo>
                  <a:lnTo>
                    <a:pt x="4763757" y="617881"/>
                  </a:lnTo>
                  <a:lnTo>
                    <a:pt x="4764418" y="616945"/>
                  </a:lnTo>
                  <a:lnTo>
                    <a:pt x="4765078" y="618962"/>
                  </a:lnTo>
                  <a:lnTo>
                    <a:pt x="4765739" y="618933"/>
                  </a:lnTo>
                  <a:lnTo>
                    <a:pt x="4766399" y="618933"/>
                  </a:lnTo>
                  <a:lnTo>
                    <a:pt x="4767060" y="611857"/>
                  </a:lnTo>
                  <a:lnTo>
                    <a:pt x="4767720" y="611021"/>
                  </a:lnTo>
                  <a:lnTo>
                    <a:pt x="4768381" y="613236"/>
                  </a:lnTo>
                  <a:lnTo>
                    <a:pt x="4769041" y="617182"/>
                  </a:lnTo>
                  <a:lnTo>
                    <a:pt x="4769702" y="618463"/>
                  </a:lnTo>
                  <a:lnTo>
                    <a:pt x="4770362" y="618463"/>
                  </a:lnTo>
                  <a:lnTo>
                    <a:pt x="4771023" y="618933"/>
                  </a:lnTo>
                  <a:lnTo>
                    <a:pt x="4771683" y="618933"/>
                  </a:lnTo>
                  <a:lnTo>
                    <a:pt x="4772344" y="618933"/>
                  </a:lnTo>
                  <a:lnTo>
                    <a:pt x="4773005" y="617853"/>
                  </a:lnTo>
                  <a:lnTo>
                    <a:pt x="4773665" y="618463"/>
                  </a:lnTo>
                  <a:lnTo>
                    <a:pt x="4774326" y="618706"/>
                  </a:lnTo>
                  <a:lnTo>
                    <a:pt x="4774986" y="618706"/>
                  </a:lnTo>
                  <a:lnTo>
                    <a:pt x="4775647" y="618933"/>
                  </a:lnTo>
                  <a:lnTo>
                    <a:pt x="4776307" y="618933"/>
                  </a:lnTo>
                  <a:lnTo>
                    <a:pt x="4776968" y="618933"/>
                  </a:lnTo>
                  <a:lnTo>
                    <a:pt x="4777628" y="618933"/>
                  </a:lnTo>
                  <a:lnTo>
                    <a:pt x="4778289" y="618463"/>
                  </a:lnTo>
                  <a:lnTo>
                    <a:pt x="4778949" y="618933"/>
                  </a:lnTo>
                  <a:lnTo>
                    <a:pt x="4779610" y="618933"/>
                  </a:lnTo>
                  <a:lnTo>
                    <a:pt x="4780270" y="618933"/>
                  </a:lnTo>
                  <a:lnTo>
                    <a:pt x="4780931" y="618706"/>
                  </a:lnTo>
                  <a:lnTo>
                    <a:pt x="4781591" y="609295"/>
                  </a:lnTo>
                  <a:lnTo>
                    <a:pt x="4782252" y="604462"/>
                  </a:lnTo>
                  <a:lnTo>
                    <a:pt x="4782912" y="604636"/>
                  </a:lnTo>
                  <a:lnTo>
                    <a:pt x="4783573" y="587446"/>
                  </a:lnTo>
                  <a:lnTo>
                    <a:pt x="4784234" y="594121"/>
                  </a:lnTo>
                  <a:lnTo>
                    <a:pt x="4784894" y="607402"/>
                  </a:lnTo>
                  <a:lnTo>
                    <a:pt x="4785555" y="613297"/>
                  </a:lnTo>
                  <a:lnTo>
                    <a:pt x="4786215" y="615536"/>
                  </a:lnTo>
                  <a:lnTo>
                    <a:pt x="4786876" y="614067"/>
                  </a:lnTo>
                  <a:lnTo>
                    <a:pt x="4787536" y="614734"/>
                  </a:lnTo>
                  <a:lnTo>
                    <a:pt x="4788197" y="616330"/>
                  </a:lnTo>
                  <a:lnTo>
                    <a:pt x="4788857" y="616330"/>
                  </a:lnTo>
                  <a:lnTo>
                    <a:pt x="4789518" y="616891"/>
                  </a:lnTo>
                  <a:lnTo>
                    <a:pt x="4790178" y="613297"/>
                  </a:lnTo>
                  <a:lnTo>
                    <a:pt x="4790839" y="611918"/>
                  </a:lnTo>
                  <a:lnTo>
                    <a:pt x="4791499" y="611918"/>
                  </a:lnTo>
                  <a:lnTo>
                    <a:pt x="4792160" y="611918"/>
                  </a:lnTo>
                  <a:lnTo>
                    <a:pt x="4792820" y="615010"/>
                  </a:lnTo>
                  <a:lnTo>
                    <a:pt x="4793481" y="615010"/>
                  </a:lnTo>
                  <a:lnTo>
                    <a:pt x="4794142" y="614067"/>
                  </a:lnTo>
                  <a:lnTo>
                    <a:pt x="4794802" y="613583"/>
                  </a:lnTo>
                  <a:lnTo>
                    <a:pt x="4795463" y="614734"/>
                  </a:lnTo>
                  <a:lnTo>
                    <a:pt x="4796123" y="616330"/>
                  </a:lnTo>
                  <a:lnTo>
                    <a:pt x="4796784" y="614067"/>
                  </a:lnTo>
                  <a:lnTo>
                    <a:pt x="4797444" y="612352"/>
                  </a:lnTo>
                  <a:lnTo>
                    <a:pt x="4798105" y="604216"/>
                  </a:lnTo>
                  <a:lnTo>
                    <a:pt x="4798765" y="611918"/>
                  </a:lnTo>
                  <a:lnTo>
                    <a:pt x="4799426" y="598340"/>
                  </a:lnTo>
                  <a:lnTo>
                    <a:pt x="4800086" y="590209"/>
                  </a:lnTo>
                  <a:lnTo>
                    <a:pt x="4800747" y="603355"/>
                  </a:lnTo>
                  <a:lnTo>
                    <a:pt x="4801407" y="606613"/>
                  </a:lnTo>
                  <a:lnTo>
                    <a:pt x="4802068" y="614983"/>
                  </a:lnTo>
                  <a:lnTo>
                    <a:pt x="4802728" y="606428"/>
                  </a:lnTo>
                  <a:lnTo>
                    <a:pt x="4803389" y="611482"/>
                  </a:lnTo>
                  <a:lnTo>
                    <a:pt x="4804050" y="613958"/>
                  </a:lnTo>
                  <a:lnTo>
                    <a:pt x="4804710" y="604709"/>
                  </a:lnTo>
                  <a:lnTo>
                    <a:pt x="4805371" y="604522"/>
                  </a:lnTo>
                  <a:lnTo>
                    <a:pt x="4806031" y="602864"/>
                  </a:lnTo>
                  <a:lnTo>
                    <a:pt x="4806692" y="600335"/>
                  </a:lnTo>
                  <a:lnTo>
                    <a:pt x="4807352" y="604463"/>
                  </a:lnTo>
                  <a:lnTo>
                    <a:pt x="4808013" y="599860"/>
                  </a:lnTo>
                  <a:lnTo>
                    <a:pt x="4808673" y="593749"/>
                  </a:lnTo>
                  <a:lnTo>
                    <a:pt x="4809334" y="584282"/>
                  </a:lnTo>
                  <a:lnTo>
                    <a:pt x="4809994" y="592021"/>
                  </a:lnTo>
                  <a:lnTo>
                    <a:pt x="4810655" y="596055"/>
                  </a:lnTo>
                  <a:lnTo>
                    <a:pt x="4811315" y="599380"/>
                  </a:lnTo>
                  <a:lnTo>
                    <a:pt x="4811976" y="614067"/>
                  </a:lnTo>
                  <a:lnTo>
                    <a:pt x="4812636" y="614734"/>
                  </a:lnTo>
                  <a:lnTo>
                    <a:pt x="4813297" y="612900"/>
                  </a:lnTo>
                  <a:lnTo>
                    <a:pt x="4813957" y="606271"/>
                  </a:lnTo>
                  <a:lnTo>
                    <a:pt x="4814618" y="601557"/>
                  </a:lnTo>
                  <a:lnTo>
                    <a:pt x="4815279" y="610110"/>
                  </a:lnTo>
                  <a:lnTo>
                    <a:pt x="4815939" y="618994"/>
                  </a:lnTo>
                  <a:lnTo>
                    <a:pt x="4816600" y="616330"/>
                  </a:lnTo>
                  <a:lnTo>
                    <a:pt x="4817260" y="609356"/>
                  </a:lnTo>
                  <a:lnTo>
                    <a:pt x="4817921" y="601136"/>
                  </a:lnTo>
                  <a:lnTo>
                    <a:pt x="4818581" y="614734"/>
                  </a:lnTo>
                  <a:lnTo>
                    <a:pt x="4819242" y="618994"/>
                  </a:lnTo>
                  <a:lnTo>
                    <a:pt x="4819902" y="616305"/>
                  </a:lnTo>
                  <a:lnTo>
                    <a:pt x="4820563" y="618994"/>
                  </a:lnTo>
                  <a:lnTo>
                    <a:pt x="4821223" y="618363"/>
                  </a:lnTo>
                  <a:lnTo>
                    <a:pt x="4821884" y="618237"/>
                  </a:lnTo>
                  <a:lnTo>
                    <a:pt x="4822544" y="618523"/>
                  </a:lnTo>
                  <a:lnTo>
                    <a:pt x="4823205" y="618994"/>
                  </a:lnTo>
                  <a:lnTo>
                    <a:pt x="4823865" y="618313"/>
                  </a:lnTo>
                  <a:lnTo>
                    <a:pt x="4824526" y="616089"/>
                  </a:lnTo>
                  <a:lnTo>
                    <a:pt x="4825187" y="603768"/>
                  </a:lnTo>
                  <a:lnTo>
                    <a:pt x="4825847" y="605076"/>
                  </a:lnTo>
                  <a:lnTo>
                    <a:pt x="4826508" y="605289"/>
                  </a:lnTo>
                  <a:lnTo>
                    <a:pt x="4827168" y="616332"/>
                  </a:lnTo>
                  <a:lnTo>
                    <a:pt x="4827829" y="614620"/>
                  </a:lnTo>
                  <a:lnTo>
                    <a:pt x="4828489" y="601090"/>
                  </a:lnTo>
                  <a:lnTo>
                    <a:pt x="4829150" y="596475"/>
                  </a:lnTo>
                  <a:lnTo>
                    <a:pt x="4829810" y="600513"/>
                  </a:lnTo>
                  <a:lnTo>
                    <a:pt x="4830471" y="606414"/>
                  </a:lnTo>
                  <a:lnTo>
                    <a:pt x="4831131" y="606416"/>
                  </a:lnTo>
                  <a:lnTo>
                    <a:pt x="4831792" y="616305"/>
                  </a:lnTo>
                  <a:lnTo>
                    <a:pt x="4832452" y="607171"/>
                  </a:lnTo>
                  <a:lnTo>
                    <a:pt x="4833113" y="611128"/>
                  </a:lnTo>
                  <a:lnTo>
                    <a:pt x="4833773" y="613955"/>
                  </a:lnTo>
                  <a:lnTo>
                    <a:pt x="4834434" y="598340"/>
                  </a:lnTo>
                  <a:lnTo>
                    <a:pt x="4835095" y="591346"/>
                  </a:lnTo>
                  <a:lnTo>
                    <a:pt x="4835755" y="595271"/>
                  </a:lnTo>
                  <a:lnTo>
                    <a:pt x="4836416" y="609961"/>
                  </a:lnTo>
                  <a:lnTo>
                    <a:pt x="4837076" y="608142"/>
                  </a:lnTo>
                  <a:lnTo>
                    <a:pt x="4837737" y="591346"/>
                  </a:lnTo>
                  <a:lnTo>
                    <a:pt x="4838397" y="591346"/>
                  </a:lnTo>
                  <a:lnTo>
                    <a:pt x="4839058" y="605267"/>
                  </a:lnTo>
                  <a:lnTo>
                    <a:pt x="4839718" y="607171"/>
                  </a:lnTo>
                  <a:lnTo>
                    <a:pt x="4840379" y="610644"/>
                  </a:lnTo>
                  <a:lnTo>
                    <a:pt x="4841039" y="614206"/>
                  </a:lnTo>
                  <a:lnTo>
                    <a:pt x="4841700" y="574831"/>
                  </a:lnTo>
                  <a:lnTo>
                    <a:pt x="4842360" y="572671"/>
                  </a:lnTo>
                  <a:lnTo>
                    <a:pt x="4843021" y="579152"/>
                  </a:lnTo>
                  <a:lnTo>
                    <a:pt x="4843681" y="573945"/>
                  </a:lnTo>
                  <a:lnTo>
                    <a:pt x="4844342" y="558934"/>
                  </a:lnTo>
                  <a:lnTo>
                    <a:pt x="4845003" y="576085"/>
                  </a:lnTo>
                  <a:lnTo>
                    <a:pt x="4845663" y="587091"/>
                  </a:lnTo>
                  <a:lnTo>
                    <a:pt x="4846324" y="592504"/>
                  </a:lnTo>
                  <a:lnTo>
                    <a:pt x="4846984" y="601592"/>
                  </a:lnTo>
                  <a:lnTo>
                    <a:pt x="4847645" y="615287"/>
                  </a:lnTo>
                  <a:lnTo>
                    <a:pt x="4848305" y="614466"/>
                  </a:lnTo>
                  <a:lnTo>
                    <a:pt x="4848966" y="606639"/>
                  </a:lnTo>
                  <a:lnTo>
                    <a:pt x="4849626" y="613397"/>
                  </a:lnTo>
                  <a:lnTo>
                    <a:pt x="4850287" y="617795"/>
                  </a:lnTo>
                  <a:lnTo>
                    <a:pt x="4850947" y="601090"/>
                  </a:lnTo>
                  <a:lnTo>
                    <a:pt x="4851608" y="609616"/>
                  </a:lnTo>
                  <a:lnTo>
                    <a:pt x="4852268" y="617530"/>
                  </a:lnTo>
                  <a:lnTo>
                    <a:pt x="4852929" y="616419"/>
                  </a:lnTo>
                  <a:lnTo>
                    <a:pt x="4853589" y="616305"/>
                  </a:lnTo>
                  <a:lnTo>
                    <a:pt x="4854250" y="601557"/>
                  </a:lnTo>
                  <a:lnTo>
                    <a:pt x="4854910" y="592562"/>
                  </a:lnTo>
                  <a:lnTo>
                    <a:pt x="4855571" y="599684"/>
                  </a:lnTo>
                  <a:lnTo>
                    <a:pt x="4856232" y="609402"/>
                  </a:lnTo>
                  <a:lnTo>
                    <a:pt x="4856892" y="614466"/>
                  </a:lnTo>
                  <a:lnTo>
                    <a:pt x="4857553" y="614466"/>
                  </a:lnTo>
                  <a:lnTo>
                    <a:pt x="4858213" y="597704"/>
                  </a:lnTo>
                  <a:lnTo>
                    <a:pt x="4858874" y="594928"/>
                  </a:lnTo>
                  <a:lnTo>
                    <a:pt x="4859534" y="614136"/>
                  </a:lnTo>
                  <a:lnTo>
                    <a:pt x="4860195" y="612470"/>
                  </a:lnTo>
                  <a:lnTo>
                    <a:pt x="4860855" y="609356"/>
                  </a:lnTo>
                  <a:lnTo>
                    <a:pt x="4861516" y="616775"/>
                  </a:lnTo>
                  <a:lnTo>
                    <a:pt x="4862176" y="607171"/>
                  </a:lnTo>
                  <a:lnTo>
                    <a:pt x="4862837" y="596163"/>
                  </a:lnTo>
                  <a:lnTo>
                    <a:pt x="4863497" y="590209"/>
                  </a:lnTo>
                  <a:lnTo>
                    <a:pt x="4864158" y="587433"/>
                  </a:lnTo>
                  <a:lnTo>
                    <a:pt x="4864818" y="567926"/>
                  </a:lnTo>
                  <a:lnTo>
                    <a:pt x="4865479" y="570637"/>
                  </a:lnTo>
                  <a:lnTo>
                    <a:pt x="4866140" y="583647"/>
                  </a:lnTo>
                  <a:lnTo>
                    <a:pt x="4866800" y="612636"/>
                  </a:lnTo>
                  <a:lnTo>
                    <a:pt x="4867461" y="616977"/>
                  </a:lnTo>
                  <a:lnTo>
                    <a:pt x="4868121" y="614516"/>
                  </a:lnTo>
                  <a:lnTo>
                    <a:pt x="4868782" y="615024"/>
                  </a:lnTo>
                  <a:lnTo>
                    <a:pt x="4869442" y="616977"/>
                  </a:lnTo>
                  <a:lnTo>
                    <a:pt x="4870103" y="616977"/>
                  </a:lnTo>
                  <a:lnTo>
                    <a:pt x="4870763" y="616305"/>
                  </a:lnTo>
                  <a:lnTo>
                    <a:pt x="4871424" y="612636"/>
                  </a:lnTo>
                  <a:lnTo>
                    <a:pt x="4872084" y="606416"/>
                  </a:lnTo>
                  <a:lnTo>
                    <a:pt x="4872745" y="610443"/>
                  </a:lnTo>
                  <a:lnTo>
                    <a:pt x="4873405" y="616548"/>
                  </a:lnTo>
                  <a:lnTo>
                    <a:pt x="4874066" y="616977"/>
                  </a:lnTo>
                  <a:lnTo>
                    <a:pt x="4874726" y="618363"/>
                  </a:lnTo>
                  <a:lnTo>
                    <a:pt x="4875387" y="618363"/>
                  </a:lnTo>
                  <a:lnTo>
                    <a:pt x="4876048" y="610358"/>
                  </a:lnTo>
                  <a:lnTo>
                    <a:pt x="4876708" y="577607"/>
                  </a:lnTo>
                  <a:lnTo>
                    <a:pt x="4877369" y="601909"/>
                  </a:lnTo>
                  <a:lnTo>
                    <a:pt x="4878029" y="617913"/>
                  </a:lnTo>
                  <a:lnTo>
                    <a:pt x="4878690" y="618994"/>
                  </a:lnTo>
                  <a:lnTo>
                    <a:pt x="4879350" y="616989"/>
                  </a:lnTo>
                  <a:lnTo>
                    <a:pt x="4880011" y="617243"/>
                  </a:lnTo>
                  <a:lnTo>
                    <a:pt x="4880671" y="618237"/>
                  </a:lnTo>
                  <a:lnTo>
                    <a:pt x="4881332" y="618994"/>
                  </a:lnTo>
                  <a:lnTo>
                    <a:pt x="4881992" y="618161"/>
                  </a:lnTo>
                  <a:lnTo>
                    <a:pt x="4882653" y="617795"/>
                  </a:lnTo>
                  <a:lnTo>
                    <a:pt x="4883313" y="619547"/>
                  </a:lnTo>
                  <a:lnTo>
                    <a:pt x="4883974" y="617795"/>
                  </a:lnTo>
                  <a:lnTo>
                    <a:pt x="4884634" y="601592"/>
                  </a:lnTo>
                  <a:lnTo>
                    <a:pt x="4885295" y="610663"/>
                  </a:lnTo>
                  <a:lnTo>
                    <a:pt x="4885955" y="619076"/>
                  </a:lnTo>
                  <a:lnTo>
                    <a:pt x="4886616" y="613452"/>
                  </a:lnTo>
                  <a:lnTo>
                    <a:pt x="4887277" y="605260"/>
                  </a:lnTo>
                  <a:lnTo>
                    <a:pt x="4887937" y="605071"/>
                  </a:lnTo>
                  <a:lnTo>
                    <a:pt x="4888598" y="596475"/>
                  </a:lnTo>
                  <a:lnTo>
                    <a:pt x="4889258" y="576102"/>
                  </a:lnTo>
                  <a:lnTo>
                    <a:pt x="4889919" y="576102"/>
                  </a:lnTo>
                  <a:lnTo>
                    <a:pt x="4890579" y="582477"/>
                  </a:lnTo>
                  <a:lnTo>
                    <a:pt x="4891240" y="606271"/>
                  </a:lnTo>
                  <a:lnTo>
                    <a:pt x="4891900" y="606271"/>
                  </a:lnTo>
                  <a:lnTo>
                    <a:pt x="4892561" y="606271"/>
                  </a:lnTo>
                  <a:lnTo>
                    <a:pt x="4893221" y="600335"/>
                  </a:lnTo>
                  <a:lnTo>
                    <a:pt x="4893882" y="606271"/>
                  </a:lnTo>
                  <a:lnTo>
                    <a:pt x="4894542" y="615536"/>
                  </a:lnTo>
                  <a:lnTo>
                    <a:pt x="4895203" y="618523"/>
                  </a:lnTo>
                  <a:lnTo>
                    <a:pt x="4895863" y="615010"/>
                  </a:lnTo>
                  <a:lnTo>
                    <a:pt x="4896524" y="602864"/>
                  </a:lnTo>
                  <a:lnTo>
                    <a:pt x="4897185" y="599380"/>
                  </a:lnTo>
                  <a:lnTo>
                    <a:pt x="4897845" y="602864"/>
                  </a:lnTo>
                  <a:lnTo>
                    <a:pt x="4898506" y="614734"/>
                  </a:lnTo>
                  <a:lnTo>
                    <a:pt x="4899166" y="618994"/>
                  </a:lnTo>
                  <a:lnTo>
                    <a:pt x="4899827" y="618994"/>
                  </a:lnTo>
                  <a:lnTo>
                    <a:pt x="4900487" y="618523"/>
                  </a:lnTo>
                  <a:lnTo>
                    <a:pt x="4901148" y="618994"/>
                  </a:lnTo>
                  <a:lnTo>
                    <a:pt x="4901808" y="618994"/>
                  </a:lnTo>
                  <a:lnTo>
                    <a:pt x="4902469" y="617913"/>
                  </a:lnTo>
                  <a:lnTo>
                    <a:pt x="4903129" y="617913"/>
                  </a:lnTo>
                  <a:lnTo>
                    <a:pt x="4903790" y="618523"/>
                  </a:lnTo>
                  <a:lnTo>
                    <a:pt x="4904450" y="616305"/>
                  </a:lnTo>
                  <a:lnTo>
                    <a:pt x="4905111" y="618994"/>
                  </a:lnTo>
                  <a:lnTo>
                    <a:pt x="4905771" y="618994"/>
                  </a:lnTo>
                  <a:lnTo>
                    <a:pt x="4906432" y="615010"/>
                  </a:lnTo>
                  <a:lnTo>
                    <a:pt x="4907093" y="607402"/>
                  </a:lnTo>
                  <a:lnTo>
                    <a:pt x="4907753" y="606271"/>
                  </a:lnTo>
                  <a:lnTo>
                    <a:pt x="4908414" y="610110"/>
                  </a:lnTo>
                  <a:lnTo>
                    <a:pt x="4909074" y="606428"/>
                  </a:lnTo>
                  <a:lnTo>
                    <a:pt x="4909735" y="614136"/>
                  </a:lnTo>
                  <a:lnTo>
                    <a:pt x="4910395" y="618486"/>
                  </a:lnTo>
                  <a:lnTo>
                    <a:pt x="4911056" y="606428"/>
                  </a:lnTo>
                  <a:lnTo>
                    <a:pt x="4911716" y="602547"/>
                  </a:lnTo>
                  <a:lnTo>
                    <a:pt x="4912377" y="608420"/>
                  </a:lnTo>
                  <a:lnTo>
                    <a:pt x="4913037" y="602126"/>
                  </a:lnTo>
                  <a:lnTo>
                    <a:pt x="4913698" y="598340"/>
                  </a:lnTo>
                  <a:lnTo>
                    <a:pt x="4914358" y="596163"/>
                  </a:lnTo>
                  <a:lnTo>
                    <a:pt x="4915019" y="603109"/>
                  </a:lnTo>
                  <a:lnTo>
                    <a:pt x="4915679" y="604709"/>
                  </a:lnTo>
                  <a:lnTo>
                    <a:pt x="4916340" y="602155"/>
                  </a:lnTo>
                  <a:lnTo>
                    <a:pt x="4917001" y="603768"/>
                  </a:lnTo>
                  <a:lnTo>
                    <a:pt x="4917661" y="603768"/>
                  </a:lnTo>
                  <a:lnTo>
                    <a:pt x="4918322" y="607628"/>
                  </a:lnTo>
                  <a:lnTo>
                    <a:pt x="4918982" y="613452"/>
                  </a:lnTo>
                  <a:lnTo>
                    <a:pt x="4919643" y="601592"/>
                  </a:lnTo>
                  <a:lnTo>
                    <a:pt x="4920303" y="598219"/>
                  </a:lnTo>
                  <a:lnTo>
                    <a:pt x="4920964" y="607584"/>
                  </a:lnTo>
                  <a:lnTo>
                    <a:pt x="4921624" y="611688"/>
                  </a:lnTo>
                  <a:lnTo>
                    <a:pt x="4922285" y="599860"/>
                  </a:lnTo>
                  <a:lnTo>
                    <a:pt x="4922945" y="594554"/>
                  </a:lnTo>
                  <a:lnTo>
                    <a:pt x="4923606" y="604463"/>
                  </a:lnTo>
                  <a:lnTo>
                    <a:pt x="4924266" y="592418"/>
                  </a:lnTo>
                  <a:lnTo>
                    <a:pt x="4924927" y="563352"/>
                  </a:lnTo>
                  <a:lnTo>
                    <a:pt x="4925587" y="571892"/>
                  </a:lnTo>
                  <a:lnTo>
                    <a:pt x="4926248" y="582114"/>
                  </a:lnTo>
                  <a:lnTo>
                    <a:pt x="4926908" y="605076"/>
                  </a:lnTo>
                  <a:lnTo>
                    <a:pt x="4927569" y="603578"/>
                  </a:lnTo>
                  <a:lnTo>
                    <a:pt x="4928230" y="592600"/>
                  </a:lnTo>
                  <a:lnTo>
                    <a:pt x="4928890" y="591142"/>
                  </a:lnTo>
                  <a:lnTo>
                    <a:pt x="4929551" y="566151"/>
                  </a:lnTo>
                  <a:lnTo>
                    <a:pt x="4930211" y="563352"/>
                  </a:lnTo>
                  <a:lnTo>
                    <a:pt x="4930872" y="582557"/>
                  </a:lnTo>
                  <a:lnTo>
                    <a:pt x="4931532" y="591585"/>
                  </a:lnTo>
                  <a:lnTo>
                    <a:pt x="4932193" y="587655"/>
                  </a:lnTo>
                  <a:lnTo>
                    <a:pt x="4932853" y="577496"/>
                  </a:lnTo>
                  <a:lnTo>
                    <a:pt x="4933514" y="572700"/>
                  </a:lnTo>
                  <a:lnTo>
                    <a:pt x="4934174" y="565612"/>
                  </a:lnTo>
                  <a:lnTo>
                    <a:pt x="4934835" y="576545"/>
                  </a:lnTo>
                  <a:lnTo>
                    <a:pt x="4935495" y="591281"/>
                  </a:lnTo>
                  <a:lnTo>
                    <a:pt x="4936156" y="606613"/>
                  </a:lnTo>
                  <a:lnTo>
                    <a:pt x="4936816" y="612464"/>
                  </a:lnTo>
                  <a:lnTo>
                    <a:pt x="4937477" y="603257"/>
                  </a:lnTo>
                  <a:lnTo>
                    <a:pt x="4938138" y="588009"/>
                  </a:lnTo>
                  <a:lnTo>
                    <a:pt x="4938798" y="600622"/>
                  </a:lnTo>
                  <a:lnTo>
                    <a:pt x="4939459" y="608071"/>
                  </a:lnTo>
                  <a:lnTo>
                    <a:pt x="4940119" y="606871"/>
                  </a:lnTo>
                  <a:lnTo>
                    <a:pt x="4940780" y="583476"/>
                  </a:lnTo>
                  <a:lnTo>
                    <a:pt x="4941440" y="572700"/>
                  </a:lnTo>
                  <a:lnTo>
                    <a:pt x="4942101" y="583476"/>
                  </a:lnTo>
                  <a:lnTo>
                    <a:pt x="4942761" y="593924"/>
                  </a:lnTo>
                  <a:lnTo>
                    <a:pt x="4943422" y="557001"/>
                  </a:lnTo>
                  <a:lnTo>
                    <a:pt x="4944082" y="472074"/>
                  </a:lnTo>
                  <a:lnTo>
                    <a:pt x="4944743" y="470668"/>
                  </a:lnTo>
                  <a:lnTo>
                    <a:pt x="4945403" y="538247"/>
                  </a:lnTo>
                  <a:lnTo>
                    <a:pt x="4946064" y="602954"/>
                  </a:lnTo>
                  <a:lnTo>
                    <a:pt x="4946724" y="603909"/>
                  </a:lnTo>
                  <a:lnTo>
                    <a:pt x="4947385" y="595257"/>
                  </a:lnTo>
                  <a:lnTo>
                    <a:pt x="4948046" y="602155"/>
                  </a:lnTo>
                  <a:lnTo>
                    <a:pt x="4948706" y="610570"/>
                  </a:lnTo>
                  <a:lnTo>
                    <a:pt x="4949367" y="615460"/>
                  </a:lnTo>
                  <a:lnTo>
                    <a:pt x="4950027" y="608420"/>
                  </a:lnTo>
                  <a:lnTo>
                    <a:pt x="4950688" y="600622"/>
                  </a:lnTo>
                  <a:lnTo>
                    <a:pt x="4951348" y="572700"/>
                  </a:lnTo>
                  <a:lnTo>
                    <a:pt x="4952009" y="583476"/>
                  </a:lnTo>
                  <a:lnTo>
                    <a:pt x="4952669" y="605289"/>
                  </a:lnTo>
                  <a:lnTo>
                    <a:pt x="4953330" y="607790"/>
                  </a:lnTo>
                  <a:lnTo>
                    <a:pt x="4953990" y="592504"/>
                  </a:lnTo>
                  <a:lnTo>
                    <a:pt x="4954651" y="601330"/>
                  </a:lnTo>
                  <a:lnTo>
                    <a:pt x="4955311" y="603768"/>
                  </a:lnTo>
                  <a:lnTo>
                    <a:pt x="4955972" y="615894"/>
                  </a:lnTo>
                  <a:lnTo>
                    <a:pt x="4956632" y="616775"/>
                  </a:lnTo>
                  <a:lnTo>
                    <a:pt x="4957293" y="616548"/>
                  </a:lnTo>
                  <a:lnTo>
                    <a:pt x="4957953" y="618994"/>
                  </a:lnTo>
                  <a:lnTo>
                    <a:pt x="4958614" y="618767"/>
                  </a:lnTo>
                  <a:lnTo>
                    <a:pt x="4959275" y="609356"/>
                  </a:lnTo>
                  <a:lnTo>
                    <a:pt x="4959935" y="614107"/>
                  </a:lnTo>
                  <a:lnTo>
                    <a:pt x="4960596" y="608759"/>
                  </a:lnTo>
                  <a:lnTo>
                    <a:pt x="4961256" y="593020"/>
                  </a:lnTo>
                  <a:lnTo>
                    <a:pt x="4961917" y="579643"/>
                  </a:lnTo>
                  <a:lnTo>
                    <a:pt x="4962577" y="602954"/>
                  </a:lnTo>
                  <a:lnTo>
                    <a:pt x="4963238" y="616419"/>
                  </a:lnTo>
                  <a:lnTo>
                    <a:pt x="4963898" y="615136"/>
                  </a:lnTo>
                  <a:lnTo>
                    <a:pt x="4964559" y="609402"/>
                  </a:lnTo>
                  <a:lnTo>
                    <a:pt x="4965219" y="596128"/>
                  </a:lnTo>
                  <a:lnTo>
                    <a:pt x="4965880" y="591142"/>
                  </a:lnTo>
                  <a:lnTo>
                    <a:pt x="4966540" y="602547"/>
                  </a:lnTo>
                  <a:lnTo>
                    <a:pt x="4967201" y="608759"/>
                  </a:lnTo>
                  <a:lnTo>
                    <a:pt x="4967861" y="607628"/>
                  </a:lnTo>
                  <a:lnTo>
                    <a:pt x="4968522" y="607599"/>
                  </a:lnTo>
                  <a:lnTo>
                    <a:pt x="4969183" y="609799"/>
                  </a:lnTo>
                  <a:lnTo>
                    <a:pt x="4969843" y="609616"/>
                  </a:lnTo>
                  <a:lnTo>
                    <a:pt x="4970504" y="598841"/>
                  </a:lnTo>
                  <a:lnTo>
                    <a:pt x="4971164" y="607628"/>
                  </a:lnTo>
                  <a:lnTo>
                    <a:pt x="4971825" y="617744"/>
                  </a:lnTo>
                  <a:lnTo>
                    <a:pt x="4972485" y="613849"/>
                  </a:lnTo>
                  <a:lnTo>
                    <a:pt x="4973146" y="601895"/>
                  </a:lnTo>
                  <a:lnTo>
                    <a:pt x="4973806" y="614254"/>
                  </a:lnTo>
                  <a:lnTo>
                    <a:pt x="4974467" y="603768"/>
                  </a:lnTo>
                  <a:lnTo>
                    <a:pt x="4975127" y="571782"/>
                  </a:lnTo>
                  <a:lnTo>
                    <a:pt x="4975788" y="570335"/>
                  </a:lnTo>
                  <a:lnTo>
                    <a:pt x="4976448" y="556186"/>
                  </a:lnTo>
                  <a:lnTo>
                    <a:pt x="4977109" y="567926"/>
                  </a:lnTo>
                  <a:lnTo>
                    <a:pt x="4977769" y="602864"/>
                  </a:lnTo>
                  <a:lnTo>
                    <a:pt x="4978430" y="613297"/>
                  </a:lnTo>
                  <a:lnTo>
                    <a:pt x="4979091" y="604003"/>
                  </a:lnTo>
                  <a:lnTo>
                    <a:pt x="4979751" y="610663"/>
                  </a:lnTo>
                  <a:lnTo>
                    <a:pt x="4980412" y="615287"/>
                  </a:lnTo>
                  <a:lnTo>
                    <a:pt x="4981072" y="613849"/>
                  </a:lnTo>
                  <a:lnTo>
                    <a:pt x="4981733" y="589578"/>
                  </a:lnTo>
                  <a:lnTo>
                    <a:pt x="4982393" y="592041"/>
                  </a:lnTo>
                  <a:lnTo>
                    <a:pt x="4983054" y="582114"/>
                  </a:lnTo>
                  <a:lnTo>
                    <a:pt x="4983714" y="601895"/>
                  </a:lnTo>
                  <a:lnTo>
                    <a:pt x="4984375" y="615790"/>
                  </a:lnTo>
                  <a:lnTo>
                    <a:pt x="4985035" y="610309"/>
                  </a:lnTo>
                  <a:lnTo>
                    <a:pt x="4985696" y="598340"/>
                  </a:lnTo>
                  <a:lnTo>
                    <a:pt x="4986356" y="601054"/>
                  </a:lnTo>
                  <a:lnTo>
                    <a:pt x="4987017" y="608978"/>
                  </a:lnTo>
                  <a:lnTo>
                    <a:pt x="4987677" y="617443"/>
                  </a:lnTo>
                  <a:lnTo>
                    <a:pt x="4988338" y="616656"/>
                  </a:lnTo>
                  <a:lnTo>
                    <a:pt x="4988998" y="605905"/>
                  </a:lnTo>
                  <a:lnTo>
                    <a:pt x="4989659" y="585433"/>
                  </a:lnTo>
                  <a:lnTo>
                    <a:pt x="4990320" y="583476"/>
                  </a:lnTo>
                  <a:lnTo>
                    <a:pt x="4990980" y="583273"/>
                  </a:lnTo>
                  <a:lnTo>
                    <a:pt x="4991641" y="597958"/>
                  </a:lnTo>
                  <a:lnTo>
                    <a:pt x="4992301" y="605289"/>
                  </a:lnTo>
                  <a:lnTo>
                    <a:pt x="4992962" y="609908"/>
                  </a:lnTo>
                  <a:lnTo>
                    <a:pt x="4993622" y="608206"/>
                  </a:lnTo>
                  <a:lnTo>
                    <a:pt x="4994283" y="606271"/>
                  </a:lnTo>
                  <a:lnTo>
                    <a:pt x="4994943" y="598458"/>
                  </a:lnTo>
                  <a:lnTo>
                    <a:pt x="4995604" y="594554"/>
                  </a:lnTo>
                  <a:lnTo>
                    <a:pt x="4996264" y="601054"/>
                  </a:lnTo>
                  <a:lnTo>
                    <a:pt x="4996925" y="591765"/>
                  </a:lnTo>
                  <a:lnTo>
                    <a:pt x="4997585" y="570637"/>
                  </a:lnTo>
                  <a:lnTo>
                    <a:pt x="4998246" y="560607"/>
                  </a:lnTo>
                  <a:lnTo>
                    <a:pt x="4998906" y="573926"/>
                  </a:lnTo>
                  <a:lnTo>
                    <a:pt x="4999567" y="576085"/>
                  </a:lnTo>
                  <a:lnTo>
                    <a:pt x="5000228" y="570481"/>
                  </a:lnTo>
                  <a:lnTo>
                    <a:pt x="5000888" y="579829"/>
                  </a:lnTo>
                  <a:lnTo>
                    <a:pt x="5001549" y="591142"/>
                  </a:lnTo>
                  <a:lnTo>
                    <a:pt x="5002209" y="593020"/>
                  </a:lnTo>
                  <a:lnTo>
                    <a:pt x="5002870" y="587655"/>
                  </a:lnTo>
                  <a:lnTo>
                    <a:pt x="5003530" y="594928"/>
                  </a:lnTo>
                  <a:lnTo>
                    <a:pt x="5004191" y="589632"/>
                  </a:lnTo>
                  <a:lnTo>
                    <a:pt x="5004851" y="597269"/>
                  </a:lnTo>
                  <a:lnTo>
                    <a:pt x="5005512" y="574260"/>
                  </a:lnTo>
                  <a:lnTo>
                    <a:pt x="5006172" y="561862"/>
                  </a:lnTo>
                  <a:lnTo>
                    <a:pt x="5006833" y="576085"/>
                  </a:lnTo>
                  <a:lnTo>
                    <a:pt x="5007493" y="588009"/>
                  </a:lnTo>
                  <a:lnTo>
                    <a:pt x="5008154" y="587091"/>
                  </a:lnTo>
                  <a:lnTo>
                    <a:pt x="5008814" y="575768"/>
                  </a:lnTo>
                  <a:lnTo>
                    <a:pt x="5009475" y="569977"/>
                  </a:lnTo>
                  <a:lnTo>
                    <a:pt x="5010136" y="575768"/>
                  </a:lnTo>
                  <a:lnTo>
                    <a:pt x="5010796" y="563035"/>
                  </a:lnTo>
                  <a:lnTo>
                    <a:pt x="5011457" y="558617"/>
                  </a:lnTo>
                  <a:lnTo>
                    <a:pt x="5012117" y="558617"/>
                  </a:lnTo>
                  <a:lnTo>
                    <a:pt x="5012778" y="549702"/>
                  </a:lnTo>
                  <a:lnTo>
                    <a:pt x="5013438" y="556635"/>
                  </a:lnTo>
                  <a:lnTo>
                    <a:pt x="5014099" y="561780"/>
                  </a:lnTo>
                  <a:lnTo>
                    <a:pt x="5014759" y="553641"/>
                  </a:lnTo>
                  <a:lnTo>
                    <a:pt x="5015420" y="556635"/>
                  </a:lnTo>
                  <a:lnTo>
                    <a:pt x="5016080" y="549702"/>
                  </a:lnTo>
                  <a:lnTo>
                    <a:pt x="5016741" y="572685"/>
                  </a:lnTo>
                  <a:lnTo>
                    <a:pt x="5017401" y="580321"/>
                  </a:lnTo>
                  <a:lnTo>
                    <a:pt x="5018062" y="587091"/>
                  </a:lnTo>
                  <a:lnTo>
                    <a:pt x="5018722" y="605289"/>
                  </a:lnTo>
                  <a:lnTo>
                    <a:pt x="5019383" y="612470"/>
                  </a:lnTo>
                  <a:lnTo>
                    <a:pt x="5020044" y="615100"/>
                  </a:lnTo>
                  <a:lnTo>
                    <a:pt x="5020704" y="614734"/>
                  </a:lnTo>
                  <a:lnTo>
                    <a:pt x="5021365" y="610663"/>
                  </a:lnTo>
                  <a:lnTo>
                    <a:pt x="5022025" y="612470"/>
                  </a:lnTo>
                  <a:lnTo>
                    <a:pt x="5022686" y="608759"/>
                  </a:lnTo>
                  <a:lnTo>
                    <a:pt x="5023346" y="585729"/>
                  </a:lnTo>
                  <a:lnTo>
                    <a:pt x="5024007" y="602612"/>
                  </a:lnTo>
                  <a:lnTo>
                    <a:pt x="5024667" y="610252"/>
                  </a:lnTo>
                  <a:lnTo>
                    <a:pt x="5025328" y="610297"/>
                  </a:lnTo>
                  <a:lnTo>
                    <a:pt x="5025988" y="610110"/>
                  </a:lnTo>
                  <a:lnTo>
                    <a:pt x="5026649" y="616086"/>
                  </a:lnTo>
                  <a:lnTo>
                    <a:pt x="5027309" y="618237"/>
                  </a:lnTo>
                  <a:lnTo>
                    <a:pt x="5027970" y="614645"/>
                  </a:lnTo>
                  <a:lnTo>
                    <a:pt x="5028630" y="618237"/>
                  </a:lnTo>
                  <a:lnTo>
                    <a:pt x="5029291" y="618994"/>
                  </a:lnTo>
                  <a:lnTo>
                    <a:pt x="5029951" y="618994"/>
                  </a:lnTo>
                  <a:lnTo>
                    <a:pt x="5030612" y="618994"/>
                  </a:lnTo>
                  <a:lnTo>
                    <a:pt x="5031273" y="619547"/>
                  </a:lnTo>
                  <a:lnTo>
                    <a:pt x="5031933" y="617921"/>
                  </a:lnTo>
                  <a:lnTo>
                    <a:pt x="5032594" y="619547"/>
                  </a:lnTo>
                  <a:lnTo>
                    <a:pt x="5033254" y="608759"/>
                  </a:lnTo>
                  <a:lnTo>
                    <a:pt x="5033915" y="612379"/>
                  </a:lnTo>
                  <a:lnTo>
                    <a:pt x="5034575" y="613679"/>
                  </a:lnTo>
                  <a:lnTo>
                    <a:pt x="5035236" y="584450"/>
                  </a:lnTo>
                  <a:lnTo>
                    <a:pt x="5035896" y="593012"/>
                  </a:lnTo>
                  <a:lnTo>
                    <a:pt x="5036557" y="617152"/>
                  </a:lnTo>
                  <a:lnTo>
                    <a:pt x="5037217" y="618903"/>
                  </a:lnTo>
                  <a:lnTo>
                    <a:pt x="5037878" y="616045"/>
                  </a:lnTo>
                  <a:lnTo>
                    <a:pt x="5038538" y="614224"/>
                  </a:lnTo>
                  <a:lnTo>
                    <a:pt x="5039199" y="616580"/>
                  </a:lnTo>
                  <a:lnTo>
                    <a:pt x="5039859" y="609731"/>
                  </a:lnTo>
                  <a:lnTo>
                    <a:pt x="5040520" y="602648"/>
                  </a:lnTo>
                  <a:lnTo>
                    <a:pt x="5041181" y="604752"/>
                  </a:lnTo>
                  <a:lnTo>
                    <a:pt x="5041841" y="599254"/>
                  </a:lnTo>
                  <a:lnTo>
                    <a:pt x="5042502" y="599084"/>
                  </a:lnTo>
                  <a:lnTo>
                    <a:pt x="5043162" y="581367"/>
                  </a:lnTo>
                  <a:lnTo>
                    <a:pt x="5043823" y="568692"/>
                  </a:lnTo>
                  <a:lnTo>
                    <a:pt x="5044483" y="554925"/>
                  </a:lnTo>
                  <a:lnTo>
                    <a:pt x="5045144" y="555369"/>
                  </a:lnTo>
                  <a:lnTo>
                    <a:pt x="5045804" y="558647"/>
                  </a:lnTo>
                  <a:lnTo>
                    <a:pt x="5046465" y="574296"/>
                  </a:lnTo>
                  <a:lnTo>
                    <a:pt x="5047125" y="589639"/>
                  </a:lnTo>
                  <a:lnTo>
                    <a:pt x="5047786" y="607371"/>
                  </a:lnTo>
                  <a:lnTo>
                    <a:pt x="5048446" y="615498"/>
                  </a:lnTo>
                  <a:lnTo>
                    <a:pt x="5049107" y="615174"/>
                  </a:lnTo>
                  <a:lnTo>
                    <a:pt x="5049767" y="615174"/>
                  </a:lnTo>
                  <a:lnTo>
                    <a:pt x="5050428" y="614504"/>
                  </a:lnTo>
                  <a:lnTo>
                    <a:pt x="5051089" y="612797"/>
                  </a:lnTo>
                  <a:lnTo>
                    <a:pt x="5051749" y="615784"/>
                  </a:lnTo>
                  <a:lnTo>
                    <a:pt x="5052410" y="616255"/>
                  </a:lnTo>
                  <a:lnTo>
                    <a:pt x="5053070" y="613591"/>
                  </a:lnTo>
                  <a:lnTo>
                    <a:pt x="5053731" y="614504"/>
                  </a:lnTo>
                  <a:lnTo>
                    <a:pt x="5054391" y="613591"/>
                  </a:lnTo>
                  <a:lnTo>
                    <a:pt x="5055052" y="607371"/>
                  </a:lnTo>
                  <a:lnTo>
                    <a:pt x="5055712" y="612271"/>
                  </a:lnTo>
                  <a:lnTo>
                    <a:pt x="5056373" y="614504"/>
                  </a:lnTo>
                  <a:lnTo>
                    <a:pt x="5057033" y="613591"/>
                  </a:lnTo>
                  <a:lnTo>
                    <a:pt x="5057694" y="612797"/>
                  </a:lnTo>
                  <a:lnTo>
                    <a:pt x="5058354" y="614152"/>
                  </a:lnTo>
                  <a:lnTo>
                    <a:pt x="5059015" y="614504"/>
                  </a:lnTo>
                  <a:lnTo>
                    <a:pt x="5059675" y="612797"/>
                  </a:lnTo>
                  <a:lnTo>
                    <a:pt x="5060336" y="611328"/>
                  </a:lnTo>
                  <a:lnTo>
                    <a:pt x="5060996" y="609179"/>
                  </a:lnTo>
                  <a:lnTo>
                    <a:pt x="5061657" y="612271"/>
                  </a:lnTo>
                  <a:lnTo>
                    <a:pt x="5062318" y="609613"/>
                  </a:lnTo>
                  <a:lnTo>
                    <a:pt x="5062978" y="600436"/>
                  </a:lnTo>
                  <a:lnTo>
                    <a:pt x="5063639" y="564944"/>
                  </a:lnTo>
                  <a:lnTo>
                    <a:pt x="5064299" y="549473"/>
                  </a:lnTo>
                  <a:lnTo>
                    <a:pt x="5064960" y="558671"/>
                  </a:lnTo>
                  <a:lnTo>
                    <a:pt x="5065620" y="561500"/>
                  </a:lnTo>
                  <a:lnTo>
                    <a:pt x="5066281" y="555872"/>
                  </a:lnTo>
                  <a:lnTo>
                    <a:pt x="5066941" y="551454"/>
                  </a:lnTo>
                  <a:lnTo>
                    <a:pt x="5067602" y="561500"/>
                  </a:lnTo>
                  <a:lnTo>
                    <a:pt x="5068262" y="595763"/>
                  </a:lnTo>
                  <a:lnTo>
                    <a:pt x="5068923" y="579706"/>
                  </a:lnTo>
                  <a:lnTo>
                    <a:pt x="5069583" y="557127"/>
                  </a:lnTo>
                  <a:lnTo>
                    <a:pt x="5070244" y="582858"/>
                  </a:lnTo>
                  <a:lnTo>
                    <a:pt x="5070904" y="590613"/>
                  </a:lnTo>
                  <a:lnTo>
                    <a:pt x="5071565" y="577174"/>
                  </a:lnTo>
                  <a:lnTo>
                    <a:pt x="5072226" y="564165"/>
                  </a:lnTo>
                  <a:lnTo>
                    <a:pt x="5072886" y="580960"/>
                  </a:lnTo>
                  <a:lnTo>
                    <a:pt x="5073547" y="616255"/>
                  </a:lnTo>
                  <a:lnTo>
                    <a:pt x="5074207" y="616771"/>
                  </a:lnTo>
                  <a:lnTo>
                    <a:pt x="5074868" y="614332"/>
                  </a:lnTo>
                  <a:lnTo>
                    <a:pt x="5075528" y="616337"/>
                  </a:lnTo>
                  <a:lnTo>
                    <a:pt x="5076189" y="604979"/>
                  </a:lnTo>
                  <a:lnTo>
                    <a:pt x="5076849" y="598923"/>
                  </a:lnTo>
                  <a:lnTo>
                    <a:pt x="5077510" y="571293"/>
                  </a:lnTo>
                  <a:lnTo>
                    <a:pt x="5078170" y="565030"/>
                  </a:lnTo>
                  <a:lnTo>
                    <a:pt x="5078831" y="578375"/>
                  </a:lnTo>
                  <a:lnTo>
                    <a:pt x="5079491" y="561695"/>
                  </a:lnTo>
                  <a:lnTo>
                    <a:pt x="5080152" y="551248"/>
                  </a:lnTo>
                  <a:lnTo>
                    <a:pt x="5080812" y="534855"/>
                  </a:lnTo>
                  <a:lnTo>
                    <a:pt x="5081473" y="520995"/>
                  </a:lnTo>
                  <a:lnTo>
                    <a:pt x="5082134" y="525736"/>
                  </a:lnTo>
                  <a:lnTo>
                    <a:pt x="5082794" y="518317"/>
                  </a:lnTo>
                  <a:lnTo>
                    <a:pt x="5083455" y="526666"/>
                  </a:lnTo>
                  <a:lnTo>
                    <a:pt x="5084115" y="524864"/>
                  </a:lnTo>
                  <a:lnTo>
                    <a:pt x="5084776" y="513549"/>
                  </a:lnTo>
                  <a:lnTo>
                    <a:pt x="5085436" y="542683"/>
                  </a:lnTo>
                  <a:lnTo>
                    <a:pt x="5086097" y="554770"/>
                  </a:lnTo>
                  <a:lnTo>
                    <a:pt x="5086757" y="551941"/>
                  </a:lnTo>
                  <a:lnTo>
                    <a:pt x="5087418" y="554583"/>
                  </a:lnTo>
                  <a:lnTo>
                    <a:pt x="5088078" y="519498"/>
                  </a:lnTo>
                  <a:lnTo>
                    <a:pt x="5088739" y="516507"/>
                  </a:lnTo>
                  <a:lnTo>
                    <a:pt x="5089399" y="521930"/>
                  </a:lnTo>
                  <a:lnTo>
                    <a:pt x="5090060" y="532296"/>
                  </a:lnTo>
                  <a:lnTo>
                    <a:pt x="5090720" y="538197"/>
                  </a:lnTo>
                  <a:lnTo>
                    <a:pt x="5091381" y="527866"/>
                  </a:lnTo>
                  <a:lnTo>
                    <a:pt x="5092042" y="523348"/>
                  </a:lnTo>
                  <a:lnTo>
                    <a:pt x="5092702" y="522672"/>
                  </a:lnTo>
                  <a:lnTo>
                    <a:pt x="5093363" y="536006"/>
                  </a:lnTo>
                  <a:lnTo>
                    <a:pt x="5094023" y="551284"/>
                  </a:lnTo>
                  <a:lnTo>
                    <a:pt x="5094684" y="540252"/>
                  </a:lnTo>
                  <a:lnTo>
                    <a:pt x="5095344" y="529587"/>
                  </a:lnTo>
                  <a:lnTo>
                    <a:pt x="5096005" y="526383"/>
                  </a:lnTo>
                  <a:lnTo>
                    <a:pt x="5096665" y="525865"/>
                  </a:lnTo>
                  <a:lnTo>
                    <a:pt x="5097326" y="526383"/>
                  </a:lnTo>
                  <a:lnTo>
                    <a:pt x="5097986" y="507114"/>
                  </a:lnTo>
                  <a:lnTo>
                    <a:pt x="5098647" y="497644"/>
                  </a:lnTo>
                  <a:lnTo>
                    <a:pt x="5099307" y="502282"/>
                  </a:lnTo>
                  <a:lnTo>
                    <a:pt x="5099968" y="494839"/>
                  </a:lnTo>
                  <a:lnTo>
                    <a:pt x="5100628" y="498683"/>
                  </a:lnTo>
                  <a:lnTo>
                    <a:pt x="5101289" y="493885"/>
                  </a:lnTo>
                  <a:lnTo>
                    <a:pt x="5101949" y="489952"/>
                  </a:lnTo>
                  <a:lnTo>
                    <a:pt x="5102610" y="504228"/>
                  </a:lnTo>
                  <a:lnTo>
                    <a:pt x="5103271" y="508646"/>
                  </a:lnTo>
                  <a:lnTo>
                    <a:pt x="5103931" y="568500"/>
                  </a:lnTo>
                  <a:lnTo>
                    <a:pt x="5104592" y="531154"/>
                  </a:lnTo>
                  <a:lnTo>
                    <a:pt x="5105252" y="486509"/>
                  </a:lnTo>
                  <a:lnTo>
                    <a:pt x="5105913" y="507420"/>
                  </a:lnTo>
                  <a:lnTo>
                    <a:pt x="5106573" y="518759"/>
                  </a:lnTo>
                  <a:lnTo>
                    <a:pt x="5107234" y="509655"/>
                  </a:lnTo>
                  <a:lnTo>
                    <a:pt x="5107894" y="480358"/>
                  </a:lnTo>
                  <a:lnTo>
                    <a:pt x="5108555" y="473918"/>
                  </a:lnTo>
                  <a:lnTo>
                    <a:pt x="5109215" y="461160"/>
                  </a:lnTo>
                  <a:lnTo>
                    <a:pt x="5109876" y="443493"/>
                  </a:lnTo>
                  <a:lnTo>
                    <a:pt x="5110536" y="434636"/>
                  </a:lnTo>
                  <a:lnTo>
                    <a:pt x="5111197" y="416318"/>
                  </a:lnTo>
                  <a:lnTo>
                    <a:pt x="5111857" y="437802"/>
                  </a:lnTo>
                  <a:lnTo>
                    <a:pt x="5112518" y="416572"/>
                  </a:lnTo>
                  <a:lnTo>
                    <a:pt x="5113179" y="394712"/>
                  </a:lnTo>
                  <a:lnTo>
                    <a:pt x="5113839" y="381015"/>
                  </a:lnTo>
                  <a:lnTo>
                    <a:pt x="5114500" y="379715"/>
                  </a:lnTo>
                  <a:lnTo>
                    <a:pt x="5115160" y="373394"/>
                  </a:lnTo>
                  <a:lnTo>
                    <a:pt x="5115821" y="342533"/>
                  </a:lnTo>
                  <a:lnTo>
                    <a:pt x="5116481" y="322107"/>
                  </a:lnTo>
                  <a:lnTo>
                    <a:pt x="5117142" y="275322"/>
                  </a:lnTo>
                  <a:lnTo>
                    <a:pt x="5117802" y="254954"/>
                  </a:lnTo>
                  <a:lnTo>
                    <a:pt x="5118463" y="207921"/>
                  </a:lnTo>
                  <a:lnTo>
                    <a:pt x="5119123" y="190673"/>
                  </a:lnTo>
                  <a:lnTo>
                    <a:pt x="5119784" y="188623"/>
                  </a:lnTo>
                  <a:lnTo>
                    <a:pt x="5120444" y="181533"/>
                  </a:lnTo>
                  <a:lnTo>
                    <a:pt x="5121105" y="176925"/>
                  </a:lnTo>
                  <a:lnTo>
                    <a:pt x="5121765" y="175477"/>
                  </a:lnTo>
                  <a:lnTo>
                    <a:pt x="5122426" y="195860"/>
                  </a:lnTo>
                  <a:lnTo>
                    <a:pt x="5123087" y="225057"/>
                  </a:lnTo>
                  <a:lnTo>
                    <a:pt x="5123747" y="239450"/>
                  </a:lnTo>
                  <a:lnTo>
                    <a:pt x="5124408" y="254113"/>
                  </a:lnTo>
                  <a:lnTo>
                    <a:pt x="5125068" y="301041"/>
                  </a:lnTo>
                  <a:lnTo>
                    <a:pt x="5125729" y="332086"/>
                  </a:lnTo>
                  <a:lnTo>
                    <a:pt x="5126389" y="362487"/>
                  </a:lnTo>
                  <a:lnTo>
                    <a:pt x="5127050" y="376276"/>
                  </a:lnTo>
                  <a:lnTo>
                    <a:pt x="5127710" y="383035"/>
                  </a:lnTo>
                  <a:lnTo>
                    <a:pt x="5128371" y="395932"/>
                  </a:lnTo>
                  <a:lnTo>
                    <a:pt x="5129031" y="415288"/>
                  </a:lnTo>
                  <a:lnTo>
                    <a:pt x="5129692" y="418617"/>
                  </a:lnTo>
                  <a:lnTo>
                    <a:pt x="5130352" y="434932"/>
                  </a:lnTo>
                  <a:lnTo>
                    <a:pt x="5131013" y="450049"/>
                  </a:lnTo>
                  <a:lnTo>
                    <a:pt x="5131673" y="457447"/>
                  </a:lnTo>
                  <a:lnTo>
                    <a:pt x="5132334" y="457104"/>
                  </a:lnTo>
                  <a:lnTo>
                    <a:pt x="5132994" y="481700"/>
                  </a:lnTo>
                  <a:lnTo>
                    <a:pt x="5133655" y="482499"/>
                  </a:lnTo>
                  <a:lnTo>
                    <a:pt x="5134316" y="484198"/>
                  </a:lnTo>
                  <a:lnTo>
                    <a:pt x="5134976" y="517036"/>
                  </a:lnTo>
                  <a:lnTo>
                    <a:pt x="5135637" y="504028"/>
                  </a:lnTo>
                  <a:lnTo>
                    <a:pt x="5136297" y="495889"/>
                  </a:lnTo>
                  <a:lnTo>
                    <a:pt x="5136958" y="534936"/>
                  </a:lnTo>
                  <a:lnTo>
                    <a:pt x="5137618" y="501298"/>
                  </a:lnTo>
                  <a:lnTo>
                    <a:pt x="5138279" y="482052"/>
                  </a:lnTo>
                  <a:lnTo>
                    <a:pt x="5138939" y="495545"/>
                  </a:lnTo>
                  <a:lnTo>
                    <a:pt x="5139600" y="506163"/>
                  </a:lnTo>
                  <a:lnTo>
                    <a:pt x="5140260" y="499536"/>
                  </a:lnTo>
                  <a:lnTo>
                    <a:pt x="5140921" y="515867"/>
                  </a:lnTo>
                  <a:lnTo>
                    <a:pt x="5141581" y="523120"/>
                  </a:lnTo>
                  <a:lnTo>
                    <a:pt x="5142242" y="534716"/>
                  </a:lnTo>
                  <a:lnTo>
                    <a:pt x="5142902" y="542003"/>
                  </a:lnTo>
                  <a:lnTo>
                    <a:pt x="5143563" y="536897"/>
                  </a:lnTo>
                  <a:lnTo>
                    <a:pt x="5144224" y="521305"/>
                  </a:lnTo>
                  <a:lnTo>
                    <a:pt x="5144884" y="506933"/>
                  </a:lnTo>
                  <a:lnTo>
                    <a:pt x="5145545" y="521579"/>
                  </a:lnTo>
                  <a:lnTo>
                    <a:pt x="5146205" y="540540"/>
                  </a:lnTo>
                  <a:lnTo>
                    <a:pt x="5146866" y="510874"/>
                  </a:lnTo>
                  <a:lnTo>
                    <a:pt x="5147526" y="504126"/>
                  </a:lnTo>
                  <a:lnTo>
                    <a:pt x="5148187" y="513034"/>
                  </a:lnTo>
                  <a:lnTo>
                    <a:pt x="5148847" y="540666"/>
                  </a:lnTo>
                  <a:lnTo>
                    <a:pt x="5149508" y="532131"/>
                  </a:lnTo>
                  <a:lnTo>
                    <a:pt x="5150168" y="523216"/>
                  </a:lnTo>
                  <a:lnTo>
                    <a:pt x="5150829" y="523558"/>
                  </a:lnTo>
                  <a:lnTo>
                    <a:pt x="5151489" y="522581"/>
                  </a:lnTo>
                  <a:lnTo>
                    <a:pt x="5152150" y="540866"/>
                  </a:lnTo>
                  <a:lnTo>
                    <a:pt x="5152810" y="530821"/>
                  </a:lnTo>
                  <a:lnTo>
                    <a:pt x="5153471" y="528565"/>
                  </a:lnTo>
                  <a:lnTo>
                    <a:pt x="5154132" y="550517"/>
                  </a:lnTo>
                  <a:lnTo>
                    <a:pt x="5154792" y="563651"/>
                  </a:lnTo>
                  <a:lnTo>
                    <a:pt x="5155453" y="568692"/>
                  </a:lnTo>
                  <a:lnTo>
                    <a:pt x="5156113" y="590010"/>
                  </a:lnTo>
                  <a:lnTo>
                    <a:pt x="5156774" y="594280"/>
                  </a:lnTo>
                  <a:lnTo>
                    <a:pt x="5157434" y="572728"/>
                  </a:lnTo>
                  <a:lnTo>
                    <a:pt x="5158095" y="554964"/>
                  </a:lnTo>
                  <a:lnTo>
                    <a:pt x="5158755" y="572728"/>
                  </a:lnTo>
                  <a:lnTo>
                    <a:pt x="5159416" y="578412"/>
                  </a:lnTo>
                  <a:lnTo>
                    <a:pt x="5160076" y="560815"/>
                  </a:lnTo>
                  <a:lnTo>
                    <a:pt x="5160737" y="531958"/>
                  </a:lnTo>
                  <a:lnTo>
                    <a:pt x="5161397" y="531958"/>
                  </a:lnTo>
                  <a:lnTo>
                    <a:pt x="5162058" y="534402"/>
                  </a:lnTo>
                  <a:lnTo>
                    <a:pt x="5162718" y="524969"/>
                  </a:lnTo>
                  <a:lnTo>
                    <a:pt x="5163379" y="528219"/>
                  </a:lnTo>
                  <a:lnTo>
                    <a:pt x="5164040" y="517439"/>
                  </a:lnTo>
                  <a:lnTo>
                    <a:pt x="5164700" y="522196"/>
                  </a:lnTo>
                  <a:lnTo>
                    <a:pt x="5165361" y="556280"/>
                  </a:lnTo>
                  <a:lnTo>
                    <a:pt x="5166021" y="592822"/>
                  </a:lnTo>
                  <a:lnTo>
                    <a:pt x="5166682" y="573545"/>
                  </a:lnTo>
                  <a:lnTo>
                    <a:pt x="5167342" y="531932"/>
                  </a:lnTo>
                  <a:lnTo>
                    <a:pt x="5168003" y="523424"/>
                  </a:lnTo>
                  <a:lnTo>
                    <a:pt x="5168663" y="531932"/>
                  </a:lnTo>
                  <a:lnTo>
                    <a:pt x="5169324" y="545266"/>
                  </a:lnTo>
                  <a:lnTo>
                    <a:pt x="5169984" y="537126"/>
                  </a:lnTo>
                  <a:lnTo>
                    <a:pt x="5170645" y="526794"/>
                  </a:lnTo>
                  <a:lnTo>
                    <a:pt x="5171305" y="542635"/>
                  </a:lnTo>
                  <a:lnTo>
                    <a:pt x="5171966" y="561061"/>
                  </a:lnTo>
                  <a:lnTo>
                    <a:pt x="5172626" y="533720"/>
                  </a:lnTo>
                  <a:lnTo>
                    <a:pt x="5173287" y="516630"/>
                  </a:lnTo>
                  <a:lnTo>
                    <a:pt x="5173947" y="522220"/>
                  </a:lnTo>
                  <a:lnTo>
                    <a:pt x="5174608" y="530663"/>
                  </a:lnTo>
                  <a:lnTo>
                    <a:pt x="5175269" y="550978"/>
                  </a:lnTo>
                  <a:lnTo>
                    <a:pt x="5175929" y="559871"/>
                  </a:lnTo>
                  <a:lnTo>
                    <a:pt x="5176590" y="578226"/>
                  </a:lnTo>
                  <a:lnTo>
                    <a:pt x="5177250" y="582547"/>
                  </a:lnTo>
                  <a:lnTo>
                    <a:pt x="5177911" y="586812"/>
                  </a:lnTo>
                  <a:lnTo>
                    <a:pt x="5178571" y="582771"/>
                  </a:lnTo>
                  <a:lnTo>
                    <a:pt x="5179232" y="531932"/>
                  </a:lnTo>
                  <a:lnTo>
                    <a:pt x="5179892" y="514842"/>
                  </a:lnTo>
                  <a:lnTo>
                    <a:pt x="5180553" y="520056"/>
                  </a:lnTo>
                  <a:lnTo>
                    <a:pt x="5181213" y="524948"/>
                  </a:lnTo>
                  <a:lnTo>
                    <a:pt x="5181874" y="524948"/>
                  </a:lnTo>
                  <a:lnTo>
                    <a:pt x="5182534" y="519815"/>
                  </a:lnTo>
                  <a:lnTo>
                    <a:pt x="5183195" y="528635"/>
                  </a:lnTo>
                  <a:lnTo>
                    <a:pt x="5183855" y="528635"/>
                  </a:lnTo>
                  <a:lnTo>
                    <a:pt x="5184516" y="528635"/>
                  </a:lnTo>
                  <a:lnTo>
                    <a:pt x="5185177" y="531691"/>
                  </a:lnTo>
                  <a:lnTo>
                    <a:pt x="5185837" y="528635"/>
                  </a:lnTo>
                  <a:lnTo>
                    <a:pt x="5186498" y="523182"/>
                  </a:lnTo>
                  <a:lnTo>
                    <a:pt x="5187158" y="528635"/>
                  </a:lnTo>
                  <a:lnTo>
                    <a:pt x="5187819" y="538625"/>
                  </a:lnTo>
                  <a:lnTo>
                    <a:pt x="5188479" y="545024"/>
                  </a:lnTo>
                  <a:lnTo>
                    <a:pt x="5189140" y="554299"/>
                  </a:lnTo>
                  <a:lnTo>
                    <a:pt x="5189800" y="554096"/>
                  </a:lnTo>
                  <a:lnTo>
                    <a:pt x="5190461" y="550652"/>
                  </a:lnTo>
                  <a:lnTo>
                    <a:pt x="5191121" y="545024"/>
                  </a:lnTo>
                  <a:lnTo>
                    <a:pt x="5191782" y="544261"/>
                  </a:lnTo>
                  <a:lnTo>
                    <a:pt x="5192442" y="536121"/>
                  </a:lnTo>
                  <a:lnTo>
                    <a:pt x="5193103" y="530928"/>
                  </a:lnTo>
                  <a:lnTo>
                    <a:pt x="5193763" y="530327"/>
                  </a:lnTo>
                  <a:lnTo>
                    <a:pt x="5194424" y="534393"/>
                  </a:lnTo>
                  <a:lnTo>
                    <a:pt x="5195085" y="546260"/>
                  </a:lnTo>
                  <a:lnTo>
                    <a:pt x="5195745" y="534233"/>
                  </a:lnTo>
                  <a:lnTo>
                    <a:pt x="5196406" y="519343"/>
                  </a:lnTo>
                  <a:lnTo>
                    <a:pt x="5197066" y="523030"/>
                  </a:lnTo>
                  <a:lnTo>
                    <a:pt x="5197727" y="513935"/>
                  </a:lnTo>
                  <a:lnTo>
                    <a:pt x="5198387" y="513241"/>
                  </a:lnTo>
                  <a:lnTo>
                    <a:pt x="5199048" y="505965"/>
                  </a:lnTo>
                  <a:lnTo>
                    <a:pt x="5199708" y="504949"/>
                  </a:lnTo>
                  <a:lnTo>
                    <a:pt x="5200369" y="508216"/>
                  </a:lnTo>
                  <a:lnTo>
                    <a:pt x="5201029" y="511901"/>
                  </a:lnTo>
                  <a:lnTo>
                    <a:pt x="5201690" y="513667"/>
                  </a:lnTo>
                  <a:lnTo>
                    <a:pt x="5202350" y="503320"/>
                  </a:lnTo>
                  <a:lnTo>
                    <a:pt x="5203011" y="497707"/>
                  </a:lnTo>
                  <a:lnTo>
                    <a:pt x="5203671" y="503320"/>
                  </a:lnTo>
                  <a:lnTo>
                    <a:pt x="5204332" y="476197"/>
                  </a:lnTo>
                  <a:lnTo>
                    <a:pt x="5204992" y="474080"/>
                  </a:lnTo>
                  <a:lnTo>
                    <a:pt x="5205653" y="520205"/>
                  </a:lnTo>
                  <a:lnTo>
                    <a:pt x="5206314" y="522208"/>
                  </a:lnTo>
                  <a:lnTo>
                    <a:pt x="5206974" y="529109"/>
                  </a:lnTo>
                  <a:lnTo>
                    <a:pt x="5207635" y="518521"/>
                  </a:lnTo>
                  <a:lnTo>
                    <a:pt x="5208295" y="514700"/>
                  </a:lnTo>
                  <a:lnTo>
                    <a:pt x="5208956" y="527982"/>
                  </a:lnTo>
                  <a:lnTo>
                    <a:pt x="5209616" y="518790"/>
                  </a:lnTo>
                  <a:lnTo>
                    <a:pt x="5210277" y="518413"/>
                  </a:lnTo>
                  <a:lnTo>
                    <a:pt x="5210937" y="519441"/>
                  </a:lnTo>
                  <a:lnTo>
                    <a:pt x="5211598" y="533808"/>
                  </a:lnTo>
                  <a:lnTo>
                    <a:pt x="5212258" y="525353"/>
                  </a:lnTo>
                  <a:lnTo>
                    <a:pt x="5212919" y="527118"/>
                  </a:lnTo>
                  <a:lnTo>
                    <a:pt x="5213579" y="539216"/>
                  </a:lnTo>
                  <a:lnTo>
                    <a:pt x="5214240" y="523433"/>
                  </a:lnTo>
                  <a:lnTo>
                    <a:pt x="5214900" y="522115"/>
                  </a:lnTo>
                  <a:lnTo>
                    <a:pt x="5215561" y="522115"/>
                  </a:lnTo>
                  <a:lnTo>
                    <a:pt x="5216222" y="527084"/>
                  </a:lnTo>
                  <a:lnTo>
                    <a:pt x="5216882" y="533298"/>
                  </a:lnTo>
                  <a:lnTo>
                    <a:pt x="5217543" y="545235"/>
                  </a:lnTo>
                  <a:lnTo>
                    <a:pt x="5218203" y="545235"/>
                  </a:lnTo>
                  <a:lnTo>
                    <a:pt x="5218864" y="538253"/>
                  </a:lnTo>
                  <a:lnTo>
                    <a:pt x="5219524" y="530278"/>
                  </a:lnTo>
                  <a:lnTo>
                    <a:pt x="5220185" y="527847"/>
                  </a:lnTo>
                  <a:lnTo>
                    <a:pt x="5220845" y="563947"/>
                  </a:lnTo>
                  <a:lnTo>
                    <a:pt x="5221506" y="575440"/>
                  </a:lnTo>
                  <a:lnTo>
                    <a:pt x="5222166" y="540041"/>
                  </a:lnTo>
                  <a:lnTo>
                    <a:pt x="5222827" y="533298"/>
                  </a:lnTo>
                  <a:lnTo>
                    <a:pt x="5223487" y="533298"/>
                  </a:lnTo>
                  <a:lnTo>
                    <a:pt x="5224148" y="526592"/>
                  </a:lnTo>
                  <a:lnTo>
                    <a:pt x="5224808" y="526060"/>
                  </a:lnTo>
                  <a:lnTo>
                    <a:pt x="5225469" y="529745"/>
                  </a:lnTo>
                  <a:lnTo>
                    <a:pt x="5226130" y="526377"/>
                  </a:lnTo>
                  <a:lnTo>
                    <a:pt x="5226790" y="531510"/>
                  </a:lnTo>
                  <a:lnTo>
                    <a:pt x="5227451" y="538253"/>
                  </a:lnTo>
                  <a:lnTo>
                    <a:pt x="5228111" y="551828"/>
                  </a:lnTo>
                  <a:lnTo>
                    <a:pt x="5228772" y="554627"/>
                  </a:lnTo>
                  <a:lnTo>
                    <a:pt x="5229432" y="543688"/>
                  </a:lnTo>
                  <a:lnTo>
                    <a:pt x="5230093" y="541362"/>
                  </a:lnTo>
                  <a:lnTo>
                    <a:pt x="5230753" y="531751"/>
                  </a:lnTo>
                  <a:lnTo>
                    <a:pt x="5231414" y="526995"/>
                  </a:lnTo>
                  <a:lnTo>
                    <a:pt x="5232074" y="529986"/>
                  </a:lnTo>
                  <a:lnTo>
                    <a:pt x="5232735" y="565332"/>
                  </a:lnTo>
                  <a:lnTo>
                    <a:pt x="5233395" y="560367"/>
                  </a:lnTo>
                  <a:lnTo>
                    <a:pt x="5234056" y="541679"/>
                  </a:lnTo>
                  <a:lnTo>
                    <a:pt x="5234716" y="541679"/>
                  </a:lnTo>
                  <a:lnTo>
                    <a:pt x="5235377" y="550655"/>
                  </a:lnTo>
                  <a:lnTo>
                    <a:pt x="5236038" y="545745"/>
                  </a:lnTo>
                  <a:lnTo>
                    <a:pt x="5236698" y="559274"/>
                  </a:lnTo>
                  <a:lnTo>
                    <a:pt x="5237359" y="547727"/>
                  </a:lnTo>
                  <a:lnTo>
                    <a:pt x="5238019" y="545745"/>
                  </a:lnTo>
                  <a:lnTo>
                    <a:pt x="5238680" y="535755"/>
                  </a:lnTo>
                  <a:lnTo>
                    <a:pt x="5239340" y="530303"/>
                  </a:lnTo>
                  <a:lnTo>
                    <a:pt x="5240001" y="532069"/>
                  </a:lnTo>
                  <a:lnTo>
                    <a:pt x="5240661" y="527312"/>
                  </a:lnTo>
                  <a:lnTo>
                    <a:pt x="5241322" y="535755"/>
                  </a:lnTo>
                  <a:lnTo>
                    <a:pt x="5241982" y="526618"/>
                  </a:lnTo>
                  <a:lnTo>
                    <a:pt x="5242643" y="526618"/>
                  </a:lnTo>
                  <a:lnTo>
                    <a:pt x="5243303" y="538812"/>
                  </a:lnTo>
                  <a:lnTo>
                    <a:pt x="5243964" y="532069"/>
                  </a:lnTo>
                  <a:lnTo>
                    <a:pt x="5244624" y="522680"/>
                  </a:lnTo>
                  <a:lnTo>
                    <a:pt x="5245285" y="539843"/>
                  </a:lnTo>
                  <a:lnTo>
                    <a:pt x="5245945" y="545390"/>
                  </a:lnTo>
                  <a:lnTo>
                    <a:pt x="5246606" y="540196"/>
                  </a:lnTo>
                  <a:lnTo>
                    <a:pt x="5247267" y="545390"/>
                  </a:lnTo>
                  <a:lnTo>
                    <a:pt x="5247927" y="543064"/>
                  </a:lnTo>
                  <a:lnTo>
                    <a:pt x="5248588" y="528320"/>
                  </a:lnTo>
                  <a:lnTo>
                    <a:pt x="5249248" y="529230"/>
                  </a:lnTo>
                  <a:lnTo>
                    <a:pt x="5249909" y="530484"/>
                  </a:lnTo>
                  <a:lnTo>
                    <a:pt x="5250569" y="538927"/>
                  </a:lnTo>
                  <a:lnTo>
                    <a:pt x="5251230" y="544851"/>
                  </a:lnTo>
                  <a:lnTo>
                    <a:pt x="5251890" y="533475"/>
                  </a:lnTo>
                  <a:lnTo>
                    <a:pt x="5252551" y="529790"/>
                  </a:lnTo>
                  <a:lnTo>
                    <a:pt x="5253211" y="535241"/>
                  </a:lnTo>
                  <a:lnTo>
                    <a:pt x="5253872" y="533986"/>
                  </a:lnTo>
                  <a:lnTo>
                    <a:pt x="5254532" y="535241"/>
                  </a:lnTo>
                  <a:lnTo>
                    <a:pt x="5255193" y="535241"/>
                  </a:lnTo>
                  <a:lnTo>
                    <a:pt x="5255853" y="544851"/>
                  </a:lnTo>
                  <a:lnTo>
                    <a:pt x="5256514" y="542659"/>
                  </a:lnTo>
                  <a:lnTo>
                    <a:pt x="5257175" y="541984"/>
                  </a:lnTo>
                  <a:lnTo>
                    <a:pt x="5257835" y="530107"/>
                  </a:lnTo>
                  <a:lnTo>
                    <a:pt x="5258496" y="524711"/>
                  </a:lnTo>
                  <a:lnTo>
                    <a:pt x="5259156" y="528003"/>
                  </a:lnTo>
                  <a:lnTo>
                    <a:pt x="5259817" y="528320"/>
                  </a:lnTo>
                  <a:lnTo>
                    <a:pt x="5260477" y="528697"/>
                  </a:lnTo>
                  <a:lnTo>
                    <a:pt x="5261138" y="528697"/>
                  </a:lnTo>
                  <a:lnTo>
                    <a:pt x="5261798" y="531688"/>
                  </a:lnTo>
                  <a:lnTo>
                    <a:pt x="5262459" y="545390"/>
                  </a:lnTo>
                  <a:lnTo>
                    <a:pt x="5263119" y="528853"/>
                  </a:lnTo>
                  <a:lnTo>
                    <a:pt x="5263780" y="529790"/>
                  </a:lnTo>
                  <a:lnTo>
                    <a:pt x="5264440" y="530484"/>
                  </a:lnTo>
                  <a:lnTo>
                    <a:pt x="5265101" y="535758"/>
                  </a:lnTo>
                  <a:lnTo>
                    <a:pt x="5265761" y="538927"/>
                  </a:lnTo>
                  <a:lnTo>
                    <a:pt x="5266422" y="542659"/>
                  </a:lnTo>
                  <a:lnTo>
                    <a:pt x="5267083" y="538927"/>
                  </a:lnTo>
                  <a:lnTo>
                    <a:pt x="5267743" y="545390"/>
                  </a:lnTo>
                  <a:lnTo>
                    <a:pt x="5268404" y="540196"/>
                  </a:lnTo>
                  <a:lnTo>
                    <a:pt x="5269064" y="528320"/>
                  </a:lnTo>
                  <a:lnTo>
                    <a:pt x="5269725" y="552039"/>
                  </a:lnTo>
                  <a:lnTo>
                    <a:pt x="5270385" y="549112"/>
                  </a:lnTo>
                  <a:lnTo>
                    <a:pt x="5271046" y="528320"/>
                  </a:lnTo>
                  <a:lnTo>
                    <a:pt x="5271706" y="528003"/>
                  </a:lnTo>
                  <a:lnTo>
                    <a:pt x="5272367" y="528320"/>
                  </a:lnTo>
                  <a:lnTo>
                    <a:pt x="5273027" y="533453"/>
                  </a:lnTo>
                  <a:lnTo>
                    <a:pt x="5273688" y="533453"/>
                  </a:lnTo>
                  <a:lnTo>
                    <a:pt x="5274348" y="538745"/>
                  </a:lnTo>
                  <a:lnTo>
                    <a:pt x="5275009" y="538927"/>
                  </a:lnTo>
                  <a:lnTo>
                    <a:pt x="5275669" y="530484"/>
                  </a:lnTo>
                  <a:lnTo>
                    <a:pt x="5276330" y="545555"/>
                  </a:lnTo>
                  <a:lnTo>
                    <a:pt x="5276990" y="530484"/>
                  </a:lnTo>
                  <a:lnTo>
                    <a:pt x="5277651" y="541984"/>
                  </a:lnTo>
                  <a:lnTo>
                    <a:pt x="5278312" y="548918"/>
                  </a:lnTo>
                  <a:lnTo>
                    <a:pt x="5278972" y="532221"/>
                  </a:lnTo>
                  <a:lnTo>
                    <a:pt x="5279633" y="528697"/>
                  </a:lnTo>
                  <a:lnTo>
                    <a:pt x="5280293" y="528697"/>
                  </a:lnTo>
                  <a:lnTo>
                    <a:pt x="5280954" y="543813"/>
                  </a:lnTo>
                  <a:lnTo>
                    <a:pt x="5281614" y="548332"/>
                  </a:lnTo>
                  <a:lnTo>
                    <a:pt x="5282275" y="551676"/>
                  </a:lnTo>
                  <a:lnTo>
                    <a:pt x="5282935" y="550119"/>
                  </a:lnTo>
                  <a:lnTo>
                    <a:pt x="5283596" y="561058"/>
                  </a:lnTo>
                  <a:lnTo>
                    <a:pt x="5284256" y="551859"/>
                  </a:lnTo>
                  <a:lnTo>
                    <a:pt x="5284917" y="544925"/>
                  </a:lnTo>
                  <a:lnTo>
                    <a:pt x="5285577" y="545601"/>
                  </a:lnTo>
                  <a:lnTo>
                    <a:pt x="5286238" y="545601"/>
                  </a:lnTo>
                  <a:lnTo>
                    <a:pt x="5286898" y="579625"/>
                  </a:lnTo>
                  <a:lnTo>
                    <a:pt x="5287559" y="571762"/>
                  </a:lnTo>
                  <a:lnTo>
                    <a:pt x="5288220" y="558259"/>
                  </a:lnTo>
                  <a:lnTo>
                    <a:pt x="5288880" y="561367"/>
                  </a:lnTo>
                  <a:lnTo>
                    <a:pt x="5289541" y="581535"/>
                  </a:lnTo>
                  <a:lnTo>
                    <a:pt x="5290201" y="586491"/>
                  </a:lnTo>
                  <a:lnTo>
                    <a:pt x="5290862" y="590561"/>
                  </a:lnTo>
                  <a:lnTo>
                    <a:pt x="5291522" y="558259"/>
                  </a:lnTo>
                  <a:lnTo>
                    <a:pt x="5292183" y="544066"/>
                  </a:lnTo>
                  <a:lnTo>
                    <a:pt x="5292843" y="545868"/>
                  </a:lnTo>
                  <a:lnTo>
                    <a:pt x="5293504" y="546011"/>
                  </a:lnTo>
                  <a:lnTo>
                    <a:pt x="5294164" y="552269"/>
                  </a:lnTo>
                  <a:lnTo>
                    <a:pt x="5294825" y="552269"/>
                  </a:lnTo>
                  <a:lnTo>
                    <a:pt x="5295485" y="558669"/>
                  </a:lnTo>
                  <a:lnTo>
                    <a:pt x="5296146" y="558669"/>
                  </a:lnTo>
                  <a:lnTo>
                    <a:pt x="5296806" y="548202"/>
                  </a:lnTo>
                  <a:lnTo>
                    <a:pt x="5297467" y="604307"/>
                  </a:lnTo>
                  <a:lnTo>
                    <a:pt x="5298128" y="610313"/>
                  </a:lnTo>
                  <a:lnTo>
                    <a:pt x="5298788" y="593689"/>
                  </a:lnTo>
                  <a:lnTo>
                    <a:pt x="5299449" y="550529"/>
                  </a:lnTo>
                  <a:lnTo>
                    <a:pt x="5300109" y="554783"/>
                  </a:lnTo>
                  <a:lnTo>
                    <a:pt x="5300770" y="571232"/>
                  </a:lnTo>
                  <a:lnTo>
                    <a:pt x="5301430" y="549990"/>
                  </a:lnTo>
                  <a:lnTo>
                    <a:pt x="5302091" y="552317"/>
                  </a:lnTo>
                  <a:lnTo>
                    <a:pt x="5302751" y="547798"/>
                  </a:lnTo>
                  <a:lnTo>
                    <a:pt x="5303412" y="548316"/>
                  </a:lnTo>
                  <a:lnTo>
                    <a:pt x="5304072" y="579117"/>
                  </a:lnTo>
                  <a:lnTo>
                    <a:pt x="5304733" y="555856"/>
                  </a:lnTo>
                  <a:lnTo>
                    <a:pt x="5305393" y="547123"/>
                  </a:lnTo>
                  <a:lnTo>
                    <a:pt x="5306054" y="538614"/>
                  </a:lnTo>
                  <a:lnTo>
                    <a:pt x="5306714" y="549990"/>
                  </a:lnTo>
                  <a:lnTo>
                    <a:pt x="5307375" y="547798"/>
                  </a:lnTo>
                  <a:lnTo>
                    <a:pt x="5308036" y="540380"/>
                  </a:lnTo>
                  <a:lnTo>
                    <a:pt x="5308696" y="535623"/>
                  </a:lnTo>
                  <a:lnTo>
                    <a:pt x="5309357" y="546544"/>
                  </a:lnTo>
                  <a:lnTo>
                    <a:pt x="5310017" y="528326"/>
                  </a:lnTo>
                  <a:lnTo>
                    <a:pt x="5310678" y="548202"/>
                  </a:lnTo>
                  <a:lnTo>
                    <a:pt x="5311338" y="551062"/>
                  </a:lnTo>
                  <a:lnTo>
                    <a:pt x="5311999" y="534813"/>
                  </a:lnTo>
                  <a:lnTo>
                    <a:pt x="5312659" y="567882"/>
                  </a:lnTo>
                  <a:lnTo>
                    <a:pt x="5313320" y="566471"/>
                  </a:lnTo>
                  <a:lnTo>
                    <a:pt x="5313980" y="532616"/>
                  </a:lnTo>
                  <a:lnTo>
                    <a:pt x="5314641" y="540893"/>
                  </a:lnTo>
                  <a:lnTo>
                    <a:pt x="5315301" y="587507"/>
                  </a:lnTo>
                  <a:lnTo>
                    <a:pt x="5315962" y="586491"/>
                  </a:lnTo>
                  <a:lnTo>
                    <a:pt x="5316622" y="596802"/>
                  </a:lnTo>
                  <a:lnTo>
                    <a:pt x="5317283" y="604848"/>
                  </a:lnTo>
                  <a:lnTo>
                    <a:pt x="5317943" y="580967"/>
                  </a:lnTo>
                  <a:lnTo>
                    <a:pt x="5318604" y="600460"/>
                  </a:lnTo>
                  <a:lnTo>
                    <a:pt x="5319265" y="586895"/>
                  </a:lnTo>
                  <a:lnTo>
                    <a:pt x="5319925" y="556114"/>
                  </a:lnTo>
                  <a:lnTo>
                    <a:pt x="5320586" y="589147"/>
                  </a:lnTo>
                  <a:lnTo>
                    <a:pt x="5321246" y="609191"/>
                  </a:lnTo>
                  <a:lnTo>
                    <a:pt x="5321907" y="597837"/>
                  </a:lnTo>
                  <a:lnTo>
                    <a:pt x="5322567" y="567801"/>
                  </a:lnTo>
                  <a:lnTo>
                    <a:pt x="5323228" y="554624"/>
                  </a:lnTo>
                  <a:lnTo>
                    <a:pt x="5323888" y="564357"/>
                  </a:lnTo>
                  <a:lnTo>
                    <a:pt x="5324549" y="574282"/>
                  </a:lnTo>
                  <a:lnTo>
                    <a:pt x="5325209" y="606066"/>
                  </a:lnTo>
                  <a:lnTo>
                    <a:pt x="5325870" y="608673"/>
                  </a:lnTo>
                  <a:lnTo>
                    <a:pt x="5326530" y="582652"/>
                  </a:lnTo>
                  <a:lnTo>
                    <a:pt x="5327191" y="602381"/>
                  </a:lnTo>
                  <a:lnTo>
                    <a:pt x="5327851" y="609726"/>
                  </a:lnTo>
                  <a:lnTo>
                    <a:pt x="5328512" y="600632"/>
                  </a:lnTo>
                  <a:lnTo>
                    <a:pt x="5329173" y="581885"/>
                  </a:lnTo>
                  <a:lnTo>
                    <a:pt x="5329833" y="577352"/>
                  </a:lnTo>
                  <a:lnTo>
                    <a:pt x="5330494" y="555738"/>
                  </a:lnTo>
                  <a:lnTo>
                    <a:pt x="5331154" y="572737"/>
                  </a:lnTo>
                  <a:lnTo>
                    <a:pt x="5331815" y="602355"/>
                  </a:lnTo>
                  <a:lnTo>
                    <a:pt x="5332475" y="588804"/>
                  </a:lnTo>
                  <a:lnTo>
                    <a:pt x="5333136" y="585017"/>
                  </a:lnTo>
                  <a:lnTo>
                    <a:pt x="5333796" y="583454"/>
                  </a:lnTo>
                  <a:lnTo>
                    <a:pt x="5334457" y="584604"/>
                  </a:lnTo>
                  <a:lnTo>
                    <a:pt x="5335117" y="607825"/>
                  </a:lnTo>
                  <a:lnTo>
                    <a:pt x="5335778" y="604563"/>
                  </a:lnTo>
                  <a:lnTo>
                    <a:pt x="5336438" y="599591"/>
                  </a:lnTo>
                  <a:lnTo>
                    <a:pt x="5337099" y="581855"/>
                  </a:lnTo>
                  <a:lnTo>
                    <a:pt x="5337759" y="574214"/>
                  </a:lnTo>
                  <a:lnTo>
                    <a:pt x="5338420" y="576819"/>
                  </a:lnTo>
                  <a:lnTo>
                    <a:pt x="5339081" y="591360"/>
                  </a:lnTo>
                  <a:lnTo>
                    <a:pt x="5339741" y="561468"/>
                  </a:lnTo>
                  <a:lnTo>
                    <a:pt x="5340402" y="556859"/>
                  </a:lnTo>
                  <a:lnTo>
                    <a:pt x="5341062" y="570864"/>
                  </a:lnTo>
                  <a:lnTo>
                    <a:pt x="5341723" y="576171"/>
                  </a:lnTo>
                  <a:lnTo>
                    <a:pt x="5342383" y="565955"/>
                  </a:lnTo>
                  <a:lnTo>
                    <a:pt x="5343044" y="586213"/>
                  </a:lnTo>
                  <a:lnTo>
                    <a:pt x="5343704" y="582097"/>
                  </a:lnTo>
                  <a:lnTo>
                    <a:pt x="5344365" y="578748"/>
                  </a:lnTo>
                  <a:lnTo>
                    <a:pt x="5345025" y="583242"/>
                  </a:lnTo>
                  <a:lnTo>
                    <a:pt x="5345686" y="565238"/>
                  </a:lnTo>
                  <a:lnTo>
                    <a:pt x="5346346" y="571794"/>
                  </a:lnTo>
                  <a:lnTo>
                    <a:pt x="5347007" y="582323"/>
                  </a:lnTo>
                  <a:lnTo>
                    <a:pt x="5347667" y="585795"/>
                  </a:lnTo>
                  <a:lnTo>
                    <a:pt x="5348328" y="582674"/>
                  </a:lnTo>
                  <a:lnTo>
                    <a:pt x="5348988" y="594328"/>
                  </a:lnTo>
                  <a:lnTo>
                    <a:pt x="5349649" y="586179"/>
                  </a:lnTo>
                  <a:lnTo>
                    <a:pt x="5350310" y="565789"/>
                  </a:lnTo>
                  <a:lnTo>
                    <a:pt x="5350970" y="548596"/>
                  </a:lnTo>
                  <a:lnTo>
                    <a:pt x="5351631" y="579677"/>
                  </a:lnTo>
                  <a:lnTo>
                    <a:pt x="5352291" y="579200"/>
                  </a:lnTo>
                  <a:lnTo>
                    <a:pt x="5352952" y="574871"/>
                  </a:lnTo>
                  <a:lnTo>
                    <a:pt x="5353612" y="561293"/>
                  </a:lnTo>
                  <a:lnTo>
                    <a:pt x="5354273" y="570941"/>
                  </a:lnTo>
                  <a:lnTo>
                    <a:pt x="5354933" y="570731"/>
                  </a:lnTo>
                  <a:lnTo>
                    <a:pt x="5355594" y="530360"/>
                  </a:lnTo>
                  <a:lnTo>
                    <a:pt x="5356254" y="476074"/>
                  </a:lnTo>
                  <a:lnTo>
                    <a:pt x="5356915" y="515213"/>
                  </a:lnTo>
                  <a:lnTo>
                    <a:pt x="5357575" y="563497"/>
                  </a:lnTo>
                  <a:lnTo>
                    <a:pt x="5358236" y="545688"/>
                  </a:lnTo>
                  <a:lnTo>
                    <a:pt x="5358896" y="525916"/>
                  </a:lnTo>
                  <a:lnTo>
                    <a:pt x="5359557" y="544827"/>
                  </a:lnTo>
                  <a:lnTo>
                    <a:pt x="5360218" y="570516"/>
                  </a:lnTo>
                  <a:lnTo>
                    <a:pt x="5360878" y="589206"/>
                  </a:lnTo>
                  <a:lnTo>
                    <a:pt x="5361539" y="572278"/>
                  </a:lnTo>
                  <a:lnTo>
                    <a:pt x="5362199" y="557737"/>
                  </a:lnTo>
                  <a:lnTo>
                    <a:pt x="5362860" y="525887"/>
                  </a:lnTo>
                  <a:lnTo>
                    <a:pt x="5363520" y="538085"/>
                  </a:lnTo>
                  <a:lnTo>
                    <a:pt x="5364181" y="542917"/>
                  </a:lnTo>
                  <a:lnTo>
                    <a:pt x="5364841" y="538347"/>
                  </a:lnTo>
                  <a:lnTo>
                    <a:pt x="5365502" y="539716"/>
                  </a:lnTo>
                  <a:lnTo>
                    <a:pt x="5366162" y="530732"/>
                  </a:lnTo>
                  <a:lnTo>
                    <a:pt x="5366823" y="463398"/>
                  </a:lnTo>
                  <a:lnTo>
                    <a:pt x="5367483" y="382242"/>
                  </a:lnTo>
                  <a:lnTo>
                    <a:pt x="5368144" y="371480"/>
                  </a:lnTo>
                  <a:lnTo>
                    <a:pt x="5368804" y="383496"/>
                  </a:lnTo>
                  <a:lnTo>
                    <a:pt x="5369465" y="436736"/>
                  </a:lnTo>
                  <a:lnTo>
                    <a:pt x="5370126" y="450091"/>
                  </a:lnTo>
                  <a:lnTo>
                    <a:pt x="5370786" y="487155"/>
                  </a:lnTo>
                  <a:lnTo>
                    <a:pt x="5371447" y="487195"/>
                  </a:lnTo>
                  <a:lnTo>
                    <a:pt x="5372107" y="474997"/>
                  </a:lnTo>
                  <a:lnTo>
                    <a:pt x="5372768" y="516206"/>
                  </a:lnTo>
                  <a:lnTo>
                    <a:pt x="5373428" y="541985"/>
                  </a:lnTo>
                  <a:lnTo>
                    <a:pt x="5374089" y="565575"/>
                  </a:lnTo>
                  <a:lnTo>
                    <a:pt x="5374749" y="562821"/>
                  </a:lnTo>
                  <a:lnTo>
                    <a:pt x="5375410" y="575086"/>
                  </a:lnTo>
                  <a:lnTo>
                    <a:pt x="5376070" y="572450"/>
                  </a:lnTo>
                  <a:lnTo>
                    <a:pt x="5376731" y="561815"/>
                  </a:lnTo>
                  <a:lnTo>
                    <a:pt x="5377391" y="565608"/>
                  </a:lnTo>
                  <a:lnTo>
                    <a:pt x="5378052" y="548456"/>
                  </a:lnTo>
                  <a:lnTo>
                    <a:pt x="5378712" y="560392"/>
                  </a:lnTo>
                  <a:lnTo>
                    <a:pt x="5379373" y="574360"/>
                  </a:lnTo>
                  <a:lnTo>
                    <a:pt x="5380034" y="547769"/>
                  </a:lnTo>
                  <a:lnTo>
                    <a:pt x="5380694" y="566945"/>
                  </a:lnTo>
                  <a:lnTo>
                    <a:pt x="5381355" y="586505"/>
                  </a:lnTo>
                  <a:lnTo>
                    <a:pt x="5382015" y="559624"/>
                  </a:lnTo>
                  <a:lnTo>
                    <a:pt x="5382676" y="540919"/>
                  </a:lnTo>
                  <a:lnTo>
                    <a:pt x="5383336" y="543111"/>
                  </a:lnTo>
                  <a:lnTo>
                    <a:pt x="5383997" y="565708"/>
                  </a:lnTo>
                  <a:lnTo>
                    <a:pt x="5384657" y="562909"/>
                  </a:lnTo>
                  <a:lnTo>
                    <a:pt x="5385318" y="553577"/>
                  </a:lnTo>
                  <a:lnTo>
                    <a:pt x="5385978" y="545438"/>
                  </a:lnTo>
                  <a:lnTo>
                    <a:pt x="5386639" y="553577"/>
                  </a:lnTo>
                  <a:lnTo>
                    <a:pt x="5387299" y="556376"/>
                  </a:lnTo>
                  <a:lnTo>
                    <a:pt x="5387960" y="556376"/>
                  </a:lnTo>
                  <a:lnTo>
                    <a:pt x="5388620" y="562909"/>
                  </a:lnTo>
                  <a:lnTo>
                    <a:pt x="5389281" y="523186"/>
                  </a:lnTo>
                  <a:lnTo>
                    <a:pt x="5389941" y="516438"/>
                  </a:lnTo>
                  <a:lnTo>
                    <a:pt x="5390602" y="530632"/>
                  </a:lnTo>
                  <a:lnTo>
                    <a:pt x="5391263" y="537535"/>
                  </a:lnTo>
                  <a:lnTo>
                    <a:pt x="5391923" y="530792"/>
                  </a:lnTo>
                  <a:lnTo>
                    <a:pt x="5392584" y="549923"/>
                  </a:lnTo>
                  <a:lnTo>
                    <a:pt x="5393244" y="564862"/>
                  </a:lnTo>
                  <a:lnTo>
                    <a:pt x="5393905" y="542990"/>
                  </a:lnTo>
                  <a:lnTo>
                    <a:pt x="5394565" y="536246"/>
                  </a:lnTo>
                  <a:lnTo>
                    <a:pt x="5395226" y="575787"/>
                  </a:lnTo>
                  <a:lnTo>
                    <a:pt x="5395886" y="568456"/>
                  </a:lnTo>
                  <a:lnTo>
                    <a:pt x="5396547" y="528471"/>
                  </a:lnTo>
                  <a:lnTo>
                    <a:pt x="5397207" y="537865"/>
                  </a:lnTo>
                  <a:lnTo>
                    <a:pt x="5397868" y="544608"/>
                  </a:lnTo>
                  <a:lnTo>
                    <a:pt x="5398528" y="561269"/>
                  </a:lnTo>
                  <a:lnTo>
                    <a:pt x="5399189" y="578829"/>
                  </a:lnTo>
                  <a:lnTo>
                    <a:pt x="5399849" y="593382"/>
                  </a:lnTo>
                  <a:lnTo>
                    <a:pt x="5400510" y="581977"/>
                  </a:lnTo>
                  <a:lnTo>
                    <a:pt x="5401171" y="556820"/>
                  </a:lnTo>
                  <a:lnTo>
                    <a:pt x="5401831" y="551197"/>
                  </a:lnTo>
                  <a:lnTo>
                    <a:pt x="5402492" y="533940"/>
                  </a:lnTo>
                  <a:lnTo>
                    <a:pt x="5403152" y="532603"/>
                  </a:lnTo>
                  <a:lnTo>
                    <a:pt x="5403813" y="527125"/>
                  </a:lnTo>
                  <a:lnTo>
                    <a:pt x="5404473" y="533868"/>
                  </a:lnTo>
                  <a:lnTo>
                    <a:pt x="5405134" y="556273"/>
                  </a:lnTo>
                  <a:lnTo>
                    <a:pt x="5405794" y="522368"/>
                  </a:lnTo>
                  <a:lnTo>
                    <a:pt x="5406455" y="533868"/>
                  </a:lnTo>
                  <a:lnTo>
                    <a:pt x="5407115" y="562307"/>
                  </a:lnTo>
                  <a:lnTo>
                    <a:pt x="5407776" y="563904"/>
                  </a:lnTo>
                  <a:lnTo>
                    <a:pt x="5408436" y="527125"/>
                  </a:lnTo>
                  <a:lnTo>
                    <a:pt x="5409097" y="510982"/>
                  </a:lnTo>
                  <a:lnTo>
                    <a:pt x="5409757" y="522368"/>
                  </a:lnTo>
                  <a:lnTo>
                    <a:pt x="5410418" y="550000"/>
                  </a:lnTo>
                  <a:lnTo>
                    <a:pt x="5411079" y="547130"/>
                  </a:lnTo>
                  <a:lnTo>
                    <a:pt x="5411739" y="514860"/>
                  </a:lnTo>
                  <a:lnTo>
                    <a:pt x="5412400" y="514860"/>
                  </a:lnTo>
                  <a:lnTo>
                    <a:pt x="5413060" y="502522"/>
                  </a:lnTo>
                  <a:lnTo>
                    <a:pt x="5413721" y="515393"/>
                  </a:lnTo>
                  <a:lnTo>
                    <a:pt x="5414381" y="540801"/>
                  </a:lnTo>
                  <a:lnTo>
                    <a:pt x="5415042" y="540801"/>
                  </a:lnTo>
                  <a:lnTo>
                    <a:pt x="5415702" y="559203"/>
                  </a:lnTo>
                  <a:lnTo>
                    <a:pt x="5416363" y="556475"/>
                  </a:lnTo>
                  <a:lnTo>
                    <a:pt x="5417023" y="542783"/>
                  </a:lnTo>
                  <a:lnTo>
                    <a:pt x="5417684" y="539062"/>
                  </a:lnTo>
                  <a:lnTo>
                    <a:pt x="5418344" y="523022"/>
                  </a:lnTo>
                  <a:lnTo>
                    <a:pt x="5419005" y="522489"/>
                  </a:lnTo>
                  <a:lnTo>
                    <a:pt x="5419665" y="522489"/>
                  </a:lnTo>
                  <a:lnTo>
                    <a:pt x="5420326" y="522489"/>
                  </a:lnTo>
                  <a:lnTo>
                    <a:pt x="5420986" y="519498"/>
                  </a:lnTo>
                  <a:lnTo>
                    <a:pt x="5421647" y="514860"/>
                  </a:lnTo>
                  <a:lnTo>
                    <a:pt x="5422308" y="533865"/>
                  </a:lnTo>
                  <a:lnTo>
                    <a:pt x="5422968" y="537931"/>
                  </a:lnTo>
                  <a:lnTo>
                    <a:pt x="5423629" y="535470"/>
                  </a:lnTo>
                  <a:lnTo>
                    <a:pt x="5424289" y="540801"/>
                  </a:lnTo>
                  <a:lnTo>
                    <a:pt x="5424950" y="547201"/>
                  </a:lnTo>
                  <a:lnTo>
                    <a:pt x="5425610" y="582785"/>
                  </a:lnTo>
                  <a:lnTo>
                    <a:pt x="5426271" y="565938"/>
                  </a:lnTo>
                  <a:lnTo>
                    <a:pt x="5426931" y="559665"/>
                  </a:lnTo>
                  <a:lnTo>
                    <a:pt x="5427592" y="566141"/>
                  </a:lnTo>
                  <a:lnTo>
                    <a:pt x="5428252" y="556273"/>
                  </a:lnTo>
                  <a:lnTo>
                    <a:pt x="5428913" y="540801"/>
                  </a:lnTo>
                  <a:lnTo>
                    <a:pt x="5429573" y="535470"/>
                  </a:lnTo>
                  <a:lnTo>
                    <a:pt x="5430234" y="544331"/>
                  </a:lnTo>
                  <a:lnTo>
                    <a:pt x="5430894" y="549958"/>
                  </a:lnTo>
                  <a:lnTo>
                    <a:pt x="5431555" y="530998"/>
                  </a:lnTo>
                  <a:lnTo>
                    <a:pt x="5432216" y="519498"/>
                  </a:lnTo>
                  <a:lnTo>
                    <a:pt x="5432876" y="536191"/>
                  </a:lnTo>
                  <a:lnTo>
                    <a:pt x="5433537" y="547201"/>
                  </a:lnTo>
                  <a:lnTo>
                    <a:pt x="5434197" y="562754"/>
                  </a:lnTo>
                  <a:lnTo>
                    <a:pt x="5434858" y="568093"/>
                  </a:lnTo>
                  <a:lnTo>
                    <a:pt x="5435518" y="561132"/>
                  </a:lnTo>
                  <a:lnTo>
                    <a:pt x="5436179" y="584357"/>
                  </a:lnTo>
                  <a:lnTo>
                    <a:pt x="5436839" y="575783"/>
                  </a:lnTo>
                  <a:lnTo>
                    <a:pt x="5437500" y="554239"/>
                  </a:lnTo>
                  <a:lnTo>
                    <a:pt x="5438160" y="539579"/>
                  </a:lnTo>
                  <a:lnTo>
                    <a:pt x="5438821" y="527125"/>
                  </a:lnTo>
                  <a:lnTo>
                    <a:pt x="5439481" y="522368"/>
                  </a:lnTo>
                  <a:lnTo>
                    <a:pt x="5440142" y="518719"/>
                  </a:lnTo>
                  <a:lnTo>
                    <a:pt x="5440802" y="534725"/>
                  </a:lnTo>
                  <a:lnTo>
                    <a:pt x="5441463" y="581929"/>
                  </a:lnTo>
                  <a:lnTo>
                    <a:pt x="5442124" y="565982"/>
                  </a:lnTo>
                  <a:lnTo>
                    <a:pt x="5442784" y="532769"/>
                  </a:lnTo>
                  <a:lnTo>
                    <a:pt x="5443445" y="503182"/>
                  </a:lnTo>
                  <a:lnTo>
                    <a:pt x="5444105" y="501996"/>
                  </a:lnTo>
                  <a:lnTo>
                    <a:pt x="5444766" y="499659"/>
                  </a:lnTo>
                  <a:lnTo>
                    <a:pt x="5445426" y="501442"/>
                  </a:lnTo>
                  <a:lnTo>
                    <a:pt x="5446087" y="507732"/>
                  </a:lnTo>
                  <a:lnTo>
                    <a:pt x="5446747" y="515971"/>
                  </a:lnTo>
                  <a:lnTo>
                    <a:pt x="5447408" y="518899"/>
                  </a:lnTo>
                  <a:lnTo>
                    <a:pt x="5448068" y="513990"/>
                  </a:lnTo>
                  <a:lnTo>
                    <a:pt x="5448729" y="539185"/>
                  </a:lnTo>
                  <a:lnTo>
                    <a:pt x="5449389" y="576049"/>
                  </a:lnTo>
                  <a:lnTo>
                    <a:pt x="5450050" y="568870"/>
                  </a:lnTo>
                  <a:lnTo>
                    <a:pt x="5450710" y="540547"/>
                  </a:lnTo>
                  <a:lnTo>
                    <a:pt x="5451371" y="556075"/>
                  </a:lnTo>
                  <a:lnTo>
                    <a:pt x="5452032" y="570831"/>
                  </a:lnTo>
                  <a:lnTo>
                    <a:pt x="5452692" y="535538"/>
                  </a:lnTo>
                  <a:lnTo>
                    <a:pt x="5453353" y="541913"/>
                  </a:lnTo>
                  <a:lnTo>
                    <a:pt x="5454013" y="569052"/>
                  </a:lnTo>
                  <a:lnTo>
                    <a:pt x="5454674" y="555156"/>
                  </a:lnTo>
                  <a:lnTo>
                    <a:pt x="5455334" y="589227"/>
                  </a:lnTo>
                  <a:lnTo>
                    <a:pt x="5455995" y="598174"/>
                  </a:lnTo>
                  <a:lnTo>
                    <a:pt x="5456655" y="555156"/>
                  </a:lnTo>
                  <a:lnTo>
                    <a:pt x="5457316" y="540991"/>
                  </a:lnTo>
                  <a:lnTo>
                    <a:pt x="5457976" y="538755"/>
                  </a:lnTo>
                  <a:lnTo>
                    <a:pt x="5458637" y="570859"/>
                  </a:lnTo>
                  <a:lnTo>
                    <a:pt x="5459297" y="579173"/>
                  </a:lnTo>
                  <a:lnTo>
                    <a:pt x="5459958" y="542309"/>
                  </a:lnTo>
                  <a:lnTo>
                    <a:pt x="5460618" y="575943"/>
                  </a:lnTo>
                  <a:lnTo>
                    <a:pt x="5461279" y="575444"/>
                  </a:lnTo>
                  <a:lnTo>
                    <a:pt x="5461939" y="535051"/>
                  </a:lnTo>
                  <a:lnTo>
                    <a:pt x="5462600" y="507354"/>
                  </a:lnTo>
                  <a:lnTo>
                    <a:pt x="5463261" y="548748"/>
                  </a:lnTo>
                  <a:lnTo>
                    <a:pt x="5463921" y="567446"/>
                  </a:lnTo>
                  <a:lnTo>
                    <a:pt x="5464582" y="550858"/>
                  </a:lnTo>
                  <a:lnTo>
                    <a:pt x="5465242" y="536996"/>
                  </a:lnTo>
                  <a:lnTo>
                    <a:pt x="5465903" y="523543"/>
                  </a:lnTo>
                  <a:lnTo>
                    <a:pt x="5466563" y="524981"/>
                  </a:lnTo>
                  <a:lnTo>
                    <a:pt x="5467224" y="524981"/>
                  </a:lnTo>
                  <a:lnTo>
                    <a:pt x="5467884" y="462588"/>
                  </a:lnTo>
                  <a:lnTo>
                    <a:pt x="5468545" y="445071"/>
                  </a:lnTo>
                  <a:lnTo>
                    <a:pt x="5469205" y="451898"/>
                  </a:lnTo>
                  <a:lnTo>
                    <a:pt x="5469866" y="474011"/>
                  </a:lnTo>
                  <a:lnTo>
                    <a:pt x="5470526" y="466172"/>
                  </a:lnTo>
                  <a:lnTo>
                    <a:pt x="5471187" y="438845"/>
                  </a:lnTo>
                  <a:lnTo>
                    <a:pt x="5471847" y="429529"/>
                  </a:lnTo>
                  <a:lnTo>
                    <a:pt x="5472508" y="426193"/>
                  </a:lnTo>
                  <a:lnTo>
                    <a:pt x="5473169" y="418822"/>
                  </a:lnTo>
                  <a:lnTo>
                    <a:pt x="5473829" y="417123"/>
                  </a:lnTo>
                  <a:lnTo>
                    <a:pt x="5474490" y="394835"/>
                  </a:lnTo>
                  <a:lnTo>
                    <a:pt x="5475150" y="403617"/>
                  </a:lnTo>
                  <a:lnTo>
                    <a:pt x="5475811" y="386796"/>
                  </a:lnTo>
                  <a:lnTo>
                    <a:pt x="5476471" y="376546"/>
                  </a:lnTo>
                  <a:lnTo>
                    <a:pt x="5477132" y="355950"/>
                  </a:lnTo>
                  <a:lnTo>
                    <a:pt x="5477792" y="325307"/>
                  </a:lnTo>
                  <a:lnTo>
                    <a:pt x="5478453" y="321248"/>
                  </a:lnTo>
                  <a:lnTo>
                    <a:pt x="5479113" y="273992"/>
                  </a:lnTo>
                  <a:lnTo>
                    <a:pt x="5479774" y="245683"/>
                  </a:lnTo>
                  <a:lnTo>
                    <a:pt x="5480434" y="206104"/>
                  </a:lnTo>
                  <a:lnTo>
                    <a:pt x="5481095" y="186861"/>
                  </a:lnTo>
                  <a:lnTo>
                    <a:pt x="5481755" y="164746"/>
                  </a:lnTo>
                  <a:lnTo>
                    <a:pt x="5482416" y="155956"/>
                  </a:lnTo>
                  <a:lnTo>
                    <a:pt x="5483077" y="117970"/>
                  </a:lnTo>
                  <a:lnTo>
                    <a:pt x="5483737" y="110365"/>
                  </a:lnTo>
                  <a:lnTo>
                    <a:pt x="5484398" y="105308"/>
                  </a:lnTo>
                  <a:lnTo>
                    <a:pt x="5485058" y="105308"/>
                  </a:lnTo>
                  <a:lnTo>
                    <a:pt x="5485719" y="105308"/>
                  </a:lnTo>
                  <a:lnTo>
                    <a:pt x="5486379" y="100229"/>
                  </a:lnTo>
                  <a:lnTo>
                    <a:pt x="5487040" y="103056"/>
                  </a:lnTo>
                  <a:lnTo>
                    <a:pt x="5487700" y="109812"/>
                  </a:lnTo>
                  <a:lnTo>
                    <a:pt x="5488361" y="109812"/>
                  </a:lnTo>
                  <a:lnTo>
                    <a:pt x="5489021" y="112914"/>
                  </a:lnTo>
                  <a:lnTo>
                    <a:pt x="5489682" y="148002"/>
                  </a:lnTo>
                  <a:lnTo>
                    <a:pt x="5490342" y="160520"/>
                  </a:lnTo>
                  <a:lnTo>
                    <a:pt x="5491003" y="181528"/>
                  </a:lnTo>
                  <a:lnTo>
                    <a:pt x="5491663" y="195758"/>
                  </a:lnTo>
                  <a:lnTo>
                    <a:pt x="5492324" y="243843"/>
                  </a:lnTo>
                  <a:lnTo>
                    <a:pt x="5492984" y="278445"/>
                  </a:lnTo>
                  <a:lnTo>
                    <a:pt x="5493645" y="316785"/>
                  </a:lnTo>
                  <a:lnTo>
                    <a:pt x="5494306" y="330339"/>
                  </a:lnTo>
                  <a:lnTo>
                    <a:pt x="5494966" y="373917"/>
                  </a:lnTo>
                  <a:lnTo>
                    <a:pt x="5495627" y="419461"/>
                  </a:lnTo>
                  <a:lnTo>
                    <a:pt x="5496287" y="442243"/>
                  </a:lnTo>
                  <a:lnTo>
                    <a:pt x="5496948" y="446702"/>
                  </a:lnTo>
                  <a:lnTo>
                    <a:pt x="5497608" y="426988"/>
                  </a:lnTo>
                  <a:lnTo>
                    <a:pt x="5498269" y="418989"/>
                  </a:lnTo>
                  <a:lnTo>
                    <a:pt x="5498929" y="416544"/>
                  </a:lnTo>
                  <a:lnTo>
                    <a:pt x="5499590" y="427003"/>
                  </a:lnTo>
                  <a:lnTo>
                    <a:pt x="5500250" y="445317"/>
                  </a:lnTo>
                  <a:lnTo>
                    <a:pt x="5500911" y="459919"/>
                  </a:lnTo>
                  <a:lnTo>
                    <a:pt x="5501571" y="458453"/>
                  </a:lnTo>
                  <a:lnTo>
                    <a:pt x="5502232" y="466657"/>
                  </a:lnTo>
                  <a:lnTo>
                    <a:pt x="5502892" y="528170"/>
                  </a:lnTo>
                  <a:lnTo>
                    <a:pt x="5503553" y="518249"/>
                  </a:lnTo>
                  <a:lnTo>
                    <a:pt x="5504214" y="523574"/>
                  </a:lnTo>
                  <a:lnTo>
                    <a:pt x="5504874" y="503796"/>
                  </a:lnTo>
                  <a:lnTo>
                    <a:pt x="5505535" y="519836"/>
                  </a:lnTo>
                  <a:lnTo>
                    <a:pt x="5506195" y="552084"/>
                  </a:lnTo>
                  <a:lnTo>
                    <a:pt x="5506856" y="549279"/>
                  </a:lnTo>
                  <a:lnTo>
                    <a:pt x="5507516" y="563574"/>
                  </a:lnTo>
                  <a:lnTo>
                    <a:pt x="5508177" y="542017"/>
                  </a:lnTo>
                  <a:lnTo>
                    <a:pt x="5508837" y="521708"/>
                  </a:lnTo>
                  <a:lnTo>
                    <a:pt x="5509498" y="534624"/>
                  </a:lnTo>
                  <a:lnTo>
                    <a:pt x="5510158" y="533762"/>
                  </a:lnTo>
                  <a:lnTo>
                    <a:pt x="5510819" y="585945"/>
                  </a:lnTo>
                  <a:lnTo>
                    <a:pt x="5511479" y="591013"/>
                  </a:lnTo>
                  <a:lnTo>
                    <a:pt x="5512140" y="577044"/>
                  </a:lnTo>
                  <a:lnTo>
                    <a:pt x="5512800" y="577177"/>
                  </a:lnTo>
                  <a:lnTo>
                    <a:pt x="5513461" y="560592"/>
                  </a:lnTo>
                  <a:lnTo>
                    <a:pt x="5514122" y="540117"/>
                  </a:lnTo>
                  <a:lnTo>
                    <a:pt x="5514782" y="543262"/>
                  </a:lnTo>
                  <a:lnTo>
                    <a:pt x="5515443" y="548235"/>
                  </a:lnTo>
                  <a:lnTo>
                    <a:pt x="5516103" y="544146"/>
                  </a:lnTo>
                  <a:lnTo>
                    <a:pt x="5516764" y="554936"/>
                  </a:lnTo>
                  <a:lnTo>
                    <a:pt x="5517424" y="535496"/>
                  </a:lnTo>
                  <a:lnTo>
                    <a:pt x="5518085" y="578406"/>
                  </a:lnTo>
                  <a:lnTo>
                    <a:pt x="5518745" y="575810"/>
                  </a:lnTo>
                  <a:lnTo>
                    <a:pt x="5519406" y="589451"/>
                  </a:lnTo>
                  <a:lnTo>
                    <a:pt x="5520066" y="585975"/>
                  </a:lnTo>
                  <a:lnTo>
                    <a:pt x="5520727" y="542886"/>
                  </a:lnTo>
                  <a:lnTo>
                    <a:pt x="5521387" y="533159"/>
                  </a:lnTo>
                  <a:lnTo>
                    <a:pt x="5522048" y="532923"/>
                  </a:lnTo>
                  <a:lnTo>
                    <a:pt x="5522708" y="528162"/>
                  </a:lnTo>
                  <a:lnTo>
                    <a:pt x="5523369" y="532923"/>
                  </a:lnTo>
                  <a:lnTo>
                    <a:pt x="5524030" y="526222"/>
                  </a:lnTo>
                  <a:lnTo>
                    <a:pt x="5524690" y="507360"/>
                  </a:lnTo>
                  <a:lnTo>
                    <a:pt x="5525351" y="535496"/>
                  </a:lnTo>
                  <a:lnTo>
                    <a:pt x="5526011" y="546608"/>
                  </a:lnTo>
                  <a:lnTo>
                    <a:pt x="5526672" y="557603"/>
                  </a:lnTo>
                  <a:lnTo>
                    <a:pt x="5527332" y="541936"/>
                  </a:lnTo>
                  <a:lnTo>
                    <a:pt x="5527993" y="536485"/>
                  </a:lnTo>
                  <a:lnTo>
                    <a:pt x="5528653" y="563033"/>
                  </a:lnTo>
                  <a:lnTo>
                    <a:pt x="5529314" y="582116"/>
                  </a:lnTo>
                  <a:lnTo>
                    <a:pt x="5529974" y="555186"/>
                  </a:lnTo>
                  <a:lnTo>
                    <a:pt x="5530635" y="556426"/>
                  </a:lnTo>
                  <a:lnTo>
                    <a:pt x="5531295" y="568944"/>
                  </a:lnTo>
                  <a:lnTo>
                    <a:pt x="5531956" y="570935"/>
                  </a:lnTo>
                  <a:lnTo>
                    <a:pt x="5532616" y="568978"/>
                  </a:lnTo>
                  <a:lnTo>
                    <a:pt x="5533277" y="565145"/>
                  </a:lnTo>
                  <a:lnTo>
                    <a:pt x="5533937" y="568776"/>
                  </a:lnTo>
                  <a:lnTo>
                    <a:pt x="5534598" y="606259"/>
                  </a:lnTo>
                  <a:lnTo>
                    <a:pt x="5535259" y="600752"/>
                  </a:lnTo>
                  <a:lnTo>
                    <a:pt x="5535919" y="557076"/>
                  </a:lnTo>
                  <a:lnTo>
                    <a:pt x="5536580" y="556329"/>
                  </a:lnTo>
                  <a:lnTo>
                    <a:pt x="5537240" y="565996"/>
                  </a:lnTo>
                  <a:lnTo>
                    <a:pt x="5537901" y="569145"/>
                  </a:lnTo>
                  <a:lnTo>
                    <a:pt x="5538561" y="602817"/>
                  </a:lnTo>
                  <a:lnTo>
                    <a:pt x="5539222" y="606330"/>
                  </a:lnTo>
                  <a:lnTo>
                    <a:pt x="5539882" y="595368"/>
                  </a:lnTo>
                  <a:lnTo>
                    <a:pt x="5540543" y="553329"/>
                  </a:lnTo>
                  <a:lnTo>
                    <a:pt x="5541203" y="534368"/>
                  </a:lnTo>
                  <a:lnTo>
                    <a:pt x="5541864" y="537235"/>
                  </a:lnTo>
                  <a:lnTo>
                    <a:pt x="5542524" y="535368"/>
                  </a:lnTo>
                  <a:lnTo>
                    <a:pt x="5543185" y="535368"/>
                  </a:lnTo>
                  <a:lnTo>
                    <a:pt x="5543845" y="527091"/>
                  </a:lnTo>
                  <a:lnTo>
                    <a:pt x="5544506" y="562503"/>
                  </a:lnTo>
                  <a:lnTo>
                    <a:pt x="5545167" y="580857"/>
                  </a:lnTo>
                  <a:lnTo>
                    <a:pt x="5545827" y="554552"/>
                  </a:lnTo>
                  <a:lnTo>
                    <a:pt x="5546488" y="540785"/>
                  </a:lnTo>
                  <a:lnTo>
                    <a:pt x="5547148" y="559110"/>
                  </a:lnTo>
                  <a:lnTo>
                    <a:pt x="5547809" y="564031"/>
                  </a:lnTo>
                  <a:lnTo>
                    <a:pt x="5548469" y="568776"/>
                  </a:lnTo>
                  <a:lnTo>
                    <a:pt x="5549130" y="571231"/>
                  </a:lnTo>
                  <a:lnTo>
                    <a:pt x="5549790" y="585622"/>
                  </a:lnTo>
                  <a:lnTo>
                    <a:pt x="5550451" y="563113"/>
                  </a:lnTo>
                  <a:lnTo>
                    <a:pt x="5551111" y="553044"/>
                  </a:lnTo>
                  <a:lnTo>
                    <a:pt x="5551772" y="554552"/>
                  </a:lnTo>
                  <a:lnTo>
                    <a:pt x="5552432" y="548925"/>
                  </a:lnTo>
                  <a:lnTo>
                    <a:pt x="5553093" y="561389"/>
                  </a:lnTo>
                  <a:lnTo>
                    <a:pt x="5553753" y="558590"/>
                  </a:lnTo>
                  <a:lnTo>
                    <a:pt x="5554414" y="591133"/>
                  </a:lnTo>
                  <a:lnTo>
                    <a:pt x="5555075" y="609160"/>
                  </a:lnTo>
                  <a:lnTo>
                    <a:pt x="5555735" y="611981"/>
                  </a:lnTo>
                  <a:lnTo>
                    <a:pt x="5556396" y="608908"/>
                  </a:lnTo>
                  <a:lnTo>
                    <a:pt x="5557056" y="610615"/>
                  </a:lnTo>
                  <a:lnTo>
                    <a:pt x="5557717" y="596917"/>
                  </a:lnTo>
                  <a:lnTo>
                    <a:pt x="5558377" y="572149"/>
                  </a:lnTo>
                  <a:lnTo>
                    <a:pt x="5559038" y="572937"/>
                  </a:lnTo>
                  <a:lnTo>
                    <a:pt x="5559698" y="572937"/>
                  </a:lnTo>
                  <a:lnTo>
                    <a:pt x="5560359" y="572937"/>
                  </a:lnTo>
                  <a:lnTo>
                    <a:pt x="5561019" y="559110"/>
                  </a:lnTo>
                  <a:lnTo>
                    <a:pt x="5561680" y="542525"/>
                  </a:lnTo>
                  <a:lnTo>
                    <a:pt x="5562340" y="579138"/>
                  </a:lnTo>
                  <a:lnTo>
                    <a:pt x="5563001" y="588436"/>
                  </a:lnTo>
                  <a:lnTo>
                    <a:pt x="5563661" y="532673"/>
                  </a:lnTo>
                  <a:lnTo>
                    <a:pt x="5564322" y="524396"/>
                  </a:lnTo>
                  <a:lnTo>
                    <a:pt x="5564982" y="546587"/>
                  </a:lnTo>
                  <a:lnTo>
                    <a:pt x="5565643" y="546587"/>
                  </a:lnTo>
                  <a:lnTo>
                    <a:pt x="5566304" y="563254"/>
                  </a:lnTo>
                  <a:lnTo>
                    <a:pt x="5566964" y="595427"/>
                  </a:lnTo>
                  <a:lnTo>
                    <a:pt x="5567625" y="566109"/>
                  </a:lnTo>
                  <a:lnTo>
                    <a:pt x="5568285" y="572937"/>
                  </a:lnTo>
                  <a:lnTo>
                    <a:pt x="5568946" y="576505"/>
                  </a:lnTo>
                  <a:lnTo>
                    <a:pt x="5569606" y="585035"/>
                  </a:lnTo>
                  <a:lnTo>
                    <a:pt x="5570267" y="600553"/>
                  </a:lnTo>
                  <a:lnTo>
                    <a:pt x="5570927" y="602589"/>
                  </a:lnTo>
                  <a:lnTo>
                    <a:pt x="5571588" y="593515"/>
                  </a:lnTo>
                  <a:lnTo>
                    <a:pt x="5572248" y="590952"/>
                  </a:lnTo>
                  <a:lnTo>
                    <a:pt x="5572909" y="588885"/>
                  </a:lnTo>
                  <a:lnTo>
                    <a:pt x="5573569" y="568425"/>
                  </a:lnTo>
                  <a:lnTo>
                    <a:pt x="5574230" y="548121"/>
                  </a:lnTo>
                  <a:lnTo>
                    <a:pt x="5574890" y="552639"/>
                  </a:lnTo>
                  <a:lnTo>
                    <a:pt x="5575551" y="576288"/>
                  </a:lnTo>
                  <a:lnTo>
                    <a:pt x="5576212" y="605246"/>
                  </a:lnTo>
                  <a:lnTo>
                    <a:pt x="5576872" y="581017"/>
                  </a:lnTo>
                  <a:lnTo>
                    <a:pt x="5577533" y="590247"/>
                  </a:lnTo>
                  <a:lnTo>
                    <a:pt x="5578193" y="587359"/>
                  </a:lnTo>
                  <a:lnTo>
                    <a:pt x="5578854" y="595931"/>
                  </a:lnTo>
                  <a:lnTo>
                    <a:pt x="5579514" y="601718"/>
                  </a:lnTo>
                  <a:lnTo>
                    <a:pt x="5580175" y="583177"/>
                  </a:lnTo>
                  <a:lnTo>
                    <a:pt x="5580835" y="603884"/>
                  </a:lnTo>
                  <a:lnTo>
                    <a:pt x="5581496" y="610513"/>
                  </a:lnTo>
                  <a:lnTo>
                    <a:pt x="5582156" y="595448"/>
                  </a:lnTo>
                  <a:lnTo>
                    <a:pt x="5582817" y="601164"/>
                  </a:lnTo>
                  <a:lnTo>
                    <a:pt x="5583477" y="603718"/>
                  </a:lnTo>
                  <a:lnTo>
                    <a:pt x="5584138" y="606663"/>
                  </a:lnTo>
                  <a:lnTo>
                    <a:pt x="5584798" y="601001"/>
                  </a:lnTo>
                  <a:lnTo>
                    <a:pt x="5585459" y="578984"/>
                  </a:lnTo>
                  <a:lnTo>
                    <a:pt x="5586120" y="573243"/>
                  </a:lnTo>
                  <a:lnTo>
                    <a:pt x="5586780" y="582258"/>
                  </a:lnTo>
                  <a:lnTo>
                    <a:pt x="5587441" y="554379"/>
                  </a:lnTo>
                  <a:lnTo>
                    <a:pt x="5588101" y="552639"/>
                  </a:lnTo>
                  <a:lnTo>
                    <a:pt x="5588762" y="556361"/>
                  </a:lnTo>
                  <a:lnTo>
                    <a:pt x="5589422" y="551385"/>
                  </a:lnTo>
                  <a:lnTo>
                    <a:pt x="5590083" y="566467"/>
                  </a:lnTo>
                  <a:lnTo>
                    <a:pt x="5590743" y="576579"/>
                  </a:lnTo>
                  <a:lnTo>
                    <a:pt x="5591404" y="554379"/>
                  </a:lnTo>
                  <a:lnTo>
                    <a:pt x="5592064" y="540702"/>
                  </a:lnTo>
                  <a:lnTo>
                    <a:pt x="5592725" y="562304"/>
                  </a:lnTo>
                  <a:lnTo>
                    <a:pt x="5593385" y="584835"/>
                  </a:lnTo>
                  <a:lnTo>
                    <a:pt x="5594046" y="605237"/>
                  </a:lnTo>
                  <a:lnTo>
                    <a:pt x="5594706" y="605908"/>
                  </a:lnTo>
                  <a:lnTo>
                    <a:pt x="5595367" y="590446"/>
                  </a:lnTo>
                  <a:lnTo>
                    <a:pt x="5596028" y="552639"/>
                  </a:lnTo>
                  <a:lnTo>
                    <a:pt x="5596688" y="582145"/>
                  </a:lnTo>
                  <a:lnTo>
                    <a:pt x="5597349" y="605080"/>
                  </a:lnTo>
                  <a:lnTo>
                    <a:pt x="5598009" y="605080"/>
                  </a:lnTo>
                  <a:lnTo>
                    <a:pt x="5598670" y="589345"/>
                  </a:lnTo>
                  <a:lnTo>
                    <a:pt x="5599330" y="573028"/>
                  </a:lnTo>
                  <a:lnTo>
                    <a:pt x="5599991" y="566467"/>
                  </a:lnTo>
                  <a:lnTo>
                    <a:pt x="5600651" y="585177"/>
                  </a:lnTo>
                  <a:lnTo>
                    <a:pt x="5601312" y="593907"/>
                  </a:lnTo>
                  <a:lnTo>
                    <a:pt x="5601972" y="607021"/>
                  </a:lnTo>
                  <a:lnTo>
                    <a:pt x="5602633" y="607021"/>
                  </a:lnTo>
                  <a:lnTo>
                    <a:pt x="5603293" y="578502"/>
                  </a:lnTo>
                  <a:lnTo>
                    <a:pt x="5603954" y="562640"/>
                  </a:lnTo>
                  <a:lnTo>
                    <a:pt x="5604614" y="581390"/>
                  </a:lnTo>
                  <a:lnTo>
                    <a:pt x="5605275" y="578502"/>
                  </a:lnTo>
                  <a:lnTo>
                    <a:pt x="5605935" y="570415"/>
                  </a:lnTo>
                  <a:lnTo>
                    <a:pt x="5606596" y="581390"/>
                  </a:lnTo>
                  <a:lnTo>
                    <a:pt x="5607257" y="546508"/>
                  </a:lnTo>
                  <a:lnTo>
                    <a:pt x="5607917" y="539765"/>
                  </a:lnTo>
                  <a:lnTo>
                    <a:pt x="5608578" y="547184"/>
                  </a:lnTo>
                  <a:lnTo>
                    <a:pt x="5609238" y="543452"/>
                  </a:lnTo>
                  <a:lnTo>
                    <a:pt x="5609899" y="546508"/>
                  </a:lnTo>
                  <a:lnTo>
                    <a:pt x="5610559" y="546508"/>
                  </a:lnTo>
                  <a:lnTo>
                    <a:pt x="5611220" y="555423"/>
                  </a:lnTo>
                  <a:lnTo>
                    <a:pt x="5611880" y="559841"/>
                  </a:lnTo>
                  <a:lnTo>
                    <a:pt x="5612541" y="539765"/>
                  </a:lnTo>
                  <a:lnTo>
                    <a:pt x="5613201" y="539765"/>
                  </a:lnTo>
                  <a:lnTo>
                    <a:pt x="5613862" y="546508"/>
                  </a:lnTo>
                  <a:lnTo>
                    <a:pt x="5614522" y="548256"/>
                  </a:lnTo>
                  <a:lnTo>
                    <a:pt x="5615183" y="563895"/>
                  </a:lnTo>
                  <a:lnTo>
                    <a:pt x="5615843" y="561096"/>
                  </a:lnTo>
                  <a:lnTo>
                    <a:pt x="5616504" y="571872"/>
                  </a:lnTo>
                  <a:lnTo>
                    <a:pt x="5617165" y="580638"/>
                  </a:lnTo>
                  <a:lnTo>
                    <a:pt x="5617825" y="589207"/>
                  </a:lnTo>
                  <a:lnTo>
                    <a:pt x="5618486" y="568039"/>
                  </a:lnTo>
                  <a:lnTo>
                    <a:pt x="5619146" y="561096"/>
                  </a:lnTo>
                  <a:lnTo>
                    <a:pt x="5619807" y="571872"/>
                  </a:lnTo>
                  <a:lnTo>
                    <a:pt x="5620467" y="580099"/>
                  </a:lnTo>
                  <a:lnTo>
                    <a:pt x="5621128" y="583486"/>
                  </a:lnTo>
                  <a:lnTo>
                    <a:pt x="5621788" y="585398"/>
                  </a:lnTo>
                  <a:lnTo>
                    <a:pt x="5622449" y="574600"/>
                  </a:lnTo>
                  <a:lnTo>
                    <a:pt x="5623109" y="560914"/>
                  </a:lnTo>
                  <a:lnTo>
                    <a:pt x="5623770" y="591160"/>
                  </a:lnTo>
                  <a:lnTo>
                    <a:pt x="5624430" y="587174"/>
                  </a:lnTo>
                  <a:lnTo>
                    <a:pt x="5625091" y="572574"/>
                  </a:lnTo>
                  <a:lnTo>
                    <a:pt x="5625751" y="551702"/>
                  </a:lnTo>
                  <a:lnTo>
                    <a:pt x="5626412" y="546508"/>
                  </a:lnTo>
                  <a:lnTo>
                    <a:pt x="5627073" y="551702"/>
                  </a:lnTo>
                  <a:lnTo>
                    <a:pt x="5627733" y="559606"/>
                  </a:lnTo>
                  <a:lnTo>
                    <a:pt x="5628394" y="568225"/>
                  </a:lnTo>
                  <a:lnTo>
                    <a:pt x="5629054" y="554696"/>
                  </a:lnTo>
                  <a:lnTo>
                    <a:pt x="5629715" y="564044"/>
                  </a:lnTo>
                  <a:lnTo>
                    <a:pt x="5630375" y="557786"/>
                  </a:lnTo>
                  <a:lnTo>
                    <a:pt x="5631036" y="572187"/>
                  </a:lnTo>
                  <a:lnTo>
                    <a:pt x="5631696" y="568039"/>
                  </a:lnTo>
                  <a:lnTo>
                    <a:pt x="5632357" y="547184"/>
                  </a:lnTo>
                  <a:lnTo>
                    <a:pt x="5633017" y="570415"/>
                  </a:lnTo>
                  <a:lnTo>
                    <a:pt x="5633678" y="575351"/>
                  </a:lnTo>
                  <a:lnTo>
                    <a:pt x="5634338" y="581390"/>
                  </a:lnTo>
                  <a:lnTo>
                    <a:pt x="5634999" y="600366"/>
                  </a:lnTo>
                  <a:lnTo>
                    <a:pt x="5635659" y="596084"/>
                  </a:lnTo>
                  <a:lnTo>
                    <a:pt x="5636320" y="602160"/>
                  </a:lnTo>
                  <a:lnTo>
                    <a:pt x="5636980" y="593399"/>
                  </a:lnTo>
                  <a:lnTo>
                    <a:pt x="5637641" y="595008"/>
                  </a:lnTo>
                  <a:lnTo>
                    <a:pt x="5638302" y="585398"/>
                  </a:lnTo>
                  <a:lnTo>
                    <a:pt x="5638962" y="582645"/>
                  </a:lnTo>
                  <a:lnTo>
                    <a:pt x="5639623" y="586431"/>
                  </a:lnTo>
                  <a:lnTo>
                    <a:pt x="5640283" y="586249"/>
                  </a:lnTo>
                  <a:lnTo>
                    <a:pt x="5640944" y="615386"/>
                  </a:lnTo>
                  <a:lnTo>
                    <a:pt x="5641604" y="616912"/>
                  </a:lnTo>
                  <a:lnTo>
                    <a:pt x="5642265" y="618087"/>
                  </a:lnTo>
                  <a:lnTo>
                    <a:pt x="5642925" y="616375"/>
                  </a:lnTo>
                  <a:lnTo>
                    <a:pt x="5643586" y="613805"/>
                  </a:lnTo>
                  <a:lnTo>
                    <a:pt x="5644246" y="618373"/>
                  </a:lnTo>
                  <a:lnTo>
                    <a:pt x="5644907" y="615630"/>
                  </a:lnTo>
                  <a:lnTo>
                    <a:pt x="5645567" y="603272"/>
                  </a:lnTo>
                  <a:lnTo>
                    <a:pt x="5646228" y="573345"/>
                  </a:lnTo>
                  <a:lnTo>
                    <a:pt x="5646888" y="570617"/>
                  </a:lnTo>
                  <a:lnTo>
                    <a:pt x="5647549" y="593015"/>
                  </a:lnTo>
                  <a:lnTo>
                    <a:pt x="5648210" y="578502"/>
                  </a:lnTo>
                  <a:lnTo>
                    <a:pt x="5648870" y="563895"/>
                  </a:lnTo>
                  <a:lnTo>
                    <a:pt x="5649531" y="569636"/>
                  </a:lnTo>
                  <a:lnTo>
                    <a:pt x="5650191" y="568225"/>
                  </a:lnTo>
                  <a:lnTo>
                    <a:pt x="5650852" y="582645"/>
                  </a:lnTo>
                  <a:lnTo>
                    <a:pt x="5651512" y="588885"/>
                  </a:lnTo>
                  <a:lnTo>
                    <a:pt x="5652173" y="595448"/>
                  </a:lnTo>
                  <a:lnTo>
                    <a:pt x="5652833" y="563895"/>
                  </a:lnTo>
                  <a:lnTo>
                    <a:pt x="5653494" y="552957"/>
                  </a:lnTo>
                  <a:lnTo>
                    <a:pt x="5654154" y="559606"/>
                  </a:lnTo>
                  <a:lnTo>
                    <a:pt x="5654815" y="550630"/>
                  </a:lnTo>
                  <a:lnTo>
                    <a:pt x="5655475" y="541020"/>
                  </a:lnTo>
                  <a:lnTo>
                    <a:pt x="5656136" y="555154"/>
                  </a:lnTo>
                  <a:lnTo>
                    <a:pt x="5656796" y="576797"/>
                  </a:lnTo>
                  <a:lnTo>
                    <a:pt x="5657457" y="563293"/>
                  </a:lnTo>
                  <a:lnTo>
                    <a:pt x="5658118" y="550636"/>
                  </a:lnTo>
                  <a:lnTo>
                    <a:pt x="5658778" y="581181"/>
                  </a:lnTo>
                  <a:lnTo>
                    <a:pt x="5659439" y="587950"/>
                  </a:lnTo>
                  <a:lnTo>
                    <a:pt x="5660099" y="573867"/>
                  </a:lnTo>
                  <a:lnTo>
                    <a:pt x="5660760" y="578803"/>
                  </a:lnTo>
                  <a:lnTo>
                    <a:pt x="5661420" y="574069"/>
                  </a:lnTo>
                  <a:lnTo>
                    <a:pt x="5662081" y="549778"/>
                  </a:lnTo>
                  <a:lnTo>
                    <a:pt x="5662741" y="528840"/>
                  </a:lnTo>
                  <a:lnTo>
                    <a:pt x="5663402" y="543217"/>
                  </a:lnTo>
                  <a:lnTo>
                    <a:pt x="5664062" y="583417"/>
                  </a:lnTo>
                  <a:lnTo>
                    <a:pt x="5664723" y="581181"/>
                  </a:lnTo>
                  <a:lnTo>
                    <a:pt x="5665383" y="578803"/>
                  </a:lnTo>
                  <a:lnTo>
                    <a:pt x="5666044" y="591083"/>
                  </a:lnTo>
                  <a:lnTo>
                    <a:pt x="5666704" y="584012"/>
                  </a:lnTo>
                  <a:lnTo>
                    <a:pt x="5667365" y="557621"/>
                  </a:lnTo>
                  <a:lnTo>
                    <a:pt x="5668026" y="555639"/>
                  </a:lnTo>
                  <a:lnTo>
                    <a:pt x="5668686" y="562039"/>
                  </a:lnTo>
                  <a:lnTo>
                    <a:pt x="5669347" y="555639"/>
                  </a:lnTo>
                  <a:lnTo>
                    <a:pt x="5670007" y="562039"/>
                  </a:lnTo>
                  <a:lnTo>
                    <a:pt x="5670668" y="555639"/>
                  </a:lnTo>
                  <a:lnTo>
                    <a:pt x="5671328" y="545649"/>
                  </a:lnTo>
                  <a:lnTo>
                    <a:pt x="5671989" y="556894"/>
                  </a:lnTo>
                  <a:lnTo>
                    <a:pt x="5672649" y="550636"/>
                  </a:lnTo>
                  <a:lnTo>
                    <a:pt x="5673310" y="561803"/>
                  </a:lnTo>
                  <a:lnTo>
                    <a:pt x="5673970" y="576026"/>
                  </a:lnTo>
                  <a:lnTo>
                    <a:pt x="5674631" y="584842"/>
                  </a:lnTo>
                  <a:lnTo>
                    <a:pt x="5675291" y="566092"/>
                  </a:lnTo>
                  <a:lnTo>
                    <a:pt x="5675952" y="552827"/>
                  </a:lnTo>
                  <a:lnTo>
                    <a:pt x="5676612" y="555154"/>
                  </a:lnTo>
                  <a:lnTo>
                    <a:pt x="5677273" y="558875"/>
                  </a:lnTo>
                  <a:lnTo>
                    <a:pt x="5677933" y="563293"/>
                  </a:lnTo>
                  <a:lnTo>
                    <a:pt x="5678594" y="571833"/>
                  </a:lnTo>
                  <a:lnTo>
                    <a:pt x="5679255" y="592626"/>
                  </a:lnTo>
                  <a:lnTo>
                    <a:pt x="5679915" y="586589"/>
                  </a:lnTo>
                  <a:lnTo>
                    <a:pt x="5680576" y="602488"/>
                  </a:lnTo>
                  <a:lnTo>
                    <a:pt x="5681236" y="600144"/>
                  </a:lnTo>
                  <a:lnTo>
                    <a:pt x="5681897" y="581181"/>
                  </a:lnTo>
                  <a:lnTo>
                    <a:pt x="5682557" y="605072"/>
                  </a:lnTo>
                  <a:lnTo>
                    <a:pt x="5683218" y="602488"/>
                  </a:lnTo>
                  <a:lnTo>
                    <a:pt x="5683878" y="563293"/>
                  </a:lnTo>
                  <a:lnTo>
                    <a:pt x="5684539" y="521996"/>
                  </a:lnTo>
                  <a:lnTo>
                    <a:pt x="5685199" y="541963"/>
                  </a:lnTo>
                  <a:lnTo>
                    <a:pt x="5685860" y="545649"/>
                  </a:lnTo>
                  <a:lnTo>
                    <a:pt x="5686520" y="555639"/>
                  </a:lnTo>
                  <a:lnTo>
                    <a:pt x="5687181" y="589271"/>
                  </a:lnTo>
                  <a:lnTo>
                    <a:pt x="5687841" y="587374"/>
                  </a:lnTo>
                  <a:lnTo>
                    <a:pt x="5688502" y="564838"/>
                  </a:lnTo>
                  <a:lnTo>
                    <a:pt x="5689163" y="562039"/>
                  </a:lnTo>
                  <a:lnTo>
                    <a:pt x="5689823" y="579546"/>
                  </a:lnTo>
                  <a:lnTo>
                    <a:pt x="5690484" y="595650"/>
                  </a:lnTo>
                  <a:lnTo>
                    <a:pt x="5691144" y="574978"/>
                  </a:lnTo>
                  <a:lnTo>
                    <a:pt x="5691805" y="580865"/>
                  </a:lnTo>
                  <a:lnTo>
                    <a:pt x="5692465" y="589557"/>
                  </a:lnTo>
                  <a:lnTo>
                    <a:pt x="5693126" y="579584"/>
                  </a:lnTo>
                  <a:lnTo>
                    <a:pt x="5693786" y="587951"/>
                  </a:lnTo>
                  <a:lnTo>
                    <a:pt x="5694447" y="581954"/>
                  </a:lnTo>
                  <a:lnTo>
                    <a:pt x="5695107" y="549778"/>
                  </a:lnTo>
                  <a:lnTo>
                    <a:pt x="5695768" y="553899"/>
                  </a:lnTo>
                  <a:lnTo>
                    <a:pt x="5696428" y="553899"/>
                  </a:lnTo>
                  <a:lnTo>
                    <a:pt x="5697089" y="560549"/>
                  </a:lnTo>
                  <a:lnTo>
                    <a:pt x="5697749" y="549381"/>
                  </a:lnTo>
                  <a:lnTo>
                    <a:pt x="5698410" y="551573"/>
                  </a:lnTo>
                  <a:lnTo>
                    <a:pt x="5699071" y="585360"/>
                  </a:lnTo>
                  <a:lnTo>
                    <a:pt x="5699731" y="606592"/>
                  </a:lnTo>
                  <a:lnTo>
                    <a:pt x="5700392" y="596231"/>
                  </a:lnTo>
                  <a:lnTo>
                    <a:pt x="5701052" y="601837"/>
                  </a:lnTo>
                  <a:lnTo>
                    <a:pt x="5701713" y="602614"/>
                  </a:lnTo>
                  <a:lnTo>
                    <a:pt x="5702373" y="587596"/>
                  </a:lnTo>
                  <a:lnTo>
                    <a:pt x="5703034" y="563293"/>
                  </a:lnTo>
                  <a:lnTo>
                    <a:pt x="5703694" y="549960"/>
                  </a:lnTo>
                  <a:lnTo>
                    <a:pt x="5704355" y="563293"/>
                  </a:lnTo>
                  <a:lnTo>
                    <a:pt x="5705015" y="549960"/>
                  </a:lnTo>
                  <a:lnTo>
                    <a:pt x="5705676" y="577174"/>
                  </a:lnTo>
                  <a:lnTo>
                    <a:pt x="5706336" y="603710"/>
                  </a:lnTo>
                  <a:lnTo>
                    <a:pt x="5706997" y="591526"/>
                  </a:lnTo>
                  <a:lnTo>
                    <a:pt x="5707657" y="602280"/>
                  </a:lnTo>
                  <a:lnTo>
                    <a:pt x="5708318" y="601800"/>
                  </a:lnTo>
                  <a:lnTo>
                    <a:pt x="5708978" y="570236"/>
                  </a:lnTo>
                  <a:lnTo>
                    <a:pt x="5709639" y="566610"/>
                  </a:lnTo>
                  <a:lnTo>
                    <a:pt x="5710300" y="585374"/>
                  </a:lnTo>
                  <a:lnTo>
                    <a:pt x="5710960" y="581181"/>
                  </a:lnTo>
                  <a:lnTo>
                    <a:pt x="5711621" y="586145"/>
                  </a:lnTo>
                  <a:lnTo>
                    <a:pt x="5712281" y="573867"/>
                  </a:lnTo>
                  <a:lnTo>
                    <a:pt x="5712942" y="563293"/>
                  </a:lnTo>
                  <a:lnTo>
                    <a:pt x="5713602" y="566092"/>
                  </a:lnTo>
                  <a:lnTo>
                    <a:pt x="5714263" y="594072"/>
                  </a:lnTo>
                  <a:lnTo>
                    <a:pt x="5714923" y="599988"/>
                  </a:lnTo>
                  <a:lnTo>
                    <a:pt x="5715584" y="594449"/>
                  </a:lnTo>
                  <a:lnTo>
                    <a:pt x="5716244" y="573038"/>
                  </a:lnTo>
                  <a:lnTo>
                    <a:pt x="5716905" y="557845"/>
                  </a:lnTo>
                  <a:lnTo>
                    <a:pt x="5717565" y="545873"/>
                  </a:lnTo>
                  <a:lnTo>
                    <a:pt x="5718226" y="540932"/>
                  </a:lnTo>
                  <a:lnTo>
                    <a:pt x="5718886" y="552869"/>
                  </a:lnTo>
                  <a:lnTo>
                    <a:pt x="5719547" y="569392"/>
                  </a:lnTo>
                  <a:lnTo>
                    <a:pt x="5720208" y="557845"/>
                  </a:lnTo>
                  <a:lnTo>
                    <a:pt x="5720868" y="562263"/>
                  </a:lnTo>
                  <a:lnTo>
                    <a:pt x="5721529" y="584640"/>
                  </a:lnTo>
                  <a:lnTo>
                    <a:pt x="5722189" y="578788"/>
                  </a:lnTo>
                  <a:lnTo>
                    <a:pt x="5722850" y="585606"/>
                  </a:lnTo>
                  <a:lnTo>
                    <a:pt x="5723510" y="582426"/>
                  </a:lnTo>
                  <a:lnTo>
                    <a:pt x="5724171" y="579592"/>
                  </a:lnTo>
                  <a:lnTo>
                    <a:pt x="5724831" y="576517"/>
                  </a:lnTo>
                  <a:lnTo>
                    <a:pt x="5725492" y="556590"/>
                  </a:lnTo>
                  <a:lnTo>
                    <a:pt x="5726152" y="534558"/>
                  </a:lnTo>
                  <a:lnTo>
                    <a:pt x="5726813" y="545873"/>
                  </a:lnTo>
                  <a:lnTo>
                    <a:pt x="5727473" y="562263"/>
                  </a:lnTo>
                  <a:lnTo>
                    <a:pt x="5728134" y="562263"/>
                  </a:lnTo>
                  <a:lnTo>
                    <a:pt x="5728794" y="554123"/>
                  </a:lnTo>
                  <a:lnTo>
                    <a:pt x="5729455" y="588045"/>
                  </a:lnTo>
                  <a:lnTo>
                    <a:pt x="5730116" y="594176"/>
                  </a:lnTo>
                  <a:lnTo>
                    <a:pt x="5730776" y="572836"/>
                  </a:lnTo>
                  <a:lnTo>
                    <a:pt x="5731437" y="570802"/>
                  </a:lnTo>
                  <a:lnTo>
                    <a:pt x="5732097" y="548929"/>
                  </a:lnTo>
                  <a:lnTo>
                    <a:pt x="5732758" y="554123"/>
                  </a:lnTo>
                  <a:lnTo>
                    <a:pt x="5733418" y="559233"/>
                  </a:lnTo>
                  <a:lnTo>
                    <a:pt x="5734079" y="539156"/>
                  </a:lnTo>
                  <a:lnTo>
                    <a:pt x="5734739" y="536165"/>
                  </a:lnTo>
                  <a:lnTo>
                    <a:pt x="5735400" y="551093"/>
                  </a:lnTo>
                  <a:lnTo>
                    <a:pt x="5736060" y="570008"/>
                  </a:lnTo>
                  <a:lnTo>
                    <a:pt x="5736721" y="559233"/>
                  </a:lnTo>
                  <a:lnTo>
                    <a:pt x="5737381" y="545899"/>
                  </a:lnTo>
                  <a:lnTo>
                    <a:pt x="5738042" y="536165"/>
                  </a:lnTo>
                  <a:lnTo>
                    <a:pt x="5738702" y="551093"/>
                  </a:lnTo>
                  <a:lnTo>
                    <a:pt x="5739363" y="567772"/>
                  </a:lnTo>
                  <a:lnTo>
                    <a:pt x="5740024" y="559233"/>
                  </a:lnTo>
                  <a:lnTo>
                    <a:pt x="5740684" y="545899"/>
                  </a:lnTo>
                  <a:lnTo>
                    <a:pt x="5741345" y="545899"/>
                  </a:lnTo>
                  <a:lnTo>
                    <a:pt x="5742005" y="539156"/>
                  </a:lnTo>
                  <a:lnTo>
                    <a:pt x="5742666" y="526034"/>
                  </a:lnTo>
                  <a:lnTo>
                    <a:pt x="5743326" y="547829"/>
                  </a:lnTo>
                  <a:lnTo>
                    <a:pt x="5743987" y="579188"/>
                  </a:lnTo>
                  <a:lnTo>
                    <a:pt x="5744647" y="582702"/>
                  </a:lnTo>
                  <a:lnTo>
                    <a:pt x="5745308" y="566705"/>
                  </a:lnTo>
                  <a:lnTo>
                    <a:pt x="5745968" y="573648"/>
                  </a:lnTo>
                  <a:lnTo>
                    <a:pt x="5746629" y="566480"/>
                  </a:lnTo>
                  <a:lnTo>
                    <a:pt x="5747289" y="539655"/>
                  </a:lnTo>
                  <a:lnTo>
                    <a:pt x="5747950" y="501620"/>
                  </a:lnTo>
                  <a:lnTo>
                    <a:pt x="5748610" y="511751"/>
                  </a:lnTo>
                  <a:lnTo>
                    <a:pt x="5749271" y="524950"/>
                  </a:lnTo>
                  <a:lnTo>
                    <a:pt x="5749931" y="538862"/>
                  </a:lnTo>
                  <a:lnTo>
                    <a:pt x="5750592" y="546750"/>
                  </a:lnTo>
                  <a:lnTo>
                    <a:pt x="5751253" y="544719"/>
                  </a:lnTo>
                  <a:lnTo>
                    <a:pt x="5751913" y="571762"/>
                  </a:lnTo>
                  <a:lnTo>
                    <a:pt x="5752574" y="555572"/>
                  </a:lnTo>
                  <a:lnTo>
                    <a:pt x="5753234" y="522918"/>
                  </a:lnTo>
                  <a:lnTo>
                    <a:pt x="5753895" y="511192"/>
                  </a:lnTo>
                  <a:lnTo>
                    <a:pt x="5754555" y="500344"/>
                  </a:lnTo>
                  <a:lnTo>
                    <a:pt x="5755216" y="441971"/>
                  </a:lnTo>
                  <a:lnTo>
                    <a:pt x="5755876" y="452733"/>
                  </a:lnTo>
                  <a:lnTo>
                    <a:pt x="5756537" y="443668"/>
                  </a:lnTo>
                  <a:lnTo>
                    <a:pt x="5757197" y="465318"/>
                  </a:lnTo>
                  <a:lnTo>
                    <a:pt x="5757858" y="533397"/>
                  </a:lnTo>
                  <a:lnTo>
                    <a:pt x="5758518" y="538096"/>
                  </a:lnTo>
                  <a:lnTo>
                    <a:pt x="5759179" y="536099"/>
                  </a:lnTo>
                  <a:lnTo>
                    <a:pt x="5759839" y="523102"/>
                  </a:lnTo>
                  <a:lnTo>
                    <a:pt x="5760500" y="510120"/>
                  </a:lnTo>
                  <a:lnTo>
                    <a:pt x="5761161" y="517432"/>
                  </a:lnTo>
                  <a:lnTo>
                    <a:pt x="5761821" y="529930"/>
                  </a:lnTo>
                  <a:lnTo>
                    <a:pt x="5762482" y="573106"/>
                  </a:lnTo>
                  <a:lnTo>
                    <a:pt x="5763142" y="571100"/>
                  </a:lnTo>
                  <a:lnTo>
                    <a:pt x="5763803" y="536392"/>
                  </a:lnTo>
                  <a:lnTo>
                    <a:pt x="5764463" y="545604"/>
                  </a:lnTo>
                  <a:lnTo>
                    <a:pt x="5765124" y="594018"/>
                  </a:lnTo>
                  <a:lnTo>
                    <a:pt x="5765784" y="600717"/>
                  </a:lnTo>
                  <a:lnTo>
                    <a:pt x="5766445" y="593265"/>
                  </a:lnTo>
                  <a:lnTo>
                    <a:pt x="5767105" y="573834"/>
                  </a:lnTo>
                  <a:lnTo>
                    <a:pt x="5767766" y="566705"/>
                  </a:lnTo>
                  <a:lnTo>
                    <a:pt x="5768426" y="575473"/>
                  </a:lnTo>
                  <a:lnTo>
                    <a:pt x="5769087" y="571263"/>
                  </a:lnTo>
                  <a:lnTo>
                    <a:pt x="5769747" y="567430"/>
                  </a:lnTo>
                  <a:lnTo>
                    <a:pt x="5770408" y="562032"/>
                  </a:lnTo>
                  <a:lnTo>
                    <a:pt x="5771069" y="578774"/>
                  </a:lnTo>
                  <a:lnTo>
                    <a:pt x="5771729" y="567772"/>
                  </a:lnTo>
                  <a:lnTo>
                    <a:pt x="5772390" y="559233"/>
                  </a:lnTo>
                  <a:lnTo>
                    <a:pt x="5773050" y="551093"/>
                  </a:lnTo>
                  <a:lnTo>
                    <a:pt x="5773711" y="536165"/>
                  </a:lnTo>
                  <a:lnTo>
                    <a:pt x="5774371" y="545899"/>
                  </a:lnTo>
                  <a:lnTo>
                    <a:pt x="5775032" y="536165"/>
                  </a:lnTo>
                  <a:lnTo>
                    <a:pt x="5775692" y="539156"/>
                  </a:lnTo>
                  <a:lnTo>
                    <a:pt x="5776353" y="545899"/>
                  </a:lnTo>
                  <a:lnTo>
                    <a:pt x="5777013" y="548767"/>
                  </a:lnTo>
                  <a:lnTo>
                    <a:pt x="5777674" y="551093"/>
                  </a:lnTo>
                  <a:lnTo>
                    <a:pt x="5778334" y="559233"/>
                  </a:lnTo>
                  <a:lnTo>
                    <a:pt x="5778995" y="559233"/>
                  </a:lnTo>
                  <a:lnTo>
                    <a:pt x="5779655" y="563807"/>
                  </a:lnTo>
                  <a:lnTo>
                    <a:pt x="5780316" y="571581"/>
                  </a:lnTo>
                  <a:lnTo>
                    <a:pt x="5780976" y="571784"/>
                  </a:lnTo>
                  <a:lnTo>
                    <a:pt x="5781637" y="589119"/>
                  </a:lnTo>
                  <a:lnTo>
                    <a:pt x="5782298" y="580550"/>
                  </a:lnTo>
                  <a:lnTo>
                    <a:pt x="5782958" y="563807"/>
                  </a:lnTo>
                  <a:lnTo>
                    <a:pt x="5783619" y="560590"/>
                  </a:lnTo>
                  <a:lnTo>
                    <a:pt x="5784279" y="569205"/>
                  </a:lnTo>
                  <a:lnTo>
                    <a:pt x="5784940" y="570802"/>
                  </a:lnTo>
                  <a:lnTo>
                    <a:pt x="5785600" y="588045"/>
                  </a:lnTo>
                  <a:lnTo>
                    <a:pt x="5786261" y="596615"/>
                  </a:lnTo>
                  <a:lnTo>
                    <a:pt x="5786921" y="584329"/>
                  </a:lnTo>
                  <a:lnTo>
                    <a:pt x="5787582" y="554123"/>
                  </a:lnTo>
                  <a:lnTo>
                    <a:pt x="5788242" y="542186"/>
                  </a:lnTo>
                  <a:lnTo>
                    <a:pt x="5788903" y="536558"/>
                  </a:lnTo>
                  <a:lnTo>
                    <a:pt x="5789563" y="544618"/>
                  </a:lnTo>
                  <a:lnTo>
                    <a:pt x="5790224" y="567893"/>
                  </a:lnTo>
                  <a:lnTo>
                    <a:pt x="5790884" y="552869"/>
                  </a:lnTo>
                  <a:lnTo>
                    <a:pt x="5791545" y="540932"/>
                  </a:lnTo>
                  <a:lnTo>
                    <a:pt x="5792206" y="540932"/>
                  </a:lnTo>
                  <a:lnTo>
                    <a:pt x="5792866" y="570802"/>
                  </a:lnTo>
                  <a:lnTo>
                    <a:pt x="5793527" y="562263"/>
                  </a:lnTo>
                  <a:lnTo>
                    <a:pt x="5794187" y="542186"/>
                  </a:lnTo>
                  <a:lnTo>
                    <a:pt x="5794848" y="565211"/>
                  </a:lnTo>
                  <a:lnTo>
                    <a:pt x="5795508" y="571611"/>
                  </a:lnTo>
                  <a:lnTo>
                    <a:pt x="5796169" y="542186"/>
                  </a:lnTo>
                  <a:lnTo>
                    <a:pt x="5796829" y="540226"/>
                  </a:lnTo>
                  <a:lnTo>
                    <a:pt x="5797490" y="543035"/>
                  </a:lnTo>
                  <a:lnTo>
                    <a:pt x="5798150" y="556894"/>
                  </a:lnTo>
                  <a:lnTo>
                    <a:pt x="5798811" y="566092"/>
                  </a:lnTo>
                  <a:lnTo>
                    <a:pt x="5799471" y="572641"/>
                  </a:lnTo>
                  <a:lnTo>
                    <a:pt x="5800132" y="579771"/>
                  </a:lnTo>
                  <a:lnTo>
                    <a:pt x="5800792" y="563293"/>
                  </a:lnTo>
                  <a:lnTo>
                    <a:pt x="5801453" y="550636"/>
                  </a:lnTo>
                  <a:lnTo>
                    <a:pt x="5802114" y="546904"/>
                  </a:lnTo>
                  <a:lnTo>
                    <a:pt x="5802774" y="558875"/>
                  </a:lnTo>
                  <a:lnTo>
                    <a:pt x="5803435" y="564827"/>
                  </a:lnTo>
                  <a:lnTo>
                    <a:pt x="5804095" y="550636"/>
                  </a:lnTo>
                  <a:lnTo>
                    <a:pt x="5804756" y="543217"/>
                  </a:lnTo>
                  <a:lnTo>
                    <a:pt x="5805416" y="546904"/>
                  </a:lnTo>
                  <a:lnTo>
                    <a:pt x="5806077" y="555154"/>
                  </a:lnTo>
                  <a:lnTo>
                    <a:pt x="5806737" y="556894"/>
                  </a:lnTo>
                  <a:lnTo>
                    <a:pt x="5807398" y="572641"/>
                  </a:lnTo>
                  <a:lnTo>
                    <a:pt x="5808058" y="572641"/>
                  </a:lnTo>
                  <a:lnTo>
                    <a:pt x="5808719" y="563293"/>
                  </a:lnTo>
                  <a:lnTo>
                    <a:pt x="5809379" y="563293"/>
                  </a:lnTo>
                  <a:lnTo>
                    <a:pt x="5810040" y="546904"/>
                  </a:lnTo>
                  <a:lnTo>
                    <a:pt x="5810700" y="535589"/>
                  </a:lnTo>
                  <a:lnTo>
                    <a:pt x="5811361" y="556711"/>
                  </a:lnTo>
                  <a:lnTo>
                    <a:pt x="5812022" y="566402"/>
                  </a:lnTo>
                  <a:lnTo>
                    <a:pt x="5812682" y="561803"/>
                  </a:lnTo>
                  <a:lnTo>
                    <a:pt x="5813343" y="550636"/>
                  </a:lnTo>
                  <a:lnTo>
                    <a:pt x="5814003" y="566092"/>
                  </a:lnTo>
                  <a:lnTo>
                    <a:pt x="5814664" y="556894"/>
                  </a:lnTo>
                  <a:lnTo>
                    <a:pt x="5815324" y="543217"/>
                  </a:lnTo>
                  <a:lnTo>
                    <a:pt x="5815985" y="543217"/>
                  </a:lnTo>
                  <a:lnTo>
                    <a:pt x="5816645" y="534334"/>
                  </a:lnTo>
                  <a:lnTo>
                    <a:pt x="5817306" y="521996"/>
                  </a:lnTo>
                  <a:lnTo>
                    <a:pt x="5817966" y="521996"/>
                  </a:lnTo>
                  <a:lnTo>
                    <a:pt x="5818627" y="534334"/>
                  </a:lnTo>
                  <a:lnTo>
                    <a:pt x="5819287" y="534334"/>
                  </a:lnTo>
                  <a:lnTo>
                    <a:pt x="5819948" y="537406"/>
                  </a:lnTo>
                  <a:lnTo>
                    <a:pt x="5820608" y="540226"/>
                  </a:lnTo>
                  <a:lnTo>
                    <a:pt x="5821269" y="537588"/>
                  </a:lnTo>
                  <a:lnTo>
                    <a:pt x="5821929" y="543217"/>
                  </a:lnTo>
                  <a:lnTo>
                    <a:pt x="5822590" y="543217"/>
                  </a:lnTo>
                  <a:lnTo>
                    <a:pt x="5823251" y="543639"/>
                  </a:lnTo>
                  <a:lnTo>
                    <a:pt x="5823911" y="551838"/>
                  </a:lnTo>
                  <a:lnTo>
                    <a:pt x="5824572" y="564314"/>
                  </a:lnTo>
                  <a:lnTo>
                    <a:pt x="5825232" y="544237"/>
                  </a:lnTo>
                  <a:lnTo>
                    <a:pt x="5825893" y="544460"/>
                  </a:lnTo>
                  <a:lnTo>
                    <a:pt x="5826553" y="551203"/>
                  </a:lnTo>
                  <a:lnTo>
                    <a:pt x="5827214" y="544460"/>
                  </a:lnTo>
                  <a:lnTo>
                    <a:pt x="5827874" y="556397"/>
                  </a:lnTo>
                  <a:lnTo>
                    <a:pt x="5828535" y="564536"/>
                  </a:lnTo>
                  <a:lnTo>
                    <a:pt x="5829195" y="558137"/>
                  </a:lnTo>
                  <a:lnTo>
                    <a:pt x="5829856" y="547964"/>
                  </a:lnTo>
                  <a:lnTo>
                    <a:pt x="5830516" y="571483"/>
                  </a:lnTo>
                  <a:lnTo>
                    <a:pt x="5831177" y="585903"/>
                  </a:lnTo>
                  <a:lnTo>
                    <a:pt x="5831837" y="571483"/>
                  </a:lnTo>
                  <a:lnTo>
                    <a:pt x="5832498" y="553888"/>
                  </a:lnTo>
                  <a:lnTo>
                    <a:pt x="5833159" y="551696"/>
                  </a:lnTo>
                  <a:lnTo>
                    <a:pt x="5833819" y="553888"/>
                  </a:lnTo>
                  <a:lnTo>
                    <a:pt x="5834480" y="567153"/>
                  </a:lnTo>
                  <a:lnTo>
                    <a:pt x="5835140" y="575130"/>
                  </a:lnTo>
                  <a:lnTo>
                    <a:pt x="5835801" y="551021"/>
                  </a:lnTo>
                  <a:lnTo>
                    <a:pt x="5836461" y="538649"/>
                  </a:lnTo>
                  <a:lnTo>
                    <a:pt x="5837122" y="544278"/>
                  </a:lnTo>
                  <a:lnTo>
                    <a:pt x="5837782" y="553888"/>
                  </a:lnTo>
                  <a:lnTo>
                    <a:pt x="5838443" y="544278"/>
                  </a:lnTo>
                  <a:lnTo>
                    <a:pt x="5839103" y="557954"/>
                  </a:lnTo>
                  <a:lnTo>
                    <a:pt x="5839764" y="559936"/>
                  </a:lnTo>
                  <a:lnTo>
                    <a:pt x="5840424" y="536649"/>
                  </a:lnTo>
                  <a:lnTo>
                    <a:pt x="5841085" y="518770"/>
                  </a:lnTo>
                  <a:lnTo>
                    <a:pt x="5841745" y="529901"/>
                  </a:lnTo>
                  <a:lnTo>
                    <a:pt x="5842406" y="547964"/>
                  </a:lnTo>
                  <a:lnTo>
                    <a:pt x="5843067" y="544278"/>
                  </a:lnTo>
                  <a:lnTo>
                    <a:pt x="5843727" y="547964"/>
                  </a:lnTo>
                  <a:lnTo>
                    <a:pt x="5844388" y="556214"/>
                  </a:lnTo>
                  <a:lnTo>
                    <a:pt x="5845048" y="556214"/>
                  </a:lnTo>
                  <a:lnTo>
                    <a:pt x="5845709" y="572893"/>
                  </a:lnTo>
                  <a:lnTo>
                    <a:pt x="5846369" y="571483"/>
                  </a:lnTo>
                  <a:lnTo>
                    <a:pt x="5847030" y="551879"/>
                  </a:lnTo>
                  <a:lnTo>
                    <a:pt x="5847690" y="549866"/>
                  </a:lnTo>
                  <a:lnTo>
                    <a:pt x="5848351" y="571660"/>
                  </a:lnTo>
                  <a:lnTo>
                    <a:pt x="5849011" y="580199"/>
                  </a:lnTo>
                  <a:lnTo>
                    <a:pt x="5849672" y="589872"/>
                  </a:lnTo>
                  <a:lnTo>
                    <a:pt x="5850332" y="571962"/>
                  </a:lnTo>
                  <a:lnTo>
                    <a:pt x="5850993" y="559005"/>
                  </a:lnTo>
                  <a:lnTo>
                    <a:pt x="5851653" y="546989"/>
                  </a:lnTo>
                  <a:lnTo>
                    <a:pt x="5852314" y="538711"/>
                  </a:lnTo>
                  <a:lnTo>
                    <a:pt x="5852974" y="575130"/>
                  </a:lnTo>
                  <a:lnTo>
                    <a:pt x="5853635" y="592465"/>
                  </a:lnTo>
                  <a:lnTo>
                    <a:pt x="5854296" y="575130"/>
                  </a:lnTo>
                  <a:lnTo>
                    <a:pt x="5854956" y="580046"/>
                  </a:lnTo>
                  <a:lnTo>
                    <a:pt x="5855617" y="557023"/>
                  </a:lnTo>
                  <a:lnTo>
                    <a:pt x="5856277" y="552957"/>
                  </a:lnTo>
                  <a:lnTo>
                    <a:pt x="5856938" y="566222"/>
                  </a:lnTo>
                  <a:lnTo>
                    <a:pt x="5857598" y="555283"/>
                  </a:lnTo>
                  <a:lnTo>
                    <a:pt x="5858259" y="561932"/>
                  </a:lnTo>
                  <a:lnTo>
                    <a:pt x="5858919" y="593784"/>
                  </a:lnTo>
                  <a:lnTo>
                    <a:pt x="5859580" y="601932"/>
                  </a:lnTo>
                  <a:lnTo>
                    <a:pt x="5860240" y="592577"/>
                  </a:lnTo>
                  <a:lnTo>
                    <a:pt x="5860901" y="579716"/>
                  </a:lnTo>
                  <a:lnTo>
                    <a:pt x="5861561" y="556397"/>
                  </a:lnTo>
                  <a:lnTo>
                    <a:pt x="5862222" y="551203"/>
                  </a:lnTo>
                  <a:lnTo>
                    <a:pt x="5862882" y="551021"/>
                  </a:lnTo>
                  <a:lnTo>
                    <a:pt x="5863543" y="557954"/>
                  </a:lnTo>
                  <a:lnTo>
                    <a:pt x="5864204" y="551879"/>
                  </a:lnTo>
                  <a:lnTo>
                    <a:pt x="5864864" y="558137"/>
                  </a:lnTo>
                  <a:lnTo>
                    <a:pt x="5865525" y="568356"/>
                  </a:lnTo>
                  <a:lnTo>
                    <a:pt x="5866185" y="581313"/>
                  </a:lnTo>
                  <a:lnTo>
                    <a:pt x="5866846" y="577269"/>
                  </a:lnTo>
                  <a:lnTo>
                    <a:pt x="5867506" y="588327"/>
                  </a:lnTo>
                  <a:lnTo>
                    <a:pt x="5868167" y="589872"/>
                  </a:lnTo>
                  <a:lnTo>
                    <a:pt x="5868827" y="592577"/>
                  </a:lnTo>
                  <a:lnTo>
                    <a:pt x="5869488" y="582428"/>
                  </a:lnTo>
                  <a:lnTo>
                    <a:pt x="5870148" y="557023"/>
                  </a:lnTo>
                  <a:lnTo>
                    <a:pt x="5870809" y="578040"/>
                  </a:lnTo>
                  <a:lnTo>
                    <a:pt x="5871469" y="589872"/>
                  </a:lnTo>
                  <a:lnTo>
                    <a:pt x="5872130" y="586085"/>
                  </a:lnTo>
                  <a:lnTo>
                    <a:pt x="5872790" y="576099"/>
                  </a:lnTo>
                  <a:lnTo>
                    <a:pt x="5873451" y="588083"/>
                  </a:lnTo>
                  <a:lnTo>
                    <a:pt x="5874112" y="583347"/>
                  </a:lnTo>
                  <a:lnTo>
                    <a:pt x="5874772" y="578789"/>
                  </a:lnTo>
                  <a:lnTo>
                    <a:pt x="5875433" y="563520"/>
                  </a:lnTo>
                  <a:lnTo>
                    <a:pt x="5876093" y="565260"/>
                  </a:lnTo>
                  <a:lnTo>
                    <a:pt x="5876754" y="596363"/>
                  </a:lnTo>
                  <a:lnTo>
                    <a:pt x="5877414" y="605592"/>
                  </a:lnTo>
                  <a:lnTo>
                    <a:pt x="5878075" y="577087"/>
                  </a:lnTo>
                  <a:lnTo>
                    <a:pt x="5878735" y="601636"/>
                  </a:lnTo>
                  <a:lnTo>
                    <a:pt x="5879396" y="599151"/>
                  </a:lnTo>
                  <a:lnTo>
                    <a:pt x="5880056" y="571666"/>
                  </a:lnTo>
                  <a:lnTo>
                    <a:pt x="5880717" y="554030"/>
                  </a:lnTo>
                  <a:lnTo>
                    <a:pt x="5881377" y="589831"/>
                  </a:lnTo>
                  <a:lnTo>
                    <a:pt x="5882038" y="589186"/>
                  </a:lnTo>
                  <a:lnTo>
                    <a:pt x="5882698" y="572733"/>
                  </a:lnTo>
                  <a:lnTo>
                    <a:pt x="5883359" y="560078"/>
                  </a:lnTo>
                  <a:lnTo>
                    <a:pt x="5884020" y="556357"/>
                  </a:lnTo>
                  <a:lnTo>
                    <a:pt x="5884680" y="551656"/>
                  </a:lnTo>
                  <a:lnTo>
                    <a:pt x="5885341" y="553848"/>
                  </a:lnTo>
                  <a:lnTo>
                    <a:pt x="5886001" y="544237"/>
                  </a:lnTo>
                  <a:lnTo>
                    <a:pt x="5886662" y="544237"/>
                  </a:lnTo>
                  <a:lnTo>
                    <a:pt x="5887322" y="544237"/>
                  </a:lnTo>
                  <a:lnTo>
                    <a:pt x="5887983" y="557914"/>
                  </a:lnTo>
                  <a:lnTo>
                    <a:pt x="5888643" y="601103"/>
                  </a:lnTo>
                  <a:lnTo>
                    <a:pt x="5889304" y="599135"/>
                  </a:lnTo>
                  <a:lnTo>
                    <a:pt x="5889964" y="586045"/>
                  </a:lnTo>
                  <a:lnTo>
                    <a:pt x="5890625" y="609564"/>
                  </a:lnTo>
                  <a:lnTo>
                    <a:pt x="5891285" y="613882"/>
                  </a:lnTo>
                  <a:lnTo>
                    <a:pt x="5891946" y="598874"/>
                  </a:lnTo>
                  <a:lnTo>
                    <a:pt x="5892606" y="605938"/>
                  </a:lnTo>
                  <a:lnTo>
                    <a:pt x="5893267" y="609564"/>
                  </a:lnTo>
                  <a:lnTo>
                    <a:pt x="5893927" y="591729"/>
                  </a:lnTo>
                  <a:lnTo>
                    <a:pt x="5894588" y="586206"/>
                  </a:lnTo>
                  <a:lnTo>
                    <a:pt x="5895249" y="580354"/>
                  </a:lnTo>
                  <a:lnTo>
                    <a:pt x="5895909" y="558097"/>
                  </a:lnTo>
                  <a:lnTo>
                    <a:pt x="5896570" y="544420"/>
                  </a:lnTo>
                  <a:lnTo>
                    <a:pt x="5897230" y="544237"/>
                  </a:lnTo>
                  <a:lnTo>
                    <a:pt x="5897891" y="564314"/>
                  </a:lnTo>
                  <a:lnTo>
                    <a:pt x="5898551" y="553848"/>
                  </a:lnTo>
                  <a:lnTo>
                    <a:pt x="5899212" y="544237"/>
                  </a:lnTo>
                  <a:lnTo>
                    <a:pt x="5899872" y="567113"/>
                  </a:lnTo>
                  <a:lnTo>
                    <a:pt x="5900533" y="551163"/>
                  </a:lnTo>
                  <a:lnTo>
                    <a:pt x="5901193" y="553623"/>
                  </a:lnTo>
                  <a:lnTo>
                    <a:pt x="5901854" y="581945"/>
                  </a:lnTo>
                  <a:lnTo>
                    <a:pt x="5902514" y="586680"/>
                  </a:lnTo>
                  <a:lnTo>
                    <a:pt x="5903175" y="566334"/>
                  </a:lnTo>
                  <a:lnTo>
                    <a:pt x="5903835" y="545028"/>
                  </a:lnTo>
                  <a:lnTo>
                    <a:pt x="5904496" y="552657"/>
                  </a:lnTo>
                  <a:lnTo>
                    <a:pt x="5905157" y="574170"/>
                  </a:lnTo>
                  <a:lnTo>
                    <a:pt x="5905817" y="581273"/>
                  </a:lnTo>
                  <a:lnTo>
                    <a:pt x="5906478" y="572733"/>
                  </a:lnTo>
                  <a:lnTo>
                    <a:pt x="5907138" y="568315"/>
                  </a:lnTo>
                  <a:lnTo>
                    <a:pt x="5907799" y="558482"/>
                  </a:lnTo>
                  <a:lnTo>
                    <a:pt x="5908459" y="543667"/>
                  </a:lnTo>
                  <a:lnTo>
                    <a:pt x="5909120" y="526967"/>
                  </a:lnTo>
                  <a:lnTo>
                    <a:pt x="5909780" y="549666"/>
                  </a:lnTo>
                  <a:lnTo>
                    <a:pt x="5910441" y="578501"/>
                  </a:lnTo>
                  <a:lnTo>
                    <a:pt x="5911101" y="605322"/>
                  </a:lnTo>
                  <a:lnTo>
                    <a:pt x="5911762" y="591175"/>
                  </a:lnTo>
                  <a:lnTo>
                    <a:pt x="5912422" y="572733"/>
                  </a:lnTo>
                  <a:lnTo>
                    <a:pt x="5913083" y="562267"/>
                  </a:lnTo>
                  <a:lnTo>
                    <a:pt x="5913743" y="571061"/>
                  </a:lnTo>
                  <a:lnTo>
                    <a:pt x="5914404" y="564411"/>
                  </a:lnTo>
                  <a:lnTo>
                    <a:pt x="5915065" y="575350"/>
                  </a:lnTo>
                  <a:lnTo>
                    <a:pt x="5915725" y="562085"/>
                  </a:lnTo>
                  <a:lnTo>
                    <a:pt x="5916386" y="556161"/>
                  </a:lnTo>
                  <a:lnTo>
                    <a:pt x="5917046" y="552474"/>
                  </a:lnTo>
                  <a:lnTo>
                    <a:pt x="5917707" y="579409"/>
                  </a:lnTo>
                  <a:lnTo>
                    <a:pt x="5918367" y="568380"/>
                  </a:lnTo>
                  <a:lnTo>
                    <a:pt x="5919028" y="554528"/>
                  </a:lnTo>
                  <a:lnTo>
                    <a:pt x="5919688" y="557585"/>
                  </a:lnTo>
                  <a:lnTo>
                    <a:pt x="5920349" y="552204"/>
                  </a:lnTo>
                  <a:lnTo>
                    <a:pt x="5921009" y="555890"/>
                  </a:lnTo>
                  <a:lnTo>
                    <a:pt x="5921670" y="552204"/>
                  </a:lnTo>
                  <a:lnTo>
                    <a:pt x="5922330" y="554528"/>
                  </a:lnTo>
                  <a:lnTo>
                    <a:pt x="5922991" y="543213"/>
                  </a:lnTo>
                  <a:lnTo>
                    <a:pt x="5923651" y="544575"/>
                  </a:lnTo>
                  <a:lnTo>
                    <a:pt x="5924312" y="537833"/>
                  </a:lnTo>
                  <a:lnTo>
                    <a:pt x="5924972" y="540798"/>
                  </a:lnTo>
                  <a:lnTo>
                    <a:pt x="5925633" y="548294"/>
                  </a:lnTo>
                  <a:lnTo>
                    <a:pt x="5926294" y="544758"/>
                  </a:lnTo>
                  <a:lnTo>
                    <a:pt x="5926954" y="551024"/>
                  </a:lnTo>
                  <a:lnTo>
                    <a:pt x="5927615" y="573899"/>
                  </a:lnTo>
                  <a:lnTo>
                    <a:pt x="5928275" y="581876"/>
                  </a:lnTo>
                  <a:lnTo>
                    <a:pt x="5928936" y="554711"/>
                  </a:lnTo>
                  <a:lnTo>
                    <a:pt x="5929596" y="546757"/>
                  </a:lnTo>
                  <a:lnTo>
                    <a:pt x="5930257" y="559129"/>
                  </a:lnTo>
                  <a:lnTo>
                    <a:pt x="5930917" y="580357"/>
                  </a:lnTo>
                  <a:lnTo>
                    <a:pt x="5931578" y="579409"/>
                  </a:lnTo>
                  <a:lnTo>
                    <a:pt x="5932238" y="565880"/>
                  </a:lnTo>
                  <a:lnTo>
                    <a:pt x="5932899" y="600355"/>
                  </a:lnTo>
                  <a:lnTo>
                    <a:pt x="5933559" y="579409"/>
                  </a:lnTo>
                  <a:lnTo>
                    <a:pt x="5934220" y="572280"/>
                  </a:lnTo>
                  <a:lnTo>
                    <a:pt x="5934880" y="551285"/>
                  </a:lnTo>
                  <a:lnTo>
                    <a:pt x="5935541" y="565880"/>
                  </a:lnTo>
                  <a:lnTo>
                    <a:pt x="5936202" y="585784"/>
                  </a:lnTo>
                  <a:lnTo>
                    <a:pt x="5936862" y="570790"/>
                  </a:lnTo>
                  <a:lnTo>
                    <a:pt x="5937523" y="558947"/>
                  </a:lnTo>
                  <a:lnTo>
                    <a:pt x="5938183" y="546575"/>
                  </a:lnTo>
                  <a:lnTo>
                    <a:pt x="5938844" y="544575"/>
                  </a:lnTo>
                  <a:lnTo>
                    <a:pt x="5939504" y="544575"/>
                  </a:lnTo>
                  <a:lnTo>
                    <a:pt x="5940165" y="544575"/>
                  </a:lnTo>
                  <a:lnTo>
                    <a:pt x="5940825" y="532654"/>
                  </a:lnTo>
                  <a:lnTo>
                    <a:pt x="5941486" y="532654"/>
                  </a:lnTo>
                  <a:lnTo>
                    <a:pt x="5942146" y="566063"/>
                  </a:lnTo>
                  <a:lnTo>
                    <a:pt x="5942807" y="583833"/>
                  </a:lnTo>
                  <a:lnTo>
                    <a:pt x="5943467" y="571100"/>
                  </a:lnTo>
                  <a:lnTo>
                    <a:pt x="5944128" y="566682"/>
                  </a:lnTo>
                  <a:lnTo>
                    <a:pt x="5944788" y="584277"/>
                  </a:lnTo>
                  <a:lnTo>
                    <a:pt x="5945449" y="581002"/>
                  </a:lnTo>
                  <a:lnTo>
                    <a:pt x="5946110" y="583036"/>
                  </a:lnTo>
                  <a:lnTo>
                    <a:pt x="5946770" y="585195"/>
                  </a:lnTo>
                  <a:lnTo>
                    <a:pt x="5947431" y="592266"/>
                  </a:lnTo>
                  <a:lnTo>
                    <a:pt x="5948091" y="599965"/>
                  </a:lnTo>
                  <a:lnTo>
                    <a:pt x="5948752" y="609883"/>
                  </a:lnTo>
                  <a:lnTo>
                    <a:pt x="5949412" y="615769"/>
                  </a:lnTo>
                  <a:lnTo>
                    <a:pt x="5950073" y="587771"/>
                  </a:lnTo>
                  <a:lnTo>
                    <a:pt x="5950733" y="566931"/>
                  </a:lnTo>
                  <a:lnTo>
                    <a:pt x="5951394" y="595019"/>
                  </a:lnTo>
                  <a:lnTo>
                    <a:pt x="5952054" y="620671"/>
                  </a:lnTo>
                  <a:lnTo>
                    <a:pt x="5952715" y="611787"/>
                  </a:lnTo>
                  <a:lnTo>
                    <a:pt x="5953375" y="574147"/>
                  </a:lnTo>
                  <a:lnTo>
                    <a:pt x="5954036" y="586853"/>
                  </a:lnTo>
                  <a:lnTo>
                    <a:pt x="5954696" y="597910"/>
                  </a:lnTo>
                  <a:lnTo>
                    <a:pt x="5955357" y="593657"/>
                  </a:lnTo>
                  <a:lnTo>
                    <a:pt x="5956018" y="586853"/>
                  </a:lnTo>
                  <a:lnTo>
                    <a:pt x="5956678" y="587771"/>
                  </a:lnTo>
                  <a:lnTo>
                    <a:pt x="5957339" y="605281"/>
                  </a:lnTo>
                  <a:lnTo>
                    <a:pt x="5957999" y="614382"/>
                  </a:lnTo>
                  <a:lnTo>
                    <a:pt x="5958660" y="615325"/>
                  </a:lnTo>
                  <a:lnTo>
                    <a:pt x="5959320" y="619309"/>
                  </a:lnTo>
                  <a:lnTo>
                    <a:pt x="5959981" y="619309"/>
                  </a:lnTo>
                  <a:lnTo>
                    <a:pt x="5960641" y="618248"/>
                  </a:lnTo>
                  <a:lnTo>
                    <a:pt x="5961302" y="601354"/>
                  </a:lnTo>
                  <a:lnTo>
                    <a:pt x="5961962" y="586853"/>
                  </a:lnTo>
                  <a:lnTo>
                    <a:pt x="5962623" y="609305"/>
                  </a:lnTo>
                  <a:lnTo>
                    <a:pt x="5963283" y="616704"/>
                  </a:lnTo>
                  <a:lnTo>
                    <a:pt x="5963944" y="602716"/>
                  </a:lnTo>
                  <a:lnTo>
                    <a:pt x="5964604" y="583036"/>
                  </a:lnTo>
                  <a:lnTo>
                    <a:pt x="5965265" y="603736"/>
                  </a:lnTo>
                  <a:lnTo>
                    <a:pt x="5965925" y="599022"/>
                  </a:lnTo>
                  <a:lnTo>
                    <a:pt x="5966586" y="586853"/>
                  </a:lnTo>
                  <a:lnTo>
                    <a:pt x="5967247" y="593657"/>
                  </a:lnTo>
                  <a:lnTo>
                    <a:pt x="5967907" y="616644"/>
                  </a:lnTo>
                  <a:lnTo>
                    <a:pt x="5968568" y="613898"/>
                  </a:lnTo>
                  <a:lnTo>
                    <a:pt x="5969228" y="594690"/>
                  </a:lnTo>
                  <a:lnTo>
                    <a:pt x="5969889" y="602309"/>
                  </a:lnTo>
                  <a:lnTo>
                    <a:pt x="5970549" y="601657"/>
                  </a:lnTo>
                  <a:lnTo>
                    <a:pt x="5971210" y="600852"/>
                  </a:lnTo>
                  <a:lnTo>
                    <a:pt x="5971870" y="608521"/>
                  </a:lnTo>
                  <a:lnTo>
                    <a:pt x="5972531" y="609670"/>
                  </a:lnTo>
                  <a:lnTo>
                    <a:pt x="5973191" y="613215"/>
                  </a:lnTo>
                  <a:lnTo>
                    <a:pt x="5973852" y="617177"/>
                  </a:lnTo>
                  <a:lnTo>
                    <a:pt x="5974512" y="617529"/>
                  </a:lnTo>
                  <a:lnTo>
                    <a:pt x="5975173" y="617558"/>
                  </a:lnTo>
                  <a:lnTo>
                    <a:pt x="5975833" y="614382"/>
                  </a:lnTo>
                  <a:lnTo>
                    <a:pt x="5976494" y="601657"/>
                  </a:lnTo>
                  <a:lnTo>
                    <a:pt x="5977155" y="601354"/>
                  </a:lnTo>
                  <a:lnTo>
                    <a:pt x="5977815" y="616644"/>
                  </a:lnTo>
                  <a:lnTo>
                    <a:pt x="5978476" y="618228"/>
                  </a:lnTo>
                  <a:lnTo>
                    <a:pt x="5979136" y="617558"/>
                  </a:lnTo>
                  <a:lnTo>
                    <a:pt x="5979797" y="613611"/>
                  </a:lnTo>
                  <a:lnTo>
                    <a:pt x="5980457" y="603531"/>
                  </a:lnTo>
                  <a:lnTo>
                    <a:pt x="5981118" y="586853"/>
                  </a:lnTo>
                  <a:lnTo>
                    <a:pt x="5981778" y="591347"/>
                  </a:lnTo>
                  <a:lnTo>
                    <a:pt x="5982439" y="608521"/>
                  </a:lnTo>
                  <a:lnTo>
                    <a:pt x="5983099" y="609670"/>
                  </a:lnTo>
                  <a:lnTo>
                    <a:pt x="5983760" y="602374"/>
                  </a:lnTo>
                  <a:lnTo>
                    <a:pt x="5984420" y="602374"/>
                  </a:lnTo>
                  <a:lnTo>
                    <a:pt x="5985081" y="590904"/>
                  </a:lnTo>
                  <a:lnTo>
                    <a:pt x="5985741" y="597466"/>
                  </a:lnTo>
                  <a:lnTo>
                    <a:pt x="5986402" y="594690"/>
                  </a:lnTo>
                  <a:lnTo>
                    <a:pt x="5987063" y="602374"/>
                  </a:lnTo>
                  <a:lnTo>
                    <a:pt x="5987723" y="602374"/>
                  </a:lnTo>
                  <a:lnTo>
                    <a:pt x="5988384" y="597466"/>
                  </a:lnTo>
                  <a:lnTo>
                    <a:pt x="5989044" y="601354"/>
                  </a:lnTo>
                  <a:lnTo>
                    <a:pt x="5989705" y="599022"/>
                  </a:lnTo>
                  <a:lnTo>
                    <a:pt x="5990365" y="608521"/>
                  </a:lnTo>
                  <a:lnTo>
                    <a:pt x="5991026" y="603531"/>
                  </a:lnTo>
                  <a:lnTo>
                    <a:pt x="5991686" y="590904"/>
                  </a:lnTo>
                  <a:lnTo>
                    <a:pt x="5992347" y="608521"/>
                  </a:lnTo>
                  <a:lnTo>
                    <a:pt x="5993007" y="619081"/>
                  </a:lnTo>
                  <a:lnTo>
                    <a:pt x="5993668" y="619309"/>
                  </a:lnTo>
                  <a:lnTo>
                    <a:pt x="5994328" y="619280"/>
                  </a:lnTo>
                  <a:lnTo>
                    <a:pt x="5994989" y="613869"/>
                  </a:lnTo>
                  <a:lnTo>
                    <a:pt x="5995649" y="590721"/>
                  </a:lnTo>
                  <a:lnTo>
                    <a:pt x="5996310" y="593475"/>
                  </a:lnTo>
                  <a:lnTo>
                    <a:pt x="5996970" y="607390"/>
                  </a:lnTo>
                  <a:lnTo>
                    <a:pt x="5997631" y="617558"/>
                  </a:lnTo>
                  <a:lnTo>
                    <a:pt x="5998292" y="608521"/>
                  </a:lnTo>
                  <a:lnTo>
                    <a:pt x="5998952" y="597466"/>
                  </a:lnTo>
                  <a:lnTo>
                    <a:pt x="5999613" y="618228"/>
                  </a:lnTo>
                  <a:lnTo>
                    <a:pt x="6000273" y="619309"/>
                  </a:lnTo>
                  <a:lnTo>
                    <a:pt x="6000934" y="612666"/>
                  </a:lnTo>
                  <a:lnTo>
                    <a:pt x="6001594" y="607390"/>
                  </a:lnTo>
                  <a:lnTo>
                    <a:pt x="6002255" y="599022"/>
                  </a:lnTo>
                  <a:lnTo>
                    <a:pt x="6002915" y="581876"/>
                  </a:lnTo>
                  <a:lnTo>
                    <a:pt x="6003576" y="570054"/>
                  </a:lnTo>
                  <a:lnTo>
                    <a:pt x="6004236" y="584094"/>
                  </a:lnTo>
                  <a:lnTo>
                    <a:pt x="6004897" y="590721"/>
                  </a:lnTo>
                  <a:lnTo>
                    <a:pt x="6005557" y="598603"/>
                  </a:lnTo>
                  <a:lnTo>
                    <a:pt x="6006218" y="601354"/>
                  </a:lnTo>
                  <a:lnTo>
                    <a:pt x="6006878" y="599965"/>
                  </a:lnTo>
                  <a:lnTo>
                    <a:pt x="6007539" y="602214"/>
                  </a:lnTo>
                  <a:lnTo>
                    <a:pt x="6008200" y="616687"/>
                  </a:lnTo>
                  <a:lnTo>
                    <a:pt x="6008860" y="602374"/>
                  </a:lnTo>
                  <a:lnTo>
                    <a:pt x="6009521" y="607390"/>
                  </a:lnTo>
                  <a:lnTo>
                    <a:pt x="6010181" y="615049"/>
                  </a:lnTo>
                  <a:lnTo>
                    <a:pt x="6010842" y="610425"/>
                  </a:lnTo>
                  <a:lnTo>
                    <a:pt x="6011502" y="613215"/>
                  </a:lnTo>
                  <a:lnTo>
                    <a:pt x="6012163" y="603974"/>
                  </a:lnTo>
                  <a:lnTo>
                    <a:pt x="6012823" y="585966"/>
                  </a:lnTo>
                  <a:lnTo>
                    <a:pt x="6013484" y="603736"/>
                  </a:lnTo>
                  <a:lnTo>
                    <a:pt x="6014144" y="597466"/>
                  </a:lnTo>
                  <a:lnTo>
                    <a:pt x="6014805" y="598603"/>
                  </a:lnTo>
                  <a:lnTo>
                    <a:pt x="6015465" y="603531"/>
                  </a:lnTo>
                  <a:lnTo>
                    <a:pt x="6016126" y="608521"/>
                  </a:lnTo>
                  <a:lnTo>
                    <a:pt x="6016786" y="590904"/>
                  </a:lnTo>
                  <a:lnTo>
                    <a:pt x="6017447" y="601296"/>
                  </a:lnTo>
                  <a:lnTo>
                    <a:pt x="6018108" y="612232"/>
                  </a:lnTo>
                  <a:lnTo>
                    <a:pt x="6018768" y="612232"/>
                  </a:lnTo>
                  <a:lnTo>
                    <a:pt x="6019429" y="619309"/>
                  </a:lnTo>
                  <a:lnTo>
                    <a:pt x="6020089" y="616687"/>
                  </a:lnTo>
                  <a:lnTo>
                    <a:pt x="6020750" y="597949"/>
                  </a:lnTo>
                  <a:lnTo>
                    <a:pt x="6021410" y="592266"/>
                  </a:lnTo>
                  <a:lnTo>
                    <a:pt x="6022071" y="605051"/>
                  </a:lnTo>
                  <a:lnTo>
                    <a:pt x="6022731" y="601354"/>
                  </a:lnTo>
                  <a:lnTo>
                    <a:pt x="6023392" y="597466"/>
                  </a:lnTo>
                  <a:lnTo>
                    <a:pt x="6024052" y="590904"/>
                  </a:lnTo>
                  <a:lnTo>
                    <a:pt x="6024713" y="606190"/>
                  </a:lnTo>
                  <a:lnTo>
                    <a:pt x="6025373" y="602101"/>
                  </a:lnTo>
                  <a:lnTo>
                    <a:pt x="6026034" y="618228"/>
                  </a:lnTo>
                  <a:lnTo>
                    <a:pt x="6026694" y="619309"/>
                  </a:lnTo>
                  <a:lnTo>
                    <a:pt x="6027355" y="614382"/>
                  </a:lnTo>
                  <a:lnTo>
                    <a:pt x="6028016" y="615296"/>
                  </a:lnTo>
                  <a:lnTo>
                    <a:pt x="6028676" y="619280"/>
                  </a:lnTo>
                  <a:lnTo>
                    <a:pt x="6029337" y="618199"/>
                  </a:lnTo>
                  <a:lnTo>
                    <a:pt x="6029997" y="602280"/>
                  </a:lnTo>
                  <a:lnTo>
                    <a:pt x="6030658" y="598420"/>
                  </a:lnTo>
                  <a:lnTo>
                    <a:pt x="6031318" y="614382"/>
                  </a:lnTo>
                  <a:lnTo>
                    <a:pt x="6031979" y="619309"/>
                  </a:lnTo>
                  <a:lnTo>
                    <a:pt x="6032639" y="611396"/>
                  </a:lnTo>
                  <a:lnTo>
                    <a:pt x="6033300" y="606190"/>
                  </a:lnTo>
                  <a:lnTo>
                    <a:pt x="6033960" y="618228"/>
                  </a:lnTo>
                  <a:lnTo>
                    <a:pt x="6034621" y="615851"/>
                  </a:lnTo>
                  <a:lnTo>
                    <a:pt x="6035281" y="604809"/>
                  </a:lnTo>
                  <a:lnTo>
                    <a:pt x="6035942" y="610396"/>
                  </a:lnTo>
                  <a:lnTo>
                    <a:pt x="6036602" y="617529"/>
                  </a:lnTo>
                  <a:lnTo>
                    <a:pt x="6037263" y="617529"/>
                  </a:lnTo>
                  <a:lnTo>
                    <a:pt x="6037923" y="617529"/>
                  </a:lnTo>
                  <a:lnTo>
                    <a:pt x="6038584" y="619280"/>
                  </a:lnTo>
                  <a:lnTo>
                    <a:pt x="6039245" y="619280"/>
                  </a:lnTo>
                  <a:lnTo>
                    <a:pt x="6039905" y="619280"/>
                  </a:lnTo>
                  <a:lnTo>
                    <a:pt x="6040566" y="618809"/>
                  </a:lnTo>
                  <a:lnTo>
                    <a:pt x="6041226" y="619280"/>
                  </a:lnTo>
                  <a:lnTo>
                    <a:pt x="6041887" y="619280"/>
                  </a:lnTo>
                  <a:lnTo>
                    <a:pt x="6042547" y="619280"/>
                  </a:lnTo>
                  <a:lnTo>
                    <a:pt x="6043208" y="619280"/>
                  </a:lnTo>
                  <a:lnTo>
                    <a:pt x="6043868" y="619309"/>
                  </a:lnTo>
                  <a:lnTo>
                    <a:pt x="6044529" y="618838"/>
                  </a:lnTo>
                  <a:lnTo>
                    <a:pt x="6045189" y="611032"/>
                  </a:lnTo>
                  <a:lnTo>
                    <a:pt x="6045850" y="592266"/>
                  </a:lnTo>
                  <a:lnTo>
                    <a:pt x="6046510" y="591803"/>
                  </a:lnTo>
                  <a:lnTo>
                    <a:pt x="6047171" y="619309"/>
                  </a:lnTo>
                  <a:lnTo>
                    <a:pt x="6047831" y="619301"/>
                  </a:lnTo>
                  <a:lnTo>
                    <a:pt x="6048492" y="619309"/>
                  </a:lnTo>
                  <a:lnTo>
                    <a:pt x="6049153" y="601621"/>
                  </a:lnTo>
                  <a:lnTo>
                    <a:pt x="6049813" y="588459"/>
                  </a:lnTo>
                  <a:lnTo>
                    <a:pt x="6050474" y="585195"/>
                  </a:lnTo>
                  <a:lnTo>
                    <a:pt x="6051134" y="610425"/>
                  </a:lnTo>
                  <a:lnTo>
                    <a:pt x="6051795" y="616704"/>
                  </a:lnTo>
                  <a:lnTo>
                    <a:pt x="6052455" y="604838"/>
                  </a:lnTo>
                  <a:lnTo>
                    <a:pt x="6053116" y="596587"/>
                  </a:lnTo>
                  <a:lnTo>
                    <a:pt x="6053776" y="585269"/>
                  </a:lnTo>
                  <a:lnTo>
                    <a:pt x="6054437" y="583278"/>
                  </a:lnTo>
                  <a:lnTo>
                    <a:pt x="6055097" y="602523"/>
                  </a:lnTo>
                  <a:lnTo>
                    <a:pt x="6055758" y="599214"/>
                  </a:lnTo>
                  <a:lnTo>
                    <a:pt x="6056418" y="580593"/>
                  </a:lnTo>
                  <a:lnTo>
                    <a:pt x="6057079" y="594152"/>
                  </a:lnTo>
                  <a:lnTo>
                    <a:pt x="6057739" y="593464"/>
                  </a:lnTo>
                  <a:lnTo>
                    <a:pt x="6058400" y="605638"/>
                  </a:lnTo>
                  <a:lnTo>
                    <a:pt x="6059061" y="618600"/>
                  </a:lnTo>
                  <a:lnTo>
                    <a:pt x="6059721" y="611312"/>
                  </a:lnTo>
                  <a:lnTo>
                    <a:pt x="6060382" y="598840"/>
                  </a:lnTo>
                  <a:lnTo>
                    <a:pt x="6061042" y="599148"/>
                  </a:lnTo>
                  <a:lnTo>
                    <a:pt x="6061703" y="598193"/>
                  </a:lnTo>
                  <a:lnTo>
                    <a:pt x="6062363" y="585087"/>
                  </a:lnTo>
                  <a:lnTo>
                    <a:pt x="6063024" y="601087"/>
                  </a:lnTo>
                  <a:lnTo>
                    <a:pt x="6063684" y="616804"/>
                  </a:lnTo>
                  <a:lnTo>
                    <a:pt x="6064345" y="606787"/>
                  </a:lnTo>
                  <a:lnTo>
                    <a:pt x="6065005" y="585183"/>
                  </a:lnTo>
                  <a:lnTo>
                    <a:pt x="6065666" y="593054"/>
                  </a:lnTo>
                  <a:lnTo>
                    <a:pt x="6066326" y="591649"/>
                  </a:lnTo>
                  <a:lnTo>
                    <a:pt x="6066987" y="579047"/>
                  </a:lnTo>
                  <a:lnTo>
                    <a:pt x="6067647" y="587589"/>
                  </a:lnTo>
                  <a:lnTo>
                    <a:pt x="6068308" y="604893"/>
                  </a:lnTo>
                  <a:lnTo>
                    <a:pt x="6068968" y="602716"/>
                  </a:lnTo>
                  <a:lnTo>
                    <a:pt x="6069629" y="591347"/>
                  </a:lnTo>
                  <a:lnTo>
                    <a:pt x="6070290" y="610425"/>
                  </a:lnTo>
                  <a:lnTo>
                    <a:pt x="6070950" y="618228"/>
                  </a:lnTo>
                  <a:lnTo>
                    <a:pt x="6071611" y="618228"/>
                  </a:lnTo>
                  <a:lnTo>
                    <a:pt x="6072271" y="617177"/>
                  </a:lnTo>
                  <a:lnTo>
                    <a:pt x="6072932" y="619280"/>
                  </a:lnTo>
                  <a:lnTo>
                    <a:pt x="6073592" y="619280"/>
                  </a:lnTo>
                  <a:lnTo>
                    <a:pt x="6074253" y="601621"/>
                  </a:lnTo>
                  <a:lnTo>
                    <a:pt x="6074913" y="574496"/>
                  </a:lnTo>
                  <a:lnTo>
                    <a:pt x="6075574" y="595544"/>
                  </a:lnTo>
                  <a:lnTo>
                    <a:pt x="6076234" y="598915"/>
                  </a:lnTo>
                  <a:lnTo>
                    <a:pt x="6076895" y="597046"/>
                  </a:lnTo>
                  <a:lnTo>
                    <a:pt x="6077555" y="587772"/>
                  </a:lnTo>
                  <a:lnTo>
                    <a:pt x="6078216" y="582786"/>
                  </a:lnTo>
                  <a:lnTo>
                    <a:pt x="6078876" y="570850"/>
                  </a:lnTo>
                  <a:lnTo>
                    <a:pt x="6079537" y="574496"/>
                  </a:lnTo>
                  <a:lnTo>
                    <a:pt x="6080198" y="590953"/>
                  </a:lnTo>
                  <a:lnTo>
                    <a:pt x="6080858" y="594690"/>
                  </a:lnTo>
                  <a:lnTo>
                    <a:pt x="6081519" y="598603"/>
                  </a:lnTo>
                  <a:lnTo>
                    <a:pt x="6082179" y="587595"/>
                  </a:lnTo>
                  <a:lnTo>
                    <a:pt x="6082840" y="585269"/>
                  </a:lnTo>
                  <a:lnTo>
                    <a:pt x="6083500" y="607361"/>
                  </a:lnTo>
                  <a:lnTo>
                    <a:pt x="6084161" y="601677"/>
                  </a:lnTo>
                  <a:lnTo>
                    <a:pt x="6084821" y="600823"/>
                  </a:lnTo>
                  <a:lnTo>
                    <a:pt x="6085482" y="588714"/>
                  </a:lnTo>
                  <a:lnTo>
                    <a:pt x="6086142" y="590721"/>
                  </a:lnTo>
                  <a:lnTo>
                    <a:pt x="6086803" y="572078"/>
                  </a:lnTo>
                  <a:lnTo>
                    <a:pt x="6087463" y="563538"/>
                  </a:lnTo>
                  <a:lnTo>
                    <a:pt x="6088124" y="591832"/>
                  </a:lnTo>
                  <a:lnTo>
                    <a:pt x="6088784" y="601657"/>
                  </a:lnTo>
                  <a:lnTo>
                    <a:pt x="6089445" y="593455"/>
                  </a:lnTo>
                  <a:lnTo>
                    <a:pt x="6090106" y="608788"/>
                  </a:lnTo>
                  <a:lnTo>
                    <a:pt x="6090766" y="606981"/>
                  </a:lnTo>
                  <a:lnTo>
                    <a:pt x="6091427" y="597632"/>
                  </a:lnTo>
                  <a:lnTo>
                    <a:pt x="6092087" y="590904"/>
                  </a:lnTo>
                  <a:lnTo>
                    <a:pt x="6092748" y="603531"/>
                  </a:lnTo>
                  <a:lnTo>
                    <a:pt x="6093408" y="601706"/>
                  </a:lnTo>
                  <a:lnTo>
                    <a:pt x="6094069" y="605582"/>
                  </a:lnTo>
                  <a:lnTo>
                    <a:pt x="6094729" y="601706"/>
                  </a:lnTo>
                  <a:lnTo>
                    <a:pt x="6095390" y="599809"/>
                  </a:lnTo>
                  <a:lnTo>
                    <a:pt x="6096050" y="612007"/>
                  </a:lnTo>
                  <a:lnTo>
                    <a:pt x="6096711" y="593326"/>
                  </a:lnTo>
                  <a:lnTo>
                    <a:pt x="6097371" y="598182"/>
                  </a:lnTo>
                  <a:lnTo>
                    <a:pt x="6098032" y="602487"/>
                  </a:lnTo>
                  <a:lnTo>
                    <a:pt x="6098692" y="601354"/>
                  </a:lnTo>
                  <a:lnTo>
                    <a:pt x="6099353" y="603531"/>
                  </a:lnTo>
                  <a:lnTo>
                    <a:pt x="6100014" y="605051"/>
                  </a:lnTo>
                  <a:lnTo>
                    <a:pt x="6100674" y="606161"/>
                  </a:lnTo>
                  <a:lnTo>
                    <a:pt x="6101335" y="614353"/>
                  </a:lnTo>
                  <a:lnTo>
                    <a:pt x="6101995" y="608492"/>
                  </a:lnTo>
                  <a:lnTo>
                    <a:pt x="6102656" y="597377"/>
                  </a:lnTo>
                  <a:lnTo>
                    <a:pt x="6103316" y="598559"/>
                  </a:lnTo>
                  <a:lnTo>
                    <a:pt x="6103977" y="606373"/>
                  </a:lnTo>
                  <a:lnTo>
                    <a:pt x="6104637" y="603794"/>
                  </a:lnTo>
                  <a:lnTo>
                    <a:pt x="6105298" y="595154"/>
                  </a:lnTo>
                  <a:lnTo>
                    <a:pt x="6105958" y="580458"/>
                  </a:lnTo>
                  <a:lnTo>
                    <a:pt x="6106619" y="576136"/>
                  </a:lnTo>
                  <a:lnTo>
                    <a:pt x="6107279" y="579087"/>
                  </a:lnTo>
                  <a:lnTo>
                    <a:pt x="6107940" y="581815"/>
                  </a:lnTo>
                  <a:lnTo>
                    <a:pt x="6108600" y="597315"/>
                  </a:lnTo>
                  <a:lnTo>
                    <a:pt x="6109261" y="615524"/>
                  </a:lnTo>
                  <a:lnTo>
                    <a:pt x="6109921" y="613164"/>
                  </a:lnTo>
                  <a:lnTo>
                    <a:pt x="6110582" y="592651"/>
                  </a:lnTo>
                  <a:lnTo>
                    <a:pt x="6111243" y="590635"/>
                  </a:lnTo>
                  <a:lnTo>
                    <a:pt x="6111903" y="603974"/>
                  </a:lnTo>
                  <a:lnTo>
                    <a:pt x="6112564" y="592266"/>
                  </a:lnTo>
                  <a:lnTo>
                    <a:pt x="6113224" y="604893"/>
                  </a:lnTo>
                  <a:lnTo>
                    <a:pt x="6113885" y="614060"/>
                  </a:lnTo>
                  <a:lnTo>
                    <a:pt x="6114545" y="614960"/>
                  </a:lnTo>
                  <a:lnTo>
                    <a:pt x="6115206" y="607390"/>
                  </a:lnTo>
                  <a:lnTo>
                    <a:pt x="6115866" y="585966"/>
                  </a:lnTo>
                  <a:lnTo>
                    <a:pt x="6116527" y="598366"/>
                  </a:lnTo>
                  <a:lnTo>
                    <a:pt x="6117187" y="619309"/>
                  </a:lnTo>
                  <a:lnTo>
                    <a:pt x="6117848" y="619309"/>
                  </a:lnTo>
                  <a:lnTo>
                    <a:pt x="6118508" y="619309"/>
                  </a:lnTo>
                  <a:lnTo>
                    <a:pt x="6119169" y="619309"/>
                  </a:lnTo>
                  <a:lnTo>
                    <a:pt x="6119829" y="617010"/>
                  </a:lnTo>
                  <a:lnTo>
                    <a:pt x="6120490" y="617010"/>
                  </a:lnTo>
                  <a:lnTo>
                    <a:pt x="6121151" y="599492"/>
                  </a:lnTo>
                  <a:lnTo>
                    <a:pt x="6121811" y="571544"/>
                  </a:lnTo>
                  <a:lnTo>
                    <a:pt x="6122472" y="576907"/>
                  </a:lnTo>
                  <a:lnTo>
                    <a:pt x="6123132" y="600934"/>
                  </a:lnTo>
                  <a:lnTo>
                    <a:pt x="6123793" y="576479"/>
                  </a:lnTo>
                  <a:lnTo>
                    <a:pt x="6124453" y="576681"/>
                  </a:lnTo>
                  <a:lnTo>
                    <a:pt x="6125114" y="574179"/>
                  </a:lnTo>
                  <a:lnTo>
                    <a:pt x="6125774" y="581674"/>
                  </a:lnTo>
                  <a:lnTo>
                    <a:pt x="6126435" y="583971"/>
                  </a:lnTo>
                  <a:lnTo>
                    <a:pt x="6127095" y="576136"/>
                  </a:lnTo>
                  <a:lnTo>
                    <a:pt x="6127756" y="582945"/>
                  </a:lnTo>
                  <a:lnTo>
                    <a:pt x="6128416" y="573976"/>
                  </a:lnTo>
                  <a:lnTo>
                    <a:pt x="6129077" y="584952"/>
                  </a:lnTo>
                  <a:lnTo>
                    <a:pt x="6129737" y="596164"/>
                  </a:lnTo>
                  <a:lnTo>
                    <a:pt x="6130398" y="578912"/>
                  </a:lnTo>
                  <a:lnTo>
                    <a:pt x="6131059" y="570890"/>
                  </a:lnTo>
                  <a:lnTo>
                    <a:pt x="6131719" y="589605"/>
                  </a:lnTo>
                  <a:lnTo>
                    <a:pt x="6132380" y="568388"/>
                  </a:lnTo>
                  <a:lnTo>
                    <a:pt x="6133040" y="575859"/>
                  </a:lnTo>
                  <a:lnTo>
                    <a:pt x="6133701" y="602844"/>
                  </a:lnTo>
                  <a:lnTo>
                    <a:pt x="6134361" y="587255"/>
                  </a:lnTo>
                  <a:lnTo>
                    <a:pt x="6135022" y="573701"/>
                  </a:lnTo>
                  <a:lnTo>
                    <a:pt x="6135682" y="598873"/>
                  </a:lnTo>
                  <a:lnTo>
                    <a:pt x="6136343" y="604787"/>
                  </a:lnTo>
                  <a:lnTo>
                    <a:pt x="6137003" y="608548"/>
                  </a:lnTo>
                  <a:lnTo>
                    <a:pt x="6137664" y="582349"/>
                  </a:lnTo>
                  <a:lnTo>
                    <a:pt x="6138324" y="546403"/>
                  </a:lnTo>
                  <a:lnTo>
                    <a:pt x="6138985" y="550739"/>
                  </a:lnTo>
                  <a:lnTo>
                    <a:pt x="6139645" y="544122"/>
                  </a:lnTo>
                  <a:lnTo>
                    <a:pt x="6140306" y="585055"/>
                  </a:lnTo>
                  <a:lnTo>
                    <a:pt x="6140966" y="566008"/>
                  </a:lnTo>
                  <a:lnTo>
                    <a:pt x="6141627" y="516243"/>
                  </a:lnTo>
                  <a:lnTo>
                    <a:pt x="6142288" y="525302"/>
                  </a:lnTo>
                  <a:lnTo>
                    <a:pt x="6142948" y="530915"/>
                  </a:lnTo>
                  <a:lnTo>
                    <a:pt x="6143609" y="535577"/>
                  </a:lnTo>
                  <a:lnTo>
                    <a:pt x="6144269" y="525369"/>
                  </a:lnTo>
                  <a:lnTo>
                    <a:pt x="6144930" y="544686"/>
                  </a:lnTo>
                  <a:lnTo>
                    <a:pt x="6145590" y="562158"/>
                  </a:lnTo>
                  <a:lnTo>
                    <a:pt x="6146251" y="566576"/>
                  </a:lnTo>
                  <a:lnTo>
                    <a:pt x="6146911" y="564038"/>
                  </a:lnTo>
                  <a:lnTo>
                    <a:pt x="6147572" y="565470"/>
                  </a:lnTo>
                  <a:lnTo>
                    <a:pt x="6148232" y="526776"/>
                  </a:lnTo>
                  <a:lnTo>
                    <a:pt x="6148893" y="529972"/>
                  </a:lnTo>
                  <a:lnTo>
                    <a:pt x="6149553" y="534291"/>
                  </a:lnTo>
                  <a:lnTo>
                    <a:pt x="6150214" y="535628"/>
                  </a:lnTo>
                  <a:lnTo>
                    <a:pt x="6150874" y="535628"/>
                  </a:lnTo>
                  <a:lnTo>
                    <a:pt x="6151535" y="563721"/>
                  </a:lnTo>
                  <a:lnTo>
                    <a:pt x="6152196" y="555125"/>
                  </a:lnTo>
                  <a:lnTo>
                    <a:pt x="6152856" y="549383"/>
                  </a:lnTo>
                  <a:lnTo>
                    <a:pt x="6153517" y="582314"/>
                  </a:lnTo>
                  <a:lnTo>
                    <a:pt x="6154177" y="545502"/>
                  </a:lnTo>
                  <a:lnTo>
                    <a:pt x="6154838" y="535990"/>
                  </a:lnTo>
                  <a:lnTo>
                    <a:pt x="6155498" y="533284"/>
                  </a:lnTo>
                  <a:lnTo>
                    <a:pt x="6156159" y="542134"/>
                  </a:lnTo>
                  <a:lnTo>
                    <a:pt x="6156819" y="536684"/>
                  </a:lnTo>
                  <a:lnTo>
                    <a:pt x="6157480" y="531329"/>
                  </a:lnTo>
                  <a:lnTo>
                    <a:pt x="6158140" y="531256"/>
                  </a:lnTo>
                  <a:lnTo>
                    <a:pt x="6158801" y="530493"/>
                  </a:lnTo>
                  <a:lnTo>
                    <a:pt x="6159461" y="528465"/>
                  </a:lnTo>
                  <a:lnTo>
                    <a:pt x="6160122" y="532058"/>
                  </a:lnTo>
                  <a:lnTo>
                    <a:pt x="6160782" y="533457"/>
                  </a:lnTo>
                  <a:lnTo>
                    <a:pt x="6161443" y="534011"/>
                  </a:lnTo>
                  <a:lnTo>
                    <a:pt x="6162104" y="539497"/>
                  </a:lnTo>
                  <a:lnTo>
                    <a:pt x="6162764" y="530332"/>
                  </a:lnTo>
                  <a:lnTo>
                    <a:pt x="6163425" y="527412"/>
                  </a:lnTo>
                  <a:lnTo>
                    <a:pt x="6164085" y="527412"/>
                  </a:lnTo>
                  <a:lnTo>
                    <a:pt x="6164746" y="535179"/>
                  </a:lnTo>
                  <a:lnTo>
                    <a:pt x="6165406" y="526760"/>
                  </a:lnTo>
                  <a:lnTo>
                    <a:pt x="6166067" y="510640"/>
                  </a:lnTo>
                  <a:lnTo>
                    <a:pt x="6166727" y="526589"/>
                  </a:lnTo>
                  <a:lnTo>
                    <a:pt x="6167388" y="553647"/>
                  </a:lnTo>
                  <a:lnTo>
                    <a:pt x="6168048" y="574439"/>
                  </a:lnTo>
                  <a:lnTo>
                    <a:pt x="6168709" y="545069"/>
                  </a:lnTo>
                  <a:lnTo>
                    <a:pt x="6169369" y="524367"/>
                  </a:lnTo>
                  <a:lnTo>
                    <a:pt x="6170030" y="530461"/>
                  </a:lnTo>
                  <a:lnTo>
                    <a:pt x="6170690" y="520866"/>
                  </a:lnTo>
                  <a:lnTo>
                    <a:pt x="6171351" y="527046"/>
                  </a:lnTo>
                  <a:lnTo>
                    <a:pt x="6172012" y="518762"/>
                  </a:lnTo>
                  <a:lnTo>
                    <a:pt x="6172672" y="518762"/>
                  </a:lnTo>
                  <a:lnTo>
                    <a:pt x="6173333" y="530279"/>
                  </a:lnTo>
                  <a:lnTo>
                    <a:pt x="6173993" y="531834"/>
                  </a:lnTo>
                  <a:lnTo>
                    <a:pt x="6174654" y="529824"/>
                  </a:lnTo>
                  <a:lnTo>
                    <a:pt x="6175314" y="531799"/>
                  </a:lnTo>
                  <a:lnTo>
                    <a:pt x="6175975" y="547280"/>
                  </a:lnTo>
                  <a:lnTo>
                    <a:pt x="6176635" y="568188"/>
                  </a:lnTo>
                  <a:lnTo>
                    <a:pt x="6177296" y="599924"/>
                  </a:lnTo>
                  <a:lnTo>
                    <a:pt x="6177956" y="584728"/>
                  </a:lnTo>
                  <a:lnTo>
                    <a:pt x="6178617" y="583856"/>
                  </a:lnTo>
                  <a:lnTo>
                    <a:pt x="6179277" y="556308"/>
                  </a:lnTo>
                  <a:lnTo>
                    <a:pt x="6179938" y="547978"/>
                  </a:lnTo>
                  <a:lnTo>
                    <a:pt x="6180598" y="541235"/>
                  </a:lnTo>
                  <a:lnTo>
                    <a:pt x="6181259" y="564873"/>
                  </a:lnTo>
                  <a:lnTo>
                    <a:pt x="6181919" y="574343"/>
                  </a:lnTo>
                  <a:lnTo>
                    <a:pt x="6182580" y="574964"/>
                  </a:lnTo>
                  <a:lnTo>
                    <a:pt x="6183241" y="559222"/>
                  </a:lnTo>
                  <a:lnTo>
                    <a:pt x="6183901" y="522948"/>
                  </a:lnTo>
                  <a:lnTo>
                    <a:pt x="6184562" y="517913"/>
                  </a:lnTo>
                  <a:lnTo>
                    <a:pt x="6185222" y="520082"/>
                  </a:lnTo>
                  <a:lnTo>
                    <a:pt x="6185883" y="523840"/>
                  </a:lnTo>
                  <a:lnTo>
                    <a:pt x="6186543" y="514733"/>
                  </a:lnTo>
                  <a:lnTo>
                    <a:pt x="6187204" y="507549"/>
                  </a:lnTo>
                  <a:lnTo>
                    <a:pt x="6187864" y="526524"/>
                  </a:lnTo>
                  <a:lnTo>
                    <a:pt x="6188525" y="522074"/>
                  </a:lnTo>
                  <a:lnTo>
                    <a:pt x="6189185" y="510963"/>
                  </a:lnTo>
                  <a:lnTo>
                    <a:pt x="6189846" y="521828"/>
                  </a:lnTo>
                  <a:lnTo>
                    <a:pt x="6190506" y="511468"/>
                  </a:lnTo>
                  <a:lnTo>
                    <a:pt x="6191167" y="498864"/>
                  </a:lnTo>
                  <a:lnTo>
                    <a:pt x="6191827" y="508092"/>
                  </a:lnTo>
                  <a:lnTo>
                    <a:pt x="6192488" y="518760"/>
                  </a:lnTo>
                  <a:lnTo>
                    <a:pt x="6193149" y="526306"/>
                  </a:lnTo>
                  <a:lnTo>
                    <a:pt x="6193809" y="530261"/>
                  </a:lnTo>
                  <a:lnTo>
                    <a:pt x="6194470" y="506039"/>
                  </a:lnTo>
                  <a:lnTo>
                    <a:pt x="6195130" y="492771"/>
                  </a:lnTo>
                  <a:lnTo>
                    <a:pt x="6195791" y="491564"/>
                  </a:lnTo>
                  <a:lnTo>
                    <a:pt x="6196451" y="481279"/>
                  </a:lnTo>
                  <a:lnTo>
                    <a:pt x="6197112" y="490790"/>
                  </a:lnTo>
                  <a:lnTo>
                    <a:pt x="6197772" y="495528"/>
                  </a:lnTo>
                  <a:lnTo>
                    <a:pt x="6198433" y="525208"/>
                  </a:lnTo>
                  <a:lnTo>
                    <a:pt x="6199093" y="492979"/>
                  </a:lnTo>
                  <a:lnTo>
                    <a:pt x="6199754" y="479578"/>
                  </a:lnTo>
                  <a:lnTo>
                    <a:pt x="6200414" y="474756"/>
                  </a:lnTo>
                  <a:lnTo>
                    <a:pt x="6201075" y="477375"/>
                  </a:lnTo>
                  <a:lnTo>
                    <a:pt x="6201735" y="469322"/>
                  </a:lnTo>
                  <a:lnTo>
                    <a:pt x="6202396" y="488146"/>
                  </a:lnTo>
                  <a:lnTo>
                    <a:pt x="6203057" y="469888"/>
                  </a:lnTo>
                  <a:lnTo>
                    <a:pt x="6203717" y="483728"/>
                  </a:lnTo>
                  <a:lnTo>
                    <a:pt x="6204378" y="475005"/>
                  </a:lnTo>
                  <a:lnTo>
                    <a:pt x="6205038" y="462152"/>
                  </a:lnTo>
                  <a:lnTo>
                    <a:pt x="6205699" y="464799"/>
                  </a:lnTo>
                  <a:lnTo>
                    <a:pt x="6206359" y="464124"/>
                  </a:lnTo>
                  <a:lnTo>
                    <a:pt x="6207020" y="452432"/>
                  </a:lnTo>
                  <a:lnTo>
                    <a:pt x="6207680" y="436660"/>
                  </a:lnTo>
                  <a:lnTo>
                    <a:pt x="6208341" y="418866"/>
                  </a:lnTo>
                  <a:lnTo>
                    <a:pt x="6209001" y="421458"/>
                  </a:lnTo>
                  <a:lnTo>
                    <a:pt x="6209662" y="413284"/>
                  </a:lnTo>
                  <a:lnTo>
                    <a:pt x="6210322" y="413344"/>
                  </a:lnTo>
                  <a:lnTo>
                    <a:pt x="6210983" y="403533"/>
                  </a:lnTo>
                  <a:lnTo>
                    <a:pt x="6211643" y="389565"/>
                  </a:lnTo>
                  <a:lnTo>
                    <a:pt x="6212304" y="373052"/>
                  </a:lnTo>
                  <a:lnTo>
                    <a:pt x="6212964" y="350209"/>
                  </a:lnTo>
                  <a:lnTo>
                    <a:pt x="6213625" y="338144"/>
                  </a:lnTo>
                  <a:lnTo>
                    <a:pt x="6214286" y="294442"/>
                  </a:lnTo>
                  <a:lnTo>
                    <a:pt x="6214946" y="243821"/>
                  </a:lnTo>
                  <a:lnTo>
                    <a:pt x="6215607" y="239038"/>
                  </a:lnTo>
                  <a:lnTo>
                    <a:pt x="6216267" y="207559"/>
                  </a:lnTo>
                  <a:lnTo>
                    <a:pt x="6216928" y="199029"/>
                  </a:lnTo>
                  <a:lnTo>
                    <a:pt x="6217588" y="201718"/>
                  </a:lnTo>
                  <a:lnTo>
                    <a:pt x="6218249" y="205401"/>
                  </a:lnTo>
                  <a:lnTo>
                    <a:pt x="6218909" y="251551"/>
                  </a:lnTo>
                  <a:lnTo>
                    <a:pt x="6219570" y="261719"/>
                  </a:lnTo>
                  <a:lnTo>
                    <a:pt x="6220230" y="297166"/>
                  </a:lnTo>
                  <a:lnTo>
                    <a:pt x="6220891" y="341923"/>
                  </a:lnTo>
                  <a:lnTo>
                    <a:pt x="6221551" y="367708"/>
                  </a:lnTo>
                  <a:lnTo>
                    <a:pt x="6222212" y="375474"/>
                  </a:lnTo>
                  <a:lnTo>
                    <a:pt x="6222872" y="407072"/>
                  </a:lnTo>
                  <a:lnTo>
                    <a:pt x="6223533" y="419984"/>
                  </a:lnTo>
                  <a:lnTo>
                    <a:pt x="6224194" y="429798"/>
                  </a:lnTo>
                  <a:lnTo>
                    <a:pt x="6224854" y="432090"/>
                  </a:lnTo>
                  <a:lnTo>
                    <a:pt x="6225515" y="440963"/>
                  </a:lnTo>
                  <a:lnTo>
                    <a:pt x="6226175" y="453103"/>
                  </a:lnTo>
                  <a:lnTo>
                    <a:pt x="6226836" y="453714"/>
                  </a:lnTo>
                  <a:lnTo>
                    <a:pt x="6227496" y="463640"/>
                  </a:lnTo>
                  <a:lnTo>
                    <a:pt x="6228157" y="574088"/>
                  </a:lnTo>
                  <a:lnTo>
                    <a:pt x="6228817" y="594292"/>
                  </a:lnTo>
                  <a:lnTo>
                    <a:pt x="6229478" y="595602"/>
                  </a:lnTo>
                  <a:lnTo>
                    <a:pt x="6230138" y="596359"/>
                  </a:lnTo>
                  <a:lnTo>
                    <a:pt x="6230799" y="600554"/>
                  </a:lnTo>
                  <a:lnTo>
                    <a:pt x="6231459" y="548156"/>
                  </a:lnTo>
                  <a:lnTo>
                    <a:pt x="6232120" y="575440"/>
                  </a:lnTo>
                  <a:lnTo>
                    <a:pt x="6232780" y="589500"/>
                  </a:lnTo>
                  <a:lnTo>
                    <a:pt x="6233441" y="586179"/>
                  </a:lnTo>
                  <a:lnTo>
                    <a:pt x="6234102" y="589500"/>
                  </a:lnTo>
                  <a:lnTo>
                    <a:pt x="6234762" y="578085"/>
                  </a:lnTo>
                  <a:lnTo>
                    <a:pt x="6235423" y="551033"/>
                  </a:lnTo>
                  <a:lnTo>
                    <a:pt x="6236083" y="578528"/>
                  </a:lnTo>
                  <a:lnTo>
                    <a:pt x="6236744" y="594292"/>
                  </a:lnTo>
                  <a:lnTo>
                    <a:pt x="6237404" y="575019"/>
                  </a:lnTo>
                  <a:lnTo>
                    <a:pt x="6238065" y="570827"/>
                  </a:lnTo>
                  <a:lnTo>
                    <a:pt x="6238725" y="536265"/>
                  </a:lnTo>
                  <a:lnTo>
                    <a:pt x="6239386" y="571926"/>
                  </a:lnTo>
                  <a:lnTo>
                    <a:pt x="6240046" y="599380"/>
                  </a:lnTo>
                  <a:lnTo>
                    <a:pt x="6240707" y="573792"/>
                  </a:lnTo>
                  <a:lnTo>
                    <a:pt x="6241367" y="561387"/>
                  </a:lnTo>
                  <a:lnTo>
                    <a:pt x="6242028" y="550751"/>
                  </a:lnTo>
                  <a:lnTo>
                    <a:pt x="6242688" y="556471"/>
                  </a:lnTo>
                  <a:lnTo>
                    <a:pt x="6243349" y="566972"/>
                  </a:lnTo>
                  <a:lnTo>
                    <a:pt x="6244010" y="564683"/>
                  </a:lnTo>
                  <a:lnTo>
                    <a:pt x="6244670" y="588457"/>
                  </a:lnTo>
                  <a:lnTo>
                    <a:pt x="6245331" y="605306"/>
                  </a:lnTo>
                  <a:lnTo>
                    <a:pt x="6245991" y="605021"/>
                  </a:lnTo>
                  <a:lnTo>
                    <a:pt x="6246652" y="595925"/>
                  </a:lnTo>
                  <a:lnTo>
                    <a:pt x="6247312" y="603275"/>
                  </a:lnTo>
                  <a:lnTo>
                    <a:pt x="6247973" y="596292"/>
                  </a:lnTo>
                  <a:lnTo>
                    <a:pt x="6248633" y="593961"/>
                  </a:lnTo>
                  <a:lnTo>
                    <a:pt x="6249294" y="593688"/>
                  </a:lnTo>
                  <a:lnTo>
                    <a:pt x="6249954" y="596241"/>
                  </a:lnTo>
                  <a:lnTo>
                    <a:pt x="6250615" y="599637"/>
                  </a:lnTo>
                  <a:lnTo>
                    <a:pt x="6251275" y="597476"/>
                  </a:lnTo>
                  <a:lnTo>
                    <a:pt x="6251936" y="596263"/>
                  </a:lnTo>
                  <a:lnTo>
                    <a:pt x="6252596" y="594200"/>
                  </a:lnTo>
                  <a:lnTo>
                    <a:pt x="6253257" y="584208"/>
                  </a:lnTo>
                  <a:lnTo>
                    <a:pt x="6253917" y="590055"/>
                  </a:lnTo>
                  <a:lnTo>
                    <a:pt x="6254578" y="599610"/>
                  </a:lnTo>
                  <a:lnTo>
                    <a:pt x="6255239" y="603622"/>
                  </a:lnTo>
                  <a:lnTo>
                    <a:pt x="6255899" y="600721"/>
                  </a:lnTo>
                  <a:lnTo>
                    <a:pt x="6256560" y="582388"/>
                  </a:lnTo>
                  <a:lnTo>
                    <a:pt x="6257220" y="541418"/>
                  </a:lnTo>
                  <a:lnTo>
                    <a:pt x="6257881" y="510222"/>
                  </a:lnTo>
                  <a:lnTo>
                    <a:pt x="6258541" y="510039"/>
                  </a:lnTo>
                  <a:lnTo>
                    <a:pt x="6259202" y="510039"/>
                  </a:lnTo>
                  <a:lnTo>
                    <a:pt x="6259862" y="523556"/>
                  </a:lnTo>
                  <a:lnTo>
                    <a:pt x="6260523" y="540680"/>
                  </a:lnTo>
                  <a:lnTo>
                    <a:pt x="6261183" y="591755"/>
                  </a:lnTo>
                  <a:lnTo>
                    <a:pt x="6261844" y="577800"/>
                  </a:lnTo>
                  <a:lnTo>
                    <a:pt x="6262504" y="554102"/>
                  </a:lnTo>
                  <a:lnTo>
                    <a:pt x="6263165" y="551730"/>
                  </a:lnTo>
                  <a:lnTo>
                    <a:pt x="6263825" y="571094"/>
                  </a:lnTo>
                  <a:lnTo>
                    <a:pt x="6264486" y="571296"/>
                  </a:lnTo>
                  <a:lnTo>
                    <a:pt x="6265147" y="576945"/>
                  </a:lnTo>
                  <a:lnTo>
                    <a:pt x="6265807" y="599596"/>
                  </a:lnTo>
                  <a:lnTo>
                    <a:pt x="6266468" y="604872"/>
                  </a:lnTo>
                  <a:lnTo>
                    <a:pt x="6267128" y="605032"/>
                  </a:lnTo>
                  <a:lnTo>
                    <a:pt x="6267789" y="589088"/>
                  </a:lnTo>
                  <a:lnTo>
                    <a:pt x="6268449" y="570909"/>
                  </a:lnTo>
                  <a:lnTo>
                    <a:pt x="6269110" y="561982"/>
                  </a:lnTo>
                  <a:lnTo>
                    <a:pt x="6269770" y="555177"/>
                  </a:lnTo>
                  <a:lnTo>
                    <a:pt x="6270431" y="571875"/>
                  </a:lnTo>
                  <a:lnTo>
                    <a:pt x="6271091" y="591130"/>
                  </a:lnTo>
                  <a:lnTo>
                    <a:pt x="6271752" y="593878"/>
                  </a:lnTo>
                  <a:lnTo>
                    <a:pt x="6272412" y="578756"/>
                  </a:lnTo>
                  <a:lnTo>
                    <a:pt x="6273073" y="579199"/>
                  </a:lnTo>
                  <a:lnTo>
                    <a:pt x="6273733" y="591447"/>
                  </a:lnTo>
                  <a:lnTo>
                    <a:pt x="6274394" y="589687"/>
                  </a:lnTo>
                  <a:lnTo>
                    <a:pt x="6275055" y="555430"/>
                  </a:lnTo>
                  <a:lnTo>
                    <a:pt x="6275715" y="585768"/>
                  </a:lnTo>
                  <a:lnTo>
                    <a:pt x="6276376" y="591930"/>
                  </a:lnTo>
                  <a:lnTo>
                    <a:pt x="6277036" y="572003"/>
                  </a:lnTo>
                  <a:lnTo>
                    <a:pt x="6277697" y="598409"/>
                  </a:lnTo>
                  <a:lnTo>
                    <a:pt x="6278357" y="597188"/>
                  </a:lnTo>
                  <a:lnTo>
                    <a:pt x="6279018" y="561256"/>
                  </a:lnTo>
                  <a:lnTo>
                    <a:pt x="6279678" y="571312"/>
                  </a:lnTo>
                  <a:lnTo>
                    <a:pt x="6280339" y="593106"/>
                  </a:lnTo>
                  <a:lnTo>
                    <a:pt x="6280999" y="578689"/>
                  </a:lnTo>
                  <a:lnTo>
                    <a:pt x="6281660" y="584227"/>
                  </a:lnTo>
                  <a:lnTo>
                    <a:pt x="6282320" y="600732"/>
                  </a:lnTo>
                  <a:lnTo>
                    <a:pt x="6282981" y="603063"/>
                  </a:lnTo>
                  <a:lnTo>
                    <a:pt x="6283641" y="588013"/>
                  </a:lnTo>
                  <a:lnTo>
                    <a:pt x="6284302" y="564858"/>
                  </a:lnTo>
                  <a:lnTo>
                    <a:pt x="6284962" y="569019"/>
                  </a:lnTo>
                  <a:lnTo>
                    <a:pt x="6285623" y="561802"/>
                  </a:lnTo>
                  <a:lnTo>
                    <a:pt x="6286284" y="546245"/>
                  </a:lnTo>
                  <a:lnTo>
                    <a:pt x="6286944" y="556719"/>
                  </a:lnTo>
                  <a:lnTo>
                    <a:pt x="6287605" y="575432"/>
                  </a:lnTo>
                  <a:lnTo>
                    <a:pt x="6288265" y="592804"/>
                  </a:lnTo>
                  <a:lnTo>
                    <a:pt x="6288926" y="592804"/>
                  </a:lnTo>
                  <a:lnTo>
                    <a:pt x="6289586" y="590345"/>
                  </a:lnTo>
                  <a:lnTo>
                    <a:pt x="6290247" y="584662"/>
                  </a:lnTo>
                  <a:lnTo>
                    <a:pt x="6290907" y="580167"/>
                  </a:lnTo>
                  <a:lnTo>
                    <a:pt x="6291568" y="575432"/>
                  </a:lnTo>
                  <a:lnTo>
                    <a:pt x="6292228" y="580167"/>
                  </a:lnTo>
                  <a:lnTo>
                    <a:pt x="6292889" y="574802"/>
                  </a:lnTo>
                  <a:lnTo>
                    <a:pt x="6293549" y="578362"/>
                  </a:lnTo>
                  <a:lnTo>
                    <a:pt x="6294210" y="591224"/>
                  </a:lnTo>
                  <a:lnTo>
                    <a:pt x="6294870" y="587415"/>
                  </a:lnTo>
                  <a:lnTo>
                    <a:pt x="6295531" y="578362"/>
                  </a:lnTo>
                  <a:lnTo>
                    <a:pt x="6296192" y="584662"/>
                  </a:lnTo>
                  <a:lnTo>
                    <a:pt x="6296852" y="579249"/>
                  </a:lnTo>
                  <a:lnTo>
                    <a:pt x="6297513" y="599661"/>
                  </a:lnTo>
                  <a:lnTo>
                    <a:pt x="6298173" y="604375"/>
                  </a:lnTo>
                  <a:lnTo>
                    <a:pt x="6298834" y="583685"/>
                  </a:lnTo>
                  <a:lnTo>
                    <a:pt x="6299494" y="602044"/>
                  </a:lnTo>
                  <a:lnTo>
                    <a:pt x="6300155" y="602255"/>
                  </a:lnTo>
                  <a:lnTo>
                    <a:pt x="6300815" y="611757"/>
                  </a:lnTo>
                  <a:lnTo>
                    <a:pt x="6301476" y="609127"/>
                  </a:lnTo>
                  <a:lnTo>
                    <a:pt x="6302136" y="592255"/>
                  </a:lnTo>
                  <a:lnTo>
                    <a:pt x="6302797" y="606244"/>
                  </a:lnTo>
                  <a:lnTo>
                    <a:pt x="6303457" y="616871"/>
                  </a:lnTo>
                  <a:lnTo>
                    <a:pt x="6304118" y="616871"/>
                  </a:lnTo>
                  <a:lnTo>
                    <a:pt x="6304778" y="611664"/>
                  </a:lnTo>
                  <a:lnTo>
                    <a:pt x="6305439" y="615834"/>
                  </a:lnTo>
                  <a:lnTo>
                    <a:pt x="6306100" y="615959"/>
                  </a:lnTo>
                  <a:lnTo>
                    <a:pt x="6306760" y="614114"/>
                  </a:lnTo>
                  <a:lnTo>
                    <a:pt x="6307421" y="614292"/>
                  </a:lnTo>
                  <a:lnTo>
                    <a:pt x="6308081" y="614386"/>
                  </a:lnTo>
                  <a:lnTo>
                    <a:pt x="6308742" y="599768"/>
                  </a:lnTo>
                  <a:lnTo>
                    <a:pt x="6309402" y="590571"/>
                  </a:lnTo>
                  <a:lnTo>
                    <a:pt x="6310063" y="594150"/>
                  </a:lnTo>
                  <a:lnTo>
                    <a:pt x="6310723" y="582515"/>
                  </a:lnTo>
                  <a:lnTo>
                    <a:pt x="6311384" y="610620"/>
                  </a:lnTo>
                  <a:lnTo>
                    <a:pt x="6312044" y="590214"/>
                  </a:lnTo>
                  <a:lnTo>
                    <a:pt x="6312705" y="556113"/>
                  </a:lnTo>
                  <a:lnTo>
                    <a:pt x="6313365" y="569070"/>
                  </a:lnTo>
                  <a:lnTo>
                    <a:pt x="6314026" y="550065"/>
                  </a:lnTo>
                  <a:lnTo>
                    <a:pt x="6314686" y="556932"/>
                  </a:lnTo>
                  <a:lnTo>
                    <a:pt x="6315347" y="596747"/>
                  </a:lnTo>
                  <a:lnTo>
                    <a:pt x="6316008" y="582619"/>
                  </a:lnTo>
                  <a:lnTo>
                    <a:pt x="6316668" y="554766"/>
                  </a:lnTo>
                  <a:lnTo>
                    <a:pt x="6317329" y="549514"/>
                  </a:lnTo>
                  <a:lnTo>
                    <a:pt x="6317989" y="578130"/>
                  </a:lnTo>
                  <a:lnTo>
                    <a:pt x="6318650" y="568100"/>
                  </a:lnTo>
                  <a:lnTo>
                    <a:pt x="6319310" y="546146"/>
                  </a:lnTo>
                  <a:lnTo>
                    <a:pt x="6319971" y="535554"/>
                  </a:lnTo>
                  <a:lnTo>
                    <a:pt x="6320631" y="535554"/>
                  </a:lnTo>
                  <a:lnTo>
                    <a:pt x="6321292" y="580801"/>
                  </a:lnTo>
                  <a:lnTo>
                    <a:pt x="6321952" y="580801"/>
                  </a:lnTo>
                  <a:lnTo>
                    <a:pt x="6322613" y="543031"/>
                  </a:lnTo>
                  <a:lnTo>
                    <a:pt x="6323273" y="541530"/>
                  </a:lnTo>
                  <a:lnTo>
                    <a:pt x="6323934" y="556692"/>
                  </a:lnTo>
                  <a:lnTo>
                    <a:pt x="6324594" y="553635"/>
                  </a:lnTo>
                  <a:lnTo>
                    <a:pt x="6325255" y="541530"/>
                  </a:lnTo>
                  <a:lnTo>
                    <a:pt x="6325915" y="553635"/>
                  </a:lnTo>
                  <a:lnTo>
                    <a:pt x="6326576" y="570025"/>
                  </a:lnTo>
                  <a:lnTo>
                    <a:pt x="6327237" y="561885"/>
                  </a:lnTo>
                  <a:lnTo>
                    <a:pt x="6327897" y="546958"/>
                  </a:lnTo>
                  <a:lnTo>
                    <a:pt x="6328558" y="532756"/>
                  </a:lnTo>
                  <a:lnTo>
                    <a:pt x="6329218" y="537862"/>
                  </a:lnTo>
                  <a:lnTo>
                    <a:pt x="6329879" y="556932"/>
                  </a:lnTo>
                  <a:lnTo>
                    <a:pt x="6330539" y="541167"/>
                  </a:lnTo>
                  <a:lnTo>
                    <a:pt x="6331200" y="541095"/>
                  </a:lnTo>
                  <a:lnTo>
                    <a:pt x="6331860" y="546146"/>
                  </a:lnTo>
                  <a:lnTo>
                    <a:pt x="6332521" y="562160"/>
                  </a:lnTo>
                  <a:lnTo>
                    <a:pt x="6333181" y="574708"/>
                  </a:lnTo>
                  <a:lnTo>
                    <a:pt x="6333842" y="586876"/>
                  </a:lnTo>
                  <a:lnTo>
                    <a:pt x="6334502" y="568559"/>
                  </a:lnTo>
                  <a:lnTo>
                    <a:pt x="6335163" y="555226"/>
                  </a:lnTo>
                  <a:lnTo>
                    <a:pt x="6335823" y="567068"/>
                  </a:lnTo>
                  <a:lnTo>
                    <a:pt x="6336484" y="598465"/>
                  </a:lnTo>
                  <a:lnTo>
                    <a:pt x="6337145" y="601532"/>
                  </a:lnTo>
                  <a:lnTo>
                    <a:pt x="6337805" y="608483"/>
                  </a:lnTo>
                  <a:lnTo>
                    <a:pt x="6338466" y="615332"/>
                  </a:lnTo>
                  <a:lnTo>
                    <a:pt x="6339126" y="615841"/>
                  </a:lnTo>
                  <a:lnTo>
                    <a:pt x="6339787" y="610914"/>
                  </a:lnTo>
                  <a:lnTo>
                    <a:pt x="6340447" y="587436"/>
                  </a:lnTo>
                  <a:lnTo>
                    <a:pt x="6341108" y="582023"/>
                  </a:lnTo>
                  <a:lnTo>
                    <a:pt x="6341768" y="595554"/>
                  </a:lnTo>
                  <a:lnTo>
                    <a:pt x="6342429" y="605053"/>
                  </a:lnTo>
                  <a:lnTo>
                    <a:pt x="6343089" y="615613"/>
                  </a:lnTo>
                  <a:lnTo>
                    <a:pt x="6343750" y="613808"/>
                  </a:lnTo>
                  <a:lnTo>
                    <a:pt x="6344410" y="610633"/>
                  </a:lnTo>
                  <a:lnTo>
                    <a:pt x="6345071" y="615089"/>
                  </a:lnTo>
                  <a:lnTo>
                    <a:pt x="6345731" y="615332"/>
                  </a:lnTo>
                  <a:lnTo>
                    <a:pt x="6346392" y="615559"/>
                  </a:lnTo>
                  <a:lnTo>
                    <a:pt x="6347053" y="614760"/>
                  </a:lnTo>
                  <a:lnTo>
                    <a:pt x="6347713" y="614089"/>
                  </a:lnTo>
                  <a:lnTo>
                    <a:pt x="6348374" y="603922"/>
                  </a:lnTo>
                  <a:lnTo>
                    <a:pt x="6349034" y="582941"/>
                  </a:lnTo>
                  <a:lnTo>
                    <a:pt x="6349695" y="611339"/>
                  </a:lnTo>
                  <a:lnTo>
                    <a:pt x="6350355" y="615129"/>
                  </a:lnTo>
                  <a:lnTo>
                    <a:pt x="6351016" y="612142"/>
                  </a:lnTo>
                  <a:lnTo>
                    <a:pt x="6351676" y="587195"/>
                  </a:lnTo>
                  <a:lnTo>
                    <a:pt x="6352337" y="580895"/>
                  </a:lnTo>
                  <a:lnTo>
                    <a:pt x="6352997" y="604812"/>
                  </a:lnTo>
                  <a:lnTo>
                    <a:pt x="6353658" y="606716"/>
                  </a:lnTo>
                  <a:lnTo>
                    <a:pt x="6354318" y="604812"/>
                  </a:lnTo>
                  <a:lnTo>
                    <a:pt x="6354979" y="605680"/>
                  </a:lnTo>
                  <a:lnTo>
                    <a:pt x="6355639" y="600847"/>
                  </a:lnTo>
                  <a:lnTo>
                    <a:pt x="6356300" y="600847"/>
                  </a:lnTo>
                  <a:lnTo>
                    <a:pt x="6356960" y="603400"/>
                  </a:lnTo>
                  <a:lnTo>
                    <a:pt x="6357621" y="608242"/>
                  </a:lnTo>
                  <a:lnTo>
                    <a:pt x="6358282" y="613848"/>
                  </a:lnTo>
                  <a:lnTo>
                    <a:pt x="6358942" y="613496"/>
                  </a:lnTo>
                  <a:lnTo>
                    <a:pt x="6359603" y="611116"/>
                  </a:lnTo>
                  <a:lnTo>
                    <a:pt x="6360263" y="586875"/>
                  </a:lnTo>
                  <a:lnTo>
                    <a:pt x="6360924" y="580132"/>
                  </a:lnTo>
                  <a:lnTo>
                    <a:pt x="6361584" y="604048"/>
                  </a:lnTo>
                  <a:lnTo>
                    <a:pt x="6362245" y="604287"/>
                  </a:lnTo>
                  <a:lnTo>
                    <a:pt x="6362905" y="566886"/>
                  </a:lnTo>
                  <a:lnTo>
                    <a:pt x="6363566" y="534388"/>
                  </a:lnTo>
                  <a:lnTo>
                    <a:pt x="6364226" y="552899"/>
                  </a:lnTo>
                  <a:lnTo>
                    <a:pt x="6364887" y="589929"/>
                  </a:lnTo>
                  <a:lnTo>
                    <a:pt x="6365547" y="576315"/>
                  </a:lnTo>
                  <a:lnTo>
                    <a:pt x="6366208" y="546119"/>
                  </a:lnTo>
                  <a:lnTo>
                    <a:pt x="6366868" y="531633"/>
                  </a:lnTo>
                  <a:lnTo>
                    <a:pt x="6367529" y="543424"/>
                  </a:lnTo>
                  <a:lnTo>
                    <a:pt x="6368190" y="527314"/>
                  </a:lnTo>
                  <a:lnTo>
                    <a:pt x="6368850" y="505522"/>
                  </a:lnTo>
                  <a:lnTo>
                    <a:pt x="6369511" y="502695"/>
                  </a:lnTo>
                  <a:lnTo>
                    <a:pt x="6370171" y="502260"/>
                  </a:lnTo>
                  <a:lnTo>
                    <a:pt x="6370832" y="505088"/>
                  </a:lnTo>
                  <a:lnTo>
                    <a:pt x="6371492" y="516605"/>
                  </a:lnTo>
                  <a:lnTo>
                    <a:pt x="6372153" y="542989"/>
                  </a:lnTo>
                  <a:lnTo>
                    <a:pt x="6372813" y="560690"/>
                  </a:lnTo>
                  <a:lnTo>
                    <a:pt x="6373474" y="520654"/>
                  </a:lnTo>
                  <a:lnTo>
                    <a:pt x="6374134" y="516605"/>
                  </a:lnTo>
                  <a:lnTo>
                    <a:pt x="6374795" y="526879"/>
                  </a:lnTo>
                  <a:lnTo>
                    <a:pt x="6375455" y="523647"/>
                  </a:lnTo>
                  <a:lnTo>
                    <a:pt x="6376116" y="526879"/>
                  </a:lnTo>
                  <a:lnTo>
                    <a:pt x="6376776" y="524222"/>
                  </a:lnTo>
                  <a:lnTo>
                    <a:pt x="6377437" y="519795"/>
                  </a:lnTo>
                  <a:lnTo>
                    <a:pt x="6378098" y="561006"/>
                  </a:lnTo>
                  <a:lnTo>
                    <a:pt x="6378758" y="589050"/>
                  </a:lnTo>
                  <a:lnTo>
                    <a:pt x="6379419" y="564361"/>
                  </a:lnTo>
                  <a:lnTo>
                    <a:pt x="6380079" y="535938"/>
                  </a:lnTo>
                  <a:lnTo>
                    <a:pt x="6380740" y="540760"/>
                  </a:lnTo>
                  <a:lnTo>
                    <a:pt x="6381400" y="533159"/>
                  </a:lnTo>
                  <a:lnTo>
                    <a:pt x="6382061" y="539601"/>
                  </a:lnTo>
                  <a:lnTo>
                    <a:pt x="6382721" y="544228"/>
                  </a:lnTo>
                  <a:lnTo>
                    <a:pt x="6383382" y="542302"/>
                  </a:lnTo>
                  <a:lnTo>
                    <a:pt x="6384042" y="590875"/>
                  </a:lnTo>
                  <a:lnTo>
                    <a:pt x="6384703" y="611250"/>
                  </a:lnTo>
                  <a:lnTo>
                    <a:pt x="6385363" y="602490"/>
                  </a:lnTo>
                  <a:lnTo>
                    <a:pt x="6386024" y="596255"/>
                  </a:lnTo>
                  <a:lnTo>
                    <a:pt x="6386684" y="592878"/>
                  </a:lnTo>
                  <a:lnTo>
                    <a:pt x="6387345" y="615129"/>
                  </a:lnTo>
                  <a:lnTo>
                    <a:pt x="6388006" y="615599"/>
                  </a:lnTo>
                  <a:lnTo>
                    <a:pt x="6388666" y="602704"/>
                  </a:lnTo>
                  <a:lnTo>
                    <a:pt x="6389327" y="579094"/>
                  </a:lnTo>
                  <a:lnTo>
                    <a:pt x="6389987" y="604762"/>
                  </a:lnTo>
                  <a:lnTo>
                    <a:pt x="6390648" y="614766"/>
                  </a:lnTo>
                  <a:lnTo>
                    <a:pt x="6391308" y="617475"/>
                  </a:lnTo>
                  <a:lnTo>
                    <a:pt x="6391969" y="606313"/>
                  </a:lnTo>
                  <a:lnTo>
                    <a:pt x="6392629" y="585577"/>
                  </a:lnTo>
                  <a:lnTo>
                    <a:pt x="6393290" y="588465"/>
                  </a:lnTo>
                  <a:lnTo>
                    <a:pt x="6393950" y="598413"/>
                  </a:lnTo>
                  <a:lnTo>
                    <a:pt x="6394611" y="604951"/>
                  </a:lnTo>
                  <a:lnTo>
                    <a:pt x="6395271" y="599218"/>
                  </a:lnTo>
                  <a:lnTo>
                    <a:pt x="6395932" y="576718"/>
                  </a:lnTo>
                  <a:lnTo>
                    <a:pt x="6396592" y="539602"/>
                  </a:lnTo>
                  <a:lnTo>
                    <a:pt x="6397253" y="535552"/>
                  </a:lnTo>
                  <a:lnTo>
                    <a:pt x="6397913" y="557798"/>
                  </a:lnTo>
                  <a:lnTo>
                    <a:pt x="6398574" y="559629"/>
                  </a:lnTo>
                  <a:lnTo>
                    <a:pt x="6399235" y="541565"/>
                  </a:lnTo>
                  <a:lnTo>
                    <a:pt x="6399895" y="572059"/>
                  </a:lnTo>
                  <a:lnTo>
                    <a:pt x="6400556" y="575027"/>
                  </a:lnTo>
                  <a:lnTo>
                    <a:pt x="6401216" y="555079"/>
                  </a:lnTo>
                  <a:lnTo>
                    <a:pt x="6401877" y="567609"/>
                  </a:lnTo>
                  <a:lnTo>
                    <a:pt x="6402537" y="537756"/>
                  </a:lnTo>
                  <a:lnTo>
                    <a:pt x="6403198" y="521058"/>
                  </a:lnTo>
                  <a:lnTo>
                    <a:pt x="6403858" y="492934"/>
                  </a:lnTo>
                  <a:lnTo>
                    <a:pt x="6404519" y="494841"/>
                  </a:lnTo>
                  <a:lnTo>
                    <a:pt x="6405179" y="541784"/>
                  </a:lnTo>
                  <a:lnTo>
                    <a:pt x="6405840" y="536670"/>
                  </a:lnTo>
                  <a:lnTo>
                    <a:pt x="6406500" y="529695"/>
                  </a:lnTo>
                  <a:lnTo>
                    <a:pt x="6407161" y="535751"/>
                  </a:lnTo>
                  <a:lnTo>
                    <a:pt x="6407821" y="536670"/>
                  </a:lnTo>
                  <a:lnTo>
                    <a:pt x="6408482" y="515909"/>
                  </a:lnTo>
                  <a:lnTo>
                    <a:pt x="6409143" y="531057"/>
                  </a:lnTo>
                  <a:lnTo>
                    <a:pt x="6409803" y="531057"/>
                  </a:lnTo>
                  <a:lnTo>
                    <a:pt x="6410464" y="575490"/>
                  </a:lnTo>
                  <a:lnTo>
                    <a:pt x="6411124" y="606627"/>
                  </a:lnTo>
                  <a:lnTo>
                    <a:pt x="6411785" y="608559"/>
                  </a:lnTo>
                  <a:lnTo>
                    <a:pt x="6412445" y="600721"/>
                  </a:lnTo>
                  <a:lnTo>
                    <a:pt x="6413106" y="597912"/>
                  </a:lnTo>
                  <a:lnTo>
                    <a:pt x="6413766" y="597223"/>
                  </a:lnTo>
                  <a:lnTo>
                    <a:pt x="6414427" y="551074"/>
                  </a:lnTo>
                  <a:lnTo>
                    <a:pt x="6415087" y="539637"/>
                  </a:lnTo>
                  <a:lnTo>
                    <a:pt x="6415748" y="593244"/>
                  </a:lnTo>
                  <a:lnTo>
                    <a:pt x="6416408" y="612873"/>
                  </a:lnTo>
                  <a:lnTo>
                    <a:pt x="6417069" y="612873"/>
                  </a:lnTo>
                  <a:lnTo>
                    <a:pt x="6417729" y="612424"/>
                  </a:lnTo>
                  <a:lnTo>
                    <a:pt x="6418390" y="613706"/>
                  </a:lnTo>
                  <a:lnTo>
                    <a:pt x="6419051" y="613706"/>
                  </a:lnTo>
                  <a:lnTo>
                    <a:pt x="6419711" y="613706"/>
                  </a:lnTo>
                  <a:lnTo>
                    <a:pt x="6420372" y="614463"/>
                  </a:lnTo>
                  <a:lnTo>
                    <a:pt x="6421032" y="609513"/>
                  </a:lnTo>
                  <a:lnTo>
                    <a:pt x="6421693" y="606334"/>
                  </a:lnTo>
                  <a:lnTo>
                    <a:pt x="6422353" y="598979"/>
                  </a:lnTo>
                  <a:lnTo>
                    <a:pt x="6423014" y="610258"/>
                  </a:lnTo>
                  <a:lnTo>
                    <a:pt x="6423674" y="615502"/>
                  </a:lnTo>
                  <a:lnTo>
                    <a:pt x="6424335" y="616307"/>
                  </a:lnTo>
                  <a:lnTo>
                    <a:pt x="6424995" y="616778"/>
                  </a:lnTo>
                  <a:lnTo>
                    <a:pt x="6425656" y="615026"/>
                  </a:lnTo>
                  <a:lnTo>
                    <a:pt x="6426316" y="598765"/>
                  </a:lnTo>
                  <a:lnTo>
                    <a:pt x="6426977" y="608865"/>
                  </a:lnTo>
                  <a:lnTo>
                    <a:pt x="6427637" y="587952"/>
                  </a:lnTo>
                  <a:lnTo>
                    <a:pt x="6428298" y="564151"/>
                  </a:lnTo>
                  <a:lnTo>
                    <a:pt x="6428958" y="564904"/>
                  </a:lnTo>
                  <a:lnTo>
                    <a:pt x="6429619" y="582867"/>
                  </a:lnTo>
                  <a:lnTo>
                    <a:pt x="6430280" y="568203"/>
                  </a:lnTo>
                  <a:lnTo>
                    <a:pt x="6430940" y="574586"/>
                  </a:lnTo>
                  <a:lnTo>
                    <a:pt x="6431601" y="612756"/>
                  </a:lnTo>
                  <a:lnTo>
                    <a:pt x="6432261" y="613800"/>
                  </a:lnTo>
                  <a:lnTo>
                    <a:pt x="6432922" y="609138"/>
                  </a:lnTo>
                  <a:lnTo>
                    <a:pt x="6433582" y="611287"/>
                  </a:lnTo>
                  <a:lnTo>
                    <a:pt x="6434243" y="615133"/>
                  </a:lnTo>
                  <a:lnTo>
                    <a:pt x="6434903" y="617019"/>
                  </a:lnTo>
                  <a:lnTo>
                    <a:pt x="6435564" y="609942"/>
                  </a:lnTo>
                  <a:lnTo>
                    <a:pt x="6436224" y="596732"/>
                  </a:lnTo>
                  <a:lnTo>
                    <a:pt x="6436885" y="592400"/>
                  </a:lnTo>
                  <a:lnTo>
                    <a:pt x="6437545" y="596756"/>
                  </a:lnTo>
                  <a:lnTo>
                    <a:pt x="6438206" y="576940"/>
                  </a:lnTo>
                  <a:lnTo>
                    <a:pt x="6438866" y="588614"/>
                  </a:lnTo>
                  <a:lnTo>
                    <a:pt x="6439527" y="594297"/>
                  </a:lnTo>
                  <a:lnTo>
                    <a:pt x="6440188" y="585996"/>
                  </a:lnTo>
                  <a:lnTo>
                    <a:pt x="6440848" y="597555"/>
                  </a:lnTo>
                  <a:lnTo>
                    <a:pt x="6441509" y="596512"/>
                  </a:lnTo>
                  <a:lnTo>
                    <a:pt x="6442169" y="597621"/>
                  </a:lnTo>
                  <a:lnTo>
                    <a:pt x="6442830" y="600047"/>
                  </a:lnTo>
                  <a:lnTo>
                    <a:pt x="6443490" y="586924"/>
                  </a:lnTo>
                  <a:lnTo>
                    <a:pt x="6444151" y="596904"/>
                  </a:lnTo>
                  <a:lnTo>
                    <a:pt x="6444811" y="615743"/>
                  </a:lnTo>
                  <a:lnTo>
                    <a:pt x="6445472" y="607330"/>
                  </a:lnTo>
                  <a:lnTo>
                    <a:pt x="6446132" y="596600"/>
                  </a:lnTo>
                  <a:lnTo>
                    <a:pt x="6446793" y="593695"/>
                  </a:lnTo>
                  <a:lnTo>
                    <a:pt x="6447453" y="596732"/>
                  </a:lnTo>
                  <a:lnTo>
                    <a:pt x="6448114" y="599064"/>
                  </a:lnTo>
                  <a:lnTo>
                    <a:pt x="6448774" y="583936"/>
                  </a:lnTo>
                  <a:lnTo>
                    <a:pt x="6449435" y="574002"/>
                  </a:lnTo>
                  <a:lnTo>
                    <a:pt x="6450096" y="589645"/>
                  </a:lnTo>
                  <a:lnTo>
                    <a:pt x="6450756" y="599978"/>
                  </a:lnTo>
                  <a:lnTo>
                    <a:pt x="6451417" y="601050"/>
                  </a:lnTo>
                  <a:lnTo>
                    <a:pt x="6452077" y="601328"/>
                  </a:lnTo>
                  <a:lnTo>
                    <a:pt x="6452738" y="594726"/>
                  </a:lnTo>
                  <a:lnTo>
                    <a:pt x="6453398" y="595169"/>
                  </a:lnTo>
                  <a:lnTo>
                    <a:pt x="6454059" y="612318"/>
                  </a:lnTo>
                  <a:lnTo>
                    <a:pt x="6454719" y="616774"/>
                  </a:lnTo>
                  <a:lnTo>
                    <a:pt x="6455380" y="610168"/>
                  </a:lnTo>
                  <a:lnTo>
                    <a:pt x="6456040" y="616774"/>
                  </a:lnTo>
                  <a:lnTo>
                    <a:pt x="6456701" y="616774"/>
                  </a:lnTo>
                  <a:lnTo>
                    <a:pt x="6457361" y="613261"/>
                  </a:lnTo>
                  <a:lnTo>
                    <a:pt x="6458022" y="613787"/>
                  </a:lnTo>
                  <a:lnTo>
                    <a:pt x="6458682" y="612318"/>
                  </a:lnTo>
                  <a:lnTo>
                    <a:pt x="6459343" y="603091"/>
                  </a:lnTo>
                  <a:lnTo>
                    <a:pt x="6460004" y="614066"/>
                  </a:lnTo>
                  <a:lnTo>
                    <a:pt x="6460664" y="618050"/>
                  </a:lnTo>
                  <a:lnTo>
                    <a:pt x="6461325" y="601050"/>
                  </a:lnTo>
                  <a:lnTo>
                    <a:pt x="6461985" y="602271"/>
                  </a:lnTo>
                  <a:lnTo>
                    <a:pt x="6462646" y="616298"/>
                  </a:lnTo>
                  <a:lnTo>
                    <a:pt x="6463306" y="614066"/>
                  </a:lnTo>
                  <a:lnTo>
                    <a:pt x="6463967" y="617298"/>
                  </a:lnTo>
                  <a:lnTo>
                    <a:pt x="6464627" y="617245"/>
                  </a:lnTo>
                  <a:lnTo>
                    <a:pt x="6465288" y="615141"/>
                  </a:lnTo>
                  <a:lnTo>
                    <a:pt x="6465948" y="580727"/>
                  </a:lnTo>
                  <a:lnTo>
                    <a:pt x="6466609" y="577797"/>
                  </a:lnTo>
                  <a:lnTo>
                    <a:pt x="6467269" y="575772"/>
                  </a:lnTo>
                  <a:lnTo>
                    <a:pt x="6467930" y="611151"/>
                  </a:lnTo>
                  <a:lnTo>
                    <a:pt x="6468590" y="615228"/>
                  </a:lnTo>
                  <a:lnTo>
                    <a:pt x="6469251" y="617245"/>
                  </a:lnTo>
                  <a:lnTo>
                    <a:pt x="6469911" y="614640"/>
                  </a:lnTo>
                  <a:lnTo>
                    <a:pt x="6470572" y="618050"/>
                  </a:lnTo>
                  <a:lnTo>
                    <a:pt x="6471233" y="615931"/>
                  </a:lnTo>
                  <a:lnTo>
                    <a:pt x="6471893" y="615946"/>
                  </a:lnTo>
                  <a:lnTo>
                    <a:pt x="6472554" y="597763"/>
                  </a:lnTo>
                  <a:lnTo>
                    <a:pt x="6473214" y="614066"/>
                  </a:lnTo>
                  <a:lnTo>
                    <a:pt x="6473875" y="616969"/>
                  </a:lnTo>
                  <a:lnTo>
                    <a:pt x="6474535" y="604374"/>
                  </a:lnTo>
                  <a:lnTo>
                    <a:pt x="6475196" y="597606"/>
                  </a:lnTo>
                  <a:lnTo>
                    <a:pt x="6475856" y="606724"/>
                  </a:lnTo>
                  <a:lnTo>
                    <a:pt x="6476517" y="606457"/>
                  </a:lnTo>
                  <a:lnTo>
                    <a:pt x="6477177" y="606200"/>
                  </a:lnTo>
                  <a:lnTo>
                    <a:pt x="6477838" y="589979"/>
                  </a:lnTo>
                  <a:lnTo>
                    <a:pt x="6478498" y="593431"/>
                  </a:lnTo>
                  <a:lnTo>
                    <a:pt x="6479159" y="596207"/>
                  </a:lnTo>
                  <a:lnTo>
                    <a:pt x="6479819" y="602271"/>
                  </a:lnTo>
                  <a:lnTo>
                    <a:pt x="6480480" y="599140"/>
                  </a:lnTo>
                  <a:lnTo>
                    <a:pt x="6481141" y="599674"/>
                  </a:lnTo>
                  <a:lnTo>
                    <a:pt x="6481801" y="607262"/>
                  </a:lnTo>
                  <a:lnTo>
                    <a:pt x="6482462" y="608693"/>
                  </a:lnTo>
                  <a:lnTo>
                    <a:pt x="6483122" y="602271"/>
                  </a:lnTo>
                  <a:lnTo>
                    <a:pt x="6483783" y="599140"/>
                  </a:lnTo>
                  <a:lnTo>
                    <a:pt x="6484443" y="611955"/>
                  </a:lnTo>
                  <a:lnTo>
                    <a:pt x="6485104" y="604931"/>
                  </a:lnTo>
                  <a:lnTo>
                    <a:pt x="6485764" y="585594"/>
                  </a:lnTo>
                  <a:lnTo>
                    <a:pt x="6486425" y="588119"/>
                  </a:lnTo>
                  <a:lnTo>
                    <a:pt x="6487085" y="597344"/>
                  </a:lnTo>
                  <a:lnTo>
                    <a:pt x="6487746" y="596963"/>
                  </a:lnTo>
                  <a:lnTo>
                    <a:pt x="6488406" y="602547"/>
                  </a:lnTo>
                  <a:lnTo>
                    <a:pt x="6489067" y="595328"/>
                  </a:lnTo>
                  <a:lnTo>
                    <a:pt x="6489727" y="602535"/>
                  </a:lnTo>
                  <a:lnTo>
                    <a:pt x="6490388" y="604611"/>
                  </a:lnTo>
                  <a:lnTo>
                    <a:pt x="6491049" y="599833"/>
                  </a:lnTo>
                  <a:lnTo>
                    <a:pt x="6491709" y="601115"/>
                  </a:lnTo>
                  <a:lnTo>
                    <a:pt x="6492370" y="612985"/>
                  </a:lnTo>
                  <a:lnTo>
                    <a:pt x="6493030" y="617245"/>
                  </a:lnTo>
                  <a:lnTo>
                    <a:pt x="6493691" y="615313"/>
                  </a:lnTo>
                  <a:lnTo>
                    <a:pt x="6494351" y="616614"/>
                  </a:lnTo>
                  <a:lnTo>
                    <a:pt x="6495012" y="617245"/>
                  </a:lnTo>
                  <a:lnTo>
                    <a:pt x="6495672" y="611834"/>
                  </a:lnTo>
                  <a:lnTo>
                    <a:pt x="6496333" y="604522"/>
                  </a:lnTo>
                  <a:lnTo>
                    <a:pt x="6496993" y="611547"/>
                  </a:lnTo>
                  <a:lnTo>
                    <a:pt x="6497654" y="604156"/>
                  </a:lnTo>
                  <a:lnTo>
                    <a:pt x="6498314" y="610612"/>
                  </a:lnTo>
                  <a:lnTo>
                    <a:pt x="6498975" y="615665"/>
                  </a:lnTo>
                  <a:lnTo>
                    <a:pt x="6499635" y="615385"/>
                  </a:lnTo>
                  <a:lnTo>
                    <a:pt x="6500296" y="614066"/>
                  </a:lnTo>
                  <a:lnTo>
                    <a:pt x="6500956" y="608624"/>
                  </a:lnTo>
                  <a:lnTo>
                    <a:pt x="6501617" y="586512"/>
                  </a:lnTo>
                  <a:lnTo>
                    <a:pt x="6502278" y="588999"/>
                  </a:lnTo>
                  <a:lnTo>
                    <a:pt x="6502938" y="606293"/>
                  </a:lnTo>
                  <a:lnTo>
                    <a:pt x="6503599" y="612757"/>
                  </a:lnTo>
                  <a:lnTo>
                    <a:pt x="6504259" y="613123"/>
                  </a:lnTo>
                  <a:lnTo>
                    <a:pt x="6504920" y="585594"/>
                  </a:lnTo>
                  <a:lnTo>
                    <a:pt x="6505580" y="586512"/>
                  </a:lnTo>
                  <a:lnTo>
                    <a:pt x="6506241" y="606131"/>
                  </a:lnTo>
                  <a:lnTo>
                    <a:pt x="6506901" y="599593"/>
                  </a:lnTo>
                  <a:lnTo>
                    <a:pt x="6507562" y="589645"/>
                  </a:lnTo>
                  <a:lnTo>
                    <a:pt x="6508222" y="585150"/>
                  </a:lnTo>
                  <a:lnTo>
                    <a:pt x="6508883" y="601115"/>
                  </a:lnTo>
                  <a:lnTo>
                    <a:pt x="6509543" y="612315"/>
                  </a:lnTo>
                  <a:lnTo>
                    <a:pt x="6510204" y="602477"/>
                  </a:lnTo>
                  <a:lnTo>
                    <a:pt x="6510864" y="578146"/>
                  </a:lnTo>
                  <a:lnTo>
                    <a:pt x="6511525" y="585594"/>
                  </a:lnTo>
                  <a:lnTo>
                    <a:pt x="6512186" y="613123"/>
                  </a:lnTo>
                  <a:lnTo>
                    <a:pt x="6512846" y="611691"/>
                  </a:lnTo>
                  <a:lnTo>
                    <a:pt x="6513507" y="589645"/>
                  </a:lnTo>
                  <a:lnTo>
                    <a:pt x="6514167" y="584232"/>
                  </a:lnTo>
                  <a:lnTo>
                    <a:pt x="6514828" y="568480"/>
                  </a:lnTo>
                  <a:lnTo>
                    <a:pt x="6515488" y="575999"/>
                  </a:lnTo>
                  <a:lnTo>
                    <a:pt x="6516149" y="584675"/>
                  </a:lnTo>
                  <a:lnTo>
                    <a:pt x="6516809" y="590088"/>
                  </a:lnTo>
                  <a:lnTo>
                    <a:pt x="6517470" y="574601"/>
                  </a:lnTo>
                  <a:lnTo>
                    <a:pt x="6518130" y="567763"/>
                  </a:lnTo>
                  <a:lnTo>
                    <a:pt x="6518791" y="588601"/>
                  </a:lnTo>
                  <a:lnTo>
                    <a:pt x="6519451" y="581776"/>
                  </a:lnTo>
                  <a:lnTo>
                    <a:pt x="6520112" y="571203"/>
                  </a:lnTo>
                  <a:lnTo>
                    <a:pt x="6520772" y="575999"/>
                  </a:lnTo>
                  <a:lnTo>
                    <a:pt x="6521433" y="592387"/>
                  </a:lnTo>
                  <a:lnTo>
                    <a:pt x="6522094" y="598611"/>
                  </a:lnTo>
                  <a:lnTo>
                    <a:pt x="6522754" y="599593"/>
                  </a:lnTo>
                  <a:lnTo>
                    <a:pt x="6523415" y="589645"/>
                  </a:lnTo>
                  <a:lnTo>
                    <a:pt x="6524075" y="602271"/>
                  </a:lnTo>
                  <a:lnTo>
                    <a:pt x="6524736" y="612352"/>
                  </a:lnTo>
                  <a:lnTo>
                    <a:pt x="6525396" y="570407"/>
                  </a:lnTo>
                  <a:lnTo>
                    <a:pt x="6526057" y="549128"/>
                  </a:lnTo>
                  <a:lnTo>
                    <a:pt x="6526717" y="554322"/>
                  </a:lnTo>
                  <a:lnTo>
                    <a:pt x="6527378" y="553211"/>
                  </a:lnTo>
                  <a:lnTo>
                    <a:pt x="6528038" y="577697"/>
                  </a:lnTo>
                  <a:lnTo>
                    <a:pt x="6528699" y="592890"/>
                  </a:lnTo>
                  <a:lnTo>
                    <a:pt x="6529359" y="575923"/>
                  </a:lnTo>
                  <a:lnTo>
                    <a:pt x="6530020" y="553728"/>
                  </a:lnTo>
                  <a:lnTo>
                    <a:pt x="6530680" y="561350"/>
                  </a:lnTo>
                  <a:lnTo>
                    <a:pt x="6531341" y="574197"/>
                  </a:lnTo>
                  <a:lnTo>
                    <a:pt x="6532002" y="580415"/>
                  </a:lnTo>
                  <a:lnTo>
                    <a:pt x="6532662" y="585150"/>
                  </a:lnTo>
                  <a:lnTo>
                    <a:pt x="6533323" y="604235"/>
                  </a:lnTo>
                  <a:lnTo>
                    <a:pt x="6533983" y="591007"/>
                  </a:lnTo>
                  <a:lnTo>
                    <a:pt x="6534644" y="568293"/>
                  </a:lnTo>
                  <a:lnTo>
                    <a:pt x="6535304" y="540897"/>
                  </a:lnTo>
                  <a:lnTo>
                    <a:pt x="6535965" y="530084"/>
                  </a:lnTo>
                  <a:lnTo>
                    <a:pt x="6536625" y="541410"/>
                  </a:lnTo>
                  <a:lnTo>
                    <a:pt x="6537286" y="528569"/>
                  </a:lnTo>
                  <a:lnTo>
                    <a:pt x="6537946" y="560459"/>
                  </a:lnTo>
                  <a:lnTo>
                    <a:pt x="6538607" y="576714"/>
                  </a:lnTo>
                  <a:lnTo>
                    <a:pt x="6539267" y="560754"/>
                  </a:lnTo>
                  <a:lnTo>
                    <a:pt x="6539928" y="557799"/>
                  </a:lnTo>
                  <a:lnTo>
                    <a:pt x="6540588" y="568727"/>
                  </a:lnTo>
                  <a:lnTo>
                    <a:pt x="6541249" y="559857"/>
                  </a:lnTo>
                  <a:lnTo>
                    <a:pt x="6541909" y="543008"/>
                  </a:lnTo>
                  <a:lnTo>
                    <a:pt x="6542570" y="535708"/>
                  </a:lnTo>
                  <a:lnTo>
                    <a:pt x="6543231" y="539321"/>
                  </a:lnTo>
                  <a:lnTo>
                    <a:pt x="6543891" y="563321"/>
                  </a:lnTo>
                  <a:lnTo>
                    <a:pt x="6544552" y="535695"/>
                  </a:lnTo>
                  <a:lnTo>
                    <a:pt x="6545212" y="504781"/>
                  </a:lnTo>
                  <a:lnTo>
                    <a:pt x="6545873" y="527063"/>
                  </a:lnTo>
                  <a:lnTo>
                    <a:pt x="6546533" y="545267"/>
                  </a:lnTo>
                  <a:lnTo>
                    <a:pt x="6547194" y="545674"/>
                  </a:lnTo>
                  <a:lnTo>
                    <a:pt x="6547854" y="541581"/>
                  </a:lnTo>
                  <a:lnTo>
                    <a:pt x="6548515" y="541581"/>
                  </a:lnTo>
                  <a:lnTo>
                    <a:pt x="6549175" y="552362"/>
                  </a:lnTo>
                  <a:lnTo>
                    <a:pt x="6549836" y="549518"/>
                  </a:lnTo>
                  <a:lnTo>
                    <a:pt x="6550496" y="575487"/>
                  </a:lnTo>
                  <a:lnTo>
                    <a:pt x="6551157" y="589392"/>
                  </a:lnTo>
                  <a:lnTo>
                    <a:pt x="6551817" y="552956"/>
                  </a:lnTo>
                  <a:lnTo>
                    <a:pt x="6552478" y="543733"/>
                  </a:lnTo>
                  <a:lnTo>
                    <a:pt x="6553139" y="558312"/>
                  </a:lnTo>
                  <a:lnTo>
                    <a:pt x="6553799" y="574734"/>
                  </a:lnTo>
                  <a:lnTo>
                    <a:pt x="6554460" y="539766"/>
                  </a:lnTo>
                  <a:lnTo>
                    <a:pt x="6555120" y="538668"/>
                  </a:lnTo>
                  <a:lnTo>
                    <a:pt x="6555781" y="597933"/>
                  </a:lnTo>
                  <a:lnTo>
                    <a:pt x="6556441" y="583628"/>
                  </a:lnTo>
                  <a:lnTo>
                    <a:pt x="6557102" y="573842"/>
                  </a:lnTo>
                  <a:lnTo>
                    <a:pt x="6557762" y="583850"/>
                  </a:lnTo>
                  <a:lnTo>
                    <a:pt x="6558423" y="597183"/>
                  </a:lnTo>
                  <a:lnTo>
                    <a:pt x="6559083" y="584072"/>
                  </a:lnTo>
                  <a:lnTo>
                    <a:pt x="6559744" y="582414"/>
                  </a:lnTo>
                  <a:lnTo>
                    <a:pt x="6560404" y="590846"/>
                  </a:lnTo>
                  <a:lnTo>
                    <a:pt x="6561065" y="594632"/>
                  </a:lnTo>
                  <a:lnTo>
                    <a:pt x="6561725" y="594603"/>
                  </a:lnTo>
                  <a:lnTo>
                    <a:pt x="6562386" y="570840"/>
                  </a:lnTo>
                  <a:lnTo>
                    <a:pt x="6563047" y="574368"/>
                  </a:lnTo>
                  <a:lnTo>
                    <a:pt x="6563707" y="596717"/>
                  </a:lnTo>
                  <a:lnTo>
                    <a:pt x="6564368" y="592729"/>
                  </a:lnTo>
                  <a:lnTo>
                    <a:pt x="6565028" y="589484"/>
                  </a:lnTo>
                  <a:lnTo>
                    <a:pt x="6565689" y="585433"/>
                  </a:lnTo>
                  <a:lnTo>
                    <a:pt x="6566349" y="585433"/>
                  </a:lnTo>
                  <a:lnTo>
                    <a:pt x="6567010" y="587040"/>
                  </a:lnTo>
                  <a:lnTo>
                    <a:pt x="6567670" y="575377"/>
                  </a:lnTo>
                  <a:lnTo>
                    <a:pt x="6568331" y="586352"/>
                  </a:lnTo>
                  <a:lnTo>
                    <a:pt x="6568991" y="581818"/>
                  </a:lnTo>
                  <a:lnTo>
                    <a:pt x="6569652" y="614991"/>
                  </a:lnTo>
                  <a:lnTo>
                    <a:pt x="6570312" y="609782"/>
                  </a:lnTo>
                  <a:lnTo>
                    <a:pt x="6570973" y="574346"/>
                  </a:lnTo>
                  <a:lnTo>
                    <a:pt x="6571633" y="569456"/>
                  </a:lnTo>
                  <a:lnTo>
                    <a:pt x="6572294" y="571409"/>
                  </a:lnTo>
                  <a:lnTo>
                    <a:pt x="6572954" y="595016"/>
                  </a:lnTo>
                  <a:lnTo>
                    <a:pt x="6573615" y="583484"/>
                  </a:lnTo>
                  <a:lnTo>
                    <a:pt x="6574276" y="554517"/>
                  </a:lnTo>
                  <a:lnTo>
                    <a:pt x="6574936" y="572811"/>
                  </a:lnTo>
                  <a:lnTo>
                    <a:pt x="6575597" y="577633"/>
                  </a:lnTo>
                  <a:lnTo>
                    <a:pt x="6576257" y="575593"/>
                  </a:lnTo>
                  <a:lnTo>
                    <a:pt x="6576918" y="555633"/>
                  </a:lnTo>
                  <a:lnTo>
                    <a:pt x="6577578" y="560916"/>
                  </a:lnTo>
                  <a:lnTo>
                    <a:pt x="6578239" y="537849"/>
                  </a:lnTo>
                  <a:lnTo>
                    <a:pt x="6578899" y="548258"/>
                  </a:lnTo>
                  <a:lnTo>
                    <a:pt x="6579560" y="568045"/>
                  </a:lnTo>
                  <a:lnTo>
                    <a:pt x="6580220" y="574420"/>
                  </a:lnTo>
                  <a:lnTo>
                    <a:pt x="6580881" y="563773"/>
                  </a:lnTo>
                  <a:lnTo>
                    <a:pt x="6581541" y="530248"/>
                  </a:lnTo>
                  <a:lnTo>
                    <a:pt x="6582202" y="533211"/>
                  </a:lnTo>
                  <a:lnTo>
                    <a:pt x="6582862" y="550450"/>
                  </a:lnTo>
                  <a:lnTo>
                    <a:pt x="6583523" y="548258"/>
                  </a:lnTo>
                  <a:lnTo>
                    <a:pt x="6584184" y="552051"/>
                  </a:lnTo>
                  <a:lnTo>
                    <a:pt x="6584844" y="553659"/>
                  </a:lnTo>
                  <a:lnTo>
                    <a:pt x="6585505" y="547583"/>
                  </a:lnTo>
                  <a:lnTo>
                    <a:pt x="6586165" y="533211"/>
                  </a:lnTo>
                  <a:lnTo>
                    <a:pt x="6586826" y="524923"/>
                  </a:lnTo>
                  <a:lnTo>
                    <a:pt x="6587486" y="539064"/>
                  </a:lnTo>
                  <a:lnTo>
                    <a:pt x="6588147" y="559141"/>
                  </a:lnTo>
                  <a:lnTo>
                    <a:pt x="6588807" y="568237"/>
                  </a:lnTo>
                  <a:lnTo>
                    <a:pt x="6589468" y="568237"/>
                  </a:lnTo>
                  <a:lnTo>
                    <a:pt x="6590128" y="575192"/>
                  </a:lnTo>
                  <a:lnTo>
                    <a:pt x="6590789" y="575366"/>
                  </a:lnTo>
                  <a:lnTo>
                    <a:pt x="6591449" y="576776"/>
                  </a:lnTo>
                  <a:lnTo>
                    <a:pt x="6592110" y="578810"/>
                  </a:lnTo>
                  <a:lnTo>
                    <a:pt x="6592770" y="582627"/>
                  </a:lnTo>
                  <a:lnTo>
                    <a:pt x="6593431" y="553609"/>
                  </a:lnTo>
                  <a:lnTo>
                    <a:pt x="6594092" y="558027"/>
                  </a:lnTo>
                  <a:lnTo>
                    <a:pt x="6594752" y="577448"/>
                  </a:lnTo>
                  <a:lnTo>
                    <a:pt x="6595413" y="582627"/>
                  </a:lnTo>
                  <a:lnTo>
                    <a:pt x="6596073" y="574065"/>
                  </a:lnTo>
                  <a:lnTo>
                    <a:pt x="6596734" y="580969"/>
                  </a:lnTo>
                  <a:lnTo>
                    <a:pt x="6597394" y="582184"/>
                  </a:lnTo>
                  <a:lnTo>
                    <a:pt x="6598055" y="565430"/>
                  </a:lnTo>
                  <a:lnTo>
                    <a:pt x="6598715" y="569760"/>
                  </a:lnTo>
                  <a:lnTo>
                    <a:pt x="6599376" y="549002"/>
                  </a:lnTo>
                  <a:lnTo>
                    <a:pt x="6600036" y="558522"/>
                  </a:lnTo>
                  <a:lnTo>
                    <a:pt x="6600697" y="553390"/>
                  </a:lnTo>
                  <a:lnTo>
                    <a:pt x="6601357" y="518797"/>
                  </a:lnTo>
                  <a:lnTo>
                    <a:pt x="6602018" y="511490"/>
                  </a:lnTo>
                  <a:lnTo>
                    <a:pt x="6602678" y="521906"/>
                  </a:lnTo>
                  <a:lnTo>
                    <a:pt x="6603339" y="523526"/>
                  </a:lnTo>
                  <a:lnTo>
                    <a:pt x="6603999" y="527032"/>
                  </a:lnTo>
                  <a:lnTo>
                    <a:pt x="6603999" y="627748"/>
                  </a:lnTo>
                  <a:lnTo>
                    <a:pt x="6603339" y="627748"/>
                  </a:lnTo>
                  <a:lnTo>
                    <a:pt x="6602678" y="627748"/>
                  </a:lnTo>
                  <a:lnTo>
                    <a:pt x="6602018" y="627748"/>
                  </a:lnTo>
                  <a:lnTo>
                    <a:pt x="6601357" y="627748"/>
                  </a:lnTo>
                  <a:lnTo>
                    <a:pt x="6600697" y="627748"/>
                  </a:lnTo>
                  <a:lnTo>
                    <a:pt x="6600036" y="627748"/>
                  </a:lnTo>
                  <a:lnTo>
                    <a:pt x="6599376" y="627748"/>
                  </a:lnTo>
                  <a:lnTo>
                    <a:pt x="6598715" y="627748"/>
                  </a:lnTo>
                  <a:lnTo>
                    <a:pt x="6598055" y="627748"/>
                  </a:lnTo>
                  <a:lnTo>
                    <a:pt x="6597394" y="627748"/>
                  </a:lnTo>
                  <a:lnTo>
                    <a:pt x="6596734" y="627748"/>
                  </a:lnTo>
                  <a:lnTo>
                    <a:pt x="6596073" y="627748"/>
                  </a:lnTo>
                  <a:lnTo>
                    <a:pt x="6595413" y="627748"/>
                  </a:lnTo>
                  <a:lnTo>
                    <a:pt x="6594752" y="627748"/>
                  </a:lnTo>
                  <a:lnTo>
                    <a:pt x="6594092" y="627748"/>
                  </a:lnTo>
                  <a:lnTo>
                    <a:pt x="6593431" y="627748"/>
                  </a:lnTo>
                  <a:lnTo>
                    <a:pt x="6592770" y="627748"/>
                  </a:lnTo>
                  <a:lnTo>
                    <a:pt x="6592110" y="627748"/>
                  </a:lnTo>
                  <a:lnTo>
                    <a:pt x="6591449" y="627748"/>
                  </a:lnTo>
                  <a:lnTo>
                    <a:pt x="6590789" y="627748"/>
                  </a:lnTo>
                  <a:lnTo>
                    <a:pt x="6590128" y="627748"/>
                  </a:lnTo>
                  <a:lnTo>
                    <a:pt x="6589468" y="627748"/>
                  </a:lnTo>
                  <a:lnTo>
                    <a:pt x="6588807" y="627748"/>
                  </a:lnTo>
                  <a:lnTo>
                    <a:pt x="6588147" y="627748"/>
                  </a:lnTo>
                  <a:lnTo>
                    <a:pt x="6587486" y="627748"/>
                  </a:lnTo>
                  <a:lnTo>
                    <a:pt x="6586826" y="627748"/>
                  </a:lnTo>
                  <a:lnTo>
                    <a:pt x="6586165" y="627748"/>
                  </a:lnTo>
                  <a:lnTo>
                    <a:pt x="6585505" y="627748"/>
                  </a:lnTo>
                  <a:lnTo>
                    <a:pt x="6584844" y="627748"/>
                  </a:lnTo>
                  <a:lnTo>
                    <a:pt x="6584184" y="627748"/>
                  </a:lnTo>
                  <a:lnTo>
                    <a:pt x="6583523" y="627748"/>
                  </a:lnTo>
                  <a:lnTo>
                    <a:pt x="6582862" y="627748"/>
                  </a:lnTo>
                  <a:lnTo>
                    <a:pt x="6582202" y="627748"/>
                  </a:lnTo>
                  <a:lnTo>
                    <a:pt x="6581541" y="627748"/>
                  </a:lnTo>
                  <a:lnTo>
                    <a:pt x="6580881" y="627748"/>
                  </a:lnTo>
                  <a:lnTo>
                    <a:pt x="6580220" y="627748"/>
                  </a:lnTo>
                  <a:lnTo>
                    <a:pt x="6579560" y="627748"/>
                  </a:lnTo>
                  <a:lnTo>
                    <a:pt x="6578899" y="627748"/>
                  </a:lnTo>
                  <a:lnTo>
                    <a:pt x="6578239" y="627748"/>
                  </a:lnTo>
                  <a:lnTo>
                    <a:pt x="6577578" y="627748"/>
                  </a:lnTo>
                  <a:lnTo>
                    <a:pt x="6576918" y="627748"/>
                  </a:lnTo>
                  <a:lnTo>
                    <a:pt x="6576257" y="627748"/>
                  </a:lnTo>
                  <a:lnTo>
                    <a:pt x="6575597" y="627748"/>
                  </a:lnTo>
                  <a:lnTo>
                    <a:pt x="6574936" y="627748"/>
                  </a:lnTo>
                  <a:lnTo>
                    <a:pt x="6574276" y="627748"/>
                  </a:lnTo>
                  <a:lnTo>
                    <a:pt x="6573615" y="627748"/>
                  </a:lnTo>
                  <a:lnTo>
                    <a:pt x="6572954" y="627748"/>
                  </a:lnTo>
                  <a:lnTo>
                    <a:pt x="6572294" y="627748"/>
                  </a:lnTo>
                  <a:lnTo>
                    <a:pt x="6571633" y="627748"/>
                  </a:lnTo>
                  <a:lnTo>
                    <a:pt x="6570973" y="627748"/>
                  </a:lnTo>
                  <a:lnTo>
                    <a:pt x="6570312" y="627748"/>
                  </a:lnTo>
                  <a:lnTo>
                    <a:pt x="6569652" y="627748"/>
                  </a:lnTo>
                  <a:lnTo>
                    <a:pt x="6568991" y="627748"/>
                  </a:lnTo>
                  <a:lnTo>
                    <a:pt x="6568331" y="627748"/>
                  </a:lnTo>
                  <a:lnTo>
                    <a:pt x="6567670" y="627748"/>
                  </a:lnTo>
                  <a:lnTo>
                    <a:pt x="6567010" y="627748"/>
                  </a:lnTo>
                  <a:lnTo>
                    <a:pt x="6566349" y="627748"/>
                  </a:lnTo>
                  <a:lnTo>
                    <a:pt x="6565689" y="627748"/>
                  </a:lnTo>
                  <a:lnTo>
                    <a:pt x="6565028" y="627748"/>
                  </a:lnTo>
                  <a:lnTo>
                    <a:pt x="6564368" y="627748"/>
                  </a:lnTo>
                  <a:lnTo>
                    <a:pt x="6563707" y="627748"/>
                  </a:lnTo>
                  <a:lnTo>
                    <a:pt x="6563047" y="627748"/>
                  </a:lnTo>
                  <a:lnTo>
                    <a:pt x="6562386" y="627748"/>
                  </a:lnTo>
                  <a:lnTo>
                    <a:pt x="6561725" y="627748"/>
                  </a:lnTo>
                  <a:lnTo>
                    <a:pt x="6561065" y="627748"/>
                  </a:lnTo>
                  <a:lnTo>
                    <a:pt x="6560404" y="627748"/>
                  </a:lnTo>
                  <a:lnTo>
                    <a:pt x="6559744" y="627748"/>
                  </a:lnTo>
                  <a:lnTo>
                    <a:pt x="6559083" y="627748"/>
                  </a:lnTo>
                  <a:lnTo>
                    <a:pt x="6558423" y="627748"/>
                  </a:lnTo>
                  <a:lnTo>
                    <a:pt x="6557762" y="627748"/>
                  </a:lnTo>
                  <a:lnTo>
                    <a:pt x="6557102" y="627748"/>
                  </a:lnTo>
                  <a:lnTo>
                    <a:pt x="6556441" y="627748"/>
                  </a:lnTo>
                  <a:lnTo>
                    <a:pt x="6555781" y="627748"/>
                  </a:lnTo>
                  <a:lnTo>
                    <a:pt x="6555120" y="627748"/>
                  </a:lnTo>
                  <a:lnTo>
                    <a:pt x="6554460" y="627748"/>
                  </a:lnTo>
                  <a:lnTo>
                    <a:pt x="6553799" y="627748"/>
                  </a:lnTo>
                  <a:lnTo>
                    <a:pt x="6553139" y="627748"/>
                  </a:lnTo>
                  <a:lnTo>
                    <a:pt x="6552478" y="627748"/>
                  </a:lnTo>
                  <a:lnTo>
                    <a:pt x="6551817" y="627748"/>
                  </a:lnTo>
                  <a:lnTo>
                    <a:pt x="6551157" y="627748"/>
                  </a:lnTo>
                  <a:lnTo>
                    <a:pt x="6550496" y="627748"/>
                  </a:lnTo>
                  <a:lnTo>
                    <a:pt x="6549836" y="627748"/>
                  </a:lnTo>
                  <a:lnTo>
                    <a:pt x="6549175" y="627748"/>
                  </a:lnTo>
                  <a:lnTo>
                    <a:pt x="6548515" y="627748"/>
                  </a:lnTo>
                  <a:lnTo>
                    <a:pt x="6547854" y="627748"/>
                  </a:lnTo>
                  <a:lnTo>
                    <a:pt x="6547194" y="627748"/>
                  </a:lnTo>
                  <a:lnTo>
                    <a:pt x="6546533" y="627748"/>
                  </a:lnTo>
                  <a:lnTo>
                    <a:pt x="6545873" y="627748"/>
                  </a:lnTo>
                  <a:lnTo>
                    <a:pt x="6545212" y="627748"/>
                  </a:lnTo>
                  <a:lnTo>
                    <a:pt x="6544552" y="627748"/>
                  </a:lnTo>
                  <a:lnTo>
                    <a:pt x="6543891" y="627748"/>
                  </a:lnTo>
                  <a:lnTo>
                    <a:pt x="6543231" y="627748"/>
                  </a:lnTo>
                  <a:lnTo>
                    <a:pt x="6542570" y="627748"/>
                  </a:lnTo>
                  <a:lnTo>
                    <a:pt x="6541909" y="627748"/>
                  </a:lnTo>
                  <a:lnTo>
                    <a:pt x="6541249" y="627748"/>
                  </a:lnTo>
                  <a:lnTo>
                    <a:pt x="6540588" y="627748"/>
                  </a:lnTo>
                  <a:lnTo>
                    <a:pt x="6539928" y="627748"/>
                  </a:lnTo>
                  <a:lnTo>
                    <a:pt x="6539267" y="627748"/>
                  </a:lnTo>
                  <a:lnTo>
                    <a:pt x="6538607" y="627748"/>
                  </a:lnTo>
                  <a:lnTo>
                    <a:pt x="6537946" y="627748"/>
                  </a:lnTo>
                  <a:lnTo>
                    <a:pt x="6537286" y="627748"/>
                  </a:lnTo>
                  <a:lnTo>
                    <a:pt x="6536625" y="627748"/>
                  </a:lnTo>
                  <a:lnTo>
                    <a:pt x="6535965" y="627748"/>
                  </a:lnTo>
                  <a:lnTo>
                    <a:pt x="6535304" y="627748"/>
                  </a:lnTo>
                  <a:lnTo>
                    <a:pt x="6534644" y="627748"/>
                  </a:lnTo>
                  <a:lnTo>
                    <a:pt x="6533983" y="627748"/>
                  </a:lnTo>
                  <a:lnTo>
                    <a:pt x="6533323" y="627748"/>
                  </a:lnTo>
                  <a:lnTo>
                    <a:pt x="6532662" y="627748"/>
                  </a:lnTo>
                  <a:lnTo>
                    <a:pt x="6532002" y="627748"/>
                  </a:lnTo>
                  <a:lnTo>
                    <a:pt x="6531341" y="627748"/>
                  </a:lnTo>
                  <a:lnTo>
                    <a:pt x="6530680" y="627748"/>
                  </a:lnTo>
                  <a:lnTo>
                    <a:pt x="6530020" y="627748"/>
                  </a:lnTo>
                  <a:lnTo>
                    <a:pt x="6529359" y="627748"/>
                  </a:lnTo>
                  <a:lnTo>
                    <a:pt x="6528699" y="627748"/>
                  </a:lnTo>
                  <a:lnTo>
                    <a:pt x="6528038" y="627748"/>
                  </a:lnTo>
                  <a:lnTo>
                    <a:pt x="6527378" y="627748"/>
                  </a:lnTo>
                  <a:lnTo>
                    <a:pt x="6526717" y="627748"/>
                  </a:lnTo>
                  <a:lnTo>
                    <a:pt x="6526057" y="627748"/>
                  </a:lnTo>
                  <a:lnTo>
                    <a:pt x="6525396" y="627748"/>
                  </a:lnTo>
                  <a:lnTo>
                    <a:pt x="6524736" y="627748"/>
                  </a:lnTo>
                  <a:lnTo>
                    <a:pt x="6524075" y="627748"/>
                  </a:lnTo>
                  <a:lnTo>
                    <a:pt x="6523415" y="627748"/>
                  </a:lnTo>
                  <a:lnTo>
                    <a:pt x="6522754" y="627748"/>
                  </a:lnTo>
                  <a:lnTo>
                    <a:pt x="6522094" y="627748"/>
                  </a:lnTo>
                  <a:lnTo>
                    <a:pt x="6521433" y="627748"/>
                  </a:lnTo>
                  <a:lnTo>
                    <a:pt x="6520772" y="627748"/>
                  </a:lnTo>
                  <a:lnTo>
                    <a:pt x="6520112" y="627748"/>
                  </a:lnTo>
                  <a:lnTo>
                    <a:pt x="6519451" y="627748"/>
                  </a:lnTo>
                  <a:lnTo>
                    <a:pt x="6518791" y="627748"/>
                  </a:lnTo>
                  <a:lnTo>
                    <a:pt x="6518130" y="627748"/>
                  </a:lnTo>
                  <a:lnTo>
                    <a:pt x="6517470" y="627748"/>
                  </a:lnTo>
                  <a:lnTo>
                    <a:pt x="6516809" y="627748"/>
                  </a:lnTo>
                  <a:lnTo>
                    <a:pt x="6516149" y="627748"/>
                  </a:lnTo>
                  <a:lnTo>
                    <a:pt x="6515488" y="627748"/>
                  </a:lnTo>
                  <a:lnTo>
                    <a:pt x="6514828" y="627748"/>
                  </a:lnTo>
                  <a:lnTo>
                    <a:pt x="6514167" y="627748"/>
                  </a:lnTo>
                  <a:lnTo>
                    <a:pt x="6513507" y="627748"/>
                  </a:lnTo>
                  <a:lnTo>
                    <a:pt x="6512846" y="627748"/>
                  </a:lnTo>
                  <a:lnTo>
                    <a:pt x="6512186" y="627748"/>
                  </a:lnTo>
                  <a:lnTo>
                    <a:pt x="6511525" y="627748"/>
                  </a:lnTo>
                  <a:lnTo>
                    <a:pt x="6510864" y="627748"/>
                  </a:lnTo>
                  <a:lnTo>
                    <a:pt x="6510204" y="627748"/>
                  </a:lnTo>
                  <a:lnTo>
                    <a:pt x="6509543" y="627748"/>
                  </a:lnTo>
                  <a:lnTo>
                    <a:pt x="6508883" y="627748"/>
                  </a:lnTo>
                  <a:lnTo>
                    <a:pt x="6508222" y="627748"/>
                  </a:lnTo>
                  <a:lnTo>
                    <a:pt x="6507562" y="627748"/>
                  </a:lnTo>
                  <a:lnTo>
                    <a:pt x="6506901" y="627748"/>
                  </a:lnTo>
                  <a:lnTo>
                    <a:pt x="6506241" y="627748"/>
                  </a:lnTo>
                  <a:lnTo>
                    <a:pt x="6505580" y="627748"/>
                  </a:lnTo>
                  <a:lnTo>
                    <a:pt x="6504920" y="627748"/>
                  </a:lnTo>
                  <a:lnTo>
                    <a:pt x="6504259" y="627748"/>
                  </a:lnTo>
                  <a:lnTo>
                    <a:pt x="6503599" y="627748"/>
                  </a:lnTo>
                  <a:lnTo>
                    <a:pt x="6502938" y="627748"/>
                  </a:lnTo>
                  <a:lnTo>
                    <a:pt x="6502278" y="627748"/>
                  </a:lnTo>
                  <a:lnTo>
                    <a:pt x="6501617" y="627748"/>
                  </a:lnTo>
                  <a:lnTo>
                    <a:pt x="6500956" y="627748"/>
                  </a:lnTo>
                  <a:lnTo>
                    <a:pt x="6500296" y="627748"/>
                  </a:lnTo>
                  <a:lnTo>
                    <a:pt x="6499635" y="627748"/>
                  </a:lnTo>
                  <a:lnTo>
                    <a:pt x="6498975" y="627748"/>
                  </a:lnTo>
                  <a:lnTo>
                    <a:pt x="6498314" y="627748"/>
                  </a:lnTo>
                  <a:lnTo>
                    <a:pt x="6497654" y="627748"/>
                  </a:lnTo>
                  <a:lnTo>
                    <a:pt x="6496993" y="627748"/>
                  </a:lnTo>
                  <a:lnTo>
                    <a:pt x="6496333" y="627748"/>
                  </a:lnTo>
                  <a:lnTo>
                    <a:pt x="6495672" y="627748"/>
                  </a:lnTo>
                  <a:lnTo>
                    <a:pt x="6495012" y="627748"/>
                  </a:lnTo>
                  <a:lnTo>
                    <a:pt x="6494351" y="627748"/>
                  </a:lnTo>
                  <a:lnTo>
                    <a:pt x="6493691" y="627748"/>
                  </a:lnTo>
                  <a:lnTo>
                    <a:pt x="6493030" y="627748"/>
                  </a:lnTo>
                  <a:lnTo>
                    <a:pt x="6492370" y="627748"/>
                  </a:lnTo>
                  <a:lnTo>
                    <a:pt x="6491709" y="627748"/>
                  </a:lnTo>
                  <a:lnTo>
                    <a:pt x="6491049" y="627748"/>
                  </a:lnTo>
                  <a:lnTo>
                    <a:pt x="6490388" y="627748"/>
                  </a:lnTo>
                  <a:lnTo>
                    <a:pt x="6489727" y="627748"/>
                  </a:lnTo>
                  <a:lnTo>
                    <a:pt x="6489067" y="627748"/>
                  </a:lnTo>
                  <a:lnTo>
                    <a:pt x="6488406" y="627748"/>
                  </a:lnTo>
                  <a:lnTo>
                    <a:pt x="6487746" y="627748"/>
                  </a:lnTo>
                  <a:lnTo>
                    <a:pt x="6487085" y="627748"/>
                  </a:lnTo>
                  <a:lnTo>
                    <a:pt x="6486425" y="627748"/>
                  </a:lnTo>
                  <a:lnTo>
                    <a:pt x="6485764" y="627748"/>
                  </a:lnTo>
                  <a:lnTo>
                    <a:pt x="6485104" y="627748"/>
                  </a:lnTo>
                  <a:lnTo>
                    <a:pt x="6484443" y="627748"/>
                  </a:lnTo>
                  <a:lnTo>
                    <a:pt x="6483783" y="627748"/>
                  </a:lnTo>
                  <a:lnTo>
                    <a:pt x="6483122" y="627748"/>
                  </a:lnTo>
                  <a:lnTo>
                    <a:pt x="6482462" y="627748"/>
                  </a:lnTo>
                  <a:lnTo>
                    <a:pt x="6481801" y="627748"/>
                  </a:lnTo>
                  <a:lnTo>
                    <a:pt x="6481141" y="627748"/>
                  </a:lnTo>
                  <a:lnTo>
                    <a:pt x="6480480" y="627748"/>
                  </a:lnTo>
                  <a:lnTo>
                    <a:pt x="6479819" y="627748"/>
                  </a:lnTo>
                  <a:lnTo>
                    <a:pt x="6479159" y="627748"/>
                  </a:lnTo>
                  <a:lnTo>
                    <a:pt x="6478498" y="627748"/>
                  </a:lnTo>
                  <a:lnTo>
                    <a:pt x="6477838" y="627748"/>
                  </a:lnTo>
                  <a:lnTo>
                    <a:pt x="6477177" y="627748"/>
                  </a:lnTo>
                  <a:lnTo>
                    <a:pt x="6476517" y="627748"/>
                  </a:lnTo>
                  <a:lnTo>
                    <a:pt x="6475856" y="627748"/>
                  </a:lnTo>
                  <a:lnTo>
                    <a:pt x="6475196" y="627748"/>
                  </a:lnTo>
                  <a:lnTo>
                    <a:pt x="6474535" y="627748"/>
                  </a:lnTo>
                  <a:lnTo>
                    <a:pt x="6473875" y="627748"/>
                  </a:lnTo>
                  <a:lnTo>
                    <a:pt x="6473214" y="627748"/>
                  </a:lnTo>
                  <a:lnTo>
                    <a:pt x="6472554" y="627748"/>
                  </a:lnTo>
                  <a:lnTo>
                    <a:pt x="6471893" y="627748"/>
                  </a:lnTo>
                  <a:lnTo>
                    <a:pt x="6471233" y="627748"/>
                  </a:lnTo>
                  <a:lnTo>
                    <a:pt x="6470572" y="627748"/>
                  </a:lnTo>
                  <a:lnTo>
                    <a:pt x="6469911" y="627748"/>
                  </a:lnTo>
                  <a:lnTo>
                    <a:pt x="6469251" y="627748"/>
                  </a:lnTo>
                  <a:lnTo>
                    <a:pt x="6468590" y="627748"/>
                  </a:lnTo>
                  <a:lnTo>
                    <a:pt x="6467930" y="627748"/>
                  </a:lnTo>
                  <a:lnTo>
                    <a:pt x="6467269" y="627748"/>
                  </a:lnTo>
                  <a:lnTo>
                    <a:pt x="6466609" y="627748"/>
                  </a:lnTo>
                  <a:lnTo>
                    <a:pt x="6465948" y="627748"/>
                  </a:lnTo>
                  <a:lnTo>
                    <a:pt x="6465288" y="627748"/>
                  </a:lnTo>
                  <a:lnTo>
                    <a:pt x="6464627" y="627748"/>
                  </a:lnTo>
                  <a:lnTo>
                    <a:pt x="6463967" y="627748"/>
                  </a:lnTo>
                  <a:lnTo>
                    <a:pt x="6463306" y="627748"/>
                  </a:lnTo>
                  <a:lnTo>
                    <a:pt x="6462646" y="627748"/>
                  </a:lnTo>
                  <a:lnTo>
                    <a:pt x="6461985" y="627748"/>
                  </a:lnTo>
                  <a:lnTo>
                    <a:pt x="6461325" y="627748"/>
                  </a:lnTo>
                  <a:lnTo>
                    <a:pt x="6460664" y="627748"/>
                  </a:lnTo>
                  <a:lnTo>
                    <a:pt x="6460004" y="627748"/>
                  </a:lnTo>
                  <a:lnTo>
                    <a:pt x="6459343" y="627748"/>
                  </a:lnTo>
                  <a:lnTo>
                    <a:pt x="6458682" y="627748"/>
                  </a:lnTo>
                  <a:lnTo>
                    <a:pt x="6458022" y="627748"/>
                  </a:lnTo>
                  <a:lnTo>
                    <a:pt x="6457361" y="627748"/>
                  </a:lnTo>
                  <a:lnTo>
                    <a:pt x="6456701" y="627748"/>
                  </a:lnTo>
                  <a:lnTo>
                    <a:pt x="6456040" y="627748"/>
                  </a:lnTo>
                  <a:lnTo>
                    <a:pt x="6455380" y="627748"/>
                  </a:lnTo>
                  <a:lnTo>
                    <a:pt x="6454719" y="627748"/>
                  </a:lnTo>
                  <a:lnTo>
                    <a:pt x="6454059" y="627748"/>
                  </a:lnTo>
                  <a:lnTo>
                    <a:pt x="6453398" y="627748"/>
                  </a:lnTo>
                  <a:lnTo>
                    <a:pt x="6452738" y="627748"/>
                  </a:lnTo>
                  <a:lnTo>
                    <a:pt x="6452077" y="627748"/>
                  </a:lnTo>
                  <a:lnTo>
                    <a:pt x="6451417" y="627748"/>
                  </a:lnTo>
                  <a:lnTo>
                    <a:pt x="6450756" y="627748"/>
                  </a:lnTo>
                  <a:lnTo>
                    <a:pt x="6450096" y="627748"/>
                  </a:lnTo>
                  <a:lnTo>
                    <a:pt x="6449435" y="627748"/>
                  </a:lnTo>
                  <a:lnTo>
                    <a:pt x="6448774" y="627748"/>
                  </a:lnTo>
                  <a:lnTo>
                    <a:pt x="6448114" y="627748"/>
                  </a:lnTo>
                  <a:lnTo>
                    <a:pt x="6447453" y="627748"/>
                  </a:lnTo>
                  <a:lnTo>
                    <a:pt x="6446793" y="627748"/>
                  </a:lnTo>
                  <a:lnTo>
                    <a:pt x="6446132" y="627748"/>
                  </a:lnTo>
                  <a:lnTo>
                    <a:pt x="6445472" y="627748"/>
                  </a:lnTo>
                  <a:lnTo>
                    <a:pt x="6444811" y="627748"/>
                  </a:lnTo>
                  <a:lnTo>
                    <a:pt x="6444151" y="627748"/>
                  </a:lnTo>
                  <a:lnTo>
                    <a:pt x="6443490" y="627748"/>
                  </a:lnTo>
                  <a:lnTo>
                    <a:pt x="6442830" y="627748"/>
                  </a:lnTo>
                  <a:lnTo>
                    <a:pt x="6442169" y="627748"/>
                  </a:lnTo>
                  <a:lnTo>
                    <a:pt x="6441509" y="627748"/>
                  </a:lnTo>
                  <a:lnTo>
                    <a:pt x="6440848" y="627748"/>
                  </a:lnTo>
                  <a:lnTo>
                    <a:pt x="6440188" y="627748"/>
                  </a:lnTo>
                  <a:lnTo>
                    <a:pt x="6439527" y="627748"/>
                  </a:lnTo>
                  <a:lnTo>
                    <a:pt x="6438866" y="627748"/>
                  </a:lnTo>
                  <a:lnTo>
                    <a:pt x="6438206" y="627748"/>
                  </a:lnTo>
                  <a:lnTo>
                    <a:pt x="6437545" y="627748"/>
                  </a:lnTo>
                  <a:lnTo>
                    <a:pt x="6436885" y="627748"/>
                  </a:lnTo>
                  <a:lnTo>
                    <a:pt x="6436224" y="627748"/>
                  </a:lnTo>
                  <a:lnTo>
                    <a:pt x="6435564" y="627748"/>
                  </a:lnTo>
                  <a:lnTo>
                    <a:pt x="6434903" y="627748"/>
                  </a:lnTo>
                  <a:lnTo>
                    <a:pt x="6434243" y="627748"/>
                  </a:lnTo>
                  <a:lnTo>
                    <a:pt x="6433582" y="627748"/>
                  </a:lnTo>
                  <a:lnTo>
                    <a:pt x="6432922" y="627748"/>
                  </a:lnTo>
                  <a:lnTo>
                    <a:pt x="6432261" y="627748"/>
                  </a:lnTo>
                  <a:lnTo>
                    <a:pt x="6431601" y="627748"/>
                  </a:lnTo>
                  <a:lnTo>
                    <a:pt x="6430940" y="627748"/>
                  </a:lnTo>
                  <a:lnTo>
                    <a:pt x="6430280" y="627748"/>
                  </a:lnTo>
                  <a:lnTo>
                    <a:pt x="6429619" y="627748"/>
                  </a:lnTo>
                  <a:lnTo>
                    <a:pt x="6428958" y="627748"/>
                  </a:lnTo>
                  <a:lnTo>
                    <a:pt x="6428298" y="627748"/>
                  </a:lnTo>
                  <a:lnTo>
                    <a:pt x="6427637" y="627748"/>
                  </a:lnTo>
                  <a:lnTo>
                    <a:pt x="6426977" y="627748"/>
                  </a:lnTo>
                  <a:lnTo>
                    <a:pt x="6426316" y="627748"/>
                  </a:lnTo>
                  <a:lnTo>
                    <a:pt x="6425656" y="627748"/>
                  </a:lnTo>
                  <a:lnTo>
                    <a:pt x="6424995" y="627748"/>
                  </a:lnTo>
                  <a:lnTo>
                    <a:pt x="6424335" y="627748"/>
                  </a:lnTo>
                  <a:lnTo>
                    <a:pt x="6423674" y="627748"/>
                  </a:lnTo>
                  <a:lnTo>
                    <a:pt x="6423014" y="627748"/>
                  </a:lnTo>
                  <a:lnTo>
                    <a:pt x="6422353" y="627748"/>
                  </a:lnTo>
                  <a:lnTo>
                    <a:pt x="6421693" y="627748"/>
                  </a:lnTo>
                  <a:lnTo>
                    <a:pt x="6421032" y="627748"/>
                  </a:lnTo>
                  <a:lnTo>
                    <a:pt x="6420372" y="627748"/>
                  </a:lnTo>
                  <a:lnTo>
                    <a:pt x="6419711" y="627748"/>
                  </a:lnTo>
                  <a:lnTo>
                    <a:pt x="6419051" y="627748"/>
                  </a:lnTo>
                  <a:lnTo>
                    <a:pt x="6418390" y="627748"/>
                  </a:lnTo>
                  <a:lnTo>
                    <a:pt x="6417729" y="627748"/>
                  </a:lnTo>
                  <a:lnTo>
                    <a:pt x="6417069" y="627748"/>
                  </a:lnTo>
                  <a:lnTo>
                    <a:pt x="6416408" y="627748"/>
                  </a:lnTo>
                  <a:lnTo>
                    <a:pt x="6415748" y="627748"/>
                  </a:lnTo>
                  <a:lnTo>
                    <a:pt x="6415087" y="627748"/>
                  </a:lnTo>
                  <a:lnTo>
                    <a:pt x="6414427" y="627748"/>
                  </a:lnTo>
                  <a:lnTo>
                    <a:pt x="6413766" y="627748"/>
                  </a:lnTo>
                  <a:lnTo>
                    <a:pt x="6413106" y="627748"/>
                  </a:lnTo>
                  <a:lnTo>
                    <a:pt x="6412445" y="627748"/>
                  </a:lnTo>
                  <a:lnTo>
                    <a:pt x="6411785" y="627748"/>
                  </a:lnTo>
                  <a:lnTo>
                    <a:pt x="6411124" y="627748"/>
                  </a:lnTo>
                  <a:lnTo>
                    <a:pt x="6410464" y="627748"/>
                  </a:lnTo>
                  <a:lnTo>
                    <a:pt x="6409803" y="627748"/>
                  </a:lnTo>
                  <a:lnTo>
                    <a:pt x="6409143" y="627748"/>
                  </a:lnTo>
                  <a:lnTo>
                    <a:pt x="6408482" y="627748"/>
                  </a:lnTo>
                  <a:lnTo>
                    <a:pt x="6407821" y="627748"/>
                  </a:lnTo>
                  <a:lnTo>
                    <a:pt x="6407161" y="627748"/>
                  </a:lnTo>
                  <a:lnTo>
                    <a:pt x="6406500" y="627748"/>
                  </a:lnTo>
                  <a:lnTo>
                    <a:pt x="6405840" y="627748"/>
                  </a:lnTo>
                  <a:lnTo>
                    <a:pt x="6405179" y="627748"/>
                  </a:lnTo>
                  <a:lnTo>
                    <a:pt x="6404519" y="627748"/>
                  </a:lnTo>
                  <a:lnTo>
                    <a:pt x="6403858" y="627748"/>
                  </a:lnTo>
                  <a:lnTo>
                    <a:pt x="6403198" y="627748"/>
                  </a:lnTo>
                  <a:lnTo>
                    <a:pt x="6402537" y="627748"/>
                  </a:lnTo>
                  <a:lnTo>
                    <a:pt x="6401877" y="627748"/>
                  </a:lnTo>
                  <a:lnTo>
                    <a:pt x="6401216" y="627748"/>
                  </a:lnTo>
                  <a:lnTo>
                    <a:pt x="6400556" y="627748"/>
                  </a:lnTo>
                  <a:lnTo>
                    <a:pt x="6399895" y="627748"/>
                  </a:lnTo>
                  <a:lnTo>
                    <a:pt x="6399235" y="627748"/>
                  </a:lnTo>
                  <a:lnTo>
                    <a:pt x="6398574" y="627748"/>
                  </a:lnTo>
                  <a:lnTo>
                    <a:pt x="6397913" y="627748"/>
                  </a:lnTo>
                  <a:lnTo>
                    <a:pt x="6397253" y="627748"/>
                  </a:lnTo>
                  <a:lnTo>
                    <a:pt x="6396592" y="627748"/>
                  </a:lnTo>
                  <a:lnTo>
                    <a:pt x="6395932" y="627748"/>
                  </a:lnTo>
                  <a:lnTo>
                    <a:pt x="6395271" y="627748"/>
                  </a:lnTo>
                  <a:lnTo>
                    <a:pt x="6394611" y="627748"/>
                  </a:lnTo>
                  <a:lnTo>
                    <a:pt x="6393950" y="627748"/>
                  </a:lnTo>
                  <a:lnTo>
                    <a:pt x="6393290" y="627748"/>
                  </a:lnTo>
                  <a:lnTo>
                    <a:pt x="6392629" y="627748"/>
                  </a:lnTo>
                  <a:lnTo>
                    <a:pt x="6391969" y="627748"/>
                  </a:lnTo>
                  <a:lnTo>
                    <a:pt x="6391308" y="627748"/>
                  </a:lnTo>
                  <a:lnTo>
                    <a:pt x="6390648" y="627748"/>
                  </a:lnTo>
                  <a:lnTo>
                    <a:pt x="6389987" y="627748"/>
                  </a:lnTo>
                  <a:lnTo>
                    <a:pt x="6389327" y="627748"/>
                  </a:lnTo>
                  <a:lnTo>
                    <a:pt x="6388666" y="627748"/>
                  </a:lnTo>
                  <a:lnTo>
                    <a:pt x="6388006" y="627748"/>
                  </a:lnTo>
                  <a:lnTo>
                    <a:pt x="6387345" y="627748"/>
                  </a:lnTo>
                  <a:lnTo>
                    <a:pt x="6386684" y="627748"/>
                  </a:lnTo>
                  <a:lnTo>
                    <a:pt x="6386024" y="627748"/>
                  </a:lnTo>
                  <a:lnTo>
                    <a:pt x="6385363" y="627748"/>
                  </a:lnTo>
                  <a:lnTo>
                    <a:pt x="6384703" y="627748"/>
                  </a:lnTo>
                  <a:lnTo>
                    <a:pt x="6384042" y="627748"/>
                  </a:lnTo>
                  <a:lnTo>
                    <a:pt x="6383382" y="627748"/>
                  </a:lnTo>
                  <a:lnTo>
                    <a:pt x="6382721" y="627748"/>
                  </a:lnTo>
                  <a:lnTo>
                    <a:pt x="6382061" y="627748"/>
                  </a:lnTo>
                  <a:lnTo>
                    <a:pt x="6381400" y="627748"/>
                  </a:lnTo>
                  <a:lnTo>
                    <a:pt x="6380740" y="627748"/>
                  </a:lnTo>
                  <a:lnTo>
                    <a:pt x="6380079" y="627748"/>
                  </a:lnTo>
                  <a:lnTo>
                    <a:pt x="6379419" y="627748"/>
                  </a:lnTo>
                  <a:lnTo>
                    <a:pt x="6378758" y="627748"/>
                  </a:lnTo>
                  <a:lnTo>
                    <a:pt x="6378098" y="627748"/>
                  </a:lnTo>
                  <a:lnTo>
                    <a:pt x="6377437" y="627748"/>
                  </a:lnTo>
                  <a:lnTo>
                    <a:pt x="6376776" y="627748"/>
                  </a:lnTo>
                  <a:lnTo>
                    <a:pt x="6376116" y="627748"/>
                  </a:lnTo>
                  <a:lnTo>
                    <a:pt x="6375455" y="627748"/>
                  </a:lnTo>
                  <a:lnTo>
                    <a:pt x="6374795" y="627748"/>
                  </a:lnTo>
                  <a:lnTo>
                    <a:pt x="6374134" y="627748"/>
                  </a:lnTo>
                  <a:lnTo>
                    <a:pt x="6373474" y="627748"/>
                  </a:lnTo>
                  <a:lnTo>
                    <a:pt x="6372813" y="627748"/>
                  </a:lnTo>
                  <a:lnTo>
                    <a:pt x="6372153" y="627748"/>
                  </a:lnTo>
                  <a:lnTo>
                    <a:pt x="6371492" y="627748"/>
                  </a:lnTo>
                  <a:lnTo>
                    <a:pt x="6370832" y="627748"/>
                  </a:lnTo>
                  <a:lnTo>
                    <a:pt x="6370171" y="627748"/>
                  </a:lnTo>
                  <a:lnTo>
                    <a:pt x="6369511" y="627748"/>
                  </a:lnTo>
                  <a:lnTo>
                    <a:pt x="6368850" y="627748"/>
                  </a:lnTo>
                  <a:lnTo>
                    <a:pt x="6368190" y="627748"/>
                  </a:lnTo>
                  <a:lnTo>
                    <a:pt x="6367529" y="627748"/>
                  </a:lnTo>
                  <a:lnTo>
                    <a:pt x="6366868" y="627748"/>
                  </a:lnTo>
                  <a:lnTo>
                    <a:pt x="6366208" y="627748"/>
                  </a:lnTo>
                  <a:lnTo>
                    <a:pt x="6365547" y="627748"/>
                  </a:lnTo>
                  <a:lnTo>
                    <a:pt x="6364887" y="627748"/>
                  </a:lnTo>
                  <a:lnTo>
                    <a:pt x="6364226" y="627748"/>
                  </a:lnTo>
                  <a:lnTo>
                    <a:pt x="6363566" y="627748"/>
                  </a:lnTo>
                  <a:lnTo>
                    <a:pt x="6362905" y="627748"/>
                  </a:lnTo>
                  <a:lnTo>
                    <a:pt x="6362245" y="627748"/>
                  </a:lnTo>
                  <a:lnTo>
                    <a:pt x="6361584" y="627748"/>
                  </a:lnTo>
                  <a:lnTo>
                    <a:pt x="6360924" y="627748"/>
                  </a:lnTo>
                  <a:lnTo>
                    <a:pt x="6360263" y="627748"/>
                  </a:lnTo>
                  <a:lnTo>
                    <a:pt x="6359603" y="627748"/>
                  </a:lnTo>
                  <a:lnTo>
                    <a:pt x="6358942" y="627748"/>
                  </a:lnTo>
                  <a:lnTo>
                    <a:pt x="6358282" y="627748"/>
                  </a:lnTo>
                  <a:lnTo>
                    <a:pt x="6357621" y="627748"/>
                  </a:lnTo>
                  <a:lnTo>
                    <a:pt x="6356960" y="627748"/>
                  </a:lnTo>
                  <a:lnTo>
                    <a:pt x="6356300" y="627748"/>
                  </a:lnTo>
                  <a:lnTo>
                    <a:pt x="6355639" y="627748"/>
                  </a:lnTo>
                  <a:lnTo>
                    <a:pt x="6354979" y="627748"/>
                  </a:lnTo>
                  <a:lnTo>
                    <a:pt x="6354318" y="627748"/>
                  </a:lnTo>
                  <a:lnTo>
                    <a:pt x="6353658" y="627748"/>
                  </a:lnTo>
                  <a:lnTo>
                    <a:pt x="6352997" y="627748"/>
                  </a:lnTo>
                  <a:lnTo>
                    <a:pt x="6352337" y="627748"/>
                  </a:lnTo>
                  <a:lnTo>
                    <a:pt x="6351676" y="627748"/>
                  </a:lnTo>
                  <a:lnTo>
                    <a:pt x="6351016" y="627748"/>
                  </a:lnTo>
                  <a:lnTo>
                    <a:pt x="6350355" y="627748"/>
                  </a:lnTo>
                  <a:lnTo>
                    <a:pt x="6349695" y="627748"/>
                  </a:lnTo>
                  <a:lnTo>
                    <a:pt x="6349034" y="627748"/>
                  </a:lnTo>
                  <a:lnTo>
                    <a:pt x="6348374" y="627748"/>
                  </a:lnTo>
                  <a:lnTo>
                    <a:pt x="6347713" y="627748"/>
                  </a:lnTo>
                  <a:lnTo>
                    <a:pt x="6347053" y="627748"/>
                  </a:lnTo>
                  <a:lnTo>
                    <a:pt x="6346392" y="627748"/>
                  </a:lnTo>
                  <a:lnTo>
                    <a:pt x="6345731" y="627748"/>
                  </a:lnTo>
                  <a:lnTo>
                    <a:pt x="6345071" y="627748"/>
                  </a:lnTo>
                  <a:lnTo>
                    <a:pt x="6344410" y="627748"/>
                  </a:lnTo>
                  <a:lnTo>
                    <a:pt x="6343750" y="627748"/>
                  </a:lnTo>
                  <a:lnTo>
                    <a:pt x="6343089" y="627748"/>
                  </a:lnTo>
                  <a:lnTo>
                    <a:pt x="6342429" y="627748"/>
                  </a:lnTo>
                  <a:lnTo>
                    <a:pt x="6341768" y="627748"/>
                  </a:lnTo>
                  <a:lnTo>
                    <a:pt x="6341108" y="627748"/>
                  </a:lnTo>
                  <a:lnTo>
                    <a:pt x="6340447" y="627748"/>
                  </a:lnTo>
                  <a:lnTo>
                    <a:pt x="6339787" y="627748"/>
                  </a:lnTo>
                  <a:lnTo>
                    <a:pt x="6339126" y="627748"/>
                  </a:lnTo>
                  <a:lnTo>
                    <a:pt x="6338466" y="627748"/>
                  </a:lnTo>
                  <a:lnTo>
                    <a:pt x="6337805" y="627748"/>
                  </a:lnTo>
                  <a:lnTo>
                    <a:pt x="6337145" y="627748"/>
                  </a:lnTo>
                  <a:lnTo>
                    <a:pt x="6336484" y="627748"/>
                  </a:lnTo>
                  <a:lnTo>
                    <a:pt x="6335823" y="627748"/>
                  </a:lnTo>
                  <a:lnTo>
                    <a:pt x="6335163" y="627748"/>
                  </a:lnTo>
                  <a:lnTo>
                    <a:pt x="6334502" y="627748"/>
                  </a:lnTo>
                  <a:lnTo>
                    <a:pt x="6333842" y="627748"/>
                  </a:lnTo>
                  <a:lnTo>
                    <a:pt x="6333181" y="627748"/>
                  </a:lnTo>
                  <a:lnTo>
                    <a:pt x="6332521" y="627748"/>
                  </a:lnTo>
                  <a:lnTo>
                    <a:pt x="6331860" y="627748"/>
                  </a:lnTo>
                  <a:lnTo>
                    <a:pt x="6331200" y="627748"/>
                  </a:lnTo>
                  <a:lnTo>
                    <a:pt x="6330539" y="627748"/>
                  </a:lnTo>
                  <a:lnTo>
                    <a:pt x="6329879" y="627748"/>
                  </a:lnTo>
                  <a:lnTo>
                    <a:pt x="6329218" y="627748"/>
                  </a:lnTo>
                  <a:lnTo>
                    <a:pt x="6328558" y="627748"/>
                  </a:lnTo>
                  <a:lnTo>
                    <a:pt x="6327897" y="627748"/>
                  </a:lnTo>
                  <a:lnTo>
                    <a:pt x="6327237" y="627748"/>
                  </a:lnTo>
                  <a:lnTo>
                    <a:pt x="6326576" y="627748"/>
                  </a:lnTo>
                  <a:lnTo>
                    <a:pt x="6325915" y="627748"/>
                  </a:lnTo>
                  <a:lnTo>
                    <a:pt x="6325255" y="627748"/>
                  </a:lnTo>
                  <a:lnTo>
                    <a:pt x="6324594" y="627748"/>
                  </a:lnTo>
                  <a:lnTo>
                    <a:pt x="6323934" y="627748"/>
                  </a:lnTo>
                  <a:lnTo>
                    <a:pt x="6323273" y="627748"/>
                  </a:lnTo>
                  <a:lnTo>
                    <a:pt x="6322613" y="627748"/>
                  </a:lnTo>
                  <a:lnTo>
                    <a:pt x="6321952" y="627748"/>
                  </a:lnTo>
                  <a:lnTo>
                    <a:pt x="6321292" y="627748"/>
                  </a:lnTo>
                  <a:lnTo>
                    <a:pt x="6320631" y="627748"/>
                  </a:lnTo>
                  <a:lnTo>
                    <a:pt x="6319971" y="627748"/>
                  </a:lnTo>
                  <a:lnTo>
                    <a:pt x="6319310" y="627748"/>
                  </a:lnTo>
                  <a:lnTo>
                    <a:pt x="6318650" y="627748"/>
                  </a:lnTo>
                  <a:lnTo>
                    <a:pt x="6317989" y="627748"/>
                  </a:lnTo>
                  <a:lnTo>
                    <a:pt x="6317329" y="627748"/>
                  </a:lnTo>
                  <a:lnTo>
                    <a:pt x="6316668" y="627748"/>
                  </a:lnTo>
                  <a:lnTo>
                    <a:pt x="6316008" y="627748"/>
                  </a:lnTo>
                  <a:lnTo>
                    <a:pt x="6315347" y="627748"/>
                  </a:lnTo>
                  <a:lnTo>
                    <a:pt x="6314686" y="627748"/>
                  </a:lnTo>
                  <a:lnTo>
                    <a:pt x="6314026" y="627748"/>
                  </a:lnTo>
                  <a:lnTo>
                    <a:pt x="6313365" y="627748"/>
                  </a:lnTo>
                  <a:lnTo>
                    <a:pt x="6312705" y="627748"/>
                  </a:lnTo>
                  <a:lnTo>
                    <a:pt x="6312044" y="627748"/>
                  </a:lnTo>
                  <a:lnTo>
                    <a:pt x="6311384" y="627748"/>
                  </a:lnTo>
                  <a:lnTo>
                    <a:pt x="6310723" y="627748"/>
                  </a:lnTo>
                  <a:lnTo>
                    <a:pt x="6310063" y="627748"/>
                  </a:lnTo>
                  <a:lnTo>
                    <a:pt x="6309402" y="627748"/>
                  </a:lnTo>
                  <a:lnTo>
                    <a:pt x="6308742" y="627748"/>
                  </a:lnTo>
                  <a:lnTo>
                    <a:pt x="6308081" y="627748"/>
                  </a:lnTo>
                  <a:lnTo>
                    <a:pt x="6307421" y="627748"/>
                  </a:lnTo>
                  <a:lnTo>
                    <a:pt x="6306760" y="627748"/>
                  </a:lnTo>
                  <a:lnTo>
                    <a:pt x="6306100" y="627748"/>
                  </a:lnTo>
                  <a:lnTo>
                    <a:pt x="6305439" y="627748"/>
                  </a:lnTo>
                  <a:lnTo>
                    <a:pt x="6304778" y="627748"/>
                  </a:lnTo>
                  <a:lnTo>
                    <a:pt x="6304118" y="627748"/>
                  </a:lnTo>
                  <a:lnTo>
                    <a:pt x="6303457" y="627748"/>
                  </a:lnTo>
                  <a:lnTo>
                    <a:pt x="6302797" y="627748"/>
                  </a:lnTo>
                  <a:lnTo>
                    <a:pt x="6302136" y="627748"/>
                  </a:lnTo>
                  <a:lnTo>
                    <a:pt x="6301476" y="627748"/>
                  </a:lnTo>
                  <a:lnTo>
                    <a:pt x="6300815" y="627748"/>
                  </a:lnTo>
                  <a:lnTo>
                    <a:pt x="6300155" y="627748"/>
                  </a:lnTo>
                  <a:lnTo>
                    <a:pt x="6299494" y="627748"/>
                  </a:lnTo>
                  <a:lnTo>
                    <a:pt x="6298834" y="627748"/>
                  </a:lnTo>
                  <a:lnTo>
                    <a:pt x="6298173" y="627748"/>
                  </a:lnTo>
                  <a:lnTo>
                    <a:pt x="6297513" y="627748"/>
                  </a:lnTo>
                  <a:lnTo>
                    <a:pt x="6296852" y="627748"/>
                  </a:lnTo>
                  <a:lnTo>
                    <a:pt x="6296192" y="627748"/>
                  </a:lnTo>
                  <a:lnTo>
                    <a:pt x="6295531" y="627748"/>
                  </a:lnTo>
                  <a:lnTo>
                    <a:pt x="6294870" y="627748"/>
                  </a:lnTo>
                  <a:lnTo>
                    <a:pt x="6294210" y="627748"/>
                  </a:lnTo>
                  <a:lnTo>
                    <a:pt x="6293549" y="627748"/>
                  </a:lnTo>
                  <a:lnTo>
                    <a:pt x="6292889" y="627748"/>
                  </a:lnTo>
                  <a:lnTo>
                    <a:pt x="6292228" y="627748"/>
                  </a:lnTo>
                  <a:lnTo>
                    <a:pt x="6291568" y="627748"/>
                  </a:lnTo>
                  <a:lnTo>
                    <a:pt x="6290907" y="627748"/>
                  </a:lnTo>
                  <a:lnTo>
                    <a:pt x="6290247" y="627748"/>
                  </a:lnTo>
                  <a:lnTo>
                    <a:pt x="6289586" y="627748"/>
                  </a:lnTo>
                  <a:lnTo>
                    <a:pt x="6288926" y="627748"/>
                  </a:lnTo>
                  <a:lnTo>
                    <a:pt x="6288265" y="627748"/>
                  </a:lnTo>
                  <a:lnTo>
                    <a:pt x="6287605" y="627748"/>
                  </a:lnTo>
                  <a:lnTo>
                    <a:pt x="6286944" y="627748"/>
                  </a:lnTo>
                  <a:lnTo>
                    <a:pt x="6286284" y="627748"/>
                  </a:lnTo>
                  <a:lnTo>
                    <a:pt x="6285623" y="627748"/>
                  </a:lnTo>
                  <a:lnTo>
                    <a:pt x="6284962" y="627748"/>
                  </a:lnTo>
                  <a:lnTo>
                    <a:pt x="6284302" y="627748"/>
                  </a:lnTo>
                  <a:lnTo>
                    <a:pt x="6283641" y="627748"/>
                  </a:lnTo>
                  <a:lnTo>
                    <a:pt x="6282981" y="627748"/>
                  </a:lnTo>
                  <a:lnTo>
                    <a:pt x="6282320" y="627748"/>
                  </a:lnTo>
                  <a:lnTo>
                    <a:pt x="6281660" y="627748"/>
                  </a:lnTo>
                  <a:lnTo>
                    <a:pt x="6280999" y="627748"/>
                  </a:lnTo>
                  <a:lnTo>
                    <a:pt x="6280339" y="627748"/>
                  </a:lnTo>
                  <a:lnTo>
                    <a:pt x="6279678" y="627748"/>
                  </a:lnTo>
                  <a:lnTo>
                    <a:pt x="6279018" y="627748"/>
                  </a:lnTo>
                  <a:lnTo>
                    <a:pt x="6278357" y="627748"/>
                  </a:lnTo>
                  <a:lnTo>
                    <a:pt x="6277697" y="627748"/>
                  </a:lnTo>
                  <a:lnTo>
                    <a:pt x="6277036" y="627748"/>
                  </a:lnTo>
                  <a:lnTo>
                    <a:pt x="6276376" y="627748"/>
                  </a:lnTo>
                  <a:lnTo>
                    <a:pt x="6275715" y="627748"/>
                  </a:lnTo>
                  <a:lnTo>
                    <a:pt x="6275055" y="627748"/>
                  </a:lnTo>
                  <a:lnTo>
                    <a:pt x="6274394" y="627748"/>
                  </a:lnTo>
                  <a:lnTo>
                    <a:pt x="6273733" y="627748"/>
                  </a:lnTo>
                  <a:lnTo>
                    <a:pt x="6273073" y="627748"/>
                  </a:lnTo>
                  <a:lnTo>
                    <a:pt x="6272412" y="627748"/>
                  </a:lnTo>
                  <a:lnTo>
                    <a:pt x="6271752" y="627748"/>
                  </a:lnTo>
                  <a:lnTo>
                    <a:pt x="6271091" y="627748"/>
                  </a:lnTo>
                  <a:lnTo>
                    <a:pt x="6270431" y="627748"/>
                  </a:lnTo>
                  <a:lnTo>
                    <a:pt x="6269770" y="627748"/>
                  </a:lnTo>
                  <a:lnTo>
                    <a:pt x="6269110" y="627748"/>
                  </a:lnTo>
                  <a:lnTo>
                    <a:pt x="6268449" y="627748"/>
                  </a:lnTo>
                  <a:lnTo>
                    <a:pt x="6267789" y="627748"/>
                  </a:lnTo>
                  <a:lnTo>
                    <a:pt x="6267128" y="627748"/>
                  </a:lnTo>
                  <a:lnTo>
                    <a:pt x="6266468" y="627748"/>
                  </a:lnTo>
                  <a:lnTo>
                    <a:pt x="6265807" y="627748"/>
                  </a:lnTo>
                  <a:lnTo>
                    <a:pt x="6265147" y="627748"/>
                  </a:lnTo>
                  <a:lnTo>
                    <a:pt x="6264486" y="627748"/>
                  </a:lnTo>
                  <a:lnTo>
                    <a:pt x="6263825" y="627748"/>
                  </a:lnTo>
                  <a:lnTo>
                    <a:pt x="6263165" y="627748"/>
                  </a:lnTo>
                  <a:lnTo>
                    <a:pt x="6262504" y="627748"/>
                  </a:lnTo>
                  <a:lnTo>
                    <a:pt x="6261844" y="627748"/>
                  </a:lnTo>
                  <a:lnTo>
                    <a:pt x="6261183" y="627748"/>
                  </a:lnTo>
                  <a:lnTo>
                    <a:pt x="6260523" y="627748"/>
                  </a:lnTo>
                  <a:lnTo>
                    <a:pt x="6259862" y="627748"/>
                  </a:lnTo>
                  <a:lnTo>
                    <a:pt x="6259202" y="627748"/>
                  </a:lnTo>
                  <a:lnTo>
                    <a:pt x="6258541" y="627748"/>
                  </a:lnTo>
                  <a:lnTo>
                    <a:pt x="6257881" y="627748"/>
                  </a:lnTo>
                  <a:lnTo>
                    <a:pt x="6257220" y="627748"/>
                  </a:lnTo>
                  <a:lnTo>
                    <a:pt x="6256560" y="627748"/>
                  </a:lnTo>
                  <a:lnTo>
                    <a:pt x="6255899" y="627748"/>
                  </a:lnTo>
                  <a:lnTo>
                    <a:pt x="6255239" y="627748"/>
                  </a:lnTo>
                  <a:lnTo>
                    <a:pt x="6254578" y="627748"/>
                  </a:lnTo>
                  <a:lnTo>
                    <a:pt x="6253917" y="627748"/>
                  </a:lnTo>
                  <a:lnTo>
                    <a:pt x="6253257" y="627748"/>
                  </a:lnTo>
                  <a:lnTo>
                    <a:pt x="6252596" y="627748"/>
                  </a:lnTo>
                  <a:lnTo>
                    <a:pt x="6251936" y="627748"/>
                  </a:lnTo>
                  <a:lnTo>
                    <a:pt x="6251275" y="627748"/>
                  </a:lnTo>
                  <a:lnTo>
                    <a:pt x="6250615" y="627748"/>
                  </a:lnTo>
                  <a:lnTo>
                    <a:pt x="6249954" y="627748"/>
                  </a:lnTo>
                  <a:lnTo>
                    <a:pt x="6249294" y="627748"/>
                  </a:lnTo>
                  <a:lnTo>
                    <a:pt x="6248633" y="627748"/>
                  </a:lnTo>
                  <a:lnTo>
                    <a:pt x="6247973" y="627748"/>
                  </a:lnTo>
                  <a:lnTo>
                    <a:pt x="6247312" y="627748"/>
                  </a:lnTo>
                  <a:lnTo>
                    <a:pt x="6246652" y="627748"/>
                  </a:lnTo>
                  <a:lnTo>
                    <a:pt x="6245991" y="627748"/>
                  </a:lnTo>
                  <a:lnTo>
                    <a:pt x="6245331" y="627748"/>
                  </a:lnTo>
                  <a:lnTo>
                    <a:pt x="6244670" y="627748"/>
                  </a:lnTo>
                  <a:lnTo>
                    <a:pt x="6244010" y="627748"/>
                  </a:lnTo>
                  <a:lnTo>
                    <a:pt x="6243349" y="627748"/>
                  </a:lnTo>
                  <a:lnTo>
                    <a:pt x="6242688" y="627748"/>
                  </a:lnTo>
                  <a:lnTo>
                    <a:pt x="6242028" y="627748"/>
                  </a:lnTo>
                  <a:lnTo>
                    <a:pt x="6241367" y="627748"/>
                  </a:lnTo>
                  <a:lnTo>
                    <a:pt x="6240707" y="627748"/>
                  </a:lnTo>
                  <a:lnTo>
                    <a:pt x="6240046" y="627748"/>
                  </a:lnTo>
                  <a:lnTo>
                    <a:pt x="6239386" y="627748"/>
                  </a:lnTo>
                  <a:lnTo>
                    <a:pt x="6238725" y="627748"/>
                  </a:lnTo>
                  <a:lnTo>
                    <a:pt x="6238065" y="627748"/>
                  </a:lnTo>
                  <a:lnTo>
                    <a:pt x="6237404" y="627748"/>
                  </a:lnTo>
                  <a:lnTo>
                    <a:pt x="6236744" y="627748"/>
                  </a:lnTo>
                  <a:lnTo>
                    <a:pt x="6236083" y="627748"/>
                  </a:lnTo>
                  <a:lnTo>
                    <a:pt x="6235423" y="627748"/>
                  </a:lnTo>
                  <a:lnTo>
                    <a:pt x="6234762" y="627748"/>
                  </a:lnTo>
                  <a:lnTo>
                    <a:pt x="6234102" y="627748"/>
                  </a:lnTo>
                  <a:lnTo>
                    <a:pt x="6233441" y="627748"/>
                  </a:lnTo>
                  <a:lnTo>
                    <a:pt x="6232780" y="627748"/>
                  </a:lnTo>
                  <a:lnTo>
                    <a:pt x="6232120" y="627748"/>
                  </a:lnTo>
                  <a:lnTo>
                    <a:pt x="6231459" y="627748"/>
                  </a:lnTo>
                  <a:lnTo>
                    <a:pt x="6230799" y="627748"/>
                  </a:lnTo>
                  <a:lnTo>
                    <a:pt x="6230138" y="627748"/>
                  </a:lnTo>
                  <a:lnTo>
                    <a:pt x="6229478" y="627748"/>
                  </a:lnTo>
                  <a:lnTo>
                    <a:pt x="6228817" y="627748"/>
                  </a:lnTo>
                  <a:lnTo>
                    <a:pt x="6228157" y="627748"/>
                  </a:lnTo>
                  <a:lnTo>
                    <a:pt x="6227496" y="627748"/>
                  </a:lnTo>
                  <a:lnTo>
                    <a:pt x="6226836" y="627748"/>
                  </a:lnTo>
                  <a:lnTo>
                    <a:pt x="6226175" y="627748"/>
                  </a:lnTo>
                  <a:lnTo>
                    <a:pt x="6225515" y="627748"/>
                  </a:lnTo>
                  <a:lnTo>
                    <a:pt x="6224854" y="627748"/>
                  </a:lnTo>
                  <a:lnTo>
                    <a:pt x="6224194" y="627748"/>
                  </a:lnTo>
                  <a:lnTo>
                    <a:pt x="6223533" y="627748"/>
                  </a:lnTo>
                  <a:lnTo>
                    <a:pt x="6222872" y="627748"/>
                  </a:lnTo>
                  <a:lnTo>
                    <a:pt x="6222212" y="627748"/>
                  </a:lnTo>
                  <a:lnTo>
                    <a:pt x="6221551" y="627748"/>
                  </a:lnTo>
                  <a:lnTo>
                    <a:pt x="6220891" y="627748"/>
                  </a:lnTo>
                  <a:lnTo>
                    <a:pt x="6220230" y="627748"/>
                  </a:lnTo>
                  <a:lnTo>
                    <a:pt x="6219570" y="627748"/>
                  </a:lnTo>
                  <a:lnTo>
                    <a:pt x="6218909" y="627748"/>
                  </a:lnTo>
                  <a:lnTo>
                    <a:pt x="6218249" y="627748"/>
                  </a:lnTo>
                  <a:lnTo>
                    <a:pt x="6217588" y="627748"/>
                  </a:lnTo>
                  <a:lnTo>
                    <a:pt x="6216928" y="627748"/>
                  </a:lnTo>
                  <a:lnTo>
                    <a:pt x="6216267" y="627748"/>
                  </a:lnTo>
                  <a:lnTo>
                    <a:pt x="6215607" y="627748"/>
                  </a:lnTo>
                  <a:lnTo>
                    <a:pt x="6214946" y="627748"/>
                  </a:lnTo>
                  <a:lnTo>
                    <a:pt x="6214286" y="627748"/>
                  </a:lnTo>
                  <a:lnTo>
                    <a:pt x="6213625" y="627748"/>
                  </a:lnTo>
                  <a:lnTo>
                    <a:pt x="6212964" y="627748"/>
                  </a:lnTo>
                  <a:lnTo>
                    <a:pt x="6212304" y="627748"/>
                  </a:lnTo>
                  <a:lnTo>
                    <a:pt x="6211643" y="627748"/>
                  </a:lnTo>
                  <a:lnTo>
                    <a:pt x="6210983" y="627748"/>
                  </a:lnTo>
                  <a:lnTo>
                    <a:pt x="6210322" y="627748"/>
                  </a:lnTo>
                  <a:lnTo>
                    <a:pt x="6209662" y="627748"/>
                  </a:lnTo>
                  <a:lnTo>
                    <a:pt x="6209001" y="627748"/>
                  </a:lnTo>
                  <a:lnTo>
                    <a:pt x="6208341" y="627748"/>
                  </a:lnTo>
                  <a:lnTo>
                    <a:pt x="6207680" y="627748"/>
                  </a:lnTo>
                  <a:lnTo>
                    <a:pt x="6207020" y="627748"/>
                  </a:lnTo>
                  <a:lnTo>
                    <a:pt x="6206359" y="627748"/>
                  </a:lnTo>
                  <a:lnTo>
                    <a:pt x="6205699" y="627748"/>
                  </a:lnTo>
                  <a:lnTo>
                    <a:pt x="6205038" y="627748"/>
                  </a:lnTo>
                  <a:lnTo>
                    <a:pt x="6204378" y="627748"/>
                  </a:lnTo>
                  <a:lnTo>
                    <a:pt x="6203717" y="627748"/>
                  </a:lnTo>
                  <a:lnTo>
                    <a:pt x="6203057" y="627748"/>
                  </a:lnTo>
                  <a:lnTo>
                    <a:pt x="6202396" y="627748"/>
                  </a:lnTo>
                  <a:lnTo>
                    <a:pt x="6201735" y="627748"/>
                  </a:lnTo>
                  <a:lnTo>
                    <a:pt x="6201075" y="627748"/>
                  </a:lnTo>
                  <a:lnTo>
                    <a:pt x="6200414" y="627748"/>
                  </a:lnTo>
                  <a:lnTo>
                    <a:pt x="6199754" y="627748"/>
                  </a:lnTo>
                  <a:lnTo>
                    <a:pt x="6199093" y="627748"/>
                  </a:lnTo>
                  <a:lnTo>
                    <a:pt x="6198433" y="627748"/>
                  </a:lnTo>
                  <a:lnTo>
                    <a:pt x="6197772" y="627748"/>
                  </a:lnTo>
                  <a:lnTo>
                    <a:pt x="6197112" y="627748"/>
                  </a:lnTo>
                  <a:lnTo>
                    <a:pt x="6196451" y="627748"/>
                  </a:lnTo>
                  <a:lnTo>
                    <a:pt x="6195791" y="627748"/>
                  </a:lnTo>
                  <a:lnTo>
                    <a:pt x="6195130" y="627748"/>
                  </a:lnTo>
                  <a:lnTo>
                    <a:pt x="6194470" y="627748"/>
                  </a:lnTo>
                  <a:lnTo>
                    <a:pt x="6193809" y="627748"/>
                  </a:lnTo>
                  <a:lnTo>
                    <a:pt x="6193149" y="627748"/>
                  </a:lnTo>
                  <a:lnTo>
                    <a:pt x="6192488" y="627748"/>
                  </a:lnTo>
                  <a:lnTo>
                    <a:pt x="6191827" y="627748"/>
                  </a:lnTo>
                  <a:lnTo>
                    <a:pt x="6191167" y="627748"/>
                  </a:lnTo>
                  <a:lnTo>
                    <a:pt x="6190506" y="627748"/>
                  </a:lnTo>
                  <a:lnTo>
                    <a:pt x="6189846" y="627748"/>
                  </a:lnTo>
                  <a:lnTo>
                    <a:pt x="6189185" y="627748"/>
                  </a:lnTo>
                  <a:lnTo>
                    <a:pt x="6188525" y="627748"/>
                  </a:lnTo>
                  <a:lnTo>
                    <a:pt x="6187864" y="627748"/>
                  </a:lnTo>
                  <a:lnTo>
                    <a:pt x="6187204" y="627748"/>
                  </a:lnTo>
                  <a:lnTo>
                    <a:pt x="6186543" y="627748"/>
                  </a:lnTo>
                  <a:lnTo>
                    <a:pt x="6185883" y="627748"/>
                  </a:lnTo>
                  <a:lnTo>
                    <a:pt x="6185222" y="627748"/>
                  </a:lnTo>
                  <a:lnTo>
                    <a:pt x="6184562" y="627748"/>
                  </a:lnTo>
                  <a:lnTo>
                    <a:pt x="6183901" y="627748"/>
                  </a:lnTo>
                  <a:lnTo>
                    <a:pt x="6183241" y="627748"/>
                  </a:lnTo>
                  <a:lnTo>
                    <a:pt x="6182580" y="627748"/>
                  </a:lnTo>
                  <a:lnTo>
                    <a:pt x="6181919" y="627748"/>
                  </a:lnTo>
                  <a:lnTo>
                    <a:pt x="6181259" y="627748"/>
                  </a:lnTo>
                  <a:lnTo>
                    <a:pt x="6180598" y="627748"/>
                  </a:lnTo>
                  <a:lnTo>
                    <a:pt x="6179938" y="627748"/>
                  </a:lnTo>
                  <a:lnTo>
                    <a:pt x="6179277" y="627748"/>
                  </a:lnTo>
                  <a:lnTo>
                    <a:pt x="6178617" y="627748"/>
                  </a:lnTo>
                  <a:lnTo>
                    <a:pt x="6177956" y="627748"/>
                  </a:lnTo>
                  <a:lnTo>
                    <a:pt x="6177296" y="627748"/>
                  </a:lnTo>
                  <a:lnTo>
                    <a:pt x="6176635" y="627748"/>
                  </a:lnTo>
                  <a:lnTo>
                    <a:pt x="6175975" y="627748"/>
                  </a:lnTo>
                  <a:lnTo>
                    <a:pt x="6175314" y="627748"/>
                  </a:lnTo>
                  <a:lnTo>
                    <a:pt x="6174654" y="627748"/>
                  </a:lnTo>
                  <a:lnTo>
                    <a:pt x="6173993" y="627748"/>
                  </a:lnTo>
                  <a:lnTo>
                    <a:pt x="6173333" y="627748"/>
                  </a:lnTo>
                  <a:lnTo>
                    <a:pt x="6172672" y="627748"/>
                  </a:lnTo>
                  <a:lnTo>
                    <a:pt x="6172012" y="627748"/>
                  </a:lnTo>
                  <a:lnTo>
                    <a:pt x="6171351" y="627748"/>
                  </a:lnTo>
                  <a:lnTo>
                    <a:pt x="6170690" y="627748"/>
                  </a:lnTo>
                  <a:lnTo>
                    <a:pt x="6170030" y="627748"/>
                  </a:lnTo>
                  <a:lnTo>
                    <a:pt x="6169369" y="627748"/>
                  </a:lnTo>
                  <a:lnTo>
                    <a:pt x="6168709" y="627748"/>
                  </a:lnTo>
                  <a:lnTo>
                    <a:pt x="6168048" y="627748"/>
                  </a:lnTo>
                  <a:lnTo>
                    <a:pt x="6167388" y="627748"/>
                  </a:lnTo>
                  <a:lnTo>
                    <a:pt x="6166727" y="627748"/>
                  </a:lnTo>
                  <a:lnTo>
                    <a:pt x="6166067" y="627748"/>
                  </a:lnTo>
                  <a:lnTo>
                    <a:pt x="6165406" y="627748"/>
                  </a:lnTo>
                  <a:lnTo>
                    <a:pt x="6164746" y="627748"/>
                  </a:lnTo>
                  <a:lnTo>
                    <a:pt x="6164085" y="627748"/>
                  </a:lnTo>
                  <a:lnTo>
                    <a:pt x="6163425" y="627748"/>
                  </a:lnTo>
                  <a:lnTo>
                    <a:pt x="6162764" y="627748"/>
                  </a:lnTo>
                  <a:lnTo>
                    <a:pt x="6162104" y="627748"/>
                  </a:lnTo>
                  <a:lnTo>
                    <a:pt x="6161443" y="627748"/>
                  </a:lnTo>
                  <a:lnTo>
                    <a:pt x="6160782" y="627748"/>
                  </a:lnTo>
                  <a:lnTo>
                    <a:pt x="6160122" y="627748"/>
                  </a:lnTo>
                  <a:lnTo>
                    <a:pt x="6159461" y="627748"/>
                  </a:lnTo>
                  <a:lnTo>
                    <a:pt x="6158801" y="627748"/>
                  </a:lnTo>
                  <a:lnTo>
                    <a:pt x="6158140" y="627748"/>
                  </a:lnTo>
                  <a:lnTo>
                    <a:pt x="6157480" y="627748"/>
                  </a:lnTo>
                  <a:lnTo>
                    <a:pt x="6156819" y="627748"/>
                  </a:lnTo>
                  <a:lnTo>
                    <a:pt x="6156159" y="627748"/>
                  </a:lnTo>
                  <a:lnTo>
                    <a:pt x="6155498" y="627748"/>
                  </a:lnTo>
                  <a:lnTo>
                    <a:pt x="6154838" y="627748"/>
                  </a:lnTo>
                  <a:lnTo>
                    <a:pt x="6154177" y="627748"/>
                  </a:lnTo>
                  <a:lnTo>
                    <a:pt x="6153517" y="627748"/>
                  </a:lnTo>
                  <a:lnTo>
                    <a:pt x="6152856" y="627748"/>
                  </a:lnTo>
                  <a:lnTo>
                    <a:pt x="6152196" y="627748"/>
                  </a:lnTo>
                  <a:lnTo>
                    <a:pt x="6151535" y="627748"/>
                  </a:lnTo>
                  <a:lnTo>
                    <a:pt x="6150874" y="627748"/>
                  </a:lnTo>
                  <a:lnTo>
                    <a:pt x="6150214" y="627748"/>
                  </a:lnTo>
                  <a:lnTo>
                    <a:pt x="6149553" y="627748"/>
                  </a:lnTo>
                  <a:lnTo>
                    <a:pt x="6148893" y="627748"/>
                  </a:lnTo>
                  <a:lnTo>
                    <a:pt x="6148232" y="627748"/>
                  </a:lnTo>
                  <a:lnTo>
                    <a:pt x="6147572" y="627748"/>
                  </a:lnTo>
                  <a:lnTo>
                    <a:pt x="6146911" y="627748"/>
                  </a:lnTo>
                  <a:lnTo>
                    <a:pt x="6146251" y="627748"/>
                  </a:lnTo>
                  <a:lnTo>
                    <a:pt x="6145590" y="627748"/>
                  </a:lnTo>
                  <a:lnTo>
                    <a:pt x="6144930" y="627748"/>
                  </a:lnTo>
                  <a:lnTo>
                    <a:pt x="6144269" y="627748"/>
                  </a:lnTo>
                  <a:lnTo>
                    <a:pt x="6143609" y="627748"/>
                  </a:lnTo>
                  <a:lnTo>
                    <a:pt x="6142948" y="627748"/>
                  </a:lnTo>
                  <a:lnTo>
                    <a:pt x="6142288" y="627748"/>
                  </a:lnTo>
                  <a:lnTo>
                    <a:pt x="6141627" y="627748"/>
                  </a:lnTo>
                  <a:lnTo>
                    <a:pt x="6140966" y="627748"/>
                  </a:lnTo>
                  <a:lnTo>
                    <a:pt x="6140306" y="627748"/>
                  </a:lnTo>
                  <a:lnTo>
                    <a:pt x="6139645" y="627748"/>
                  </a:lnTo>
                  <a:lnTo>
                    <a:pt x="6138985" y="627748"/>
                  </a:lnTo>
                  <a:lnTo>
                    <a:pt x="6138324" y="627748"/>
                  </a:lnTo>
                  <a:lnTo>
                    <a:pt x="6137664" y="627748"/>
                  </a:lnTo>
                  <a:lnTo>
                    <a:pt x="6137003" y="627748"/>
                  </a:lnTo>
                  <a:lnTo>
                    <a:pt x="6136343" y="627748"/>
                  </a:lnTo>
                  <a:lnTo>
                    <a:pt x="6135682" y="627748"/>
                  </a:lnTo>
                  <a:lnTo>
                    <a:pt x="6135022" y="627748"/>
                  </a:lnTo>
                  <a:lnTo>
                    <a:pt x="6134361" y="627748"/>
                  </a:lnTo>
                  <a:lnTo>
                    <a:pt x="6133701" y="627748"/>
                  </a:lnTo>
                  <a:lnTo>
                    <a:pt x="6133040" y="627748"/>
                  </a:lnTo>
                  <a:lnTo>
                    <a:pt x="6132380" y="627748"/>
                  </a:lnTo>
                  <a:lnTo>
                    <a:pt x="6131719" y="627748"/>
                  </a:lnTo>
                  <a:lnTo>
                    <a:pt x="6131059" y="627748"/>
                  </a:lnTo>
                  <a:lnTo>
                    <a:pt x="6130398" y="627748"/>
                  </a:lnTo>
                  <a:lnTo>
                    <a:pt x="6129737" y="627748"/>
                  </a:lnTo>
                  <a:lnTo>
                    <a:pt x="6129077" y="627748"/>
                  </a:lnTo>
                  <a:lnTo>
                    <a:pt x="6128416" y="627748"/>
                  </a:lnTo>
                  <a:lnTo>
                    <a:pt x="6127756" y="627748"/>
                  </a:lnTo>
                  <a:lnTo>
                    <a:pt x="6127095" y="627748"/>
                  </a:lnTo>
                  <a:lnTo>
                    <a:pt x="6126435" y="627748"/>
                  </a:lnTo>
                  <a:lnTo>
                    <a:pt x="6125774" y="627748"/>
                  </a:lnTo>
                  <a:lnTo>
                    <a:pt x="6125114" y="627748"/>
                  </a:lnTo>
                  <a:lnTo>
                    <a:pt x="6124453" y="627748"/>
                  </a:lnTo>
                  <a:lnTo>
                    <a:pt x="6123793" y="627748"/>
                  </a:lnTo>
                  <a:lnTo>
                    <a:pt x="6123132" y="627748"/>
                  </a:lnTo>
                  <a:lnTo>
                    <a:pt x="6122472" y="627748"/>
                  </a:lnTo>
                  <a:lnTo>
                    <a:pt x="6121811" y="627748"/>
                  </a:lnTo>
                  <a:lnTo>
                    <a:pt x="6121151" y="627748"/>
                  </a:lnTo>
                  <a:lnTo>
                    <a:pt x="6120490" y="627748"/>
                  </a:lnTo>
                  <a:lnTo>
                    <a:pt x="6119829" y="627748"/>
                  </a:lnTo>
                  <a:lnTo>
                    <a:pt x="6119169" y="627748"/>
                  </a:lnTo>
                  <a:lnTo>
                    <a:pt x="6118508" y="627748"/>
                  </a:lnTo>
                  <a:lnTo>
                    <a:pt x="6117848" y="627748"/>
                  </a:lnTo>
                  <a:lnTo>
                    <a:pt x="6117187" y="627748"/>
                  </a:lnTo>
                  <a:lnTo>
                    <a:pt x="6116527" y="627748"/>
                  </a:lnTo>
                  <a:lnTo>
                    <a:pt x="6115866" y="627748"/>
                  </a:lnTo>
                  <a:lnTo>
                    <a:pt x="6115206" y="627748"/>
                  </a:lnTo>
                  <a:lnTo>
                    <a:pt x="6114545" y="627748"/>
                  </a:lnTo>
                  <a:lnTo>
                    <a:pt x="6113885" y="627748"/>
                  </a:lnTo>
                  <a:lnTo>
                    <a:pt x="6113224" y="627748"/>
                  </a:lnTo>
                  <a:lnTo>
                    <a:pt x="6112564" y="627748"/>
                  </a:lnTo>
                  <a:lnTo>
                    <a:pt x="6111903" y="627748"/>
                  </a:lnTo>
                  <a:lnTo>
                    <a:pt x="6111243" y="627748"/>
                  </a:lnTo>
                  <a:lnTo>
                    <a:pt x="6110582" y="627748"/>
                  </a:lnTo>
                  <a:lnTo>
                    <a:pt x="6109921" y="627748"/>
                  </a:lnTo>
                  <a:lnTo>
                    <a:pt x="6109261" y="627748"/>
                  </a:lnTo>
                  <a:lnTo>
                    <a:pt x="6108600" y="627748"/>
                  </a:lnTo>
                  <a:lnTo>
                    <a:pt x="6107940" y="627748"/>
                  </a:lnTo>
                  <a:lnTo>
                    <a:pt x="6107279" y="627748"/>
                  </a:lnTo>
                  <a:lnTo>
                    <a:pt x="6106619" y="627748"/>
                  </a:lnTo>
                  <a:lnTo>
                    <a:pt x="6105958" y="627748"/>
                  </a:lnTo>
                  <a:lnTo>
                    <a:pt x="6105298" y="627748"/>
                  </a:lnTo>
                  <a:lnTo>
                    <a:pt x="6104637" y="627748"/>
                  </a:lnTo>
                  <a:lnTo>
                    <a:pt x="6103977" y="627748"/>
                  </a:lnTo>
                  <a:lnTo>
                    <a:pt x="6103316" y="627748"/>
                  </a:lnTo>
                  <a:lnTo>
                    <a:pt x="6102656" y="627748"/>
                  </a:lnTo>
                  <a:lnTo>
                    <a:pt x="6101995" y="627748"/>
                  </a:lnTo>
                  <a:lnTo>
                    <a:pt x="6101335" y="627748"/>
                  </a:lnTo>
                  <a:lnTo>
                    <a:pt x="6100674" y="627748"/>
                  </a:lnTo>
                  <a:lnTo>
                    <a:pt x="6100014" y="627748"/>
                  </a:lnTo>
                  <a:lnTo>
                    <a:pt x="6099353" y="627748"/>
                  </a:lnTo>
                  <a:lnTo>
                    <a:pt x="6098692" y="627748"/>
                  </a:lnTo>
                  <a:lnTo>
                    <a:pt x="6098032" y="627748"/>
                  </a:lnTo>
                  <a:lnTo>
                    <a:pt x="6097371" y="627748"/>
                  </a:lnTo>
                  <a:lnTo>
                    <a:pt x="6096711" y="627748"/>
                  </a:lnTo>
                  <a:lnTo>
                    <a:pt x="6096050" y="627748"/>
                  </a:lnTo>
                  <a:lnTo>
                    <a:pt x="6095390" y="627748"/>
                  </a:lnTo>
                  <a:lnTo>
                    <a:pt x="6094729" y="627748"/>
                  </a:lnTo>
                  <a:lnTo>
                    <a:pt x="6094069" y="627748"/>
                  </a:lnTo>
                  <a:lnTo>
                    <a:pt x="6093408" y="627748"/>
                  </a:lnTo>
                  <a:lnTo>
                    <a:pt x="6092748" y="627748"/>
                  </a:lnTo>
                  <a:lnTo>
                    <a:pt x="6092087" y="627748"/>
                  </a:lnTo>
                  <a:lnTo>
                    <a:pt x="6091427" y="627748"/>
                  </a:lnTo>
                  <a:lnTo>
                    <a:pt x="6090766" y="627748"/>
                  </a:lnTo>
                  <a:lnTo>
                    <a:pt x="6090106" y="627748"/>
                  </a:lnTo>
                  <a:lnTo>
                    <a:pt x="6089445" y="627748"/>
                  </a:lnTo>
                  <a:lnTo>
                    <a:pt x="6088784" y="627748"/>
                  </a:lnTo>
                  <a:lnTo>
                    <a:pt x="6088124" y="627748"/>
                  </a:lnTo>
                  <a:lnTo>
                    <a:pt x="6087463" y="627748"/>
                  </a:lnTo>
                  <a:lnTo>
                    <a:pt x="6086803" y="627748"/>
                  </a:lnTo>
                  <a:lnTo>
                    <a:pt x="6086142" y="627748"/>
                  </a:lnTo>
                  <a:lnTo>
                    <a:pt x="6085482" y="627748"/>
                  </a:lnTo>
                  <a:lnTo>
                    <a:pt x="6084821" y="627748"/>
                  </a:lnTo>
                  <a:lnTo>
                    <a:pt x="6084161" y="627748"/>
                  </a:lnTo>
                  <a:lnTo>
                    <a:pt x="6083500" y="627748"/>
                  </a:lnTo>
                  <a:lnTo>
                    <a:pt x="6082840" y="627748"/>
                  </a:lnTo>
                  <a:lnTo>
                    <a:pt x="6082179" y="627748"/>
                  </a:lnTo>
                  <a:lnTo>
                    <a:pt x="6081519" y="627748"/>
                  </a:lnTo>
                  <a:lnTo>
                    <a:pt x="6080858" y="627748"/>
                  </a:lnTo>
                  <a:lnTo>
                    <a:pt x="6080198" y="627748"/>
                  </a:lnTo>
                  <a:lnTo>
                    <a:pt x="6079537" y="627748"/>
                  </a:lnTo>
                  <a:lnTo>
                    <a:pt x="6078876" y="627748"/>
                  </a:lnTo>
                  <a:lnTo>
                    <a:pt x="6078216" y="627748"/>
                  </a:lnTo>
                  <a:lnTo>
                    <a:pt x="6077555" y="627748"/>
                  </a:lnTo>
                  <a:lnTo>
                    <a:pt x="6076895" y="627748"/>
                  </a:lnTo>
                  <a:lnTo>
                    <a:pt x="6076234" y="627748"/>
                  </a:lnTo>
                  <a:lnTo>
                    <a:pt x="6075574" y="627748"/>
                  </a:lnTo>
                  <a:lnTo>
                    <a:pt x="6074913" y="627748"/>
                  </a:lnTo>
                  <a:lnTo>
                    <a:pt x="6074253" y="627748"/>
                  </a:lnTo>
                  <a:lnTo>
                    <a:pt x="6073592" y="627748"/>
                  </a:lnTo>
                  <a:lnTo>
                    <a:pt x="6072932" y="627748"/>
                  </a:lnTo>
                  <a:lnTo>
                    <a:pt x="6072271" y="627748"/>
                  </a:lnTo>
                  <a:lnTo>
                    <a:pt x="6071611" y="627748"/>
                  </a:lnTo>
                  <a:lnTo>
                    <a:pt x="6070950" y="627748"/>
                  </a:lnTo>
                  <a:lnTo>
                    <a:pt x="6070290" y="627748"/>
                  </a:lnTo>
                  <a:lnTo>
                    <a:pt x="6069629" y="627748"/>
                  </a:lnTo>
                  <a:lnTo>
                    <a:pt x="6068968" y="627748"/>
                  </a:lnTo>
                  <a:lnTo>
                    <a:pt x="6068308" y="627748"/>
                  </a:lnTo>
                  <a:lnTo>
                    <a:pt x="6067647" y="627748"/>
                  </a:lnTo>
                  <a:lnTo>
                    <a:pt x="6066987" y="627748"/>
                  </a:lnTo>
                  <a:lnTo>
                    <a:pt x="6066326" y="627748"/>
                  </a:lnTo>
                  <a:lnTo>
                    <a:pt x="6065666" y="627748"/>
                  </a:lnTo>
                  <a:lnTo>
                    <a:pt x="6065005" y="627748"/>
                  </a:lnTo>
                  <a:lnTo>
                    <a:pt x="6064345" y="627748"/>
                  </a:lnTo>
                  <a:lnTo>
                    <a:pt x="6063684" y="627748"/>
                  </a:lnTo>
                  <a:lnTo>
                    <a:pt x="6063024" y="627748"/>
                  </a:lnTo>
                  <a:lnTo>
                    <a:pt x="6062363" y="627748"/>
                  </a:lnTo>
                  <a:lnTo>
                    <a:pt x="6061703" y="627748"/>
                  </a:lnTo>
                  <a:lnTo>
                    <a:pt x="6061042" y="627748"/>
                  </a:lnTo>
                  <a:lnTo>
                    <a:pt x="6060382" y="627748"/>
                  </a:lnTo>
                  <a:lnTo>
                    <a:pt x="6059721" y="627748"/>
                  </a:lnTo>
                  <a:lnTo>
                    <a:pt x="6059061" y="627748"/>
                  </a:lnTo>
                  <a:lnTo>
                    <a:pt x="6058400" y="627748"/>
                  </a:lnTo>
                  <a:lnTo>
                    <a:pt x="6057739" y="627748"/>
                  </a:lnTo>
                  <a:lnTo>
                    <a:pt x="6057079" y="627748"/>
                  </a:lnTo>
                  <a:lnTo>
                    <a:pt x="6056418" y="627748"/>
                  </a:lnTo>
                  <a:lnTo>
                    <a:pt x="6055758" y="627748"/>
                  </a:lnTo>
                  <a:lnTo>
                    <a:pt x="6055097" y="627748"/>
                  </a:lnTo>
                  <a:lnTo>
                    <a:pt x="6054437" y="627748"/>
                  </a:lnTo>
                  <a:lnTo>
                    <a:pt x="6053776" y="627748"/>
                  </a:lnTo>
                  <a:lnTo>
                    <a:pt x="6053116" y="627748"/>
                  </a:lnTo>
                  <a:lnTo>
                    <a:pt x="6052455" y="627748"/>
                  </a:lnTo>
                  <a:lnTo>
                    <a:pt x="6051795" y="627748"/>
                  </a:lnTo>
                  <a:lnTo>
                    <a:pt x="6051134" y="627748"/>
                  </a:lnTo>
                  <a:lnTo>
                    <a:pt x="6050474" y="627748"/>
                  </a:lnTo>
                  <a:lnTo>
                    <a:pt x="6049813" y="627748"/>
                  </a:lnTo>
                  <a:lnTo>
                    <a:pt x="6049153" y="627748"/>
                  </a:lnTo>
                  <a:lnTo>
                    <a:pt x="6048492" y="627748"/>
                  </a:lnTo>
                  <a:lnTo>
                    <a:pt x="6047831" y="627748"/>
                  </a:lnTo>
                  <a:lnTo>
                    <a:pt x="6047171" y="627748"/>
                  </a:lnTo>
                  <a:lnTo>
                    <a:pt x="6046510" y="627748"/>
                  </a:lnTo>
                  <a:lnTo>
                    <a:pt x="6045850" y="627748"/>
                  </a:lnTo>
                  <a:lnTo>
                    <a:pt x="6045189" y="627748"/>
                  </a:lnTo>
                  <a:lnTo>
                    <a:pt x="6044529" y="627748"/>
                  </a:lnTo>
                  <a:lnTo>
                    <a:pt x="6043868" y="627748"/>
                  </a:lnTo>
                  <a:lnTo>
                    <a:pt x="6043208" y="627748"/>
                  </a:lnTo>
                  <a:lnTo>
                    <a:pt x="6042547" y="627748"/>
                  </a:lnTo>
                  <a:lnTo>
                    <a:pt x="6041887" y="627748"/>
                  </a:lnTo>
                  <a:lnTo>
                    <a:pt x="6041226" y="627748"/>
                  </a:lnTo>
                  <a:lnTo>
                    <a:pt x="6040566" y="627748"/>
                  </a:lnTo>
                  <a:lnTo>
                    <a:pt x="6039905" y="627748"/>
                  </a:lnTo>
                  <a:lnTo>
                    <a:pt x="6039245" y="627748"/>
                  </a:lnTo>
                  <a:lnTo>
                    <a:pt x="6038584" y="627748"/>
                  </a:lnTo>
                  <a:lnTo>
                    <a:pt x="6037923" y="627748"/>
                  </a:lnTo>
                  <a:lnTo>
                    <a:pt x="6037263" y="627748"/>
                  </a:lnTo>
                  <a:lnTo>
                    <a:pt x="6036602" y="627748"/>
                  </a:lnTo>
                  <a:lnTo>
                    <a:pt x="6035942" y="627748"/>
                  </a:lnTo>
                  <a:lnTo>
                    <a:pt x="6035281" y="627748"/>
                  </a:lnTo>
                  <a:lnTo>
                    <a:pt x="6034621" y="627748"/>
                  </a:lnTo>
                  <a:lnTo>
                    <a:pt x="6033960" y="627748"/>
                  </a:lnTo>
                  <a:lnTo>
                    <a:pt x="6033300" y="627748"/>
                  </a:lnTo>
                  <a:lnTo>
                    <a:pt x="6032639" y="627748"/>
                  </a:lnTo>
                  <a:lnTo>
                    <a:pt x="6031979" y="627748"/>
                  </a:lnTo>
                  <a:lnTo>
                    <a:pt x="6031318" y="627748"/>
                  </a:lnTo>
                  <a:lnTo>
                    <a:pt x="6030658" y="627748"/>
                  </a:lnTo>
                  <a:lnTo>
                    <a:pt x="6029997" y="627748"/>
                  </a:lnTo>
                  <a:lnTo>
                    <a:pt x="6029337" y="627748"/>
                  </a:lnTo>
                  <a:lnTo>
                    <a:pt x="6028676" y="627748"/>
                  </a:lnTo>
                  <a:lnTo>
                    <a:pt x="6028016" y="627748"/>
                  </a:lnTo>
                  <a:lnTo>
                    <a:pt x="6027355" y="627748"/>
                  </a:lnTo>
                  <a:lnTo>
                    <a:pt x="6026694" y="627748"/>
                  </a:lnTo>
                  <a:lnTo>
                    <a:pt x="6026034" y="627748"/>
                  </a:lnTo>
                  <a:lnTo>
                    <a:pt x="6025373" y="627748"/>
                  </a:lnTo>
                  <a:lnTo>
                    <a:pt x="6024713" y="627748"/>
                  </a:lnTo>
                  <a:lnTo>
                    <a:pt x="6024052" y="627748"/>
                  </a:lnTo>
                  <a:lnTo>
                    <a:pt x="6023392" y="627748"/>
                  </a:lnTo>
                  <a:lnTo>
                    <a:pt x="6022731" y="627748"/>
                  </a:lnTo>
                  <a:lnTo>
                    <a:pt x="6022071" y="627748"/>
                  </a:lnTo>
                  <a:lnTo>
                    <a:pt x="6021410" y="627748"/>
                  </a:lnTo>
                  <a:lnTo>
                    <a:pt x="6020750" y="627748"/>
                  </a:lnTo>
                  <a:lnTo>
                    <a:pt x="6020089" y="627748"/>
                  </a:lnTo>
                  <a:lnTo>
                    <a:pt x="6019429" y="627748"/>
                  </a:lnTo>
                  <a:lnTo>
                    <a:pt x="6018768" y="627748"/>
                  </a:lnTo>
                  <a:lnTo>
                    <a:pt x="6018108" y="627748"/>
                  </a:lnTo>
                  <a:lnTo>
                    <a:pt x="6017447" y="627748"/>
                  </a:lnTo>
                  <a:lnTo>
                    <a:pt x="6016786" y="627748"/>
                  </a:lnTo>
                  <a:lnTo>
                    <a:pt x="6016126" y="627748"/>
                  </a:lnTo>
                  <a:lnTo>
                    <a:pt x="6015465" y="627748"/>
                  </a:lnTo>
                  <a:lnTo>
                    <a:pt x="6014805" y="627748"/>
                  </a:lnTo>
                  <a:lnTo>
                    <a:pt x="6014144" y="627748"/>
                  </a:lnTo>
                  <a:lnTo>
                    <a:pt x="6013484" y="627748"/>
                  </a:lnTo>
                  <a:lnTo>
                    <a:pt x="6012823" y="627748"/>
                  </a:lnTo>
                  <a:lnTo>
                    <a:pt x="6012163" y="627748"/>
                  </a:lnTo>
                  <a:lnTo>
                    <a:pt x="6011502" y="627748"/>
                  </a:lnTo>
                  <a:lnTo>
                    <a:pt x="6010842" y="627748"/>
                  </a:lnTo>
                  <a:lnTo>
                    <a:pt x="6010181" y="627748"/>
                  </a:lnTo>
                  <a:lnTo>
                    <a:pt x="6009521" y="627748"/>
                  </a:lnTo>
                  <a:lnTo>
                    <a:pt x="6008860" y="627748"/>
                  </a:lnTo>
                  <a:lnTo>
                    <a:pt x="6008200" y="627748"/>
                  </a:lnTo>
                  <a:lnTo>
                    <a:pt x="6007539" y="627748"/>
                  </a:lnTo>
                  <a:lnTo>
                    <a:pt x="6006878" y="627748"/>
                  </a:lnTo>
                  <a:lnTo>
                    <a:pt x="6006218" y="627748"/>
                  </a:lnTo>
                  <a:lnTo>
                    <a:pt x="6005557" y="627748"/>
                  </a:lnTo>
                  <a:lnTo>
                    <a:pt x="6004897" y="627748"/>
                  </a:lnTo>
                  <a:lnTo>
                    <a:pt x="6004236" y="627748"/>
                  </a:lnTo>
                  <a:lnTo>
                    <a:pt x="6003576" y="627748"/>
                  </a:lnTo>
                  <a:lnTo>
                    <a:pt x="6002915" y="627748"/>
                  </a:lnTo>
                  <a:lnTo>
                    <a:pt x="6002255" y="627748"/>
                  </a:lnTo>
                  <a:lnTo>
                    <a:pt x="6001594" y="627748"/>
                  </a:lnTo>
                  <a:lnTo>
                    <a:pt x="6000934" y="627748"/>
                  </a:lnTo>
                  <a:lnTo>
                    <a:pt x="6000273" y="627748"/>
                  </a:lnTo>
                  <a:lnTo>
                    <a:pt x="5999613" y="627748"/>
                  </a:lnTo>
                  <a:lnTo>
                    <a:pt x="5998952" y="627748"/>
                  </a:lnTo>
                  <a:lnTo>
                    <a:pt x="5998292" y="627748"/>
                  </a:lnTo>
                  <a:lnTo>
                    <a:pt x="5997631" y="627748"/>
                  </a:lnTo>
                  <a:lnTo>
                    <a:pt x="5996970" y="627748"/>
                  </a:lnTo>
                  <a:lnTo>
                    <a:pt x="5996310" y="627748"/>
                  </a:lnTo>
                  <a:lnTo>
                    <a:pt x="5995649" y="627748"/>
                  </a:lnTo>
                  <a:lnTo>
                    <a:pt x="5994989" y="627748"/>
                  </a:lnTo>
                  <a:lnTo>
                    <a:pt x="5994328" y="627748"/>
                  </a:lnTo>
                  <a:lnTo>
                    <a:pt x="5993668" y="627748"/>
                  </a:lnTo>
                  <a:lnTo>
                    <a:pt x="5993007" y="627748"/>
                  </a:lnTo>
                  <a:lnTo>
                    <a:pt x="5992347" y="627748"/>
                  </a:lnTo>
                  <a:lnTo>
                    <a:pt x="5991686" y="627748"/>
                  </a:lnTo>
                  <a:lnTo>
                    <a:pt x="5991026" y="627748"/>
                  </a:lnTo>
                  <a:lnTo>
                    <a:pt x="5990365" y="627748"/>
                  </a:lnTo>
                  <a:lnTo>
                    <a:pt x="5989705" y="627748"/>
                  </a:lnTo>
                  <a:lnTo>
                    <a:pt x="5989044" y="627748"/>
                  </a:lnTo>
                  <a:lnTo>
                    <a:pt x="5988384" y="627748"/>
                  </a:lnTo>
                  <a:lnTo>
                    <a:pt x="5987723" y="627748"/>
                  </a:lnTo>
                  <a:lnTo>
                    <a:pt x="5987063" y="627748"/>
                  </a:lnTo>
                  <a:lnTo>
                    <a:pt x="5986402" y="627748"/>
                  </a:lnTo>
                  <a:lnTo>
                    <a:pt x="5985741" y="627748"/>
                  </a:lnTo>
                  <a:lnTo>
                    <a:pt x="5985081" y="627748"/>
                  </a:lnTo>
                  <a:lnTo>
                    <a:pt x="5984420" y="627748"/>
                  </a:lnTo>
                  <a:lnTo>
                    <a:pt x="5983760" y="627748"/>
                  </a:lnTo>
                  <a:lnTo>
                    <a:pt x="5983099" y="627748"/>
                  </a:lnTo>
                  <a:lnTo>
                    <a:pt x="5982439" y="627748"/>
                  </a:lnTo>
                  <a:lnTo>
                    <a:pt x="5981778" y="627748"/>
                  </a:lnTo>
                  <a:lnTo>
                    <a:pt x="5981118" y="627748"/>
                  </a:lnTo>
                  <a:lnTo>
                    <a:pt x="5980457" y="627748"/>
                  </a:lnTo>
                  <a:lnTo>
                    <a:pt x="5979797" y="627748"/>
                  </a:lnTo>
                  <a:lnTo>
                    <a:pt x="5979136" y="627748"/>
                  </a:lnTo>
                  <a:lnTo>
                    <a:pt x="5978476" y="627748"/>
                  </a:lnTo>
                  <a:lnTo>
                    <a:pt x="5977815" y="627748"/>
                  </a:lnTo>
                  <a:lnTo>
                    <a:pt x="5977155" y="627748"/>
                  </a:lnTo>
                  <a:lnTo>
                    <a:pt x="5976494" y="627748"/>
                  </a:lnTo>
                  <a:lnTo>
                    <a:pt x="5975833" y="627748"/>
                  </a:lnTo>
                  <a:lnTo>
                    <a:pt x="5975173" y="627748"/>
                  </a:lnTo>
                  <a:lnTo>
                    <a:pt x="5974512" y="627748"/>
                  </a:lnTo>
                  <a:lnTo>
                    <a:pt x="5973852" y="627748"/>
                  </a:lnTo>
                  <a:lnTo>
                    <a:pt x="5973191" y="627748"/>
                  </a:lnTo>
                  <a:lnTo>
                    <a:pt x="5972531" y="627748"/>
                  </a:lnTo>
                  <a:lnTo>
                    <a:pt x="5971870" y="627748"/>
                  </a:lnTo>
                  <a:lnTo>
                    <a:pt x="5971210" y="627748"/>
                  </a:lnTo>
                  <a:lnTo>
                    <a:pt x="5970549" y="627748"/>
                  </a:lnTo>
                  <a:lnTo>
                    <a:pt x="5969889" y="627748"/>
                  </a:lnTo>
                  <a:lnTo>
                    <a:pt x="5969228" y="627748"/>
                  </a:lnTo>
                  <a:lnTo>
                    <a:pt x="5968568" y="627748"/>
                  </a:lnTo>
                  <a:lnTo>
                    <a:pt x="5967907" y="627748"/>
                  </a:lnTo>
                  <a:lnTo>
                    <a:pt x="5967247" y="627748"/>
                  </a:lnTo>
                  <a:lnTo>
                    <a:pt x="5966586" y="627748"/>
                  </a:lnTo>
                  <a:lnTo>
                    <a:pt x="5965925" y="627748"/>
                  </a:lnTo>
                  <a:lnTo>
                    <a:pt x="5965265" y="627748"/>
                  </a:lnTo>
                  <a:lnTo>
                    <a:pt x="5964604" y="627748"/>
                  </a:lnTo>
                  <a:lnTo>
                    <a:pt x="5963944" y="627748"/>
                  </a:lnTo>
                  <a:lnTo>
                    <a:pt x="5963283" y="627748"/>
                  </a:lnTo>
                  <a:lnTo>
                    <a:pt x="5962623" y="627748"/>
                  </a:lnTo>
                  <a:lnTo>
                    <a:pt x="5961962" y="627748"/>
                  </a:lnTo>
                  <a:lnTo>
                    <a:pt x="5961302" y="627748"/>
                  </a:lnTo>
                  <a:lnTo>
                    <a:pt x="5960641" y="627748"/>
                  </a:lnTo>
                  <a:lnTo>
                    <a:pt x="5959981" y="627748"/>
                  </a:lnTo>
                  <a:lnTo>
                    <a:pt x="5959320" y="627748"/>
                  </a:lnTo>
                  <a:lnTo>
                    <a:pt x="5958660" y="627748"/>
                  </a:lnTo>
                  <a:lnTo>
                    <a:pt x="5957999" y="627748"/>
                  </a:lnTo>
                  <a:lnTo>
                    <a:pt x="5957339" y="627748"/>
                  </a:lnTo>
                  <a:lnTo>
                    <a:pt x="5956678" y="627748"/>
                  </a:lnTo>
                  <a:lnTo>
                    <a:pt x="5956018" y="627748"/>
                  </a:lnTo>
                  <a:lnTo>
                    <a:pt x="5955357" y="627748"/>
                  </a:lnTo>
                  <a:lnTo>
                    <a:pt x="5954696" y="627748"/>
                  </a:lnTo>
                  <a:lnTo>
                    <a:pt x="5954036" y="627748"/>
                  </a:lnTo>
                  <a:lnTo>
                    <a:pt x="5953375" y="627748"/>
                  </a:lnTo>
                  <a:lnTo>
                    <a:pt x="5952715" y="627748"/>
                  </a:lnTo>
                  <a:lnTo>
                    <a:pt x="5952054" y="627748"/>
                  </a:lnTo>
                  <a:lnTo>
                    <a:pt x="5951394" y="627748"/>
                  </a:lnTo>
                  <a:lnTo>
                    <a:pt x="5950733" y="627748"/>
                  </a:lnTo>
                  <a:lnTo>
                    <a:pt x="5950073" y="627748"/>
                  </a:lnTo>
                  <a:lnTo>
                    <a:pt x="5949412" y="627748"/>
                  </a:lnTo>
                  <a:lnTo>
                    <a:pt x="5948752" y="627748"/>
                  </a:lnTo>
                  <a:lnTo>
                    <a:pt x="5948091" y="627748"/>
                  </a:lnTo>
                  <a:lnTo>
                    <a:pt x="5947431" y="627748"/>
                  </a:lnTo>
                  <a:lnTo>
                    <a:pt x="5946770" y="627748"/>
                  </a:lnTo>
                  <a:lnTo>
                    <a:pt x="5946110" y="627748"/>
                  </a:lnTo>
                  <a:lnTo>
                    <a:pt x="5945449" y="627748"/>
                  </a:lnTo>
                  <a:lnTo>
                    <a:pt x="5944788" y="627748"/>
                  </a:lnTo>
                  <a:lnTo>
                    <a:pt x="5944128" y="627748"/>
                  </a:lnTo>
                  <a:lnTo>
                    <a:pt x="5943467" y="627748"/>
                  </a:lnTo>
                  <a:lnTo>
                    <a:pt x="5942807" y="627748"/>
                  </a:lnTo>
                  <a:lnTo>
                    <a:pt x="5942146" y="627748"/>
                  </a:lnTo>
                  <a:lnTo>
                    <a:pt x="5941486" y="627748"/>
                  </a:lnTo>
                  <a:lnTo>
                    <a:pt x="5940825" y="627748"/>
                  </a:lnTo>
                  <a:lnTo>
                    <a:pt x="5940165" y="627748"/>
                  </a:lnTo>
                  <a:lnTo>
                    <a:pt x="5939504" y="627748"/>
                  </a:lnTo>
                  <a:lnTo>
                    <a:pt x="5938844" y="627748"/>
                  </a:lnTo>
                  <a:lnTo>
                    <a:pt x="5938183" y="627748"/>
                  </a:lnTo>
                  <a:lnTo>
                    <a:pt x="5937523" y="627748"/>
                  </a:lnTo>
                  <a:lnTo>
                    <a:pt x="5936862" y="627748"/>
                  </a:lnTo>
                  <a:lnTo>
                    <a:pt x="5936202" y="627748"/>
                  </a:lnTo>
                  <a:lnTo>
                    <a:pt x="5935541" y="627748"/>
                  </a:lnTo>
                  <a:lnTo>
                    <a:pt x="5934880" y="627748"/>
                  </a:lnTo>
                  <a:lnTo>
                    <a:pt x="5934220" y="627748"/>
                  </a:lnTo>
                  <a:lnTo>
                    <a:pt x="5933559" y="627748"/>
                  </a:lnTo>
                  <a:lnTo>
                    <a:pt x="5932899" y="627748"/>
                  </a:lnTo>
                  <a:lnTo>
                    <a:pt x="5932238" y="627748"/>
                  </a:lnTo>
                  <a:lnTo>
                    <a:pt x="5931578" y="627748"/>
                  </a:lnTo>
                  <a:lnTo>
                    <a:pt x="5930917" y="627748"/>
                  </a:lnTo>
                  <a:lnTo>
                    <a:pt x="5930257" y="627748"/>
                  </a:lnTo>
                  <a:lnTo>
                    <a:pt x="5929596" y="627748"/>
                  </a:lnTo>
                  <a:lnTo>
                    <a:pt x="5928936" y="627748"/>
                  </a:lnTo>
                  <a:lnTo>
                    <a:pt x="5928275" y="627748"/>
                  </a:lnTo>
                  <a:lnTo>
                    <a:pt x="5927615" y="627748"/>
                  </a:lnTo>
                  <a:lnTo>
                    <a:pt x="5926954" y="627748"/>
                  </a:lnTo>
                  <a:lnTo>
                    <a:pt x="5926294" y="627748"/>
                  </a:lnTo>
                  <a:lnTo>
                    <a:pt x="5925633" y="627748"/>
                  </a:lnTo>
                  <a:lnTo>
                    <a:pt x="5924972" y="627748"/>
                  </a:lnTo>
                  <a:lnTo>
                    <a:pt x="5924312" y="627748"/>
                  </a:lnTo>
                  <a:lnTo>
                    <a:pt x="5923651" y="627748"/>
                  </a:lnTo>
                  <a:lnTo>
                    <a:pt x="5922991" y="627748"/>
                  </a:lnTo>
                  <a:lnTo>
                    <a:pt x="5922330" y="627748"/>
                  </a:lnTo>
                  <a:lnTo>
                    <a:pt x="5921670" y="627748"/>
                  </a:lnTo>
                  <a:lnTo>
                    <a:pt x="5921009" y="627748"/>
                  </a:lnTo>
                  <a:lnTo>
                    <a:pt x="5920349" y="627748"/>
                  </a:lnTo>
                  <a:lnTo>
                    <a:pt x="5919688" y="627748"/>
                  </a:lnTo>
                  <a:lnTo>
                    <a:pt x="5919028" y="627748"/>
                  </a:lnTo>
                  <a:lnTo>
                    <a:pt x="5918367" y="627748"/>
                  </a:lnTo>
                  <a:lnTo>
                    <a:pt x="5917707" y="627748"/>
                  </a:lnTo>
                  <a:lnTo>
                    <a:pt x="5917046" y="627748"/>
                  </a:lnTo>
                  <a:lnTo>
                    <a:pt x="5916386" y="627748"/>
                  </a:lnTo>
                  <a:lnTo>
                    <a:pt x="5915725" y="627748"/>
                  </a:lnTo>
                  <a:lnTo>
                    <a:pt x="5915065" y="627748"/>
                  </a:lnTo>
                  <a:lnTo>
                    <a:pt x="5914404" y="627748"/>
                  </a:lnTo>
                  <a:lnTo>
                    <a:pt x="5913743" y="627748"/>
                  </a:lnTo>
                  <a:lnTo>
                    <a:pt x="5913083" y="627748"/>
                  </a:lnTo>
                  <a:lnTo>
                    <a:pt x="5912422" y="627748"/>
                  </a:lnTo>
                  <a:lnTo>
                    <a:pt x="5911762" y="627748"/>
                  </a:lnTo>
                  <a:lnTo>
                    <a:pt x="5911101" y="627748"/>
                  </a:lnTo>
                  <a:lnTo>
                    <a:pt x="5910441" y="627748"/>
                  </a:lnTo>
                  <a:lnTo>
                    <a:pt x="5909780" y="627748"/>
                  </a:lnTo>
                  <a:lnTo>
                    <a:pt x="5909120" y="627748"/>
                  </a:lnTo>
                  <a:lnTo>
                    <a:pt x="5908459" y="627748"/>
                  </a:lnTo>
                  <a:lnTo>
                    <a:pt x="5907799" y="627748"/>
                  </a:lnTo>
                  <a:lnTo>
                    <a:pt x="5907138" y="627748"/>
                  </a:lnTo>
                  <a:lnTo>
                    <a:pt x="5906478" y="627748"/>
                  </a:lnTo>
                  <a:lnTo>
                    <a:pt x="5905817" y="627748"/>
                  </a:lnTo>
                  <a:lnTo>
                    <a:pt x="5905157" y="627748"/>
                  </a:lnTo>
                  <a:lnTo>
                    <a:pt x="5904496" y="627748"/>
                  </a:lnTo>
                  <a:lnTo>
                    <a:pt x="5903835" y="627748"/>
                  </a:lnTo>
                  <a:lnTo>
                    <a:pt x="5903175" y="627748"/>
                  </a:lnTo>
                  <a:lnTo>
                    <a:pt x="5902514" y="627748"/>
                  </a:lnTo>
                  <a:lnTo>
                    <a:pt x="5901854" y="627748"/>
                  </a:lnTo>
                  <a:lnTo>
                    <a:pt x="5901193" y="627748"/>
                  </a:lnTo>
                  <a:lnTo>
                    <a:pt x="5900533" y="627748"/>
                  </a:lnTo>
                  <a:lnTo>
                    <a:pt x="5899872" y="627748"/>
                  </a:lnTo>
                  <a:lnTo>
                    <a:pt x="5899212" y="627748"/>
                  </a:lnTo>
                  <a:lnTo>
                    <a:pt x="5898551" y="627748"/>
                  </a:lnTo>
                  <a:lnTo>
                    <a:pt x="5897891" y="627748"/>
                  </a:lnTo>
                  <a:lnTo>
                    <a:pt x="5897230" y="627748"/>
                  </a:lnTo>
                  <a:lnTo>
                    <a:pt x="5896570" y="627748"/>
                  </a:lnTo>
                  <a:lnTo>
                    <a:pt x="5895909" y="627748"/>
                  </a:lnTo>
                  <a:lnTo>
                    <a:pt x="5895249" y="627748"/>
                  </a:lnTo>
                  <a:lnTo>
                    <a:pt x="5894588" y="627748"/>
                  </a:lnTo>
                  <a:lnTo>
                    <a:pt x="5893927" y="627748"/>
                  </a:lnTo>
                  <a:lnTo>
                    <a:pt x="5893267" y="627748"/>
                  </a:lnTo>
                  <a:lnTo>
                    <a:pt x="5892606" y="627748"/>
                  </a:lnTo>
                  <a:lnTo>
                    <a:pt x="5891946" y="627748"/>
                  </a:lnTo>
                  <a:lnTo>
                    <a:pt x="5891285" y="627748"/>
                  </a:lnTo>
                  <a:lnTo>
                    <a:pt x="5890625" y="627748"/>
                  </a:lnTo>
                  <a:lnTo>
                    <a:pt x="5889964" y="627748"/>
                  </a:lnTo>
                  <a:lnTo>
                    <a:pt x="5889304" y="627748"/>
                  </a:lnTo>
                  <a:lnTo>
                    <a:pt x="5888643" y="627748"/>
                  </a:lnTo>
                  <a:lnTo>
                    <a:pt x="5887983" y="627748"/>
                  </a:lnTo>
                  <a:lnTo>
                    <a:pt x="5887322" y="627748"/>
                  </a:lnTo>
                  <a:lnTo>
                    <a:pt x="5886662" y="627748"/>
                  </a:lnTo>
                  <a:lnTo>
                    <a:pt x="5886001" y="627748"/>
                  </a:lnTo>
                  <a:lnTo>
                    <a:pt x="5885341" y="627748"/>
                  </a:lnTo>
                  <a:lnTo>
                    <a:pt x="5884680" y="627748"/>
                  </a:lnTo>
                  <a:lnTo>
                    <a:pt x="5884020" y="627748"/>
                  </a:lnTo>
                  <a:lnTo>
                    <a:pt x="5883359" y="627748"/>
                  </a:lnTo>
                  <a:lnTo>
                    <a:pt x="5882698" y="627748"/>
                  </a:lnTo>
                  <a:lnTo>
                    <a:pt x="5882038" y="627748"/>
                  </a:lnTo>
                  <a:lnTo>
                    <a:pt x="5881377" y="627748"/>
                  </a:lnTo>
                  <a:lnTo>
                    <a:pt x="5880717" y="627748"/>
                  </a:lnTo>
                  <a:lnTo>
                    <a:pt x="5880056" y="627748"/>
                  </a:lnTo>
                  <a:lnTo>
                    <a:pt x="5879396" y="627748"/>
                  </a:lnTo>
                  <a:lnTo>
                    <a:pt x="5878735" y="627748"/>
                  </a:lnTo>
                  <a:lnTo>
                    <a:pt x="5878075" y="627748"/>
                  </a:lnTo>
                  <a:lnTo>
                    <a:pt x="5877414" y="627748"/>
                  </a:lnTo>
                  <a:lnTo>
                    <a:pt x="5876754" y="627748"/>
                  </a:lnTo>
                  <a:lnTo>
                    <a:pt x="5876093" y="627748"/>
                  </a:lnTo>
                  <a:lnTo>
                    <a:pt x="5875433" y="627748"/>
                  </a:lnTo>
                  <a:lnTo>
                    <a:pt x="5874772" y="627748"/>
                  </a:lnTo>
                  <a:lnTo>
                    <a:pt x="5874112" y="627748"/>
                  </a:lnTo>
                  <a:lnTo>
                    <a:pt x="5873451" y="627748"/>
                  </a:lnTo>
                  <a:lnTo>
                    <a:pt x="5872790" y="627748"/>
                  </a:lnTo>
                  <a:lnTo>
                    <a:pt x="5872130" y="627748"/>
                  </a:lnTo>
                  <a:lnTo>
                    <a:pt x="5871469" y="627748"/>
                  </a:lnTo>
                  <a:lnTo>
                    <a:pt x="5870809" y="627748"/>
                  </a:lnTo>
                  <a:lnTo>
                    <a:pt x="5870148" y="627748"/>
                  </a:lnTo>
                  <a:lnTo>
                    <a:pt x="5869488" y="627748"/>
                  </a:lnTo>
                  <a:lnTo>
                    <a:pt x="5868827" y="627748"/>
                  </a:lnTo>
                  <a:lnTo>
                    <a:pt x="5868167" y="627748"/>
                  </a:lnTo>
                  <a:lnTo>
                    <a:pt x="5867506" y="627748"/>
                  </a:lnTo>
                  <a:lnTo>
                    <a:pt x="5866846" y="627748"/>
                  </a:lnTo>
                  <a:lnTo>
                    <a:pt x="5866185" y="627748"/>
                  </a:lnTo>
                  <a:lnTo>
                    <a:pt x="5865525" y="627748"/>
                  </a:lnTo>
                  <a:lnTo>
                    <a:pt x="5864864" y="627748"/>
                  </a:lnTo>
                  <a:lnTo>
                    <a:pt x="5864204" y="627748"/>
                  </a:lnTo>
                  <a:lnTo>
                    <a:pt x="5863543" y="627748"/>
                  </a:lnTo>
                  <a:lnTo>
                    <a:pt x="5862882" y="627748"/>
                  </a:lnTo>
                  <a:lnTo>
                    <a:pt x="5862222" y="627748"/>
                  </a:lnTo>
                  <a:lnTo>
                    <a:pt x="5861561" y="627748"/>
                  </a:lnTo>
                  <a:lnTo>
                    <a:pt x="5860901" y="627748"/>
                  </a:lnTo>
                  <a:lnTo>
                    <a:pt x="5860240" y="627748"/>
                  </a:lnTo>
                  <a:lnTo>
                    <a:pt x="5859580" y="627748"/>
                  </a:lnTo>
                  <a:lnTo>
                    <a:pt x="5858919" y="627748"/>
                  </a:lnTo>
                  <a:lnTo>
                    <a:pt x="5858259" y="627748"/>
                  </a:lnTo>
                  <a:lnTo>
                    <a:pt x="5857598" y="627748"/>
                  </a:lnTo>
                  <a:lnTo>
                    <a:pt x="5856938" y="627748"/>
                  </a:lnTo>
                  <a:lnTo>
                    <a:pt x="5856277" y="627748"/>
                  </a:lnTo>
                  <a:lnTo>
                    <a:pt x="5855617" y="627748"/>
                  </a:lnTo>
                  <a:lnTo>
                    <a:pt x="5854956" y="627748"/>
                  </a:lnTo>
                  <a:lnTo>
                    <a:pt x="5854296" y="627748"/>
                  </a:lnTo>
                  <a:lnTo>
                    <a:pt x="5853635" y="627748"/>
                  </a:lnTo>
                  <a:lnTo>
                    <a:pt x="5852974" y="627748"/>
                  </a:lnTo>
                  <a:lnTo>
                    <a:pt x="5852314" y="627748"/>
                  </a:lnTo>
                  <a:lnTo>
                    <a:pt x="5851653" y="627748"/>
                  </a:lnTo>
                  <a:lnTo>
                    <a:pt x="5850993" y="627748"/>
                  </a:lnTo>
                  <a:lnTo>
                    <a:pt x="5850332" y="627748"/>
                  </a:lnTo>
                  <a:lnTo>
                    <a:pt x="5849672" y="627748"/>
                  </a:lnTo>
                  <a:lnTo>
                    <a:pt x="5849011" y="627748"/>
                  </a:lnTo>
                  <a:lnTo>
                    <a:pt x="5848351" y="627748"/>
                  </a:lnTo>
                  <a:lnTo>
                    <a:pt x="5847690" y="627748"/>
                  </a:lnTo>
                  <a:lnTo>
                    <a:pt x="5847030" y="627748"/>
                  </a:lnTo>
                  <a:lnTo>
                    <a:pt x="5846369" y="627748"/>
                  </a:lnTo>
                  <a:lnTo>
                    <a:pt x="5845709" y="627748"/>
                  </a:lnTo>
                  <a:lnTo>
                    <a:pt x="5845048" y="627748"/>
                  </a:lnTo>
                  <a:lnTo>
                    <a:pt x="5844388" y="627748"/>
                  </a:lnTo>
                  <a:lnTo>
                    <a:pt x="5843727" y="627748"/>
                  </a:lnTo>
                  <a:lnTo>
                    <a:pt x="5843067" y="627748"/>
                  </a:lnTo>
                  <a:lnTo>
                    <a:pt x="5842406" y="627748"/>
                  </a:lnTo>
                  <a:lnTo>
                    <a:pt x="5841745" y="627748"/>
                  </a:lnTo>
                  <a:lnTo>
                    <a:pt x="5841085" y="627748"/>
                  </a:lnTo>
                  <a:lnTo>
                    <a:pt x="5840424" y="627748"/>
                  </a:lnTo>
                  <a:lnTo>
                    <a:pt x="5839764" y="627748"/>
                  </a:lnTo>
                  <a:lnTo>
                    <a:pt x="5839103" y="627748"/>
                  </a:lnTo>
                  <a:lnTo>
                    <a:pt x="5838443" y="627748"/>
                  </a:lnTo>
                  <a:lnTo>
                    <a:pt x="5837782" y="627748"/>
                  </a:lnTo>
                  <a:lnTo>
                    <a:pt x="5837122" y="627748"/>
                  </a:lnTo>
                  <a:lnTo>
                    <a:pt x="5836461" y="627748"/>
                  </a:lnTo>
                  <a:lnTo>
                    <a:pt x="5835801" y="627748"/>
                  </a:lnTo>
                  <a:lnTo>
                    <a:pt x="5835140" y="627748"/>
                  </a:lnTo>
                  <a:lnTo>
                    <a:pt x="5834480" y="627748"/>
                  </a:lnTo>
                  <a:lnTo>
                    <a:pt x="5833819" y="627748"/>
                  </a:lnTo>
                  <a:lnTo>
                    <a:pt x="5833159" y="627748"/>
                  </a:lnTo>
                  <a:lnTo>
                    <a:pt x="5832498" y="627748"/>
                  </a:lnTo>
                  <a:lnTo>
                    <a:pt x="5831837" y="627748"/>
                  </a:lnTo>
                  <a:lnTo>
                    <a:pt x="5831177" y="627748"/>
                  </a:lnTo>
                  <a:lnTo>
                    <a:pt x="5830516" y="627748"/>
                  </a:lnTo>
                  <a:lnTo>
                    <a:pt x="5829856" y="627748"/>
                  </a:lnTo>
                  <a:lnTo>
                    <a:pt x="5829195" y="627748"/>
                  </a:lnTo>
                  <a:lnTo>
                    <a:pt x="5828535" y="627748"/>
                  </a:lnTo>
                  <a:lnTo>
                    <a:pt x="5827874" y="627748"/>
                  </a:lnTo>
                  <a:lnTo>
                    <a:pt x="5827214" y="627748"/>
                  </a:lnTo>
                  <a:lnTo>
                    <a:pt x="5826553" y="627748"/>
                  </a:lnTo>
                  <a:lnTo>
                    <a:pt x="5825893" y="627748"/>
                  </a:lnTo>
                  <a:lnTo>
                    <a:pt x="5825232" y="627748"/>
                  </a:lnTo>
                  <a:lnTo>
                    <a:pt x="5824572" y="627748"/>
                  </a:lnTo>
                  <a:lnTo>
                    <a:pt x="5823911" y="627748"/>
                  </a:lnTo>
                  <a:lnTo>
                    <a:pt x="5823251" y="627748"/>
                  </a:lnTo>
                  <a:lnTo>
                    <a:pt x="5822590" y="627748"/>
                  </a:lnTo>
                  <a:lnTo>
                    <a:pt x="5821929" y="627748"/>
                  </a:lnTo>
                  <a:lnTo>
                    <a:pt x="5821269" y="627748"/>
                  </a:lnTo>
                  <a:lnTo>
                    <a:pt x="5820608" y="627748"/>
                  </a:lnTo>
                  <a:lnTo>
                    <a:pt x="5819948" y="627748"/>
                  </a:lnTo>
                  <a:lnTo>
                    <a:pt x="5819287" y="627748"/>
                  </a:lnTo>
                  <a:lnTo>
                    <a:pt x="5818627" y="627748"/>
                  </a:lnTo>
                  <a:lnTo>
                    <a:pt x="5817966" y="627748"/>
                  </a:lnTo>
                  <a:lnTo>
                    <a:pt x="5817306" y="627748"/>
                  </a:lnTo>
                  <a:lnTo>
                    <a:pt x="5816645" y="627748"/>
                  </a:lnTo>
                  <a:lnTo>
                    <a:pt x="5815985" y="627748"/>
                  </a:lnTo>
                  <a:lnTo>
                    <a:pt x="5815324" y="627748"/>
                  </a:lnTo>
                  <a:lnTo>
                    <a:pt x="5814664" y="627748"/>
                  </a:lnTo>
                  <a:lnTo>
                    <a:pt x="5814003" y="627748"/>
                  </a:lnTo>
                  <a:lnTo>
                    <a:pt x="5813343" y="627748"/>
                  </a:lnTo>
                  <a:lnTo>
                    <a:pt x="5812682" y="627748"/>
                  </a:lnTo>
                  <a:lnTo>
                    <a:pt x="5812022" y="627748"/>
                  </a:lnTo>
                  <a:lnTo>
                    <a:pt x="5811361" y="627748"/>
                  </a:lnTo>
                  <a:lnTo>
                    <a:pt x="5810700" y="627748"/>
                  </a:lnTo>
                  <a:lnTo>
                    <a:pt x="5810040" y="627748"/>
                  </a:lnTo>
                  <a:lnTo>
                    <a:pt x="5809379" y="627748"/>
                  </a:lnTo>
                  <a:lnTo>
                    <a:pt x="5808719" y="627748"/>
                  </a:lnTo>
                  <a:lnTo>
                    <a:pt x="5808058" y="627748"/>
                  </a:lnTo>
                  <a:lnTo>
                    <a:pt x="5807398" y="627748"/>
                  </a:lnTo>
                  <a:lnTo>
                    <a:pt x="5806737" y="627748"/>
                  </a:lnTo>
                  <a:lnTo>
                    <a:pt x="5806077" y="627748"/>
                  </a:lnTo>
                  <a:lnTo>
                    <a:pt x="5805416" y="627748"/>
                  </a:lnTo>
                  <a:lnTo>
                    <a:pt x="5804756" y="627748"/>
                  </a:lnTo>
                  <a:lnTo>
                    <a:pt x="5804095" y="627748"/>
                  </a:lnTo>
                  <a:lnTo>
                    <a:pt x="5803435" y="627748"/>
                  </a:lnTo>
                  <a:lnTo>
                    <a:pt x="5802774" y="627748"/>
                  </a:lnTo>
                  <a:lnTo>
                    <a:pt x="5802114" y="627748"/>
                  </a:lnTo>
                  <a:lnTo>
                    <a:pt x="5801453" y="627748"/>
                  </a:lnTo>
                  <a:lnTo>
                    <a:pt x="5800792" y="627748"/>
                  </a:lnTo>
                  <a:lnTo>
                    <a:pt x="5800132" y="627748"/>
                  </a:lnTo>
                  <a:lnTo>
                    <a:pt x="5799471" y="627748"/>
                  </a:lnTo>
                  <a:lnTo>
                    <a:pt x="5798811" y="627748"/>
                  </a:lnTo>
                  <a:lnTo>
                    <a:pt x="5798150" y="627748"/>
                  </a:lnTo>
                  <a:lnTo>
                    <a:pt x="5797490" y="627748"/>
                  </a:lnTo>
                  <a:lnTo>
                    <a:pt x="5796829" y="627748"/>
                  </a:lnTo>
                  <a:lnTo>
                    <a:pt x="5796169" y="627748"/>
                  </a:lnTo>
                  <a:lnTo>
                    <a:pt x="5795508" y="627748"/>
                  </a:lnTo>
                  <a:lnTo>
                    <a:pt x="5794848" y="627748"/>
                  </a:lnTo>
                  <a:lnTo>
                    <a:pt x="5794187" y="627748"/>
                  </a:lnTo>
                  <a:lnTo>
                    <a:pt x="5793527" y="627748"/>
                  </a:lnTo>
                  <a:lnTo>
                    <a:pt x="5792866" y="627748"/>
                  </a:lnTo>
                  <a:lnTo>
                    <a:pt x="5792206" y="627748"/>
                  </a:lnTo>
                  <a:lnTo>
                    <a:pt x="5791545" y="627748"/>
                  </a:lnTo>
                  <a:lnTo>
                    <a:pt x="5790884" y="627748"/>
                  </a:lnTo>
                  <a:lnTo>
                    <a:pt x="5790224" y="627748"/>
                  </a:lnTo>
                  <a:lnTo>
                    <a:pt x="5789563" y="627748"/>
                  </a:lnTo>
                  <a:lnTo>
                    <a:pt x="5788903" y="627748"/>
                  </a:lnTo>
                  <a:lnTo>
                    <a:pt x="5788242" y="627748"/>
                  </a:lnTo>
                  <a:lnTo>
                    <a:pt x="5787582" y="627748"/>
                  </a:lnTo>
                  <a:lnTo>
                    <a:pt x="5786921" y="627748"/>
                  </a:lnTo>
                  <a:lnTo>
                    <a:pt x="5786261" y="627748"/>
                  </a:lnTo>
                  <a:lnTo>
                    <a:pt x="5785600" y="627748"/>
                  </a:lnTo>
                  <a:lnTo>
                    <a:pt x="5784940" y="627748"/>
                  </a:lnTo>
                  <a:lnTo>
                    <a:pt x="5784279" y="627748"/>
                  </a:lnTo>
                  <a:lnTo>
                    <a:pt x="5783619" y="627748"/>
                  </a:lnTo>
                  <a:lnTo>
                    <a:pt x="5782958" y="627748"/>
                  </a:lnTo>
                  <a:lnTo>
                    <a:pt x="5782298" y="627748"/>
                  </a:lnTo>
                  <a:lnTo>
                    <a:pt x="5781637" y="627748"/>
                  </a:lnTo>
                  <a:lnTo>
                    <a:pt x="5780976" y="627748"/>
                  </a:lnTo>
                  <a:lnTo>
                    <a:pt x="5780316" y="627748"/>
                  </a:lnTo>
                  <a:lnTo>
                    <a:pt x="5779655" y="627748"/>
                  </a:lnTo>
                  <a:lnTo>
                    <a:pt x="5778995" y="627748"/>
                  </a:lnTo>
                  <a:lnTo>
                    <a:pt x="5778334" y="627748"/>
                  </a:lnTo>
                  <a:lnTo>
                    <a:pt x="5777674" y="627748"/>
                  </a:lnTo>
                  <a:lnTo>
                    <a:pt x="5777013" y="627748"/>
                  </a:lnTo>
                  <a:lnTo>
                    <a:pt x="5776353" y="627748"/>
                  </a:lnTo>
                  <a:lnTo>
                    <a:pt x="5775692" y="627748"/>
                  </a:lnTo>
                  <a:lnTo>
                    <a:pt x="5775032" y="627748"/>
                  </a:lnTo>
                  <a:lnTo>
                    <a:pt x="5774371" y="627748"/>
                  </a:lnTo>
                  <a:lnTo>
                    <a:pt x="5773711" y="627748"/>
                  </a:lnTo>
                  <a:lnTo>
                    <a:pt x="5773050" y="627748"/>
                  </a:lnTo>
                  <a:lnTo>
                    <a:pt x="5772390" y="627748"/>
                  </a:lnTo>
                  <a:lnTo>
                    <a:pt x="5771729" y="627748"/>
                  </a:lnTo>
                  <a:lnTo>
                    <a:pt x="5771069" y="627748"/>
                  </a:lnTo>
                  <a:lnTo>
                    <a:pt x="5770408" y="627748"/>
                  </a:lnTo>
                  <a:lnTo>
                    <a:pt x="5769747" y="627748"/>
                  </a:lnTo>
                  <a:lnTo>
                    <a:pt x="5769087" y="627748"/>
                  </a:lnTo>
                  <a:lnTo>
                    <a:pt x="5768426" y="627748"/>
                  </a:lnTo>
                  <a:lnTo>
                    <a:pt x="5767766" y="627748"/>
                  </a:lnTo>
                  <a:lnTo>
                    <a:pt x="5767105" y="627748"/>
                  </a:lnTo>
                  <a:lnTo>
                    <a:pt x="5766445" y="627748"/>
                  </a:lnTo>
                  <a:lnTo>
                    <a:pt x="5765784" y="627748"/>
                  </a:lnTo>
                  <a:lnTo>
                    <a:pt x="5765124" y="627748"/>
                  </a:lnTo>
                  <a:lnTo>
                    <a:pt x="5764463" y="627748"/>
                  </a:lnTo>
                  <a:lnTo>
                    <a:pt x="5763803" y="627748"/>
                  </a:lnTo>
                  <a:lnTo>
                    <a:pt x="5763142" y="627748"/>
                  </a:lnTo>
                  <a:lnTo>
                    <a:pt x="5762482" y="627748"/>
                  </a:lnTo>
                  <a:lnTo>
                    <a:pt x="5761821" y="627748"/>
                  </a:lnTo>
                  <a:lnTo>
                    <a:pt x="5761161" y="627748"/>
                  </a:lnTo>
                  <a:lnTo>
                    <a:pt x="5760500" y="627748"/>
                  </a:lnTo>
                  <a:lnTo>
                    <a:pt x="5759839" y="627748"/>
                  </a:lnTo>
                  <a:lnTo>
                    <a:pt x="5759179" y="627748"/>
                  </a:lnTo>
                  <a:lnTo>
                    <a:pt x="5758518" y="627748"/>
                  </a:lnTo>
                  <a:lnTo>
                    <a:pt x="5757858" y="627748"/>
                  </a:lnTo>
                  <a:lnTo>
                    <a:pt x="5757197" y="627748"/>
                  </a:lnTo>
                  <a:lnTo>
                    <a:pt x="5756537" y="627748"/>
                  </a:lnTo>
                  <a:lnTo>
                    <a:pt x="5755876" y="627748"/>
                  </a:lnTo>
                  <a:lnTo>
                    <a:pt x="5755216" y="627748"/>
                  </a:lnTo>
                  <a:lnTo>
                    <a:pt x="5754555" y="627748"/>
                  </a:lnTo>
                  <a:lnTo>
                    <a:pt x="5753895" y="627748"/>
                  </a:lnTo>
                  <a:lnTo>
                    <a:pt x="5753234" y="627748"/>
                  </a:lnTo>
                  <a:lnTo>
                    <a:pt x="5752574" y="627748"/>
                  </a:lnTo>
                  <a:lnTo>
                    <a:pt x="5751913" y="627748"/>
                  </a:lnTo>
                  <a:lnTo>
                    <a:pt x="5751253" y="627748"/>
                  </a:lnTo>
                  <a:lnTo>
                    <a:pt x="5750592" y="627748"/>
                  </a:lnTo>
                  <a:lnTo>
                    <a:pt x="5749931" y="627748"/>
                  </a:lnTo>
                  <a:lnTo>
                    <a:pt x="5749271" y="627748"/>
                  </a:lnTo>
                  <a:lnTo>
                    <a:pt x="5748610" y="627748"/>
                  </a:lnTo>
                  <a:lnTo>
                    <a:pt x="5747950" y="627748"/>
                  </a:lnTo>
                  <a:lnTo>
                    <a:pt x="5747289" y="627748"/>
                  </a:lnTo>
                  <a:lnTo>
                    <a:pt x="5746629" y="627748"/>
                  </a:lnTo>
                  <a:lnTo>
                    <a:pt x="5745968" y="627748"/>
                  </a:lnTo>
                  <a:lnTo>
                    <a:pt x="5745308" y="627748"/>
                  </a:lnTo>
                  <a:lnTo>
                    <a:pt x="5744647" y="627748"/>
                  </a:lnTo>
                  <a:lnTo>
                    <a:pt x="5743987" y="627748"/>
                  </a:lnTo>
                  <a:lnTo>
                    <a:pt x="5743326" y="627748"/>
                  </a:lnTo>
                  <a:lnTo>
                    <a:pt x="5742666" y="627748"/>
                  </a:lnTo>
                  <a:lnTo>
                    <a:pt x="5742005" y="627748"/>
                  </a:lnTo>
                  <a:lnTo>
                    <a:pt x="5741345" y="627748"/>
                  </a:lnTo>
                  <a:lnTo>
                    <a:pt x="5740684" y="627748"/>
                  </a:lnTo>
                  <a:lnTo>
                    <a:pt x="5740024" y="627748"/>
                  </a:lnTo>
                  <a:lnTo>
                    <a:pt x="5739363" y="627748"/>
                  </a:lnTo>
                  <a:lnTo>
                    <a:pt x="5738702" y="627748"/>
                  </a:lnTo>
                  <a:lnTo>
                    <a:pt x="5738042" y="627748"/>
                  </a:lnTo>
                  <a:lnTo>
                    <a:pt x="5737381" y="627748"/>
                  </a:lnTo>
                  <a:lnTo>
                    <a:pt x="5736721" y="627748"/>
                  </a:lnTo>
                  <a:lnTo>
                    <a:pt x="5736060" y="627748"/>
                  </a:lnTo>
                  <a:lnTo>
                    <a:pt x="5735400" y="627748"/>
                  </a:lnTo>
                  <a:lnTo>
                    <a:pt x="5734739" y="627748"/>
                  </a:lnTo>
                  <a:lnTo>
                    <a:pt x="5734079" y="627748"/>
                  </a:lnTo>
                  <a:lnTo>
                    <a:pt x="5733418" y="627748"/>
                  </a:lnTo>
                  <a:lnTo>
                    <a:pt x="5732758" y="627748"/>
                  </a:lnTo>
                  <a:lnTo>
                    <a:pt x="5732097" y="627748"/>
                  </a:lnTo>
                  <a:lnTo>
                    <a:pt x="5731437" y="627748"/>
                  </a:lnTo>
                  <a:lnTo>
                    <a:pt x="5730776" y="627748"/>
                  </a:lnTo>
                  <a:lnTo>
                    <a:pt x="5730116" y="627748"/>
                  </a:lnTo>
                  <a:lnTo>
                    <a:pt x="5729455" y="627748"/>
                  </a:lnTo>
                  <a:lnTo>
                    <a:pt x="5728794" y="627748"/>
                  </a:lnTo>
                  <a:lnTo>
                    <a:pt x="5728134" y="627748"/>
                  </a:lnTo>
                  <a:lnTo>
                    <a:pt x="5727473" y="627748"/>
                  </a:lnTo>
                  <a:lnTo>
                    <a:pt x="5726813" y="627748"/>
                  </a:lnTo>
                  <a:lnTo>
                    <a:pt x="5726152" y="627748"/>
                  </a:lnTo>
                  <a:lnTo>
                    <a:pt x="5725492" y="627748"/>
                  </a:lnTo>
                  <a:lnTo>
                    <a:pt x="5724831" y="627748"/>
                  </a:lnTo>
                  <a:lnTo>
                    <a:pt x="5724171" y="627748"/>
                  </a:lnTo>
                  <a:lnTo>
                    <a:pt x="5723510" y="627748"/>
                  </a:lnTo>
                  <a:lnTo>
                    <a:pt x="5722850" y="627748"/>
                  </a:lnTo>
                  <a:lnTo>
                    <a:pt x="5722189" y="627748"/>
                  </a:lnTo>
                  <a:lnTo>
                    <a:pt x="5721529" y="627748"/>
                  </a:lnTo>
                  <a:lnTo>
                    <a:pt x="5720868" y="627748"/>
                  </a:lnTo>
                  <a:lnTo>
                    <a:pt x="5720208" y="627748"/>
                  </a:lnTo>
                  <a:lnTo>
                    <a:pt x="5719547" y="627748"/>
                  </a:lnTo>
                  <a:lnTo>
                    <a:pt x="5718886" y="627748"/>
                  </a:lnTo>
                  <a:lnTo>
                    <a:pt x="5718226" y="627748"/>
                  </a:lnTo>
                  <a:lnTo>
                    <a:pt x="5717565" y="627748"/>
                  </a:lnTo>
                  <a:lnTo>
                    <a:pt x="5716905" y="627748"/>
                  </a:lnTo>
                  <a:lnTo>
                    <a:pt x="5716244" y="627748"/>
                  </a:lnTo>
                  <a:lnTo>
                    <a:pt x="5715584" y="627748"/>
                  </a:lnTo>
                  <a:lnTo>
                    <a:pt x="5714923" y="627748"/>
                  </a:lnTo>
                  <a:lnTo>
                    <a:pt x="5714263" y="627748"/>
                  </a:lnTo>
                  <a:lnTo>
                    <a:pt x="5713602" y="627748"/>
                  </a:lnTo>
                  <a:lnTo>
                    <a:pt x="5712942" y="627748"/>
                  </a:lnTo>
                  <a:lnTo>
                    <a:pt x="5712281" y="627748"/>
                  </a:lnTo>
                  <a:lnTo>
                    <a:pt x="5711621" y="627748"/>
                  </a:lnTo>
                  <a:lnTo>
                    <a:pt x="5710960" y="627748"/>
                  </a:lnTo>
                  <a:lnTo>
                    <a:pt x="5710300" y="627748"/>
                  </a:lnTo>
                  <a:lnTo>
                    <a:pt x="5709639" y="627748"/>
                  </a:lnTo>
                  <a:lnTo>
                    <a:pt x="5708978" y="627748"/>
                  </a:lnTo>
                  <a:lnTo>
                    <a:pt x="5708318" y="627748"/>
                  </a:lnTo>
                  <a:lnTo>
                    <a:pt x="5707657" y="627748"/>
                  </a:lnTo>
                  <a:lnTo>
                    <a:pt x="5706997" y="627748"/>
                  </a:lnTo>
                  <a:lnTo>
                    <a:pt x="5706336" y="627748"/>
                  </a:lnTo>
                  <a:lnTo>
                    <a:pt x="5705676" y="627748"/>
                  </a:lnTo>
                  <a:lnTo>
                    <a:pt x="5705015" y="627748"/>
                  </a:lnTo>
                  <a:lnTo>
                    <a:pt x="5704355" y="627748"/>
                  </a:lnTo>
                  <a:lnTo>
                    <a:pt x="5703694" y="627748"/>
                  </a:lnTo>
                  <a:lnTo>
                    <a:pt x="5703034" y="627748"/>
                  </a:lnTo>
                  <a:lnTo>
                    <a:pt x="5702373" y="627748"/>
                  </a:lnTo>
                  <a:lnTo>
                    <a:pt x="5701713" y="627748"/>
                  </a:lnTo>
                  <a:lnTo>
                    <a:pt x="5701052" y="627748"/>
                  </a:lnTo>
                  <a:lnTo>
                    <a:pt x="5700392" y="627748"/>
                  </a:lnTo>
                  <a:lnTo>
                    <a:pt x="5699731" y="627748"/>
                  </a:lnTo>
                  <a:lnTo>
                    <a:pt x="5699071" y="627748"/>
                  </a:lnTo>
                  <a:lnTo>
                    <a:pt x="5698410" y="627748"/>
                  </a:lnTo>
                  <a:lnTo>
                    <a:pt x="5697749" y="627748"/>
                  </a:lnTo>
                  <a:lnTo>
                    <a:pt x="5697089" y="627748"/>
                  </a:lnTo>
                  <a:lnTo>
                    <a:pt x="5696428" y="627748"/>
                  </a:lnTo>
                  <a:lnTo>
                    <a:pt x="5695768" y="627748"/>
                  </a:lnTo>
                  <a:lnTo>
                    <a:pt x="5695107" y="627748"/>
                  </a:lnTo>
                  <a:lnTo>
                    <a:pt x="5694447" y="627748"/>
                  </a:lnTo>
                  <a:lnTo>
                    <a:pt x="5693786" y="627748"/>
                  </a:lnTo>
                  <a:lnTo>
                    <a:pt x="5693126" y="627748"/>
                  </a:lnTo>
                  <a:lnTo>
                    <a:pt x="5692465" y="627748"/>
                  </a:lnTo>
                  <a:lnTo>
                    <a:pt x="5691805" y="627748"/>
                  </a:lnTo>
                  <a:lnTo>
                    <a:pt x="5691144" y="627748"/>
                  </a:lnTo>
                  <a:lnTo>
                    <a:pt x="5690484" y="627748"/>
                  </a:lnTo>
                  <a:lnTo>
                    <a:pt x="5689823" y="627748"/>
                  </a:lnTo>
                  <a:lnTo>
                    <a:pt x="5689163" y="627748"/>
                  </a:lnTo>
                  <a:lnTo>
                    <a:pt x="5688502" y="627748"/>
                  </a:lnTo>
                  <a:lnTo>
                    <a:pt x="5687841" y="627748"/>
                  </a:lnTo>
                  <a:lnTo>
                    <a:pt x="5687181" y="627748"/>
                  </a:lnTo>
                  <a:lnTo>
                    <a:pt x="5686520" y="627748"/>
                  </a:lnTo>
                  <a:lnTo>
                    <a:pt x="5685860" y="627748"/>
                  </a:lnTo>
                  <a:lnTo>
                    <a:pt x="5685199" y="627748"/>
                  </a:lnTo>
                  <a:lnTo>
                    <a:pt x="5684539" y="627748"/>
                  </a:lnTo>
                  <a:lnTo>
                    <a:pt x="5683878" y="627748"/>
                  </a:lnTo>
                  <a:lnTo>
                    <a:pt x="5683218" y="627748"/>
                  </a:lnTo>
                  <a:lnTo>
                    <a:pt x="5682557" y="627748"/>
                  </a:lnTo>
                  <a:lnTo>
                    <a:pt x="5681897" y="627748"/>
                  </a:lnTo>
                  <a:lnTo>
                    <a:pt x="5681236" y="627748"/>
                  </a:lnTo>
                  <a:lnTo>
                    <a:pt x="5680576" y="627748"/>
                  </a:lnTo>
                  <a:lnTo>
                    <a:pt x="5679915" y="627748"/>
                  </a:lnTo>
                  <a:lnTo>
                    <a:pt x="5679255" y="627748"/>
                  </a:lnTo>
                  <a:lnTo>
                    <a:pt x="5678594" y="627748"/>
                  </a:lnTo>
                  <a:lnTo>
                    <a:pt x="5677933" y="627748"/>
                  </a:lnTo>
                  <a:lnTo>
                    <a:pt x="5677273" y="627748"/>
                  </a:lnTo>
                  <a:lnTo>
                    <a:pt x="5676612" y="627748"/>
                  </a:lnTo>
                  <a:lnTo>
                    <a:pt x="5675952" y="627748"/>
                  </a:lnTo>
                  <a:lnTo>
                    <a:pt x="5675291" y="627748"/>
                  </a:lnTo>
                  <a:lnTo>
                    <a:pt x="5674631" y="627748"/>
                  </a:lnTo>
                  <a:lnTo>
                    <a:pt x="5673970" y="627748"/>
                  </a:lnTo>
                  <a:lnTo>
                    <a:pt x="5673310" y="627748"/>
                  </a:lnTo>
                  <a:lnTo>
                    <a:pt x="5672649" y="627748"/>
                  </a:lnTo>
                  <a:lnTo>
                    <a:pt x="5671989" y="627748"/>
                  </a:lnTo>
                  <a:lnTo>
                    <a:pt x="5671328" y="627748"/>
                  </a:lnTo>
                  <a:lnTo>
                    <a:pt x="5670668" y="627748"/>
                  </a:lnTo>
                  <a:lnTo>
                    <a:pt x="5670007" y="627748"/>
                  </a:lnTo>
                  <a:lnTo>
                    <a:pt x="5669347" y="627748"/>
                  </a:lnTo>
                  <a:lnTo>
                    <a:pt x="5668686" y="627748"/>
                  </a:lnTo>
                  <a:lnTo>
                    <a:pt x="5668026" y="627748"/>
                  </a:lnTo>
                  <a:lnTo>
                    <a:pt x="5667365" y="627748"/>
                  </a:lnTo>
                  <a:lnTo>
                    <a:pt x="5666704" y="627748"/>
                  </a:lnTo>
                  <a:lnTo>
                    <a:pt x="5666044" y="627748"/>
                  </a:lnTo>
                  <a:lnTo>
                    <a:pt x="5665383" y="627748"/>
                  </a:lnTo>
                  <a:lnTo>
                    <a:pt x="5664723" y="627748"/>
                  </a:lnTo>
                  <a:lnTo>
                    <a:pt x="5664062" y="627748"/>
                  </a:lnTo>
                  <a:lnTo>
                    <a:pt x="5663402" y="627748"/>
                  </a:lnTo>
                  <a:lnTo>
                    <a:pt x="5662741" y="627748"/>
                  </a:lnTo>
                  <a:lnTo>
                    <a:pt x="5662081" y="627748"/>
                  </a:lnTo>
                  <a:lnTo>
                    <a:pt x="5661420" y="627748"/>
                  </a:lnTo>
                  <a:lnTo>
                    <a:pt x="5660760" y="627748"/>
                  </a:lnTo>
                  <a:lnTo>
                    <a:pt x="5660099" y="627748"/>
                  </a:lnTo>
                  <a:lnTo>
                    <a:pt x="5659439" y="627748"/>
                  </a:lnTo>
                  <a:lnTo>
                    <a:pt x="5658778" y="627748"/>
                  </a:lnTo>
                  <a:lnTo>
                    <a:pt x="5658118" y="627748"/>
                  </a:lnTo>
                  <a:lnTo>
                    <a:pt x="5657457" y="627748"/>
                  </a:lnTo>
                  <a:lnTo>
                    <a:pt x="5656796" y="627748"/>
                  </a:lnTo>
                  <a:lnTo>
                    <a:pt x="5656136" y="627748"/>
                  </a:lnTo>
                  <a:lnTo>
                    <a:pt x="5655475" y="627748"/>
                  </a:lnTo>
                  <a:lnTo>
                    <a:pt x="5654815" y="627748"/>
                  </a:lnTo>
                  <a:lnTo>
                    <a:pt x="5654154" y="627748"/>
                  </a:lnTo>
                  <a:lnTo>
                    <a:pt x="5653494" y="627748"/>
                  </a:lnTo>
                  <a:lnTo>
                    <a:pt x="5652833" y="627748"/>
                  </a:lnTo>
                  <a:lnTo>
                    <a:pt x="5652173" y="627748"/>
                  </a:lnTo>
                  <a:lnTo>
                    <a:pt x="5651512" y="627748"/>
                  </a:lnTo>
                  <a:lnTo>
                    <a:pt x="5650852" y="627748"/>
                  </a:lnTo>
                  <a:lnTo>
                    <a:pt x="5650191" y="627748"/>
                  </a:lnTo>
                  <a:lnTo>
                    <a:pt x="5649531" y="627748"/>
                  </a:lnTo>
                  <a:lnTo>
                    <a:pt x="5648870" y="627748"/>
                  </a:lnTo>
                  <a:lnTo>
                    <a:pt x="5648210" y="627748"/>
                  </a:lnTo>
                  <a:lnTo>
                    <a:pt x="5647549" y="627748"/>
                  </a:lnTo>
                  <a:lnTo>
                    <a:pt x="5646888" y="627748"/>
                  </a:lnTo>
                  <a:lnTo>
                    <a:pt x="5646228" y="627748"/>
                  </a:lnTo>
                  <a:lnTo>
                    <a:pt x="5645567" y="627748"/>
                  </a:lnTo>
                  <a:lnTo>
                    <a:pt x="5644907" y="627748"/>
                  </a:lnTo>
                  <a:lnTo>
                    <a:pt x="5644246" y="627748"/>
                  </a:lnTo>
                  <a:lnTo>
                    <a:pt x="5643586" y="627748"/>
                  </a:lnTo>
                  <a:lnTo>
                    <a:pt x="5642925" y="627748"/>
                  </a:lnTo>
                  <a:lnTo>
                    <a:pt x="5642265" y="627748"/>
                  </a:lnTo>
                  <a:lnTo>
                    <a:pt x="5641604" y="627748"/>
                  </a:lnTo>
                  <a:lnTo>
                    <a:pt x="5640944" y="627748"/>
                  </a:lnTo>
                  <a:lnTo>
                    <a:pt x="5640283" y="627748"/>
                  </a:lnTo>
                  <a:lnTo>
                    <a:pt x="5639623" y="627748"/>
                  </a:lnTo>
                  <a:lnTo>
                    <a:pt x="5638962" y="627748"/>
                  </a:lnTo>
                  <a:lnTo>
                    <a:pt x="5638302" y="627748"/>
                  </a:lnTo>
                  <a:lnTo>
                    <a:pt x="5637641" y="627748"/>
                  </a:lnTo>
                  <a:lnTo>
                    <a:pt x="5636980" y="627748"/>
                  </a:lnTo>
                  <a:lnTo>
                    <a:pt x="5636320" y="627748"/>
                  </a:lnTo>
                  <a:lnTo>
                    <a:pt x="5635659" y="627748"/>
                  </a:lnTo>
                  <a:lnTo>
                    <a:pt x="5634999" y="627748"/>
                  </a:lnTo>
                  <a:lnTo>
                    <a:pt x="5634338" y="627748"/>
                  </a:lnTo>
                  <a:lnTo>
                    <a:pt x="5633678" y="627748"/>
                  </a:lnTo>
                  <a:lnTo>
                    <a:pt x="5633017" y="627748"/>
                  </a:lnTo>
                  <a:lnTo>
                    <a:pt x="5632357" y="627748"/>
                  </a:lnTo>
                  <a:lnTo>
                    <a:pt x="5631696" y="627748"/>
                  </a:lnTo>
                  <a:lnTo>
                    <a:pt x="5631036" y="627748"/>
                  </a:lnTo>
                  <a:lnTo>
                    <a:pt x="5630375" y="627748"/>
                  </a:lnTo>
                  <a:lnTo>
                    <a:pt x="5629715" y="627748"/>
                  </a:lnTo>
                  <a:lnTo>
                    <a:pt x="5629054" y="627748"/>
                  </a:lnTo>
                  <a:lnTo>
                    <a:pt x="5628394" y="627748"/>
                  </a:lnTo>
                  <a:lnTo>
                    <a:pt x="5627733" y="627748"/>
                  </a:lnTo>
                  <a:lnTo>
                    <a:pt x="5627073" y="627748"/>
                  </a:lnTo>
                  <a:lnTo>
                    <a:pt x="5626412" y="627748"/>
                  </a:lnTo>
                  <a:lnTo>
                    <a:pt x="5625751" y="627748"/>
                  </a:lnTo>
                  <a:lnTo>
                    <a:pt x="5625091" y="627748"/>
                  </a:lnTo>
                  <a:lnTo>
                    <a:pt x="5624430" y="627748"/>
                  </a:lnTo>
                  <a:lnTo>
                    <a:pt x="5623770" y="627748"/>
                  </a:lnTo>
                  <a:lnTo>
                    <a:pt x="5623109" y="627748"/>
                  </a:lnTo>
                  <a:lnTo>
                    <a:pt x="5622449" y="627748"/>
                  </a:lnTo>
                  <a:lnTo>
                    <a:pt x="5621788" y="627748"/>
                  </a:lnTo>
                  <a:lnTo>
                    <a:pt x="5621128" y="627748"/>
                  </a:lnTo>
                  <a:lnTo>
                    <a:pt x="5620467" y="627748"/>
                  </a:lnTo>
                  <a:lnTo>
                    <a:pt x="5619807" y="627748"/>
                  </a:lnTo>
                  <a:lnTo>
                    <a:pt x="5619146" y="627748"/>
                  </a:lnTo>
                  <a:lnTo>
                    <a:pt x="5618486" y="627748"/>
                  </a:lnTo>
                  <a:lnTo>
                    <a:pt x="5617825" y="627748"/>
                  </a:lnTo>
                  <a:lnTo>
                    <a:pt x="5617165" y="627748"/>
                  </a:lnTo>
                  <a:lnTo>
                    <a:pt x="5616504" y="627748"/>
                  </a:lnTo>
                  <a:lnTo>
                    <a:pt x="5615843" y="627748"/>
                  </a:lnTo>
                  <a:lnTo>
                    <a:pt x="5615183" y="627748"/>
                  </a:lnTo>
                  <a:lnTo>
                    <a:pt x="5614522" y="627748"/>
                  </a:lnTo>
                  <a:lnTo>
                    <a:pt x="5613862" y="627748"/>
                  </a:lnTo>
                  <a:lnTo>
                    <a:pt x="5613201" y="627748"/>
                  </a:lnTo>
                  <a:lnTo>
                    <a:pt x="5612541" y="627748"/>
                  </a:lnTo>
                  <a:lnTo>
                    <a:pt x="5611880" y="627748"/>
                  </a:lnTo>
                  <a:lnTo>
                    <a:pt x="5611220" y="627748"/>
                  </a:lnTo>
                  <a:lnTo>
                    <a:pt x="5610559" y="627748"/>
                  </a:lnTo>
                  <a:lnTo>
                    <a:pt x="5609899" y="627748"/>
                  </a:lnTo>
                  <a:lnTo>
                    <a:pt x="5609238" y="627748"/>
                  </a:lnTo>
                  <a:lnTo>
                    <a:pt x="5608578" y="627748"/>
                  </a:lnTo>
                  <a:lnTo>
                    <a:pt x="5607917" y="627748"/>
                  </a:lnTo>
                  <a:lnTo>
                    <a:pt x="5607257" y="627748"/>
                  </a:lnTo>
                  <a:lnTo>
                    <a:pt x="5606596" y="627748"/>
                  </a:lnTo>
                  <a:lnTo>
                    <a:pt x="5605935" y="627748"/>
                  </a:lnTo>
                  <a:lnTo>
                    <a:pt x="5605275" y="627748"/>
                  </a:lnTo>
                  <a:lnTo>
                    <a:pt x="5604614" y="627748"/>
                  </a:lnTo>
                  <a:lnTo>
                    <a:pt x="5603954" y="627748"/>
                  </a:lnTo>
                  <a:lnTo>
                    <a:pt x="5603293" y="627748"/>
                  </a:lnTo>
                  <a:lnTo>
                    <a:pt x="5602633" y="627748"/>
                  </a:lnTo>
                  <a:lnTo>
                    <a:pt x="5601972" y="627748"/>
                  </a:lnTo>
                  <a:lnTo>
                    <a:pt x="5601312" y="627748"/>
                  </a:lnTo>
                  <a:lnTo>
                    <a:pt x="5600651" y="627748"/>
                  </a:lnTo>
                  <a:lnTo>
                    <a:pt x="5599991" y="627748"/>
                  </a:lnTo>
                  <a:lnTo>
                    <a:pt x="5599330" y="627748"/>
                  </a:lnTo>
                  <a:lnTo>
                    <a:pt x="5598670" y="627748"/>
                  </a:lnTo>
                  <a:lnTo>
                    <a:pt x="5598009" y="627748"/>
                  </a:lnTo>
                  <a:lnTo>
                    <a:pt x="5597349" y="627748"/>
                  </a:lnTo>
                  <a:lnTo>
                    <a:pt x="5596688" y="627748"/>
                  </a:lnTo>
                  <a:lnTo>
                    <a:pt x="5596028" y="627748"/>
                  </a:lnTo>
                  <a:lnTo>
                    <a:pt x="5595367" y="627748"/>
                  </a:lnTo>
                  <a:lnTo>
                    <a:pt x="5594706" y="627748"/>
                  </a:lnTo>
                  <a:lnTo>
                    <a:pt x="5594046" y="627748"/>
                  </a:lnTo>
                  <a:lnTo>
                    <a:pt x="5593385" y="627748"/>
                  </a:lnTo>
                  <a:lnTo>
                    <a:pt x="5592725" y="627748"/>
                  </a:lnTo>
                  <a:lnTo>
                    <a:pt x="5592064" y="627748"/>
                  </a:lnTo>
                  <a:lnTo>
                    <a:pt x="5591404" y="627748"/>
                  </a:lnTo>
                  <a:lnTo>
                    <a:pt x="5590743" y="627748"/>
                  </a:lnTo>
                  <a:lnTo>
                    <a:pt x="5590083" y="627748"/>
                  </a:lnTo>
                  <a:lnTo>
                    <a:pt x="5589422" y="627748"/>
                  </a:lnTo>
                  <a:lnTo>
                    <a:pt x="5588762" y="627748"/>
                  </a:lnTo>
                  <a:lnTo>
                    <a:pt x="5588101" y="627748"/>
                  </a:lnTo>
                  <a:lnTo>
                    <a:pt x="5587441" y="627748"/>
                  </a:lnTo>
                  <a:lnTo>
                    <a:pt x="5586780" y="627748"/>
                  </a:lnTo>
                  <a:lnTo>
                    <a:pt x="5586120" y="627748"/>
                  </a:lnTo>
                  <a:lnTo>
                    <a:pt x="5585459" y="627748"/>
                  </a:lnTo>
                  <a:lnTo>
                    <a:pt x="5584798" y="627748"/>
                  </a:lnTo>
                  <a:lnTo>
                    <a:pt x="5584138" y="627748"/>
                  </a:lnTo>
                  <a:lnTo>
                    <a:pt x="5583477" y="627748"/>
                  </a:lnTo>
                  <a:lnTo>
                    <a:pt x="5582817" y="627748"/>
                  </a:lnTo>
                  <a:lnTo>
                    <a:pt x="5582156" y="627748"/>
                  </a:lnTo>
                  <a:lnTo>
                    <a:pt x="5581496" y="627748"/>
                  </a:lnTo>
                  <a:lnTo>
                    <a:pt x="5580835" y="627748"/>
                  </a:lnTo>
                  <a:lnTo>
                    <a:pt x="5580175" y="627748"/>
                  </a:lnTo>
                  <a:lnTo>
                    <a:pt x="5579514" y="627748"/>
                  </a:lnTo>
                  <a:lnTo>
                    <a:pt x="5578854" y="627748"/>
                  </a:lnTo>
                  <a:lnTo>
                    <a:pt x="5578193" y="627748"/>
                  </a:lnTo>
                  <a:lnTo>
                    <a:pt x="5577533" y="627748"/>
                  </a:lnTo>
                  <a:lnTo>
                    <a:pt x="5576872" y="627748"/>
                  </a:lnTo>
                  <a:lnTo>
                    <a:pt x="5576212" y="627748"/>
                  </a:lnTo>
                  <a:lnTo>
                    <a:pt x="5575551" y="627748"/>
                  </a:lnTo>
                  <a:lnTo>
                    <a:pt x="5574890" y="627748"/>
                  </a:lnTo>
                  <a:lnTo>
                    <a:pt x="5574230" y="627748"/>
                  </a:lnTo>
                  <a:lnTo>
                    <a:pt x="5573569" y="627748"/>
                  </a:lnTo>
                  <a:lnTo>
                    <a:pt x="5572909" y="627748"/>
                  </a:lnTo>
                  <a:lnTo>
                    <a:pt x="5572248" y="627748"/>
                  </a:lnTo>
                  <a:lnTo>
                    <a:pt x="5571588" y="627748"/>
                  </a:lnTo>
                  <a:lnTo>
                    <a:pt x="5570927" y="627748"/>
                  </a:lnTo>
                  <a:lnTo>
                    <a:pt x="5570267" y="627748"/>
                  </a:lnTo>
                  <a:lnTo>
                    <a:pt x="5569606" y="627748"/>
                  </a:lnTo>
                  <a:lnTo>
                    <a:pt x="5568946" y="627748"/>
                  </a:lnTo>
                  <a:lnTo>
                    <a:pt x="5568285" y="627748"/>
                  </a:lnTo>
                  <a:lnTo>
                    <a:pt x="5567625" y="627748"/>
                  </a:lnTo>
                  <a:lnTo>
                    <a:pt x="5566964" y="627748"/>
                  </a:lnTo>
                  <a:lnTo>
                    <a:pt x="5566304" y="627748"/>
                  </a:lnTo>
                  <a:lnTo>
                    <a:pt x="5565643" y="627748"/>
                  </a:lnTo>
                  <a:lnTo>
                    <a:pt x="5564982" y="627748"/>
                  </a:lnTo>
                  <a:lnTo>
                    <a:pt x="5564322" y="627748"/>
                  </a:lnTo>
                  <a:lnTo>
                    <a:pt x="5563661" y="627748"/>
                  </a:lnTo>
                  <a:lnTo>
                    <a:pt x="5563001" y="627748"/>
                  </a:lnTo>
                  <a:lnTo>
                    <a:pt x="5562340" y="627748"/>
                  </a:lnTo>
                  <a:lnTo>
                    <a:pt x="5561680" y="627748"/>
                  </a:lnTo>
                  <a:lnTo>
                    <a:pt x="5561019" y="627748"/>
                  </a:lnTo>
                  <a:lnTo>
                    <a:pt x="5560359" y="627748"/>
                  </a:lnTo>
                  <a:lnTo>
                    <a:pt x="5559698" y="627748"/>
                  </a:lnTo>
                  <a:lnTo>
                    <a:pt x="5559038" y="627748"/>
                  </a:lnTo>
                  <a:lnTo>
                    <a:pt x="5558377" y="627748"/>
                  </a:lnTo>
                  <a:lnTo>
                    <a:pt x="5557717" y="627748"/>
                  </a:lnTo>
                  <a:lnTo>
                    <a:pt x="5557056" y="627748"/>
                  </a:lnTo>
                  <a:lnTo>
                    <a:pt x="5556396" y="627748"/>
                  </a:lnTo>
                  <a:lnTo>
                    <a:pt x="5555735" y="627748"/>
                  </a:lnTo>
                  <a:lnTo>
                    <a:pt x="5555075" y="627748"/>
                  </a:lnTo>
                  <a:lnTo>
                    <a:pt x="5554414" y="627748"/>
                  </a:lnTo>
                  <a:lnTo>
                    <a:pt x="5553753" y="627748"/>
                  </a:lnTo>
                  <a:lnTo>
                    <a:pt x="5553093" y="627748"/>
                  </a:lnTo>
                  <a:lnTo>
                    <a:pt x="5552432" y="627748"/>
                  </a:lnTo>
                  <a:lnTo>
                    <a:pt x="5551772" y="627748"/>
                  </a:lnTo>
                  <a:lnTo>
                    <a:pt x="5551111" y="627748"/>
                  </a:lnTo>
                  <a:lnTo>
                    <a:pt x="5550451" y="627748"/>
                  </a:lnTo>
                  <a:lnTo>
                    <a:pt x="5549790" y="627748"/>
                  </a:lnTo>
                  <a:lnTo>
                    <a:pt x="5549130" y="627748"/>
                  </a:lnTo>
                  <a:lnTo>
                    <a:pt x="5548469" y="627748"/>
                  </a:lnTo>
                  <a:lnTo>
                    <a:pt x="5547809" y="627748"/>
                  </a:lnTo>
                  <a:lnTo>
                    <a:pt x="5547148" y="627748"/>
                  </a:lnTo>
                  <a:lnTo>
                    <a:pt x="5546488" y="627748"/>
                  </a:lnTo>
                  <a:lnTo>
                    <a:pt x="5545827" y="627748"/>
                  </a:lnTo>
                  <a:lnTo>
                    <a:pt x="5545167" y="627748"/>
                  </a:lnTo>
                  <a:lnTo>
                    <a:pt x="5544506" y="627748"/>
                  </a:lnTo>
                  <a:lnTo>
                    <a:pt x="5543845" y="627748"/>
                  </a:lnTo>
                  <a:lnTo>
                    <a:pt x="5543185" y="627748"/>
                  </a:lnTo>
                  <a:lnTo>
                    <a:pt x="5542524" y="627748"/>
                  </a:lnTo>
                  <a:lnTo>
                    <a:pt x="5541864" y="627748"/>
                  </a:lnTo>
                  <a:lnTo>
                    <a:pt x="5541203" y="627748"/>
                  </a:lnTo>
                  <a:lnTo>
                    <a:pt x="5540543" y="627748"/>
                  </a:lnTo>
                  <a:lnTo>
                    <a:pt x="5539882" y="627748"/>
                  </a:lnTo>
                  <a:lnTo>
                    <a:pt x="5539222" y="627748"/>
                  </a:lnTo>
                  <a:lnTo>
                    <a:pt x="5538561" y="627748"/>
                  </a:lnTo>
                  <a:lnTo>
                    <a:pt x="5537901" y="627748"/>
                  </a:lnTo>
                  <a:lnTo>
                    <a:pt x="5537240" y="627748"/>
                  </a:lnTo>
                  <a:lnTo>
                    <a:pt x="5536580" y="627748"/>
                  </a:lnTo>
                  <a:lnTo>
                    <a:pt x="5535919" y="627748"/>
                  </a:lnTo>
                  <a:lnTo>
                    <a:pt x="5535259" y="627748"/>
                  </a:lnTo>
                  <a:lnTo>
                    <a:pt x="5534598" y="627748"/>
                  </a:lnTo>
                  <a:lnTo>
                    <a:pt x="5533937" y="627748"/>
                  </a:lnTo>
                  <a:lnTo>
                    <a:pt x="5533277" y="627748"/>
                  </a:lnTo>
                  <a:lnTo>
                    <a:pt x="5532616" y="627748"/>
                  </a:lnTo>
                  <a:lnTo>
                    <a:pt x="5531956" y="627748"/>
                  </a:lnTo>
                  <a:lnTo>
                    <a:pt x="5531295" y="627748"/>
                  </a:lnTo>
                  <a:lnTo>
                    <a:pt x="5530635" y="627748"/>
                  </a:lnTo>
                  <a:lnTo>
                    <a:pt x="5529974" y="627748"/>
                  </a:lnTo>
                  <a:lnTo>
                    <a:pt x="5529314" y="627748"/>
                  </a:lnTo>
                  <a:lnTo>
                    <a:pt x="5528653" y="627748"/>
                  </a:lnTo>
                  <a:lnTo>
                    <a:pt x="5527993" y="627748"/>
                  </a:lnTo>
                  <a:lnTo>
                    <a:pt x="5527332" y="627748"/>
                  </a:lnTo>
                  <a:lnTo>
                    <a:pt x="5526672" y="627748"/>
                  </a:lnTo>
                  <a:lnTo>
                    <a:pt x="5526011" y="627748"/>
                  </a:lnTo>
                  <a:lnTo>
                    <a:pt x="5525351" y="627748"/>
                  </a:lnTo>
                  <a:lnTo>
                    <a:pt x="5524690" y="627748"/>
                  </a:lnTo>
                  <a:lnTo>
                    <a:pt x="5524030" y="627748"/>
                  </a:lnTo>
                  <a:lnTo>
                    <a:pt x="5523369" y="627748"/>
                  </a:lnTo>
                  <a:lnTo>
                    <a:pt x="5522708" y="627748"/>
                  </a:lnTo>
                  <a:lnTo>
                    <a:pt x="5522048" y="627748"/>
                  </a:lnTo>
                  <a:lnTo>
                    <a:pt x="5521387" y="627748"/>
                  </a:lnTo>
                  <a:lnTo>
                    <a:pt x="5520727" y="627748"/>
                  </a:lnTo>
                  <a:lnTo>
                    <a:pt x="5520066" y="627748"/>
                  </a:lnTo>
                  <a:lnTo>
                    <a:pt x="5519406" y="627748"/>
                  </a:lnTo>
                  <a:lnTo>
                    <a:pt x="5518745" y="627748"/>
                  </a:lnTo>
                  <a:lnTo>
                    <a:pt x="5518085" y="627748"/>
                  </a:lnTo>
                  <a:lnTo>
                    <a:pt x="5517424" y="627748"/>
                  </a:lnTo>
                  <a:lnTo>
                    <a:pt x="5516764" y="627748"/>
                  </a:lnTo>
                  <a:lnTo>
                    <a:pt x="5516103" y="627748"/>
                  </a:lnTo>
                  <a:lnTo>
                    <a:pt x="5515443" y="627748"/>
                  </a:lnTo>
                  <a:lnTo>
                    <a:pt x="5514782" y="627748"/>
                  </a:lnTo>
                  <a:lnTo>
                    <a:pt x="5514122" y="627748"/>
                  </a:lnTo>
                  <a:lnTo>
                    <a:pt x="5513461" y="627748"/>
                  </a:lnTo>
                  <a:lnTo>
                    <a:pt x="5512800" y="627748"/>
                  </a:lnTo>
                  <a:lnTo>
                    <a:pt x="5512140" y="627748"/>
                  </a:lnTo>
                  <a:lnTo>
                    <a:pt x="5511479" y="627748"/>
                  </a:lnTo>
                  <a:lnTo>
                    <a:pt x="5510819" y="627748"/>
                  </a:lnTo>
                  <a:lnTo>
                    <a:pt x="5510158" y="627748"/>
                  </a:lnTo>
                  <a:lnTo>
                    <a:pt x="5509498" y="627748"/>
                  </a:lnTo>
                  <a:lnTo>
                    <a:pt x="5508837" y="627748"/>
                  </a:lnTo>
                  <a:lnTo>
                    <a:pt x="5508177" y="627748"/>
                  </a:lnTo>
                  <a:lnTo>
                    <a:pt x="5507516" y="627748"/>
                  </a:lnTo>
                  <a:lnTo>
                    <a:pt x="5506856" y="627748"/>
                  </a:lnTo>
                  <a:lnTo>
                    <a:pt x="5506195" y="627748"/>
                  </a:lnTo>
                  <a:lnTo>
                    <a:pt x="5505535" y="627748"/>
                  </a:lnTo>
                  <a:lnTo>
                    <a:pt x="5504874" y="627748"/>
                  </a:lnTo>
                  <a:lnTo>
                    <a:pt x="5504214" y="627748"/>
                  </a:lnTo>
                  <a:lnTo>
                    <a:pt x="5503553" y="627748"/>
                  </a:lnTo>
                  <a:lnTo>
                    <a:pt x="5502892" y="627748"/>
                  </a:lnTo>
                  <a:lnTo>
                    <a:pt x="5502232" y="627748"/>
                  </a:lnTo>
                  <a:lnTo>
                    <a:pt x="5501571" y="627748"/>
                  </a:lnTo>
                  <a:lnTo>
                    <a:pt x="5500911" y="627748"/>
                  </a:lnTo>
                  <a:lnTo>
                    <a:pt x="5500250" y="627748"/>
                  </a:lnTo>
                  <a:lnTo>
                    <a:pt x="5499590" y="627748"/>
                  </a:lnTo>
                  <a:lnTo>
                    <a:pt x="5498929" y="627748"/>
                  </a:lnTo>
                  <a:lnTo>
                    <a:pt x="5498269" y="627748"/>
                  </a:lnTo>
                  <a:lnTo>
                    <a:pt x="5497608" y="627748"/>
                  </a:lnTo>
                  <a:lnTo>
                    <a:pt x="5496948" y="627748"/>
                  </a:lnTo>
                  <a:lnTo>
                    <a:pt x="5496287" y="627748"/>
                  </a:lnTo>
                  <a:lnTo>
                    <a:pt x="5495627" y="627748"/>
                  </a:lnTo>
                  <a:lnTo>
                    <a:pt x="5494966" y="627748"/>
                  </a:lnTo>
                  <a:lnTo>
                    <a:pt x="5494306" y="627748"/>
                  </a:lnTo>
                  <a:lnTo>
                    <a:pt x="5493645" y="627748"/>
                  </a:lnTo>
                  <a:lnTo>
                    <a:pt x="5492984" y="627748"/>
                  </a:lnTo>
                  <a:lnTo>
                    <a:pt x="5492324" y="627748"/>
                  </a:lnTo>
                  <a:lnTo>
                    <a:pt x="5491663" y="627748"/>
                  </a:lnTo>
                  <a:lnTo>
                    <a:pt x="5491003" y="627748"/>
                  </a:lnTo>
                  <a:lnTo>
                    <a:pt x="5490342" y="627748"/>
                  </a:lnTo>
                  <a:lnTo>
                    <a:pt x="5489682" y="627748"/>
                  </a:lnTo>
                  <a:lnTo>
                    <a:pt x="5489021" y="627748"/>
                  </a:lnTo>
                  <a:lnTo>
                    <a:pt x="5488361" y="627748"/>
                  </a:lnTo>
                  <a:lnTo>
                    <a:pt x="5487700" y="627748"/>
                  </a:lnTo>
                  <a:lnTo>
                    <a:pt x="5487040" y="627748"/>
                  </a:lnTo>
                  <a:lnTo>
                    <a:pt x="5486379" y="627748"/>
                  </a:lnTo>
                  <a:lnTo>
                    <a:pt x="5485719" y="627748"/>
                  </a:lnTo>
                  <a:lnTo>
                    <a:pt x="5485058" y="627748"/>
                  </a:lnTo>
                  <a:lnTo>
                    <a:pt x="5484398" y="627748"/>
                  </a:lnTo>
                  <a:lnTo>
                    <a:pt x="5483737" y="627748"/>
                  </a:lnTo>
                  <a:lnTo>
                    <a:pt x="5483077" y="627748"/>
                  </a:lnTo>
                  <a:lnTo>
                    <a:pt x="5482416" y="627748"/>
                  </a:lnTo>
                  <a:lnTo>
                    <a:pt x="5481755" y="627748"/>
                  </a:lnTo>
                  <a:lnTo>
                    <a:pt x="5481095" y="627748"/>
                  </a:lnTo>
                  <a:lnTo>
                    <a:pt x="5480434" y="627748"/>
                  </a:lnTo>
                  <a:lnTo>
                    <a:pt x="5479774" y="627748"/>
                  </a:lnTo>
                  <a:lnTo>
                    <a:pt x="5479113" y="627748"/>
                  </a:lnTo>
                  <a:lnTo>
                    <a:pt x="5478453" y="627748"/>
                  </a:lnTo>
                  <a:lnTo>
                    <a:pt x="5477792" y="627748"/>
                  </a:lnTo>
                  <a:lnTo>
                    <a:pt x="5477132" y="627748"/>
                  </a:lnTo>
                  <a:lnTo>
                    <a:pt x="5476471" y="627748"/>
                  </a:lnTo>
                  <a:lnTo>
                    <a:pt x="5475811" y="627748"/>
                  </a:lnTo>
                  <a:lnTo>
                    <a:pt x="5475150" y="627748"/>
                  </a:lnTo>
                  <a:lnTo>
                    <a:pt x="5474490" y="627748"/>
                  </a:lnTo>
                  <a:lnTo>
                    <a:pt x="5473829" y="627748"/>
                  </a:lnTo>
                  <a:lnTo>
                    <a:pt x="5473169" y="627748"/>
                  </a:lnTo>
                  <a:lnTo>
                    <a:pt x="5472508" y="627748"/>
                  </a:lnTo>
                  <a:lnTo>
                    <a:pt x="5471847" y="627748"/>
                  </a:lnTo>
                  <a:lnTo>
                    <a:pt x="5471187" y="627748"/>
                  </a:lnTo>
                  <a:lnTo>
                    <a:pt x="5470526" y="627748"/>
                  </a:lnTo>
                  <a:lnTo>
                    <a:pt x="5469866" y="627748"/>
                  </a:lnTo>
                  <a:lnTo>
                    <a:pt x="5469205" y="627748"/>
                  </a:lnTo>
                  <a:lnTo>
                    <a:pt x="5468545" y="627748"/>
                  </a:lnTo>
                  <a:lnTo>
                    <a:pt x="5467884" y="627748"/>
                  </a:lnTo>
                  <a:lnTo>
                    <a:pt x="5467224" y="627748"/>
                  </a:lnTo>
                  <a:lnTo>
                    <a:pt x="5466563" y="627748"/>
                  </a:lnTo>
                  <a:lnTo>
                    <a:pt x="5465903" y="627748"/>
                  </a:lnTo>
                  <a:lnTo>
                    <a:pt x="5465242" y="627748"/>
                  </a:lnTo>
                  <a:lnTo>
                    <a:pt x="5464582" y="627748"/>
                  </a:lnTo>
                  <a:lnTo>
                    <a:pt x="5463921" y="627748"/>
                  </a:lnTo>
                  <a:lnTo>
                    <a:pt x="5463261" y="627748"/>
                  </a:lnTo>
                  <a:lnTo>
                    <a:pt x="5462600" y="627748"/>
                  </a:lnTo>
                  <a:lnTo>
                    <a:pt x="5461939" y="627748"/>
                  </a:lnTo>
                  <a:lnTo>
                    <a:pt x="5461279" y="627748"/>
                  </a:lnTo>
                  <a:lnTo>
                    <a:pt x="5460618" y="627748"/>
                  </a:lnTo>
                  <a:lnTo>
                    <a:pt x="5459958" y="627748"/>
                  </a:lnTo>
                  <a:lnTo>
                    <a:pt x="5459297" y="627748"/>
                  </a:lnTo>
                  <a:lnTo>
                    <a:pt x="5458637" y="627748"/>
                  </a:lnTo>
                  <a:lnTo>
                    <a:pt x="5457976" y="627748"/>
                  </a:lnTo>
                  <a:lnTo>
                    <a:pt x="5457316" y="627748"/>
                  </a:lnTo>
                  <a:lnTo>
                    <a:pt x="5456655" y="627748"/>
                  </a:lnTo>
                  <a:lnTo>
                    <a:pt x="5455995" y="627748"/>
                  </a:lnTo>
                  <a:lnTo>
                    <a:pt x="5455334" y="627748"/>
                  </a:lnTo>
                  <a:lnTo>
                    <a:pt x="5454674" y="627748"/>
                  </a:lnTo>
                  <a:lnTo>
                    <a:pt x="5454013" y="627748"/>
                  </a:lnTo>
                  <a:lnTo>
                    <a:pt x="5453353" y="627748"/>
                  </a:lnTo>
                  <a:lnTo>
                    <a:pt x="5452692" y="627748"/>
                  </a:lnTo>
                  <a:lnTo>
                    <a:pt x="5452032" y="627748"/>
                  </a:lnTo>
                  <a:lnTo>
                    <a:pt x="5451371" y="627748"/>
                  </a:lnTo>
                  <a:lnTo>
                    <a:pt x="5450710" y="627748"/>
                  </a:lnTo>
                  <a:lnTo>
                    <a:pt x="5450050" y="627748"/>
                  </a:lnTo>
                  <a:lnTo>
                    <a:pt x="5449389" y="627748"/>
                  </a:lnTo>
                  <a:lnTo>
                    <a:pt x="5448729" y="627748"/>
                  </a:lnTo>
                  <a:lnTo>
                    <a:pt x="5448068" y="627748"/>
                  </a:lnTo>
                  <a:lnTo>
                    <a:pt x="5447408" y="627748"/>
                  </a:lnTo>
                  <a:lnTo>
                    <a:pt x="5446747" y="627748"/>
                  </a:lnTo>
                  <a:lnTo>
                    <a:pt x="5446087" y="627748"/>
                  </a:lnTo>
                  <a:lnTo>
                    <a:pt x="5445426" y="627748"/>
                  </a:lnTo>
                  <a:lnTo>
                    <a:pt x="5444766" y="627748"/>
                  </a:lnTo>
                  <a:lnTo>
                    <a:pt x="5444105" y="627748"/>
                  </a:lnTo>
                  <a:lnTo>
                    <a:pt x="5443445" y="627748"/>
                  </a:lnTo>
                  <a:lnTo>
                    <a:pt x="5442784" y="627748"/>
                  </a:lnTo>
                  <a:lnTo>
                    <a:pt x="5442124" y="627748"/>
                  </a:lnTo>
                  <a:lnTo>
                    <a:pt x="5441463" y="627748"/>
                  </a:lnTo>
                  <a:lnTo>
                    <a:pt x="5440802" y="627748"/>
                  </a:lnTo>
                  <a:lnTo>
                    <a:pt x="5440142" y="627748"/>
                  </a:lnTo>
                  <a:lnTo>
                    <a:pt x="5439481" y="627748"/>
                  </a:lnTo>
                  <a:lnTo>
                    <a:pt x="5438821" y="627748"/>
                  </a:lnTo>
                  <a:lnTo>
                    <a:pt x="5438160" y="627748"/>
                  </a:lnTo>
                  <a:lnTo>
                    <a:pt x="5437500" y="627748"/>
                  </a:lnTo>
                  <a:lnTo>
                    <a:pt x="5436839" y="627748"/>
                  </a:lnTo>
                  <a:lnTo>
                    <a:pt x="5436179" y="627748"/>
                  </a:lnTo>
                  <a:lnTo>
                    <a:pt x="5435518" y="627748"/>
                  </a:lnTo>
                  <a:lnTo>
                    <a:pt x="5434858" y="627748"/>
                  </a:lnTo>
                  <a:lnTo>
                    <a:pt x="5434197" y="627748"/>
                  </a:lnTo>
                  <a:lnTo>
                    <a:pt x="5433537" y="627748"/>
                  </a:lnTo>
                  <a:lnTo>
                    <a:pt x="5432876" y="627748"/>
                  </a:lnTo>
                  <a:lnTo>
                    <a:pt x="5432216" y="627748"/>
                  </a:lnTo>
                  <a:lnTo>
                    <a:pt x="5431555" y="627748"/>
                  </a:lnTo>
                  <a:lnTo>
                    <a:pt x="5430894" y="627748"/>
                  </a:lnTo>
                  <a:lnTo>
                    <a:pt x="5430234" y="627748"/>
                  </a:lnTo>
                  <a:lnTo>
                    <a:pt x="5429573" y="627748"/>
                  </a:lnTo>
                  <a:lnTo>
                    <a:pt x="5428913" y="627748"/>
                  </a:lnTo>
                  <a:lnTo>
                    <a:pt x="5428252" y="627748"/>
                  </a:lnTo>
                  <a:lnTo>
                    <a:pt x="5427592" y="627748"/>
                  </a:lnTo>
                  <a:lnTo>
                    <a:pt x="5426931" y="627748"/>
                  </a:lnTo>
                  <a:lnTo>
                    <a:pt x="5426271" y="627748"/>
                  </a:lnTo>
                  <a:lnTo>
                    <a:pt x="5425610" y="627748"/>
                  </a:lnTo>
                  <a:lnTo>
                    <a:pt x="5424950" y="627748"/>
                  </a:lnTo>
                  <a:lnTo>
                    <a:pt x="5424289" y="627748"/>
                  </a:lnTo>
                  <a:lnTo>
                    <a:pt x="5423629" y="627748"/>
                  </a:lnTo>
                  <a:lnTo>
                    <a:pt x="5422968" y="627748"/>
                  </a:lnTo>
                  <a:lnTo>
                    <a:pt x="5422308" y="627748"/>
                  </a:lnTo>
                  <a:lnTo>
                    <a:pt x="5421647" y="627748"/>
                  </a:lnTo>
                  <a:lnTo>
                    <a:pt x="5420986" y="627748"/>
                  </a:lnTo>
                  <a:lnTo>
                    <a:pt x="5420326" y="627748"/>
                  </a:lnTo>
                  <a:lnTo>
                    <a:pt x="5419665" y="627748"/>
                  </a:lnTo>
                  <a:lnTo>
                    <a:pt x="5419005" y="627748"/>
                  </a:lnTo>
                  <a:lnTo>
                    <a:pt x="5418344" y="627748"/>
                  </a:lnTo>
                  <a:lnTo>
                    <a:pt x="5417684" y="627748"/>
                  </a:lnTo>
                  <a:lnTo>
                    <a:pt x="5417023" y="627748"/>
                  </a:lnTo>
                  <a:lnTo>
                    <a:pt x="5416363" y="627748"/>
                  </a:lnTo>
                  <a:lnTo>
                    <a:pt x="5415702" y="627748"/>
                  </a:lnTo>
                  <a:lnTo>
                    <a:pt x="5415042" y="627748"/>
                  </a:lnTo>
                  <a:lnTo>
                    <a:pt x="5414381" y="627748"/>
                  </a:lnTo>
                  <a:lnTo>
                    <a:pt x="5413721" y="627748"/>
                  </a:lnTo>
                  <a:lnTo>
                    <a:pt x="5413060" y="627748"/>
                  </a:lnTo>
                  <a:lnTo>
                    <a:pt x="5412400" y="627748"/>
                  </a:lnTo>
                  <a:lnTo>
                    <a:pt x="5411739" y="627748"/>
                  </a:lnTo>
                  <a:lnTo>
                    <a:pt x="5411079" y="627748"/>
                  </a:lnTo>
                  <a:lnTo>
                    <a:pt x="5410418" y="627748"/>
                  </a:lnTo>
                  <a:lnTo>
                    <a:pt x="5409757" y="627748"/>
                  </a:lnTo>
                  <a:lnTo>
                    <a:pt x="5409097" y="627748"/>
                  </a:lnTo>
                  <a:lnTo>
                    <a:pt x="5408436" y="627748"/>
                  </a:lnTo>
                  <a:lnTo>
                    <a:pt x="5407776" y="627748"/>
                  </a:lnTo>
                  <a:lnTo>
                    <a:pt x="5407115" y="627748"/>
                  </a:lnTo>
                  <a:lnTo>
                    <a:pt x="5406455" y="627748"/>
                  </a:lnTo>
                  <a:lnTo>
                    <a:pt x="5405794" y="627748"/>
                  </a:lnTo>
                  <a:lnTo>
                    <a:pt x="5405134" y="627748"/>
                  </a:lnTo>
                  <a:lnTo>
                    <a:pt x="5404473" y="627748"/>
                  </a:lnTo>
                  <a:lnTo>
                    <a:pt x="5403813" y="627748"/>
                  </a:lnTo>
                  <a:lnTo>
                    <a:pt x="5403152" y="627748"/>
                  </a:lnTo>
                  <a:lnTo>
                    <a:pt x="5402492" y="627748"/>
                  </a:lnTo>
                  <a:lnTo>
                    <a:pt x="5401831" y="627748"/>
                  </a:lnTo>
                  <a:lnTo>
                    <a:pt x="5401171" y="627748"/>
                  </a:lnTo>
                  <a:lnTo>
                    <a:pt x="5400510" y="627748"/>
                  </a:lnTo>
                  <a:lnTo>
                    <a:pt x="5399849" y="627748"/>
                  </a:lnTo>
                  <a:lnTo>
                    <a:pt x="5399189" y="627748"/>
                  </a:lnTo>
                  <a:lnTo>
                    <a:pt x="5398528" y="627748"/>
                  </a:lnTo>
                  <a:lnTo>
                    <a:pt x="5397868" y="627748"/>
                  </a:lnTo>
                  <a:lnTo>
                    <a:pt x="5397207" y="627748"/>
                  </a:lnTo>
                  <a:lnTo>
                    <a:pt x="5396547" y="627748"/>
                  </a:lnTo>
                  <a:lnTo>
                    <a:pt x="5395886" y="627748"/>
                  </a:lnTo>
                  <a:lnTo>
                    <a:pt x="5395226" y="627748"/>
                  </a:lnTo>
                  <a:lnTo>
                    <a:pt x="5394565" y="627748"/>
                  </a:lnTo>
                  <a:lnTo>
                    <a:pt x="5393905" y="627748"/>
                  </a:lnTo>
                  <a:lnTo>
                    <a:pt x="5393244" y="627748"/>
                  </a:lnTo>
                  <a:lnTo>
                    <a:pt x="5392584" y="627748"/>
                  </a:lnTo>
                  <a:lnTo>
                    <a:pt x="5391923" y="627748"/>
                  </a:lnTo>
                  <a:lnTo>
                    <a:pt x="5391263" y="627748"/>
                  </a:lnTo>
                  <a:lnTo>
                    <a:pt x="5390602" y="627748"/>
                  </a:lnTo>
                  <a:lnTo>
                    <a:pt x="5389941" y="627748"/>
                  </a:lnTo>
                  <a:lnTo>
                    <a:pt x="5389281" y="627748"/>
                  </a:lnTo>
                  <a:lnTo>
                    <a:pt x="5388620" y="627748"/>
                  </a:lnTo>
                  <a:lnTo>
                    <a:pt x="5387960" y="627748"/>
                  </a:lnTo>
                  <a:lnTo>
                    <a:pt x="5387299" y="627748"/>
                  </a:lnTo>
                  <a:lnTo>
                    <a:pt x="5386639" y="627748"/>
                  </a:lnTo>
                  <a:lnTo>
                    <a:pt x="5385978" y="627748"/>
                  </a:lnTo>
                  <a:lnTo>
                    <a:pt x="5385318" y="627748"/>
                  </a:lnTo>
                  <a:lnTo>
                    <a:pt x="5384657" y="627748"/>
                  </a:lnTo>
                  <a:lnTo>
                    <a:pt x="5383997" y="627748"/>
                  </a:lnTo>
                  <a:lnTo>
                    <a:pt x="5383336" y="627748"/>
                  </a:lnTo>
                  <a:lnTo>
                    <a:pt x="5382676" y="627748"/>
                  </a:lnTo>
                  <a:lnTo>
                    <a:pt x="5382015" y="627748"/>
                  </a:lnTo>
                  <a:lnTo>
                    <a:pt x="5381355" y="627748"/>
                  </a:lnTo>
                  <a:lnTo>
                    <a:pt x="5380694" y="627748"/>
                  </a:lnTo>
                  <a:lnTo>
                    <a:pt x="5380034" y="627748"/>
                  </a:lnTo>
                  <a:lnTo>
                    <a:pt x="5379373" y="627748"/>
                  </a:lnTo>
                  <a:lnTo>
                    <a:pt x="5378712" y="627748"/>
                  </a:lnTo>
                  <a:lnTo>
                    <a:pt x="5378052" y="627748"/>
                  </a:lnTo>
                  <a:lnTo>
                    <a:pt x="5377391" y="627748"/>
                  </a:lnTo>
                  <a:lnTo>
                    <a:pt x="5376731" y="627748"/>
                  </a:lnTo>
                  <a:lnTo>
                    <a:pt x="5376070" y="627748"/>
                  </a:lnTo>
                  <a:lnTo>
                    <a:pt x="5375410" y="627748"/>
                  </a:lnTo>
                  <a:lnTo>
                    <a:pt x="5374749" y="627748"/>
                  </a:lnTo>
                  <a:lnTo>
                    <a:pt x="5374089" y="627748"/>
                  </a:lnTo>
                  <a:lnTo>
                    <a:pt x="5373428" y="627748"/>
                  </a:lnTo>
                  <a:lnTo>
                    <a:pt x="5372768" y="627748"/>
                  </a:lnTo>
                  <a:lnTo>
                    <a:pt x="5372107" y="627748"/>
                  </a:lnTo>
                  <a:lnTo>
                    <a:pt x="5371447" y="627748"/>
                  </a:lnTo>
                  <a:lnTo>
                    <a:pt x="5370786" y="627748"/>
                  </a:lnTo>
                  <a:lnTo>
                    <a:pt x="5370126" y="627748"/>
                  </a:lnTo>
                  <a:lnTo>
                    <a:pt x="5369465" y="627748"/>
                  </a:lnTo>
                  <a:lnTo>
                    <a:pt x="5368804" y="627748"/>
                  </a:lnTo>
                  <a:lnTo>
                    <a:pt x="5368144" y="627748"/>
                  </a:lnTo>
                  <a:lnTo>
                    <a:pt x="5367483" y="627748"/>
                  </a:lnTo>
                  <a:lnTo>
                    <a:pt x="5366823" y="627748"/>
                  </a:lnTo>
                  <a:lnTo>
                    <a:pt x="5366162" y="627748"/>
                  </a:lnTo>
                  <a:lnTo>
                    <a:pt x="5365502" y="627748"/>
                  </a:lnTo>
                  <a:lnTo>
                    <a:pt x="5364841" y="627748"/>
                  </a:lnTo>
                  <a:lnTo>
                    <a:pt x="5364181" y="627748"/>
                  </a:lnTo>
                  <a:lnTo>
                    <a:pt x="5363520" y="627748"/>
                  </a:lnTo>
                  <a:lnTo>
                    <a:pt x="5362860" y="627748"/>
                  </a:lnTo>
                  <a:lnTo>
                    <a:pt x="5362199" y="627748"/>
                  </a:lnTo>
                  <a:lnTo>
                    <a:pt x="5361539" y="627748"/>
                  </a:lnTo>
                  <a:lnTo>
                    <a:pt x="5360878" y="627748"/>
                  </a:lnTo>
                  <a:lnTo>
                    <a:pt x="5360218" y="627748"/>
                  </a:lnTo>
                  <a:lnTo>
                    <a:pt x="5359557" y="627748"/>
                  </a:lnTo>
                  <a:lnTo>
                    <a:pt x="5358896" y="627748"/>
                  </a:lnTo>
                  <a:lnTo>
                    <a:pt x="5358236" y="627748"/>
                  </a:lnTo>
                  <a:lnTo>
                    <a:pt x="5357575" y="627748"/>
                  </a:lnTo>
                  <a:lnTo>
                    <a:pt x="5356915" y="627748"/>
                  </a:lnTo>
                  <a:lnTo>
                    <a:pt x="5356254" y="627748"/>
                  </a:lnTo>
                  <a:lnTo>
                    <a:pt x="5355594" y="627748"/>
                  </a:lnTo>
                  <a:lnTo>
                    <a:pt x="5354933" y="627748"/>
                  </a:lnTo>
                  <a:lnTo>
                    <a:pt x="5354273" y="627748"/>
                  </a:lnTo>
                  <a:lnTo>
                    <a:pt x="5353612" y="627748"/>
                  </a:lnTo>
                  <a:lnTo>
                    <a:pt x="5352952" y="627748"/>
                  </a:lnTo>
                  <a:lnTo>
                    <a:pt x="5352291" y="627748"/>
                  </a:lnTo>
                  <a:lnTo>
                    <a:pt x="5351631" y="627748"/>
                  </a:lnTo>
                  <a:lnTo>
                    <a:pt x="5350970" y="627748"/>
                  </a:lnTo>
                  <a:lnTo>
                    <a:pt x="5350310" y="627748"/>
                  </a:lnTo>
                  <a:lnTo>
                    <a:pt x="5349649" y="627748"/>
                  </a:lnTo>
                  <a:lnTo>
                    <a:pt x="5348988" y="627748"/>
                  </a:lnTo>
                  <a:lnTo>
                    <a:pt x="5348328" y="627748"/>
                  </a:lnTo>
                  <a:lnTo>
                    <a:pt x="5347667" y="627748"/>
                  </a:lnTo>
                  <a:lnTo>
                    <a:pt x="5347007" y="627748"/>
                  </a:lnTo>
                  <a:lnTo>
                    <a:pt x="5346346" y="627748"/>
                  </a:lnTo>
                  <a:lnTo>
                    <a:pt x="5345686" y="627748"/>
                  </a:lnTo>
                  <a:lnTo>
                    <a:pt x="5345025" y="627748"/>
                  </a:lnTo>
                  <a:lnTo>
                    <a:pt x="5344365" y="627748"/>
                  </a:lnTo>
                  <a:lnTo>
                    <a:pt x="5343704" y="627748"/>
                  </a:lnTo>
                  <a:lnTo>
                    <a:pt x="5343044" y="627748"/>
                  </a:lnTo>
                  <a:lnTo>
                    <a:pt x="5342383" y="627748"/>
                  </a:lnTo>
                  <a:lnTo>
                    <a:pt x="5341723" y="627748"/>
                  </a:lnTo>
                  <a:lnTo>
                    <a:pt x="5341062" y="627748"/>
                  </a:lnTo>
                  <a:lnTo>
                    <a:pt x="5340402" y="627748"/>
                  </a:lnTo>
                  <a:lnTo>
                    <a:pt x="5339741" y="627748"/>
                  </a:lnTo>
                  <a:lnTo>
                    <a:pt x="5339081" y="627748"/>
                  </a:lnTo>
                  <a:lnTo>
                    <a:pt x="5338420" y="627748"/>
                  </a:lnTo>
                  <a:lnTo>
                    <a:pt x="5337759" y="627748"/>
                  </a:lnTo>
                  <a:lnTo>
                    <a:pt x="5337099" y="627748"/>
                  </a:lnTo>
                  <a:lnTo>
                    <a:pt x="5336438" y="627748"/>
                  </a:lnTo>
                  <a:lnTo>
                    <a:pt x="5335778" y="627748"/>
                  </a:lnTo>
                  <a:lnTo>
                    <a:pt x="5335117" y="627748"/>
                  </a:lnTo>
                  <a:lnTo>
                    <a:pt x="5334457" y="627748"/>
                  </a:lnTo>
                  <a:lnTo>
                    <a:pt x="5333796" y="627748"/>
                  </a:lnTo>
                  <a:lnTo>
                    <a:pt x="5333136" y="627748"/>
                  </a:lnTo>
                  <a:lnTo>
                    <a:pt x="5332475" y="627748"/>
                  </a:lnTo>
                  <a:lnTo>
                    <a:pt x="5331815" y="627748"/>
                  </a:lnTo>
                  <a:lnTo>
                    <a:pt x="5331154" y="627748"/>
                  </a:lnTo>
                  <a:lnTo>
                    <a:pt x="5330494" y="627748"/>
                  </a:lnTo>
                  <a:lnTo>
                    <a:pt x="5329833" y="627748"/>
                  </a:lnTo>
                  <a:lnTo>
                    <a:pt x="5329173" y="627748"/>
                  </a:lnTo>
                  <a:lnTo>
                    <a:pt x="5328512" y="627748"/>
                  </a:lnTo>
                  <a:lnTo>
                    <a:pt x="5327851" y="627748"/>
                  </a:lnTo>
                  <a:lnTo>
                    <a:pt x="5327191" y="627748"/>
                  </a:lnTo>
                  <a:lnTo>
                    <a:pt x="5326530" y="627748"/>
                  </a:lnTo>
                  <a:lnTo>
                    <a:pt x="5325870" y="627748"/>
                  </a:lnTo>
                  <a:lnTo>
                    <a:pt x="5325209" y="627748"/>
                  </a:lnTo>
                  <a:lnTo>
                    <a:pt x="5324549" y="627748"/>
                  </a:lnTo>
                  <a:lnTo>
                    <a:pt x="5323888" y="627748"/>
                  </a:lnTo>
                  <a:lnTo>
                    <a:pt x="5323228" y="627748"/>
                  </a:lnTo>
                  <a:lnTo>
                    <a:pt x="5322567" y="627748"/>
                  </a:lnTo>
                  <a:lnTo>
                    <a:pt x="5321907" y="627748"/>
                  </a:lnTo>
                  <a:lnTo>
                    <a:pt x="5321246" y="627748"/>
                  </a:lnTo>
                  <a:lnTo>
                    <a:pt x="5320586" y="627748"/>
                  </a:lnTo>
                  <a:lnTo>
                    <a:pt x="5319925" y="627748"/>
                  </a:lnTo>
                  <a:lnTo>
                    <a:pt x="5319265" y="627748"/>
                  </a:lnTo>
                  <a:lnTo>
                    <a:pt x="5318604" y="627748"/>
                  </a:lnTo>
                  <a:lnTo>
                    <a:pt x="5317943" y="627748"/>
                  </a:lnTo>
                  <a:lnTo>
                    <a:pt x="5317283" y="627748"/>
                  </a:lnTo>
                  <a:lnTo>
                    <a:pt x="5316622" y="627748"/>
                  </a:lnTo>
                  <a:lnTo>
                    <a:pt x="5315962" y="627748"/>
                  </a:lnTo>
                  <a:lnTo>
                    <a:pt x="5315301" y="627748"/>
                  </a:lnTo>
                  <a:lnTo>
                    <a:pt x="5314641" y="627748"/>
                  </a:lnTo>
                  <a:lnTo>
                    <a:pt x="5313980" y="627748"/>
                  </a:lnTo>
                  <a:lnTo>
                    <a:pt x="5313320" y="627748"/>
                  </a:lnTo>
                  <a:lnTo>
                    <a:pt x="5312659" y="627748"/>
                  </a:lnTo>
                  <a:lnTo>
                    <a:pt x="5311999" y="627748"/>
                  </a:lnTo>
                  <a:lnTo>
                    <a:pt x="5311338" y="627748"/>
                  </a:lnTo>
                  <a:lnTo>
                    <a:pt x="5310678" y="627748"/>
                  </a:lnTo>
                  <a:lnTo>
                    <a:pt x="5310017" y="627748"/>
                  </a:lnTo>
                  <a:lnTo>
                    <a:pt x="5309357" y="627748"/>
                  </a:lnTo>
                  <a:lnTo>
                    <a:pt x="5308696" y="627748"/>
                  </a:lnTo>
                  <a:lnTo>
                    <a:pt x="5308036" y="627748"/>
                  </a:lnTo>
                  <a:lnTo>
                    <a:pt x="5307375" y="627748"/>
                  </a:lnTo>
                  <a:lnTo>
                    <a:pt x="5306714" y="627748"/>
                  </a:lnTo>
                  <a:lnTo>
                    <a:pt x="5306054" y="627748"/>
                  </a:lnTo>
                  <a:lnTo>
                    <a:pt x="5305393" y="627748"/>
                  </a:lnTo>
                  <a:lnTo>
                    <a:pt x="5304733" y="627748"/>
                  </a:lnTo>
                  <a:lnTo>
                    <a:pt x="5304072" y="627748"/>
                  </a:lnTo>
                  <a:lnTo>
                    <a:pt x="5303412" y="627748"/>
                  </a:lnTo>
                  <a:lnTo>
                    <a:pt x="5302751" y="627748"/>
                  </a:lnTo>
                  <a:lnTo>
                    <a:pt x="5302091" y="627748"/>
                  </a:lnTo>
                  <a:lnTo>
                    <a:pt x="5301430" y="627748"/>
                  </a:lnTo>
                  <a:lnTo>
                    <a:pt x="5300770" y="627748"/>
                  </a:lnTo>
                  <a:lnTo>
                    <a:pt x="5300109" y="627748"/>
                  </a:lnTo>
                  <a:lnTo>
                    <a:pt x="5299449" y="627748"/>
                  </a:lnTo>
                  <a:lnTo>
                    <a:pt x="5298788" y="627748"/>
                  </a:lnTo>
                  <a:lnTo>
                    <a:pt x="5298128" y="627748"/>
                  </a:lnTo>
                  <a:lnTo>
                    <a:pt x="5297467" y="627748"/>
                  </a:lnTo>
                  <a:lnTo>
                    <a:pt x="5296806" y="627748"/>
                  </a:lnTo>
                  <a:lnTo>
                    <a:pt x="5296146" y="627748"/>
                  </a:lnTo>
                  <a:lnTo>
                    <a:pt x="5295485" y="627748"/>
                  </a:lnTo>
                  <a:lnTo>
                    <a:pt x="5294825" y="627748"/>
                  </a:lnTo>
                  <a:lnTo>
                    <a:pt x="5294164" y="627748"/>
                  </a:lnTo>
                  <a:lnTo>
                    <a:pt x="5293504" y="627748"/>
                  </a:lnTo>
                  <a:lnTo>
                    <a:pt x="5292843" y="627748"/>
                  </a:lnTo>
                  <a:lnTo>
                    <a:pt x="5292183" y="627748"/>
                  </a:lnTo>
                  <a:lnTo>
                    <a:pt x="5291522" y="627748"/>
                  </a:lnTo>
                  <a:lnTo>
                    <a:pt x="5290862" y="627748"/>
                  </a:lnTo>
                  <a:lnTo>
                    <a:pt x="5290201" y="627748"/>
                  </a:lnTo>
                  <a:lnTo>
                    <a:pt x="5289541" y="627748"/>
                  </a:lnTo>
                  <a:lnTo>
                    <a:pt x="5288880" y="627748"/>
                  </a:lnTo>
                  <a:lnTo>
                    <a:pt x="5288220" y="627748"/>
                  </a:lnTo>
                  <a:lnTo>
                    <a:pt x="5287559" y="627748"/>
                  </a:lnTo>
                  <a:lnTo>
                    <a:pt x="5286898" y="627748"/>
                  </a:lnTo>
                  <a:lnTo>
                    <a:pt x="5286238" y="627748"/>
                  </a:lnTo>
                  <a:lnTo>
                    <a:pt x="5285577" y="627748"/>
                  </a:lnTo>
                  <a:lnTo>
                    <a:pt x="5284917" y="627748"/>
                  </a:lnTo>
                  <a:lnTo>
                    <a:pt x="5284256" y="627748"/>
                  </a:lnTo>
                  <a:lnTo>
                    <a:pt x="5283596" y="627748"/>
                  </a:lnTo>
                  <a:lnTo>
                    <a:pt x="5282935" y="627748"/>
                  </a:lnTo>
                  <a:lnTo>
                    <a:pt x="5282275" y="627748"/>
                  </a:lnTo>
                  <a:lnTo>
                    <a:pt x="5281614" y="627748"/>
                  </a:lnTo>
                  <a:lnTo>
                    <a:pt x="5280954" y="627748"/>
                  </a:lnTo>
                  <a:lnTo>
                    <a:pt x="5280293" y="627748"/>
                  </a:lnTo>
                  <a:lnTo>
                    <a:pt x="5279633" y="627748"/>
                  </a:lnTo>
                  <a:lnTo>
                    <a:pt x="5278972" y="627748"/>
                  </a:lnTo>
                  <a:lnTo>
                    <a:pt x="5278312" y="627748"/>
                  </a:lnTo>
                  <a:lnTo>
                    <a:pt x="5277651" y="627748"/>
                  </a:lnTo>
                  <a:lnTo>
                    <a:pt x="5276990" y="627748"/>
                  </a:lnTo>
                  <a:lnTo>
                    <a:pt x="5276330" y="627748"/>
                  </a:lnTo>
                  <a:lnTo>
                    <a:pt x="5275669" y="627748"/>
                  </a:lnTo>
                  <a:lnTo>
                    <a:pt x="5275009" y="627748"/>
                  </a:lnTo>
                  <a:lnTo>
                    <a:pt x="5274348" y="627748"/>
                  </a:lnTo>
                  <a:lnTo>
                    <a:pt x="5273688" y="627748"/>
                  </a:lnTo>
                  <a:lnTo>
                    <a:pt x="5273027" y="627748"/>
                  </a:lnTo>
                  <a:lnTo>
                    <a:pt x="5272367" y="627748"/>
                  </a:lnTo>
                  <a:lnTo>
                    <a:pt x="5271706" y="627748"/>
                  </a:lnTo>
                  <a:lnTo>
                    <a:pt x="5271046" y="627748"/>
                  </a:lnTo>
                  <a:lnTo>
                    <a:pt x="5270385" y="627748"/>
                  </a:lnTo>
                  <a:lnTo>
                    <a:pt x="5269725" y="627748"/>
                  </a:lnTo>
                  <a:lnTo>
                    <a:pt x="5269064" y="627748"/>
                  </a:lnTo>
                  <a:lnTo>
                    <a:pt x="5268404" y="627748"/>
                  </a:lnTo>
                  <a:lnTo>
                    <a:pt x="5267743" y="627748"/>
                  </a:lnTo>
                  <a:lnTo>
                    <a:pt x="5267083" y="627748"/>
                  </a:lnTo>
                  <a:lnTo>
                    <a:pt x="5266422" y="627748"/>
                  </a:lnTo>
                  <a:lnTo>
                    <a:pt x="5265761" y="627748"/>
                  </a:lnTo>
                  <a:lnTo>
                    <a:pt x="5265101" y="627748"/>
                  </a:lnTo>
                  <a:lnTo>
                    <a:pt x="5264440" y="627748"/>
                  </a:lnTo>
                  <a:lnTo>
                    <a:pt x="5263780" y="627748"/>
                  </a:lnTo>
                  <a:lnTo>
                    <a:pt x="5263119" y="627748"/>
                  </a:lnTo>
                  <a:lnTo>
                    <a:pt x="5262459" y="627748"/>
                  </a:lnTo>
                  <a:lnTo>
                    <a:pt x="5261798" y="627748"/>
                  </a:lnTo>
                  <a:lnTo>
                    <a:pt x="5261138" y="627748"/>
                  </a:lnTo>
                  <a:lnTo>
                    <a:pt x="5260477" y="627748"/>
                  </a:lnTo>
                  <a:lnTo>
                    <a:pt x="5259817" y="627748"/>
                  </a:lnTo>
                  <a:lnTo>
                    <a:pt x="5259156" y="627748"/>
                  </a:lnTo>
                  <a:lnTo>
                    <a:pt x="5258496" y="627748"/>
                  </a:lnTo>
                  <a:lnTo>
                    <a:pt x="5257835" y="627748"/>
                  </a:lnTo>
                  <a:lnTo>
                    <a:pt x="5257175" y="627748"/>
                  </a:lnTo>
                  <a:lnTo>
                    <a:pt x="5256514" y="627748"/>
                  </a:lnTo>
                  <a:lnTo>
                    <a:pt x="5255853" y="627748"/>
                  </a:lnTo>
                  <a:lnTo>
                    <a:pt x="5255193" y="627748"/>
                  </a:lnTo>
                  <a:lnTo>
                    <a:pt x="5254532" y="627748"/>
                  </a:lnTo>
                  <a:lnTo>
                    <a:pt x="5253872" y="627748"/>
                  </a:lnTo>
                  <a:lnTo>
                    <a:pt x="5253211" y="627748"/>
                  </a:lnTo>
                  <a:lnTo>
                    <a:pt x="5252551" y="627748"/>
                  </a:lnTo>
                  <a:lnTo>
                    <a:pt x="5251890" y="627748"/>
                  </a:lnTo>
                  <a:lnTo>
                    <a:pt x="5251230" y="627748"/>
                  </a:lnTo>
                  <a:lnTo>
                    <a:pt x="5250569" y="627748"/>
                  </a:lnTo>
                  <a:lnTo>
                    <a:pt x="5249909" y="627748"/>
                  </a:lnTo>
                  <a:lnTo>
                    <a:pt x="5249248" y="627748"/>
                  </a:lnTo>
                  <a:lnTo>
                    <a:pt x="5248588" y="627748"/>
                  </a:lnTo>
                  <a:lnTo>
                    <a:pt x="5247927" y="627748"/>
                  </a:lnTo>
                  <a:lnTo>
                    <a:pt x="5247267" y="627748"/>
                  </a:lnTo>
                  <a:lnTo>
                    <a:pt x="5246606" y="627748"/>
                  </a:lnTo>
                  <a:lnTo>
                    <a:pt x="5245945" y="627748"/>
                  </a:lnTo>
                  <a:lnTo>
                    <a:pt x="5245285" y="627748"/>
                  </a:lnTo>
                  <a:lnTo>
                    <a:pt x="5244624" y="627748"/>
                  </a:lnTo>
                  <a:lnTo>
                    <a:pt x="5243964" y="627748"/>
                  </a:lnTo>
                  <a:lnTo>
                    <a:pt x="5243303" y="627748"/>
                  </a:lnTo>
                  <a:lnTo>
                    <a:pt x="5242643" y="627748"/>
                  </a:lnTo>
                  <a:lnTo>
                    <a:pt x="5241982" y="627748"/>
                  </a:lnTo>
                  <a:lnTo>
                    <a:pt x="5241322" y="627748"/>
                  </a:lnTo>
                  <a:lnTo>
                    <a:pt x="5240661" y="627748"/>
                  </a:lnTo>
                  <a:lnTo>
                    <a:pt x="5240001" y="627748"/>
                  </a:lnTo>
                  <a:lnTo>
                    <a:pt x="5239340" y="627748"/>
                  </a:lnTo>
                  <a:lnTo>
                    <a:pt x="5238680" y="627748"/>
                  </a:lnTo>
                  <a:lnTo>
                    <a:pt x="5238019" y="627748"/>
                  </a:lnTo>
                  <a:lnTo>
                    <a:pt x="5237359" y="627748"/>
                  </a:lnTo>
                  <a:lnTo>
                    <a:pt x="5236698" y="627748"/>
                  </a:lnTo>
                  <a:lnTo>
                    <a:pt x="5236038" y="627748"/>
                  </a:lnTo>
                  <a:lnTo>
                    <a:pt x="5235377" y="627748"/>
                  </a:lnTo>
                  <a:lnTo>
                    <a:pt x="5234716" y="627748"/>
                  </a:lnTo>
                  <a:lnTo>
                    <a:pt x="5234056" y="627748"/>
                  </a:lnTo>
                  <a:lnTo>
                    <a:pt x="5233395" y="627748"/>
                  </a:lnTo>
                  <a:lnTo>
                    <a:pt x="5232735" y="627748"/>
                  </a:lnTo>
                  <a:lnTo>
                    <a:pt x="5232074" y="627748"/>
                  </a:lnTo>
                  <a:lnTo>
                    <a:pt x="5231414" y="627748"/>
                  </a:lnTo>
                  <a:lnTo>
                    <a:pt x="5230753" y="627748"/>
                  </a:lnTo>
                  <a:lnTo>
                    <a:pt x="5230093" y="627748"/>
                  </a:lnTo>
                  <a:lnTo>
                    <a:pt x="5229432" y="627748"/>
                  </a:lnTo>
                  <a:lnTo>
                    <a:pt x="5228772" y="627748"/>
                  </a:lnTo>
                  <a:lnTo>
                    <a:pt x="5228111" y="627748"/>
                  </a:lnTo>
                  <a:lnTo>
                    <a:pt x="5227451" y="627748"/>
                  </a:lnTo>
                  <a:lnTo>
                    <a:pt x="5226790" y="627748"/>
                  </a:lnTo>
                  <a:lnTo>
                    <a:pt x="5226130" y="627748"/>
                  </a:lnTo>
                  <a:lnTo>
                    <a:pt x="5225469" y="627748"/>
                  </a:lnTo>
                  <a:lnTo>
                    <a:pt x="5224808" y="627748"/>
                  </a:lnTo>
                  <a:lnTo>
                    <a:pt x="5224148" y="627748"/>
                  </a:lnTo>
                  <a:lnTo>
                    <a:pt x="5223487" y="627748"/>
                  </a:lnTo>
                  <a:lnTo>
                    <a:pt x="5222827" y="627748"/>
                  </a:lnTo>
                  <a:lnTo>
                    <a:pt x="5222166" y="627748"/>
                  </a:lnTo>
                  <a:lnTo>
                    <a:pt x="5221506" y="627748"/>
                  </a:lnTo>
                  <a:lnTo>
                    <a:pt x="5220845" y="627748"/>
                  </a:lnTo>
                  <a:lnTo>
                    <a:pt x="5220185" y="627748"/>
                  </a:lnTo>
                  <a:lnTo>
                    <a:pt x="5219524" y="627748"/>
                  </a:lnTo>
                  <a:lnTo>
                    <a:pt x="5218864" y="627748"/>
                  </a:lnTo>
                  <a:lnTo>
                    <a:pt x="5218203" y="627748"/>
                  </a:lnTo>
                  <a:lnTo>
                    <a:pt x="5217543" y="627748"/>
                  </a:lnTo>
                  <a:lnTo>
                    <a:pt x="5216882" y="627748"/>
                  </a:lnTo>
                  <a:lnTo>
                    <a:pt x="5216222" y="627748"/>
                  </a:lnTo>
                  <a:lnTo>
                    <a:pt x="5215561" y="627748"/>
                  </a:lnTo>
                  <a:lnTo>
                    <a:pt x="5214900" y="627748"/>
                  </a:lnTo>
                  <a:lnTo>
                    <a:pt x="5214240" y="627748"/>
                  </a:lnTo>
                  <a:lnTo>
                    <a:pt x="5213579" y="627748"/>
                  </a:lnTo>
                  <a:lnTo>
                    <a:pt x="5212919" y="627748"/>
                  </a:lnTo>
                  <a:lnTo>
                    <a:pt x="5212258" y="627748"/>
                  </a:lnTo>
                  <a:lnTo>
                    <a:pt x="5211598" y="627748"/>
                  </a:lnTo>
                  <a:lnTo>
                    <a:pt x="5210937" y="627748"/>
                  </a:lnTo>
                  <a:lnTo>
                    <a:pt x="5210277" y="627748"/>
                  </a:lnTo>
                  <a:lnTo>
                    <a:pt x="5209616" y="627748"/>
                  </a:lnTo>
                  <a:lnTo>
                    <a:pt x="5208956" y="627748"/>
                  </a:lnTo>
                  <a:lnTo>
                    <a:pt x="5208295" y="627748"/>
                  </a:lnTo>
                  <a:lnTo>
                    <a:pt x="5207635" y="627748"/>
                  </a:lnTo>
                  <a:lnTo>
                    <a:pt x="5206974" y="627748"/>
                  </a:lnTo>
                  <a:lnTo>
                    <a:pt x="5206314" y="627748"/>
                  </a:lnTo>
                  <a:lnTo>
                    <a:pt x="5205653" y="627748"/>
                  </a:lnTo>
                  <a:lnTo>
                    <a:pt x="5204992" y="627748"/>
                  </a:lnTo>
                  <a:lnTo>
                    <a:pt x="5204332" y="627748"/>
                  </a:lnTo>
                  <a:lnTo>
                    <a:pt x="5203671" y="627748"/>
                  </a:lnTo>
                  <a:lnTo>
                    <a:pt x="5203011" y="627748"/>
                  </a:lnTo>
                  <a:lnTo>
                    <a:pt x="5202350" y="627748"/>
                  </a:lnTo>
                  <a:lnTo>
                    <a:pt x="5201690" y="627748"/>
                  </a:lnTo>
                  <a:lnTo>
                    <a:pt x="5201029" y="627748"/>
                  </a:lnTo>
                  <a:lnTo>
                    <a:pt x="5200369" y="627748"/>
                  </a:lnTo>
                  <a:lnTo>
                    <a:pt x="5199708" y="627748"/>
                  </a:lnTo>
                  <a:lnTo>
                    <a:pt x="5199048" y="627748"/>
                  </a:lnTo>
                  <a:lnTo>
                    <a:pt x="5198387" y="627748"/>
                  </a:lnTo>
                  <a:lnTo>
                    <a:pt x="5197727" y="627748"/>
                  </a:lnTo>
                  <a:lnTo>
                    <a:pt x="5197066" y="627748"/>
                  </a:lnTo>
                  <a:lnTo>
                    <a:pt x="5196406" y="627748"/>
                  </a:lnTo>
                  <a:lnTo>
                    <a:pt x="5195745" y="627748"/>
                  </a:lnTo>
                  <a:lnTo>
                    <a:pt x="5195085" y="627748"/>
                  </a:lnTo>
                  <a:lnTo>
                    <a:pt x="5194424" y="627748"/>
                  </a:lnTo>
                  <a:lnTo>
                    <a:pt x="5193763" y="627748"/>
                  </a:lnTo>
                  <a:lnTo>
                    <a:pt x="5193103" y="627748"/>
                  </a:lnTo>
                  <a:lnTo>
                    <a:pt x="5192442" y="627748"/>
                  </a:lnTo>
                  <a:lnTo>
                    <a:pt x="5191782" y="627748"/>
                  </a:lnTo>
                  <a:lnTo>
                    <a:pt x="5191121" y="627748"/>
                  </a:lnTo>
                  <a:lnTo>
                    <a:pt x="5190461" y="627748"/>
                  </a:lnTo>
                  <a:lnTo>
                    <a:pt x="5189800" y="627748"/>
                  </a:lnTo>
                  <a:lnTo>
                    <a:pt x="5189140" y="627748"/>
                  </a:lnTo>
                  <a:lnTo>
                    <a:pt x="5188479" y="627748"/>
                  </a:lnTo>
                  <a:lnTo>
                    <a:pt x="5187819" y="627748"/>
                  </a:lnTo>
                  <a:lnTo>
                    <a:pt x="5187158" y="627748"/>
                  </a:lnTo>
                  <a:lnTo>
                    <a:pt x="5186498" y="627748"/>
                  </a:lnTo>
                  <a:lnTo>
                    <a:pt x="5185837" y="627748"/>
                  </a:lnTo>
                  <a:lnTo>
                    <a:pt x="5185177" y="627748"/>
                  </a:lnTo>
                  <a:lnTo>
                    <a:pt x="5184516" y="627748"/>
                  </a:lnTo>
                  <a:lnTo>
                    <a:pt x="5183855" y="627748"/>
                  </a:lnTo>
                  <a:lnTo>
                    <a:pt x="5183195" y="627748"/>
                  </a:lnTo>
                  <a:lnTo>
                    <a:pt x="5182534" y="627748"/>
                  </a:lnTo>
                  <a:lnTo>
                    <a:pt x="5181874" y="627748"/>
                  </a:lnTo>
                  <a:lnTo>
                    <a:pt x="5181213" y="627748"/>
                  </a:lnTo>
                  <a:lnTo>
                    <a:pt x="5180553" y="627748"/>
                  </a:lnTo>
                  <a:lnTo>
                    <a:pt x="5179892" y="627748"/>
                  </a:lnTo>
                  <a:lnTo>
                    <a:pt x="5179232" y="627748"/>
                  </a:lnTo>
                  <a:lnTo>
                    <a:pt x="5178571" y="627748"/>
                  </a:lnTo>
                  <a:lnTo>
                    <a:pt x="5177911" y="627748"/>
                  </a:lnTo>
                  <a:lnTo>
                    <a:pt x="5177250" y="627748"/>
                  </a:lnTo>
                  <a:lnTo>
                    <a:pt x="5176590" y="627748"/>
                  </a:lnTo>
                  <a:lnTo>
                    <a:pt x="5175929" y="627748"/>
                  </a:lnTo>
                  <a:lnTo>
                    <a:pt x="5175269" y="627748"/>
                  </a:lnTo>
                  <a:lnTo>
                    <a:pt x="5174608" y="627748"/>
                  </a:lnTo>
                  <a:lnTo>
                    <a:pt x="5173947" y="627748"/>
                  </a:lnTo>
                  <a:lnTo>
                    <a:pt x="5173287" y="627748"/>
                  </a:lnTo>
                  <a:lnTo>
                    <a:pt x="5172626" y="627748"/>
                  </a:lnTo>
                  <a:lnTo>
                    <a:pt x="5171966" y="627748"/>
                  </a:lnTo>
                  <a:lnTo>
                    <a:pt x="5171305" y="627748"/>
                  </a:lnTo>
                  <a:lnTo>
                    <a:pt x="5170645" y="627748"/>
                  </a:lnTo>
                  <a:lnTo>
                    <a:pt x="5169984" y="627748"/>
                  </a:lnTo>
                  <a:lnTo>
                    <a:pt x="5169324" y="627748"/>
                  </a:lnTo>
                  <a:lnTo>
                    <a:pt x="5168663" y="627748"/>
                  </a:lnTo>
                  <a:lnTo>
                    <a:pt x="5168003" y="627748"/>
                  </a:lnTo>
                  <a:lnTo>
                    <a:pt x="5167342" y="627748"/>
                  </a:lnTo>
                  <a:lnTo>
                    <a:pt x="5166682" y="627748"/>
                  </a:lnTo>
                  <a:lnTo>
                    <a:pt x="5166021" y="627748"/>
                  </a:lnTo>
                  <a:lnTo>
                    <a:pt x="5165361" y="627748"/>
                  </a:lnTo>
                  <a:lnTo>
                    <a:pt x="5164700" y="627748"/>
                  </a:lnTo>
                  <a:lnTo>
                    <a:pt x="5164040" y="627748"/>
                  </a:lnTo>
                  <a:lnTo>
                    <a:pt x="5163379" y="627748"/>
                  </a:lnTo>
                  <a:lnTo>
                    <a:pt x="5162718" y="627748"/>
                  </a:lnTo>
                  <a:lnTo>
                    <a:pt x="5162058" y="627748"/>
                  </a:lnTo>
                  <a:lnTo>
                    <a:pt x="5161397" y="627748"/>
                  </a:lnTo>
                  <a:lnTo>
                    <a:pt x="5160737" y="627748"/>
                  </a:lnTo>
                  <a:lnTo>
                    <a:pt x="5160076" y="627748"/>
                  </a:lnTo>
                  <a:lnTo>
                    <a:pt x="5159416" y="627748"/>
                  </a:lnTo>
                  <a:lnTo>
                    <a:pt x="5158755" y="627748"/>
                  </a:lnTo>
                  <a:lnTo>
                    <a:pt x="5158095" y="627748"/>
                  </a:lnTo>
                  <a:lnTo>
                    <a:pt x="5157434" y="627748"/>
                  </a:lnTo>
                  <a:lnTo>
                    <a:pt x="5156774" y="627748"/>
                  </a:lnTo>
                  <a:lnTo>
                    <a:pt x="5156113" y="627748"/>
                  </a:lnTo>
                  <a:lnTo>
                    <a:pt x="5155453" y="627748"/>
                  </a:lnTo>
                  <a:lnTo>
                    <a:pt x="5154792" y="627748"/>
                  </a:lnTo>
                  <a:lnTo>
                    <a:pt x="5154132" y="627748"/>
                  </a:lnTo>
                  <a:lnTo>
                    <a:pt x="5153471" y="627748"/>
                  </a:lnTo>
                  <a:lnTo>
                    <a:pt x="5152810" y="627748"/>
                  </a:lnTo>
                  <a:lnTo>
                    <a:pt x="5152150" y="627748"/>
                  </a:lnTo>
                  <a:lnTo>
                    <a:pt x="5151489" y="627748"/>
                  </a:lnTo>
                  <a:lnTo>
                    <a:pt x="5150829" y="627748"/>
                  </a:lnTo>
                  <a:lnTo>
                    <a:pt x="5150168" y="627748"/>
                  </a:lnTo>
                  <a:lnTo>
                    <a:pt x="5149508" y="627748"/>
                  </a:lnTo>
                  <a:lnTo>
                    <a:pt x="5148847" y="627748"/>
                  </a:lnTo>
                  <a:lnTo>
                    <a:pt x="5148187" y="627748"/>
                  </a:lnTo>
                  <a:lnTo>
                    <a:pt x="5147526" y="627748"/>
                  </a:lnTo>
                  <a:lnTo>
                    <a:pt x="5146866" y="627748"/>
                  </a:lnTo>
                  <a:lnTo>
                    <a:pt x="5146205" y="627748"/>
                  </a:lnTo>
                  <a:lnTo>
                    <a:pt x="5145545" y="627748"/>
                  </a:lnTo>
                  <a:lnTo>
                    <a:pt x="5144884" y="627748"/>
                  </a:lnTo>
                  <a:lnTo>
                    <a:pt x="5144224" y="627748"/>
                  </a:lnTo>
                  <a:lnTo>
                    <a:pt x="5143563" y="627748"/>
                  </a:lnTo>
                  <a:lnTo>
                    <a:pt x="5142902" y="627748"/>
                  </a:lnTo>
                  <a:lnTo>
                    <a:pt x="5142242" y="627748"/>
                  </a:lnTo>
                  <a:lnTo>
                    <a:pt x="5141581" y="627748"/>
                  </a:lnTo>
                  <a:lnTo>
                    <a:pt x="5140921" y="627748"/>
                  </a:lnTo>
                  <a:lnTo>
                    <a:pt x="5140260" y="627748"/>
                  </a:lnTo>
                  <a:lnTo>
                    <a:pt x="5139600" y="627748"/>
                  </a:lnTo>
                  <a:lnTo>
                    <a:pt x="5138939" y="627748"/>
                  </a:lnTo>
                  <a:lnTo>
                    <a:pt x="5138279" y="627748"/>
                  </a:lnTo>
                  <a:lnTo>
                    <a:pt x="5137618" y="627748"/>
                  </a:lnTo>
                  <a:lnTo>
                    <a:pt x="5136958" y="627748"/>
                  </a:lnTo>
                  <a:lnTo>
                    <a:pt x="5136297" y="627748"/>
                  </a:lnTo>
                  <a:lnTo>
                    <a:pt x="5135637" y="627748"/>
                  </a:lnTo>
                  <a:lnTo>
                    <a:pt x="5134976" y="627748"/>
                  </a:lnTo>
                  <a:lnTo>
                    <a:pt x="5134316" y="627748"/>
                  </a:lnTo>
                  <a:lnTo>
                    <a:pt x="5133655" y="627748"/>
                  </a:lnTo>
                  <a:lnTo>
                    <a:pt x="5132994" y="627748"/>
                  </a:lnTo>
                  <a:lnTo>
                    <a:pt x="5132334" y="627748"/>
                  </a:lnTo>
                  <a:lnTo>
                    <a:pt x="5131673" y="627748"/>
                  </a:lnTo>
                  <a:lnTo>
                    <a:pt x="5131013" y="627748"/>
                  </a:lnTo>
                  <a:lnTo>
                    <a:pt x="5130352" y="627748"/>
                  </a:lnTo>
                  <a:lnTo>
                    <a:pt x="5129692" y="627748"/>
                  </a:lnTo>
                  <a:lnTo>
                    <a:pt x="5129031" y="627748"/>
                  </a:lnTo>
                  <a:lnTo>
                    <a:pt x="5128371" y="627748"/>
                  </a:lnTo>
                  <a:lnTo>
                    <a:pt x="5127710" y="627748"/>
                  </a:lnTo>
                  <a:lnTo>
                    <a:pt x="5127050" y="627748"/>
                  </a:lnTo>
                  <a:lnTo>
                    <a:pt x="5126389" y="627748"/>
                  </a:lnTo>
                  <a:lnTo>
                    <a:pt x="5125729" y="627748"/>
                  </a:lnTo>
                  <a:lnTo>
                    <a:pt x="5125068" y="627748"/>
                  </a:lnTo>
                  <a:lnTo>
                    <a:pt x="5124408" y="627748"/>
                  </a:lnTo>
                  <a:lnTo>
                    <a:pt x="5123747" y="627748"/>
                  </a:lnTo>
                  <a:lnTo>
                    <a:pt x="5123087" y="627748"/>
                  </a:lnTo>
                  <a:lnTo>
                    <a:pt x="5122426" y="627748"/>
                  </a:lnTo>
                  <a:lnTo>
                    <a:pt x="5121765" y="627748"/>
                  </a:lnTo>
                  <a:lnTo>
                    <a:pt x="5121105" y="627748"/>
                  </a:lnTo>
                  <a:lnTo>
                    <a:pt x="5120444" y="627748"/>
                  </a:lnTo>
                  <a:lnTo>
                    <a:pt x="5119784" y="627748"/>
                  </a:lnTo>
                  <a:lnTo>
                    <a:pt x="5119123" y="627748"/>
                  </a:lnTo>
                  <a:lnTo>
                    <a:pt x="5118463" y="627748"/>
                  </a:lnTo>
                  <a:lnTo>
                    <a:pt x="5117802" y="627748"/>
                  </a:lnTo>
                  <a:lnTo>
                    <a:pt x="5117142" y="627748"/>
                  </a:lnTo>
                  <a:lnTo>
                    <a:pt x="5116481" y="627748"/>
                  </a:lnTo>
                  <a:lnTo>
                    <a:pt x="5115821" y="627748"/>
                  </a:lnTo>
                  <a:lnTo>
                    <a:pt x="5115160" y="627748"/>
                  </a:lnTo>
                  <a:lnTo>
                    <a:pt x="5114500" y="627748"/>
                  </a:lnTo>
                  <a:lnTo>
                    <a:pt x="5113839" y="627748"/>
                  </a:lnTo>
                  <a:lnTo>
                    <a:pt x="5113179" y="627748"/>
                  </a:lnTo>
                  <a:lnTo>
                    <a:pt x="5112518" y="627748"/>
                  </a:lnTo>
                  <a:lnTo>
                    <a:pt x="5111857" y="627748"/>
                  </a:lnTo>
                  <a:lnTo>
                    <a:pt x="5111197" y="627748"/>
                  </a:lnTo>
                  <a:lnTo>
                    <a:pt x="5110536" y="627748"/>
                  </a:lnTo>
                  <a:lnTo>
                    <a:pt x="5109876" y="627748"/>
                  </a:lnTo>
                  <a:lnTo>
                    <a:pt x="5109215" y="627748"/>
                  </a:lnTo>
                  <a:lnTo>
                    <a:pt x="5108555" y="627748"/>
                  </a:lnTo>
                  <a:lnTo>
                    <a:pt x="5107894" y="627748"/>
                  </a:lnTo>
                  <a:lnTo>
                    <a:pt x="5107234" y="627748"/>
                  </a:lnTo>
                  <a:lnTo>
                    <a:pt x="5106573" y="627748"/>
                  </a:lnTo>
                  <a:lnTo>
                    <a:pt x="5105913" y="627748"/>
                  </a:lnTo>
                  <a:lnTo>
                    <a:pt x="5105252" y="627748"/>
                  </a:lnTo>
                  <a:lnTo>
                    <a:pt x="5104592" y="627748"/>
                  </a:lnTo>
                  <a:lnTo>
                    <a:pt x="5103931" y="627748"/>
                  </a:lnTo>
                  <a:lnTo>
                    <a:pt x="5103271" y="627748"/>
                  </a:lnTo>
                  <a:lnTo>
                    <a:pt x="5102610" y="627748"/>
                  </a:lnTo>
                  <a:lnTo>
                    <a:pt x="5101949" y="627748"/>
                  </a:lnTo>
                  <a:lnTo>
                    <a:pt x="5101289" y="627748"/>
                  </a:lnTo>
                  <a:lnTo>
                    <a:pt x="5100628" y="627748"/>
                  </a:lnTo>
                  <a:lnTo>
                    <a:pt x="5099968" y="627748"/>
                  </a:lnTo>
                  <a:lnTo>
                    <a:pt x="5099307" y="627748"/>
                  </a:lnTo>
                  <a:lnTo>
                    <a:pt x="5098647" y="627748"/>
                  </a:lnTo>
                  <a:lnTo>
                    <a:pt x="5097986" y="627748"/>
                  </a:lnTo>
                  <a:lnTo>
                    <a:pt x="5097326" y="627748"/>
                  </a:lnTo>
                  <a:lnTo>
                    <a:pt x="5096665" y="627748"/>
                  </a:lnTo>
                  <a:lnTo>
                    <a:pt x="5096005" y="627748"/>
                  </a:lnTo>
                  <a:lnTo>
                    <a:pt x="5095344" y="627748"/>
                  </a:lnTo>
                  <a:lnTo>
                    <a:pt x="5094684" y="627748"/>
                  </a:lnTo>
                  <a:lnTo>
                    <a:pt x="5094023" y="627748"/>
                  </a:lnTo>
                  <a:lnTo>
                    <a:pt x="5093363" y="627748"/>
                  </a:lnTo>
                  <a:lnTo>
                    <a:pt x="5092702" y="627748"/>
                  </a:lnTo>
                  <a:lnTo>
                    <a:pt x="5092042" y="627748"/>
                  </a:lnTo>
                  <a:lnTo>
                    <a:pt x="5091381" y="627748"/>
                  </a:lnTo>
                  <a:lnTo>
                    <a:pt x="5090720" y="627748"/>
                  </a:lnTo>
                  <a:lnTo>
                    <a:pt x="5090060" y="627748"/>
                  </a:lnTo>
                  <a:lnTo>
                    <a:pt x="5089399" y="627748"/>
                  </a:lnTo>
                  <a:lnTo>
                    <a:pt x="5088739" y="627748"/>
                  </a:lnTo>
                  <a:lnTo>
                    <a:pt x="5088078" y="627748"/>
                  </a:lnTo>
                  <a:lnTo>
                    <a:pt x="5087418" y="627748"/>
                  </a:lnTo>
                  <a:lnTo>
                    <a:pt x="5086757" y="627748"/>
                  </a:lnTo>
                  <a:lnTo>
                    <a:pt x="5086097" y="627748"/>
                  </a:lnTo>
                  <a:lnTo>
                    <a:pt x="5085436" y="627748"/>
                  </a:lnTo>
                  <a:lnTo>
                    <a:pt x="5084776" y="627748"/>
                  </a:lnTo>
                  <a:lnTo>
                    <a:pt x="5084115" y="627748"/>
                  </a:lnTo>
                  <a:lnTo>
                    <a:pt x="5083455" y="627748"/>
                  </a:lnTo>
                  <a:lnTo>
                    <a:pt x="5082794" y="627748"/>
                  </a:lnTo>
                  <a:lnTo>
                    <a:pt x="5082134" y="627748"/>
                  </a:lnTo>
                  <a:lnTo>
                    <a:pt x="5081473" y="627748"/>
                  </a:lnTo>
                  <a:lnTo>
                    <a:pt x="5080812" y="627748"/>
                  </a:lnTo>
                  <a:lnTo>
                    <a:pt x="5080152" y="627748"/>
                  </a:lnTo>
                  <a:lnTo>
                    <a:pt x="5079491" y="627748"/>
                  </a:lnTo>
                  <a:lnTo>
                    <a:pt x="5078831" y="627748"/>
                  </a:lnTo>
                  <a:lnTo>
                    <a:pt x="5078170" y="627748"/>
                  </a:lnTo>
                  <a:lnTo>
                    <a:pt x="5077510" y="627748"/>
                  </a:lnTo>
                  <a:lnTo>
                    <a:pt x="5076849" y="627748"/>
                  </a:lnTo>
                  <a:lnTo>
                    <a:pt x="5076189" y="627748"/>
                  </a:lnTo>
                  <a:lnTo>
                    <a:pt x="5075528" y="627748"/>
                  </a:lnTo>
                  <a:lnTo>
                    <a:pt x="5074868" y="627748"/>
                  </a:lnTo>
                  <a:lnTo>
                    <a:pt x="5074207" y="627748"/>
                  </a:lnTo>
                  <a:lnTo>
                    <a:pt x="5073547" y="627748"/>
                  </a:lnTo>
                  <a:lnTo>
                    <a:pt x="5072886" y="627748"/>
                  </a:lnTo>
                  <a:lnTo>
                    <a:pt x="5072226" y="627748"/>
                  </a:lnTo>
                  <a:lnTo>
                    <a:pt x="5071565" y="627748"/>
                  </a:lnTo>
                  <a:lnTo>
                    <a:pt x="5070904" y="627748"/>
                  </a:lnTo>
                  <a:lnTo>
                    <a:pt x="5070244" y="627748"/>
                  </a:lnTo>
                  <a:lnTo>
                    <a:pt x="5069583" y="627748"/>
                  </a:lnTo>
                  <a:lnTo>
                    <a:pt x="5068923" y="627748"/>
                  </a:lnTo>
                  <a:lnTo>
                    <a:pt x="5068262" y="627748"/>
                  </a:lnTo>
                  <a:lnTo>
                    <a:pt x="5067602" y="627748"/>
                  </a:lnTo>
                  <a:lnTo>
                    <a:pt x="5066941" y="627748"/>
                  </a:lnTo>
                  <a:lnTo>
                    <a:pt x="5066281" y="627748"/>
                  </a:lnTo>
                  <a:lnTo>
                    <a:pt x="5065620" y="627748"/>
                  </a:lnTo>
                  <a:lnTo>
                    <a:pt x="5064960" y="627748"/>
                  </a:lnTo>
                  <a:lnTo>
                    <a:pt x="5064299" y="627748"/>
                  </a:lnTo>
                  <a:lnTo>
                    <a:pt x="5063639" y="627748"/>
                  </a:lnTo>
                  <a:lnTo>
                    <a:pt x="5062978" y="627748"/>
                  </a:lnTo>
                  <a:lnTo>
                    <a:pt x="5062318" y="627748"/>
                  </a:lnTo>
                  <a:lnTo>
                    <a:pt x="5061657" y="627748"/>
                  </a:lnTo>
                  <a:lnTo>
                    <a:pt x="5060996" y="627748"/>
                  </a:lnTo>
                  <a:lnTo>
                    <a:pt x="5060336" y="627748"/>
                  </a:lnTo>
                  <a:lnTo>
                    <a:pt x="5059675" y="627748"/>
                  </a:lnTo>
                  <a:lnTo>
                    <a:pt x="5059015" y="627748"/>
                  </a:lnTo>
                  <a:lnTo>
                    <a:pt x="5058354" y="627748"/>
                  </a:lnTo>
                  <a:lnTo>
                    <a:pt x="5057694" y="627748"/>
                  </a:lnTo>
                  <a:lnTo>
                    <a:pt x="5057033" y="627748"/>
                  </a:lnTo>
                  <a:lnTo>
                    <a:pt x="5056373" y="627748"/>
                  </a:lnTo>
                  <a:lnTo>
                    <a:pt x="5055712" y="627748"/>
                  </a:lnTo>
                  <a:lnTo>
                    <a:pt x="5055052" y="627748"/>
                  </a:lnTo>
                  <a:lnTo>
                    <a:pt x="5054391" y="627748"/>
                  </a:lnTo>
                  <a:lnTo>
                    <a:pt x="5053731" y="627748"/>
                  </a:lnTo>
                  <a:lnTo>
                    <a:pt x="5053070" y="627748"/>
                  </a:lnTo>
                  <a:lnTo>
                    <a:pt x="5052410" y="627748"/>
                  </a:lnTo>
                  <a:lnTo>
                    <a:pt x="5051749" y="627748"/>
                  </a:lnTo>
                  <a:lnTo>
                    <a:pt x="5051089" y="627748"/>
                  </a:lnTo>
                  <a:lnTo>
                    <a:pt x="5050428" y="627748"/>
                  </a:lnTo>
                  <a:lnTo>
                    <a:pt x="5049767" y="627748"/>
                  </a:lnTo>
                  <a:lnTo>
                    <a:pt x="5049107" y="627748"/>
                  </a:lnTo>
                  <a:lnTo>
                    <a:pt x="5048446" y="627748"/>
                  </a:lnTo>
                  <a:lnTo>
                    <a:pt x="5047786" y="627748"/>
                  </a:lnTo>
                  <a:lnTo>
                    <a:pt x="5047125" y="627748"/>
                  </a:lnTo>
                  <a:lnTo>
                    <a:pt x="5046465" y="627748"/>
                  </a:lnTo>
                  <a:lnTo>
                    <a:pt x="5045804" y="627748"/>
                  </a:lnTo>
                  <a:lnTo>
                    <a:pt x="5045144" y="627748"/>
                  </a:lnTo>
                  <a:lnTo>
                    <a:pt x="5044483" y="627748"/>
                  </a:lnTo>
                  <a:lnTo>
                    <a:pt x="5043823" y="627748"/>
                  </a:lnTo>
                  <a:lnTo>
                    <a:pt x="5043162" y="627748"/>
                  </a:lnTo>
                  <a:lnTo>
                    <a:pt x="5042502" y="627748"/>
                  </a:lnTo>
                  <a:lnTo>
                    <a:pt x="5041841" y="627748"/>
                  </a:lnTo>
                  <a:lnTo>
                    <a:pt x="5041181" y="627748"/>
                  </a:lnTo>
                  <a:lnTo>
                    <a:pt x="5040520" y="627748"/>
                  </a:lnTo>
                  <a:lnTo>
                    <a:pt x="5039859" y="627748"/>
                  </a:lnTo>
                  <a:lnTo>
                    <a:pt x="5039199" y="627748"/>
                  </a:lnTo>
                  <a:lnTo>
                    <a:pt x="5038538" y="627748"/>
                  </a:lnTo>
                  <a:lnTo>
                    <a:pt x="5037878" y="627748"/>
                  </a:lnTo>
                  <a:lnTo>
                    <a:pt x="5037217" y="627748"/>
                  </a:lnTo>
                  <a:lnTo>
                    <a:pt x="5036557" y="627748"/>
                  </a:lnTo>
                  <a:lnTo>
                    <a:pt x="5035896" y="627748"/>
                  </a:lnTo>
                  <a:lnTo>
                    <a:pt x="5035236" y="627748"/>
                  </a:lnTo>
                  <a:lnTo>
                    <a:pt x="5034575" y="627748"/>
                  </a:lnTo>
                  <a:lnTo>
                    <a:pt x="5033915" y="627748"/>
                  </a:lnTo>
                  <a:lnTo>
                    <a:pt x="5033254" y="627748"/>
                  </a:lnTo>
                  <a:lnTo>
                    <a:pt x="5032594" y="627748"/>
                  </a:lnTo>
                  <a:lnTo>
                    <a:pt x="5031933" y="627748"/>
                  </a:lnTo>
                  <a:lnTo>
                    <a:pt x="5031273" y="627748"/>
                  </a:lnTo>
                  <a:lnTo>
                    <a:pt x="5030612" y="627748"/>
                  </a:lnTo>
                  <a:lnTo>
                    <a:pt x="5029951" y="627748"/>
                  </a:lnTo>
                  <a:lnTo>
                    <a:pt x="5029291" y="627748"/>
                  </a:lnTo>
                  <a:lnTo>
                    <a:pt x="5028630" y="627748"/>
                  </a:lnTo>
                  <a:lnTo>
                    <a:pt x="5027970" y="627748"/>
                  </a:lnTo>
                  <a:lnTo>
                    <a:pt x="5027309" y="627748"/>
                  </a:lnTo>
                  <a:lnTo>
                    <a:pt x="5026649" y="627748"/>
                  </a:lnTo>
                  <a:lnTo>
                    <a:pt x="5025988" y="627748"/>
                  </a:lnTo>
                  <a:lnTo>
                    <a:pt x="5025328" y="627748"/>
                  </a:lnTo>
                  <a:lnTo>
                    <a:pt x="5024667" y="627748"/>
                  </a:lnTo>
                  <a:lnTo>
                    <a:pt x="5024007" y="627748"/>
                  </a:lnTo>
                  <a:lnTo>
                    <a:pt x="5023346" y="627748"/>
                  </a:lnTo>
                  <a:lnTo>
                    <a:pt x="5022686" y="627748"/>
                  </a:lnTo>
                  <a:lnTo>
                    <a:pt x="5022025" y="627748"/>
                  </a:lnTo>
                  <a:lnTo>
                    <a:pt x="5021365" y="627748"/>
                  </a:lnTo>
                  <a:lnTo>
                    <a:pt x="5020704" y="627748"/>
                  </a:lnTo>
                  <a:lnTo>
                    <a:pt x="5020044" y="627748"/>
                  </a:lnTo>
                  <a:lnTo>
                    <a:pt x="5019383" y="627748"/>
                  </a:lnTo>
                  <a:lnTo>
                    <a:pt x="5018722" y="627748"/>
                  </a:lnTo>
                  <a:lnTo>
                    <a:pt x="5018062" y="627748"/>
                  </a:lnTo>
                  <a:lnTo>
                    <a:pt x="5017401" y="627748"/>
                  </a:lnTo>
                  <a:lnTo>
                    <a:pt x="5016741" y="627748"/>
                  </a:lnTo>
                  <a:lnTo>
                    <a:pt x="5016080" y="627748"/>
                  </a:lnTo>
                  <a:lnTo>
                    <a:pt x="5015420" y="627748"/>
                  </a:lnTo>
                  <a:lnTo>
                    <a:pt x="5014759" y="627748"/>
                  </a:lnTo>
                  <a:lnTo>
                    <a:pt x="5014099" y="627748"/>
                  </a:lnTo>
                  <a:lnTo>
                    <a:pt x="5013438" y="627748"/>
                  </a:lnTo>
                  <a:lnTo>
                    <a:pt x="5012778" y="627748"/>
                  </a:lnTo>
                  <a:lnTo>
                    <a:pt x="5012117" y="627748"/>
                  </a:lnTo>
                  <a:lnTo>
                    <a:pt x="5011457" y="627748"/>
                  </a:lnTo>
                  <a:lnTo>
                    <a:pt x="5010796" y="627748"/>
                  </a:lnTo>
                  <a:lnTo>
                    <a:pt x="5010136" y="627748"/>
                  </a:lnTo>
                  <a:lnTo>
                    <a:pt x="5009475" y="627748"/>
                  </a:lnTo>
                  <a:lnTo>
                    <a:pt x="5008814" y="627748"/>
                  </a:lnTo>
                  <a:lnTo>
                    <a:pt x="5008154" y="627748"/>
                  </a:lnTo>
                  <a:lnTo>
                    <a:pt x="5007493" y="627748"/>
                  </a:lnTo>
                  <a:lnTo>
                    <a:pt x="5006833" y="627748"/>
                  </a:lnTo>
                  <a:lnTo>
                    <a:pt x="5006172" y="627748"/>
                  </a:lnTo>
                  <a:lnTo>
                    <a:pt x="5005512" y="627748"/>
                  </a:lnTo>
                  <a:lnTo>
                    <a:pt x="5004851" y="627748"/>
                  </a:lnTo>
                  <a:lnTo>
                    <a:pt x="5004191" y="627748"/>
                  </a:lnTo>
                  <a:lnTo>
                    <a:pt x="5003530" y="627748"/>
                  </a:lnTo>
                  <a:lnTo>
                    <a:pt x="5002870" y="627748"/>
                  </a:lnTo>
                  <a:lnTo>
                    <a:pt x="5002209" y="627748"/>
                  </a:lnTo>
                  <a:lnTo>
                    <a:pt x="5001549" y="627748"/>
                  </a:lnTo>
                  <a:lnTo>
                    <a:pt x="5000888" y="627748"/>
                  </a:lnTo>
                  <a:lnTo>
                    <a:pt x="5000228" y="627748"/>
                  </a:lnTo>
                  <a:lnTo>
                    <a:pt x="4999567" y="627748"/>
                  </a:lnTo>
                  <a:lnTo>
                    <a:pt x="4998906" y="627748"/>
                  </a:lnTo>
                  <a:lnTo>
                    <a:pt x="4998246" y="627748"/>
                  </a:lnTo>
                  <a:lnTo>
                    <a:pt x="4997585" y="627748"/>
                  </a:lnTo>
                  <a:lnTo>
                    <a:pt x="4996925" y="627748"/>
                  </a:lnTo>
                  <a:lnTo>
                    <a:pt x="4996264" y="627748"/>
                  </a:lnTo>
                  <a:lnTo>
                    <a:pt x="4995604" y="627748"/>
                  </a:lnTo>
                  <a:lnTo>
                    <a:pt x="4994943" y="627748"/>
                  </a:lnTo>
                  <a:lnTo>
                    <a:pt x="4994283" y="627748"/>
                  </a:lnTo>
                  <a:lnTo>
                    <a:pt x="4993622" y="627748"/>
                  </a:lnTo>
                  <a:lnTo>
                    <a:pt x="4992962" y="627748"/>
                  </a:lnTo>
                  <a:lnTo>
                    <a:pt x="4992301" y="627748"/>
                  </a:lnTo>
                  <a:lnTo>
                    <a:pt x="4991641" y="627748"/>
                  </a:lnTo>
                  <a:lnTo>
                    <a:pt x="4990980" y="627748"/>
                  </a:lnTo>
                  <a:lnTo>
                    <a:pt x="4990320" y="627748"/>
                  </a:lnTo>
                  <a:lnTo>
                    <a:pt x="4989659" y="627748"/>
                  </a:lnTo>
                  <a:lnTo>
                    <a:pt x="4988998" y="627748"/>
                  </a:lnTo>
                  <a:lnTo>
                    <a:pt x="4988338" y="627748"/>
                  </a:lnTo>
                  <a:lnTo>
                    <a:pt x="4987677" y="627748"/>
                  </a:lnTo>
                  <a:lnTo>
                    <a:pt x="4987017" y="627748"/>
                  </a:lnTo>
                  <a:lnTo>
                    <a:pt x="4986356" y="627748"/>
                  </a:lnTo>
                  <a:lnTo>
                    <a:pt x="4985696" y="627748"/>
                  </a:lnTo>
                  <a:lnTo>
                    <a:pt x="4985035" y="627748"/>
                  </a:lnTo>
                  <a:lnTo>
                    <a:pt x="4984375" y="627748"/>
                  </a:lnTo>
                  <a:lnTo>
                    <a:pt x="4983714" y="627748"/>
                  </a:lnTo>
                  <a:lnTo>
                    <a:pt x="4983054" y="627748"/>
                  </a:lnTo>
                  <a:lnTo>
                    <a:pt x="4982393" y="627748"/>
                  </a:lnTo>
                  <a:lnTo>
                    <a:pt x="4981733" y="627748"/>
                  </a:lnTo>
                  <a:lnTo>
                    <a:pt x="4981072" y="627748"/>
                  </a:lnTo>
                  <a:lnTo>
                    <a:pt x="4980412" y="627748"/>
                  </a:lnTo>
                  <a:lnTo>
                    <a:pt x="4979751" y="627748"/>
                  </a:lnTo>
                  <a:lnTo>
                    <a:pt x="4979091" y="627748"/>
                  </a:lnTo>
                  <a:lnTo>
                    <a:pt x="4978430" y="627748"/>
                  </a:lnTo>
                  <a:lnTo>
                    <a:pt x="4977769" y="627748"/>
                  </a:lnTo>
                  <a:lnTo>
                    <a:pt x="4977109" y="627748"/>
                  </a:lnTo>
                  <a:lnTo>
                    <a:pt x="4976448" y="627748"/>
                  </a:lnTo>
                  <a:lnTo>
                    <a:pt x="4975788" y="627748"/>
                  </a:lnTo>
                  <a:lnTo>
                    <a:pt x="4975127" y="627748"/>
                  </a:lnTo>
                  <a:lnTo>
                    <a:pt x="4974467" y="627748"/>
                  </a:lnTo>
                  <a:lnTo>
                    <a:pt x="4973806" y="627748"/>
                  </a:lnTo>
                  <a:lnTo>
                    <a:pt x="4973146" y="627748"/>
                  </a:lnTo>
                  <a:lnTo>
                    <a:pt x="4972485" y="627748"/>
                  </a:lnTo>
                  <a:lnTo>
                    <a:pt x="4971825" y="627748"/>
                  </a:lnTo>
                  <a:lnTo>
                    <a:pt x="4971164" y="627748"/>
                  </a:lnTo>
                  <a:lnTo>
                    <a:pt x="4970504" y="627748"/>
                  </a:lnTo>
                  <a:lnTo>
                    <a:pt x="4969843" y="627748"/>
                  </a:lnTo>
                  <a:lnTo>
                    <a:pt x="4969183" y="627748"/>
                  </a:lnTo>
                  <a:lnTo>
                    <a:pt x="4968522" y="627748"/>
                  </a:lnTo>
                  <a:lnTo>
                    <a:pt x="4967861" y="627748"/>
                  </a:lnTo>
                  <a:lnTo>
                    <a:pt x="4967201" y="627748"/>
                  </a:lnTo>
                  <a:lnTo>
                    <a:pt x="4966540" y="627748"/>
                  </a:lnTo>
                  <a:lnTo>
                    <a:pt x="4965880" y="627748"/>
                  </a:lnTo>
                  <a:lnTo>
                    <a:pt x="4965219" y="627748"/>
                  </a:lnTo>
                  <a:lnTo>
                    <a:pt x="4964559" y="627748"/>
                  </a:lnTo>
                  <a:lnTo>
                    <a:pt x="4963898" y="627748"/>
                  </a:lnTo>
                  <a:lnTo>
                    <a:pt x="4963238" y="627748"/>
                  </a:lnTo>
                  <a:lnTo>
                    <a:pt x="4962577" y="627748"/>
                  </a:lnTo>
                  <a:lnTo>
                    <a:pt x="4961917" y="627748"/>
                  </a:lnTo>
                  <a:lnTo>
                    <a:pt x="4961256" y="627748"/>
                  </a:lnTo>
                  <a:lnTo>
                    <a:pt x="4960596" y="627748"/>
                  </a:lnTo>
                  <a:lnTo>
                    <a:pt x="4959935" y="627748"/>
                  </a:lnTo>
                  <a:lnTo>
                    <a:pt x="4959275" y="627748"/>
                  </a:lnTo>
                  <a:lnTo>
                    <a:pt x="4958614" y="627748"/>
                  </a:lnTo>
                  <a:lnTo>
                    <a:pt x="4957953" y="627748"/>
                  </a:lnTo>
                  <a:lnTo>
                    <a:pt x="4957293" y="627748"/>
                  </a:lnTo>
                  <a:lnTo>
                    <a:pt x="4956632" y="627748"/>
                  </a:lnTo>
                  <a:lnTo>
                    <a:pt x="4955972" y="627748"/>
                  </a:lnTo>
                  <a:lnTo>
                    <a:pt x="4955311" y="627748"/>
                  </a:lnTo>
                  <a:lnTo>
                    <a:pt x="4954651" y="627748"/>
                  </a:lnTo>
                  <a:lnTo>
                    <a:pt x="4953990" y="627748"/>
                  </a:lnTo>
                  <a:lnTo>
                    <a:pt x="4953330" y="627748"/>
                  </a:lnTo>
                  <a:lnTo>
                    <a:pt x="4952669" y="627748"/>
                  </a:lnTo>
                  <a:lnTo>
                    <a:pt x="4952009" y="627748"/>
                  </a:lnTo>
                  <a:lnTo>
                    <a:pt x="4951348" y="627748"/>
                  </a:lnTo>
                  <a:lnTo>
                    <a:pt x="4950688" y="627748"/>
                  </a:lnTo>
                  <a:lnTo>
                    <a:pt x="4950027" y="627748"/>
                  </a:lnTo>
                  <a:lnTo>
                    <a:pt x="4949367" y="627748"/>
                  </a:lnTo>
                  <a:lnTo>
                    <a:pt x="4948706" y="627748"/>
                  </a:lnTo>
                  <a:lnTo>
                    <a:pt x="4948046" y="627748"/>
                  </a:lnTo>
                  <a:lnTo>
                    <a:pt x="4947385" y="627748"/>
                  </a:lnTo>
                  <a:lnTo>
                    <a:pt x="4946724" y="627748"/>
                  </a:lnTo>
                  <a:lnTo>
                    <a:pt x="4946064" y="627748"/>
                  </a:lnTo>
                  <a:lnTo>
                    <a:pt x="4945403" y="627748"/>
                  </a:lnTo>
                  <a:lnTo>
                    <a:pt x="4944743" y="627748"/>
                  </a:lnTo>
                  <a:lnTo>
                    <a:pt x="4944082" y="627748"/>
                  </a:lnTo>
                  <a:lnTo>
                    <a:pt x="4943422" y="627748"/>
                  </a:lnTo>
                  <a:lnTo>
                    <a:pt x="4942761" y="627748"/>
                  </a:lnTo>
                  <a:lnTo>
                    <a:pt x="4942101" y="627748"/>
                  </a:lnTo>
                  <a:lnTo>
                    <a:pt x="4941440" y="627748"/>
                  </a:lnTo>
                  <a:lnTo>
                    <a:pt x="4940780" y="627748"/>
                  </a:lnTo>
                  <a:lnTo>
                    <a:pt x="4940119" y="627748"/>
                  </a:lnTo>
                  <a:lnTo>
                    <a:pt x="4939459" y="627748"/>
                  </a:lnTo>
                  <a:lnTo>
                    <a:pt x="4938798" y="627748"/>
                  </a:lnTo>
                  <a:lnTo>
                    <a:pt x="4938138" y="627748"/>
                  </a:lnTo>
                  <a:lnTo>
                    <a:pt x="4937477" y="627748"/>
                  </a:lnTo>
                  <a:lnTo>
                    <a:pt x="4936816" y="627748"/>
                  </a:lnTo>
                  <a:lnTo>
                    <a:pt x="4936156" y="627748"/>
                  </a:lnTo>
                  <a:lnTo>
                    <a:pt x="4935495" y="627748"/>
                  </a:lnTo>
                  <a:lnTo>
                    <a:pt x="4934835" y="627748"/>
                  </a:lnTo>
                  <a:lnTo>
                    <a:pt x="4934174" y="627748"/>
                  </a:lnTo>
                  <a:lnTo>
                    <a:pt x="4933514" y="627748"/>
                  </a:lnTo>
                  <a:lnTo>
                    <a:pt x="4932853" y="627748"/>
                  </a:lnTo>
                  <a:lnTo>
                    <a:pt x="4932193" y="627748"/>
                  </a:lnTo>
                  <a:lnTo>
                    <a:pt x="4931532" y="627748"/>
                  </a:lnTo>
                  <a:lnTo>
                    <a:pt x="4930872" y="627748"/>
                  </a:lnTo>
                  <a:lnTo>
                    <a:pt x="4930211" y="627748"/>
                  </a:lnTo>
                  <a:lnTo>
                    <a:pt x="4929551" y="627748"/>
                  </a:lnTo>
                  <a:lnTo>
                    <a:pt x="4928890" y="627748"/>
                  </a:lnTo>
                  <a:lnTo>
                    <a:pt x="4928230" y="627748"/>
                  </a:lnTo>
                  <a:lnTo>
                    <a:pt x="4927569" y="627748"/>
                  </a:lnTo>
                  <a:lnTo>
                    <a:pt x="4926908" y="627748"/>
                  </a:lnTo>
                  <a:lnTo>
                    <a:pt x="4926248" y="627748"/>
                  </a:lnTo>
                  <a:lnTo>
                    <a:pt x="4925587" y="627748"/>
                  </a:lnTo>
                  <a:lnTo>
                    <a:pt x="4924927" y="627748"/>
                  </a:lnTo>
                  <a:lnTo>
                    <a:pt x="4924266" y="627748"/>
                  </a:lnTo>
                  <a:lnTo>
                    <a:pt x="4923606" y="627748"/>
                  </a:lnTo>
                  <a:lnTo>
                    <a:pt x="4922945" y="627748"/>
                  </a:lnTo>
                  <a:lnTo>
                    <a:pt x="4922285" y="627748"/>
                  </a:lnTo>
                  <a:lnTo>
                    <a:pt x="4921624" y="627748"/>
                  </a:lnTo>
                  <a:lnTo>
                    <a:pt x="4920964" y="627748"/>
                  </a:lnTo>
                  <a:lnTo>
                    <a:pt x="4920303" y="627748"/>
                  </a:lnTo>
                  <a:lnTo>
                    <a:pt x="4919643" y="627748"/>
                  </a:lnTo>
                  <a:lnTo>
                    <a:pt x="4918982" y="627748"/>
                  </a:lnTo>
                  <a:lnTo>
                    <a:pt x="4918322" y="627748"/>
                  </a:lnTo>
                  <a:lnTo>
                    <a:pt x="4917661" y="627748"/>
                  </a:lnTo>
                  <a:lnTo>
                    <a:pt x="4917001" y="627748"/>
                  </a:lnTo>
                  <a:lnTo>
                    <a:pt x="4916340" y="627748"/>
                  </a:lnTo>
                  <a:lnTo>
                    <a:pt x="4915679" y="627748"/>
                  </a:lnTo>
                  <a:lnTo>
                    <a:pt x="4915019" y="627748"/>
                  </a:lnTo>
                  <a:lnTo>
                    <a:pt x="4914358" y="627748"/>
                  </a:lnTo>
                  <a:lnTo>
                    <a:pt x="4913698" y="627748"/>
                  </a:lnTo>
                  <a:lnTo>
                    <a:pt x="4913037" y="627748"/>
                  </a:lnTo>
                  <a:lnTo>
                    <a:pt x="4912377" y="627748"/>
                  </a:lnTo>
                  <a:lnTo>
                    <a:pt x="4911716" y="627748"/>
                  </a:lnTo>
                  <a:lnTo>
                    <a:pt x="4911056" y="627748"/>
                  </a:lnTo>
                  <a:lnTo>
                    <a:pt x="4910395" y="627748"/>
                  </a:lnTo>
                  <a:lnTo>
                    <a:pt x="4909735" y="627748"/>
                  </a:lnTo>
                  <a:lnTo>
                    <a:pt x="4909074" y="627748"/>
                  </a:lnTo>
                  <a:lnTo>
                    <a:pt x="4908414" y="627748"/>
                  </a:lnTo>
                  <a:lnTo>
                    <a:pt x="4907753" y="627748"/>
                  </a:lnTo>
                  <a:lnTo>
                    <a:pt x="4907093" y="627748"/>
                  </a:lnTo>
                  <a:lnTo>
                    <a:pt x="4906432" y="627748"/>
                  </a:lnTo>
                  <a:lnTo>
                    <a:pt x="4905771" y="627748"/>
                  </a:lnTo>
                  <a:lnTo>
                    <a:pt x="4905111" y="627748"/>
                  </a:lnTo>
                  <a:lnTo>
                    <a:pt x="4904450" y="627748"/>
                  </a:lnTo>
                  <a:lnTo>
                    <a:pt x="4903790" y="627748"/>
                  </a:lnTo>
                  <a:lnTo>
                    <a:pt x="4903129" y="627748"/>
                  </a:lnTo>
                  <a:lnTo>
                    <a:pt x="4902469" y="627748"/>
                  </a:lnTo>
                  <a:lnTo>
                    <a:pt x="4901808" y="627748"/>
                  </a:lnTo>
                  <a:lnTo>
                    <a:pt x="4901148" y="627748"/>
                  </a:lnTo>
                  <a:lnTo>
                    <a:pt x="4900487" y="627748"/>
                  </a:lnTo>
                  <a:lnTo>
                    <a:pt x="4899827" y="627748"/>
                  </a:lnTo>
                  <a:lnTo>
                    <a:pt x="4899166" y="627748"/>
                  </a:lnTo>
                  <a:lnTo>
                    <a:pt x="4898506" y="627748"/>
                  </a:lnTo>
                  <a:lnTo>
                    <a:pt x="4897845" y="627748"/>
                  </a:lnTo>
                  <a:lnTo>
                    <a:pt x="4897185" y="627748"/>
                  </a:lnTo>
                  <a:lnTo>
                    <a:pt x="4896524" y="627748"/>
                  </a:lnTo>
                  <a:lnTo>
                    <a:pt x="4895863" y="627748"/>
                  </a:lnTo>
                  <a:lnTo>
                    <a:pt x="4895203" y="627748"/>
                  </a:lnTo>
                  <a:lnTo>
                    <a:pt x="4894542" y="627748"/>
                  </a:lnTo>
                  <a:lnTo>
                    <a:pt x="4893882" y="627748"/>
                  </a:lnTo>
                  <a:lnTo>
                    <a:pt x="4893221" y="627748"/>
                  </a:lnTo>
                  <a:lnTo>
                    <a:pt x="4892561" y="627748"/>
                  </a:lnTo>
                  <a:lnTo>
                    <a:pt x="4891900" y="627748"/>
                  </a:lnTo>
                  <a:lnTo>
                    <a:pt x="4891240" y="627748"/>
                  </a:lnTo>
                  <a:lnTo>
                    <a:pt x="4890579" y="627748"/>
                  </a:lnTo>
                  <a:lnTo>
                    <a:pt x="4889919" y="627748"/>
                  </a:lnTo>
                  <a:lnTo>
                    <a:pt x="4889258" y="627748"/>
                  </a:lnTo>
                  <a:lnTo>
                    <a:pt x="4888598" y="627748"/>
                  </a:lnTo>
                  <a:lnTo>
                    <a:pt x="4887937" y="627748"/>
                  </a:lnTo>
                  <a:lnTo>
                    <a:pt x="4887277" y="627748"/>
                  </a:lnTo>
                  <a:lnTo>
                    <a:pt x="4886616" y="627748"/>
                  </a:lnTo>
                  <a:lnTo>
                    <a:pt x="4885955" y="627748"/>
                  </a:lnTo>
                  <a:lnTo>
                    <a:pt x="4885295" y="627748"/>
                  </a:lnTo>
                  <a:lnTo>
                    <a:pt x="4884634" y="627748"/>
                  </a:lnTo>
                  <a:lnTo>
                    <a:pt x="4883974" y="627748"/>
                  </a:lnTo>
                  <a:lnTo>
                    <a:pt x="4883313" y="627748"/>
                  </a:lnTo>
                  <a:lnTo>
                    <a:pt x="4882653" y="627748"/>
                  </a:lnTo>
                  <a:lnTo>
                    <a:pt x="4881992" y="627748"/>
                  </a:lnTo>
                  <a:lnTo>
                    <a:pt x="4881332" y="627748"/>
                  </a:lnTo>
                  <a:lnTo>
                    <a:pt x="4880671" y="627748"/>
                  </a:lnTo>
                  <a:lnTo>
                    <a:pt x="4880011" y="627748"/>
                  </a:lnTo>
                  <a:lnTo>
                    <a:pt x="4879350" y="627748"/>
                  </a:lnTo>
                  <a:lnTo>
                    <a:pt x="4878690" y="627748"/>
                  </a:lnTo>
                  <a:lnTo>
                    <a:pt x="4878029" y="627748"/>
                  </a:lnTo>
                  <a:lnTo>
                    <a:pt x="4877369" y="627748"/>
                  </a:lnTo>
                  <a:lnTo>
                    <a:pt x="4876708" y="627748"/>
                  </a:lnTo>
                  <a:lnTo>
                    <a:pt x="4876048" y="627748"/>
                  </a:lnTo>
                  <a:lnTo>
                    <a:pt x="4875387" y="627748"/>
                  </a:lnTo>
                  <a:lnTo>
                    <a:pt x="4874726" y="627748"/>
                  </a:lnTo>
                  <a:lnTo>
                    <a:pt x="4874066" y="627748"/>
                  </a:lnTo>
                  <a:lnTo>
                    <a:pt x="4873405" y="627748"/>
                  </a:lnTo>
                  <a:lnTo>
                    <a:pt x="4872745" y="627748"/>
                  </a:lnTo>
                  <a:lnTo>
                    <a:pt x="4872084" y="627748"/>
                  </a:lnTo>
                  <a:lnTo>
                    <a:pt x="4871424" y="627748"/>
                  </a:lnTo>
                  <a:lnTo>
                    <a:pt x="4870763" y="627748"/>
                  </a:lnTo>
                  <a:lnTo>
                    <a:pt x="4870103" y="627748"/>
                  </a:lnTo>
                  <a:lnTo>
                    <a:pt x="4869442" y="627748"/>
                  </a:lnTo>
                  <a:lnTo>
                    <a:pt x="4868782" y="627748"/>
                  </a:lnTo>
                  <a:lnTo>
                    <a:pt x="4868121" y="627748"/>
                  </a:lnTo>
                  <a:lnTo>
                    <a:pt x="4867461" y="627748"/>
                  </a:lnTo>
                  <a:lnTo>
                    <a:pt x="4866800" y="627748"/>
                  </a:lnTo>
                  <a:lnTo>
                    <a:pt x="4866140" y="627748"/>
                  </a:lnTo>
                  <a:lnTo>
                    <a:pt x="4865479" y="627748"/>
                  </a:lnTo>
                  <a:lnTo>
                    <a:pt x="4864818" y="627748"/>
                  </a:lnTo>
                  <a:lnTo>
                    <a:pt x="4864158" y="627748"/>
                  </a:lnTo>
                  <a:lnTo>
                    <a:pt x="4863497" y="627748"/>
                  </a:lnTo>
                  <a:lnTo>
                    <a:pt x="4862837" y="627748"/>
                  </a:lnTo>
                  <a:lnTo>
                    <a:pt x="4862176" y="627748"/>
                  </a:lnTo>
                  <a:lnTo>
                    <a:pt x="4861516" y="627748"/>
                  </a:lnTo>
                  <a:lnTo>
                    <a:pt x="4860855" y="627748"/>
                  </a:lnTo>
                  <a:lnTo>
                    <a:pt x="4860195" y="627748"/>
                  </a:lnTo>
                  <a:lnTo>
                    <a:pt x="4859534" y="627748"/>
                  </a:lnTo>
                  <a:lnTo>
                    <a:pt x="4858874" y="627748"/>
                  </a:lnTo>
                  <a:lnTo>
                    <a:pt x="4858213" y="627748"/>
                  </a:lnTo>
                  <a:lnTo>
                    <a:pt x="4857553" y="627748"/>
                  </a:lnTo>
                  <a:lnTo>
                    <a:pt x="4856892" y="627748"/>
                  </a:lnTo>
                  <a:lnTo>
                    <a:pt x="4856232" y="627748"/>
                  </a:lnTo>
                  <a:lnTo>
                    <a:pt x="4855571" y="627748"/>
                  </a:lnTo>
                  <a:lnTo>
                    <a:pt x="4854910" y="627748"/>
                  </a:lnTo>
                  <a:lnTo>
                    <a:pt x="4854250" y="627748"/>
                  </a:lnTo>
                  <a:lnTo>
                    <a:pt x="4853589" y="627748"/>
                  </a:lnTo>
                  <a:lnTo>
                    <a:pt x="4852929" y="627748"/>
                  </a:lnTo>
                  <a:lnTo>
                    <a:pt x="4852268" y="627748"/>
                  </a:lnTo>
                  <a:lnTo>
                    <a:pt x="4851608" y="627748"/>
                  </a:lnTo>
                  <a:lnTo>
                    <a:pt x="4850947" y="627748"/>
                  </a:lnTo>
                  <a:lnTo>
                    <a:pt x="4850287" y="627748"/>
                  </a:lnTo>
                  <a:lnTo>
                    <a:pt x="4849626" y="627748"/>
                  </a:lnTo>
                  <a:lnTo>
                    <a:pt x="4848966" y="627748"/>
                  </a:lnTo>
                  <a:lnTo>
                    <a:pt x="4848305" y="627748"/>
                  </a:lnTo>
                  <a:lnTo>
                    <a:pt x="4847645" y="627748"/>
                  </a:lnTo>
                  <a:lnTo>
                    <a:pt x="4846984" y="627748"/>
                  </a:lnTo>
                  <a:lnTo>
                    <a:pt x="4846324" y="627748"/>
                  </a:lnTo>
                  <a:lnTo>
                    <a:pt x="4845663" y="627748"/>
                  </a:lnTo>
                  <a:lnTo>
                    <a:pt x="4845003" y="627748"/>
                  </a:lnTo>
                  <a:lnTo>
                    <a:pt x="4844342" y="627748"/>
                  </a:lnTo>
                  <a:lnTo>
                    <a:pt x="4843681" y="627748"/>
                  </a:lnTo>
                  <a:lnTo>
                    <a:pt x="4843021" y="627748"/>
                  </a:lnTo>
                  <a:lnTo>
                    <a:pt x="4842360" y="627748"/>
                  </a:lnTo>
                  <a:lnTo>
                    <a:pt x="4841700" y="627748"/>
                  </a:lnTo>
                  <a:lnTo>
                    <a:pt x="4841039" y="627748"/>
                  </a:lnTo>
                  <a:lnTo>
                    <a:pt x="4840379" y="627748"/>
                  </a:lnTo>
                  <a:lnTo>
                    <a:pt x="4839718" y="627748"/>
                  </a:lnTo>
                  <a:lnTo>
                    <a:pt x="4839058" y="627748"/>
                  </a:lnTo>
                  <a:lnTo>
                    <a:pt x="4838397" y="627748"/>
                  </a:lnTo>
                  <a:lnTo>
                    <a:pt x="4837737" y="627748"/>
                  </a:lnTo>
                  <a:lnTo>
                    <a:pt x="4837076" y="627748"/>
                  </a:lnTo>
                  <a:lnTo>
                    <a:pt x="4836416" y="627748"/>
                  </a:lnTo>
                  <a:lnTo>
                    <a:pt x="4835755" y="627748"/>
                  </a:lnTo>
                  <a:lnTo>
                    <a:pt x="4835095" y="627748"/>
                  </a:lnTo>
                  <a:lnTo>
                    <a:pt x="4834434" y="627748"/>
                  </a:lnTo>
                  <a:lnTo>
                    <a:pt x="4833773" y="627748"/>
                  </a:lnTo>
                  <a:lnTo>
                    <a:pt x="4833113" y="627748"/>
                  </a:lnTo>
                  <a:lnTo>
                    <a:pt x="4832452" y="627748"/>
                  </a:lnTo>
                  <a:lnTo>
                    <a:pt x="4831792" y="627748"/>
                  </a:lnTo>
                  <a:lnTo>
                    <a:pt x="4831131" y="627748"/>
                  </a:lnTo>
                  <a:lnTo>
                    <a:pt x="4830471" y="627748"/>
                  </a:lnTo>
                  <a:lnTo>
                    <a:pt x="4829810" y="627748"/>
                  </a:lnTo>
                  <a:lnTo>
                    <a:pt x="4829150" y="627748"/>
                  </a:lnTo>
                  <a:lnTo>
                    <a:pt x="4828489" y="627748"/>
                  </a:lnTo>
                  <a:lnTo>
                    <a:pt x="4827829" y="627748"/>
                  </a:lnTo>
                  <a:lnTo>
                    <a:pt x="4827168" y="627748"/>
                  </a:lnTo>
                  <a:lnTo>
                    <a:pt x="4826508" y="627748"/>
                  </a:lnTo>
                  <a:lnTo>
                    <a:pt x="4825847" y="627748"/>
                  </a:lnTo>
                  <a:lnTo>
                    <a:pt x="4825187" y="627748"/>
                  </a:lnTo>
                  <a:lnTo>
                    <a:pt x="4824526" y="627748"/>
                  </a:lnTo>
                  <a:lnTo>
                    <a:pt x="4823865" y="627748"/>
                  </a:lnTo>
                  <a:lnTo>
                    <a:pt x="4823205" y="627748"/>
                  </a:lnTo>
                  <a:lnTo>
                    <a:pt x="4822544" y="627748"/>
                  </a:lnTo>
                  <a:lnTo>
                    <a:pt x="4821884" y="627748"/>
                  </a:lnTo>
                  <a:lnTo>
                    <a:pt x="4821223" y="627748"/>
                  </a:lnTo>
                  <a:lnTo>
                    <a:pt x="4820563" y="627748"/>
                  </a:lnTo>
                  <a:lnTo>
                    <a:pt x="4819902" y="627748"/>
                  </a:lnTo>
                  <a:lnTo>
                    <a:pt x="4819242" y="627748"/>
                  </a:lnTo>
                  <a:lnTo>
                    <a:pt x="4818581" y="627748"/>
                  </a:lnTo>
                  <a:lnTo>
                    <a:pt x="4817921" y="627748"/>
                  </a:lnTo>
                  <a:lnTo>
                    <a:pt x="4817260" y="627748"/>
                  </a:lnTo>
                  <a:lnTo>
                    <a:pt x="4816600" y="627748"/>
                  </a:lnTo>
                  <a:lnTo>
                    <a:pt x="4815939" y="627748"/>
                  </a:lnTo>
                  <a:lnTo>
                    <a:pt x="4815279" y="627748"/>
                  </a:lnTo>
                  <a:lnTo>
                    <a:pt x="4814618" y="627748"/>
                  </a:lnTo>
                  <a:lnTo>
                    <a:pt x="4813957" y="627748"/>
                  </a:lnTo>
                  <a:lnTo>
                    <a:pt x="4813297" y="627748"/>
                  </a:lnTo>
                  <a:lnTo>
                    <a:pt x="4812636" y="627748"/>
                  </a:lnTo>
                  <a:lnTo>
                    <a:pt x="4811976" y="627748"/>
                  </a:lnTo>
                  <a:lnTo>
                    <a:pt x="4811315" y="627748"/>
                  </a:lnTo>
                  <a:lnTo>
                    <a:pt x="4810655" y="627748"/>
                  </a:lnTo>
                  <a:lnTo>
                    <a:pt x="4809994" y="627748"/>
                  </a:lnTo>
                  <a:lnTo>
                    <a:pt x="4809334" y="627748"/>
                  </a:lnTo>
                  <a:lnTo>
                    <a:pt x="4808673" y="627748"/>
                  </a:lnTo>
                  <a:lnTo>
                    <a:pt x="4808013" y="627748"/>
                  </a:lnTo>
                  <a:lnTo>
                    <a:pt x="4807352" y="627748"/>
                  </a:lnTo>
                  <a:lnTo>
                    <a:pt x="4806692" y="627748"/>
                  </a:lnTo>
                  <a:lnTo>
                    <a:pt x="4806031" y="627748"/>
                  </a:lnTo>
                  <a:lnTo>
                    <a:pt x="4805371" y="627748"/>
                  </a:lnTo>
                  <a:lnTo>
                    <a:pt x="4804710" y="627748"/>
                  </a:lnTo>
                  <a:lnTo>
                    <a:pt x="4804050" y="627748"/>
                  </a:lnTo>
                  <a:lnTo>
                    <a:pt x="4803389" y="627748"/>
                  </a:lnTo>
                  <a:lnTo>
                    <a:pt x="4802728" y="627748"/>
                  </a:lnTo>
                  <a:lnTo>
                    <a:pt x="4802068" y="627748"/>
                  </a:lnTo>
                  <a:lnTo>
                    <a:pt x="4801407" y="627748"/>
                  </a:lnTo>
                  <a:lnTo>
                    <a:pt x="4800747" y="627748"/>
                  </a:lnTo>
                  <a:lnTo>
                    <a:pt x="4800086" y="627748"/>
                  </a:lnTo>
                  <a:lnTo>
                    <a:pt x="4799426" y="627748"/>
                  </a:lnTo>
                  <a:lnTo>
                    <a:pt x="4798765" y="627748"/>
                  </a:lnTo>
                  <a:lnTo>
                    <a:pt x="4798105" y="627748"/>
                  </a:lnTo>
                  <a:lnTo>
                    <a:pt x="4797444" y="627748"/>
                  </a:lnTo>
                  <a:lnTo>
                    <a:pt x="4796784" y="627748"/>
                  </a:lnTo>
                  <a:lnTo>
                    <a:pt x="4796123" y="627748"/>
                  </a:lnTo>
                  <a:lnTo>
                    <a:pt x="4795463" y="627748"/>
                  </a:lnTo>
                  <a:lnTo>
                    <a:pt x="4794802" y="627748"/>
                  </a:lnTo>
                  <a:lnTo>
                    <a:pt x="4794142" y="627748"/>
                  </a:lnTo>
                  <a:lnTo>
                    <a:pt x="4793481" y="627748"/>
                  </a:lnTo>
                  <a:lnTo>
                    <a:pt x="4792820" y="627748"/>
                  </a:lnTo>
                  <a:lnTo>
                    <a:pt x="4792160" y="627748"/>
                  </a:lnTo>
                  <a:lnTo>
                    <a:pt x="4791499" y="627748"/>
                  </a:lnTo>
                  <a:lnTo>
                    <a:pt x="4790839" y="627748"/>
                  </a:lnTo>
                  <a:lnTo>
                    <a:pt x="4790178" y="627748"/>
                  </a:lnTo>
                  <a:lnTo>
                    <a:pt x="4789518" y="627748"/>
                  </a:lnTo>
                  <a:lnTo>
                    <a:pt x="4788857" y="627748"/>
                  </a:lnTo>
                  <a:lnTo>
                    <a:pt x="4788197" y="627748"/>
                  </a:lnTo>
                  <a:lnTo>
                    <a:pt x="4787536" y="627748"/>
                  </a:lnTo>
                  <a:lnTo>
                    <a:pt x="4786876" y="627748"/>
                  </a:lnTo>
                  <a:lnTo>
                    <a:pt x="4786215" y="627748"/>
                  </a:lnTo>
                  <a:lnTo>
                    <a:pt x="4785555" y="627748"/>
                  </a:lnTo>
                  <a:lnTo>
                    <a:pt x="4784894" y="627748"/>
                  </a:lnTo>
                  <a:lnTo>
                    <a:pt x="4784234" y="627748"/>
                  </a:lnTo>
                  <a:lnTo>
                    <a:pt x="4783573" y="627748"/>
                  </a:lnTo>
                  <a:lnTo>
                    <a:pt x="4782912" y="627748"/>
                  </a:lnTo>
                  <a:lnTo>
                    <a:pt x="4782252" y="627748"/>
                  </a:lnTo>
                  <a:lnTo>
                    <a:pt x="4781591" y="627748"/>
                  </a:lnTo>
                  <a:lnTo>
                    <a:pt x="4780931" y="627748"/>
                  </a:lnTo>
                  <a:lnTo>
                    <a:pt x="4780270" y="627748"/>
                  </a:lnTo>
                  <a:lnTo>
                    <a:pt x="4779610" y="627748"/>
                  </a:lnTo>
                  <a:lnTo>
                    <a:pt x="4778949" y="627748"/>
                  </a:lnTo>
                  <a:lnTo>
                    <a:pt x="4778289" y="627748"/>
                  </a:lnTo>
                  <a:lnTo>
                    <a:pt x="4777628" y="627748"/>
                  </a:lnTo>
                  <a:lnTo>
                    <a:pt x="4776968" y="627748"/>
                  </a:lnTo>
                  <a:lnTo>
                    <a:pt x="4776307" y="627748"/>
                  </a:lnTo>
                  <a:lnTo>
                    <a:pt x="4775647" y="627748"/>
                  </a:lnTo>
                  <a:lnTo>
                    <a:pt x="4774986" y="627748"/>
                  </a:lnTo>
                  <a:lnTo>
                    <a:pt x="4774326" y="627748"/>
                  </a:lnTo>
                  <a:lnTo>
                    <a:pt x="4773665" y="627748"/>
                  </a:lnTo>
                  <a:lnTo>
                    <a:pt x="4773005" y="627748"/>
                  </a:lnTo>
                  <a:lnTo>
                    <a:pt x="4772344" y="627748"/>
                  </a:lnTo>
                  <a:lnTo>
                    <a:pt x="4771683" y="627748"/>
                  </a:lnTo>
                  <a:lnTo>
                    <a:pt x="4771023" y="627748"/>
                  </a:lnTo>
                  <a:lnTo>
                    <a:pt x="4770362" y="627748"/>
                  </a:lnTo>
                  <a:lnTo>
                    <a:pt x="4769702" y="627748"/>
                  </a:lnTo>
                  <a:lnTo>
                    <a:pt x="4769041" y="627748"/>
                  </a:lnTo>
                  <a:lnTo>
                    <a:pt x="4768381" y="627748"/>
                  </a:lnTo>
                  <a:lnTo>
                    <a:pt x="4767720" y="627748"/>
                  </a:lnTo>
                  <a:lnTo>
                    <a:pt x="4767060" y="627748"/>
                  </a:lnTo>
                  <a:lnTo>
                    <a:pt x="4766399" y="627748"/>
                  </a:lnTo>
                  <a:lnTo>
                    <a:pt x="4765739" y="627748"/>
                  </a:lnTo>
                  <a:lnTo>
                    <a:pt x="4765078" y="627748"/>
                  </a:lnTo>
                  <a:lnTo>
                    <a:pt x="4764418" y="627748"/>
                  </a:lnTo>
                  <a:lnTo>
                    <a:pt x="4763757" y="627748"/>
                  </a:lnTo>
                  <a:lnTo>
                    <a:pt x="4763097" y="627748"/>
                  </a:lnTo>
                  <a:lnTo>
                    <a:pt x="4762436" y="627748"/>
                  </a:lnTo>
                  <a:lnTo>
                    <a:pt x="4761775" y="627748"/>
                  </a:lnTo>
                  <a:lnTo>
                    <a:pt x="4761115" y="627748"/>
                  </a:lnTo>
                  <a:lnTo>
                    <a:pt x="4760454" y="627748"/>
                  </a:lnTo>
                  <a:lnTo>
                    <a:pt x="4759794" y="627748"/>
                  </a:lnTo>
                  <a:lnTo>
                    <a:pt x="4759133" y="627748"/>
                  </a:lnTo>
                  <a:lnTo>
                    <a:pt x="4758473" y="627748"/>
                  </a:lnTo>
                  <a:lnTo>
                    <a:pt x="4757812" y="627748"/>
                  </a:lnTo>
                  <a:lnTo>
                    <a:pt x="4757152" y="627748"/>
                  </a:lnTo>
                  <a:lnTo>
                    <a:pt x="4756491" y="627748"/>
                  </a:lnTo>
                  <a:lnTo>
                    <a:pt x="4755831" y="627748"/>
                  </a:lnTo>
                  <a:lnTo>
                    <a:pt x="4755170" y="627748"/>
                  </a:lnTo>
                  <a:lnTo>
                    <a:pt x="4754510" y="627748"/>
                  </a:lnTo>
                  <a:lnTo>
                    <a:pt x="4753849" y="627748"/>
                  </a:lnTo>
                  <a:lnTo>
                    <a:pt x="4753189" y="627748"/>
                  </a:lnTo>
                  <a:lnTo>
                    <a:pt x="4752528" y="627748"/>
                  </a:lnTo>
                  <a:lnTo>
                    <a:pt x="4751867" y="627748"/>
                  </a:lnTo>
                  <a:lnTo>
                    <a:pt x="4751207" y="627748"/>
                  </a:lnTo>
                  <a:lnTo>
                    <a:pt x="4750546" y="627748"/>
                  </a:lnTo>
                  <a:lnTo>
                    <a:pt x="4749886" y="627748"/>
                  </a:lnTo>
                  <a:lnTo>
                    <a:pt x="4749225" y="627748"/>
                  </a:lnTo>
                  <a:lnTo>
                    <a:pt x="4748565" y="627748"/>
                  </a:lnTo>
                  <a:lnTo>
                    <a:pt x="4747904" y="627748"/>
                  </a:lnTo>
                  <a:lnTo>
                    <a:pt x="4747244" y="627748"/>
                  </a:lnTo>
                  <a:lnTo>
                    <a:pt x="4746583" y="627748"/>
                  </a:lnTo>
                  <a:lnTo>
                    <a:pt x="4745923" y="627748"/>
                  </a:lnTo>
                  <a:lnTo>
                    <a:pt x="4745262" y="627748"/>
                  </a:lnTo>
                  <a:lnTo>
                    <a:pt x="4744602" y="627748"/>
                  </a:lnTo>
                  <a:lnTo>
                    <a:pt x="4743941" y="627748"/>
                  </a:lnTo>
                  <a:lnTo>
                    <a:pt x="4743281" y="627748"/>
                  </a:lnTo>
                  <a:lnTo>
                    <a:pt x="4742620" y="627748"/>
                  </a:lnTo>
                  <a:lnTo>
                    <a:pt x="4741959" y="627748"/>
                  </a:lnTo>
                  <a:lnTo>
                    <a:pt x="4741299" y="627748"/>
                  </a:lnTo>
                  <a:lnTo>
                    <a:pt x="4740638" y="627748"/>
                  </a:lnTo>
                  <a:lnTo>
                    <a:pt x="4739978" y="627748"/>
                  </a:lnTo>
                  <a:lnTo>
                    <a:pt x="4739317" y="627748"/>
                  </a:lnTo>
                  <a:lnTo>
                    <a:pt x="4738657" y="627748"/>
                  </a:lnTo>
                  <a:lnTo>
                    <a:pt x="4737996" y="627748"/>
                  </a:lnTo>
                  <a:lnTo>
                    <a:pt x="4737336" y="627748"/>
                  </a:lnTo>
                  <a:lnTo>
                    <a:pt x="4736675" y="627748"/>
                  </a:lnTo>
                  <a:lnTo>
                    <a:pt x="4736015" y="627748"/>
                  </a:lnTo>
                  <a:lnTo>
                    <a:pt x="4735354" y="627748"/>
                  </a:lnTo>
                  <a:lnTo>
                    <a:pt x="4734694" y="627748"/>
                  </a:lnTo>
                  <a:lnTo>
                    <a:pt x="4734033" y="627748"/>
                  </a:lnTo>
                  <a:lnTo>
                    <a:pt x="4733373" y="627748"/>
                  </a:lnTo>
                  <a:lnTo>
                    <a:pt x="4732712" y="627748"/>
                  </a:lnTo>
                  <a:lnTo>
                    <a:pt x="4732052" y="627748"/>
                  </a:lnTo>
                  <a:lnTo>
                    <a:pt x="4731391" y="627748"/>
                  </a:lnTo>
                  <a:lnTo>
                    <a:pt x="4730730" y="627748"/>
                  </a:lnTo>
                  <a:lnTo>
                    <a:pt x="4730070" y="627748"/>
                  </a:lnTo>
                  <a:lnTo>
                    <a:pt x="4729409" y="627748"/>
                  </a:lnTo>
                  <a:lnTo>
                    <a:pt x="4728749" y="627748"/>
                  </a:lnTo>
                  <a:lnTo>
                    <a:pt x="4728088" y="627748"/>
                  </a:lnTo>
                  <a:lnTo>
                    <a:pt x="4727428" y="627748"/>
                  </a:lnTo>
                  <a:lnTo>
                    <a:pt x="4726767" y="627748"/>
                  </a:lnTo>
                  <a:lnTo>
                    <a:pt x="4726107" y="627748"/>
                  </a:lnTo>
                  <a:lnTo>
                    <a:pt x="4725446" y="627748"/>
                  </a:lnTo>
                  <a:lnTo>
                    <a:pt x="4724786" y="627748"/>
                  </a:lnTo>
                  <a:lnTo>
                    <a:pt x="4724125" y="627748"/>
                  </a:lnTo>
                  <a:lnTo>
                    <a:pt x="4723465" y="627748"/>
                  </a:lnTo>
                  <a:lnTo>
                    <a:pt x="4722804" y="627748"/>
                  </a:lnTo>
                  <a:lnTo>
                    <a:pt x="4722144" y="627748"/>
                  </a:lnTo>
                  <a:lnTo>
                    <a:pt x="4721483" y="627748"/>
                  </a:lnTo>
                  <a:lnTo>
                    <a:pt x="4720822" y="627748"/>
                  </a:lnTo>
                  <a:lnTo>
                    <a:pt x="4720162" y="627748"/>
                  </a:lnTo>
                  <a:lnTo>
                    <a:pt x="4719501" y="627748"/>
                  </a:lnTo>
                  <a:lnTo>
                    <a:pt x="4718841" y="627748"/>
                  </a:lnTo>
                  <a:lnTo>
                    <a:pt x="4718180" y="627748"/>
                  </a:lnTo>
                  <a:lnTo>
                    <a:pt x="4717520" y="627748"/>
                  </a:lnTo>
                  <a:lnTo>
                    <a:pt x="4716859" y="627748"/>
                  </a:lnTo>
                  <a:lnTo>
                    <a:pt x="4716199" y="627748"/>
                  </a:lnTo>
                  <a:lnTo>
                    <a:pt x="4715538" y="627748"/>
                  </a:lnTo>
                  <a:lnTo>
                    <a:pt x="4714878" y="627748"/>
                  </a:lnTo>
                  <a:lnTo>
                    <a:pt x="4714217" y="627748"/>
                  </a:lnTo>
                  <a:lnTo>
                    <a:pt x="4713557" y="627748"/>
                  </a:lnTo>
                  <a:lnTo>
                    <a:pt x="4712896" y="627748"/>
                  </a:lnTo>
                  <a:lnTo>
                    <a:pt x="4712236" y="627748"/>
                  </a:lnTo>
                  <a:lnTo>
                    <a:pt x="4711575" y="627748"/>
                  </a:lnTo>
                  <a:lnTo>
                    <a:pt x="4710914" y="627748"/>
                  </a:lnTo>
                  <a:lnTo>
                    <a:pt x="4710254" y="627748"/>
                  </a:lnTo>
                  <a:lnTo>
                    <a:pt x="4709593" y="627748"/>
                  </a:lnTo>
                  <a:lnTo>
                    <a:pt x="4708933" y="627748"/>
                  </a:lnTo>
                  <a:lnTo>
                    <a:pt x="4708272" y="627748"/>
                  </a:lnTo>
                  <a:lnTo>
                    <a:pt x="4707612" y="627748"/>
                  </a:lnTo>
                  <a:lnTo>
                    <a:pt x="4706951" y="627748"/>
                  </a:lnTo>
                  <a:lnTo>
                    <a:pt x="4706291" y="627748"/>
                  </a:lnTo>
                  <a:lnTo>
                    <a:pt x="4705630" y="627748"/>
                  </a:lnTo>
                  <a:lnTo>
                    <a:pt x="4704970" y="627748"/>
                  </a:lnTo>
                  <a:lnTo>
                    <a:pt x="4704309" y="627748"/>
                  </a:lnTo>
                  <a:lnTo>
                    <a:pt x="4703649" y="627748"/>
                  </a:lnTo>
                  <a:lnTo>
                    <a:pt x="4702988" y="627748"/>
                  </a:lnTo>
                  <a:lnTo>
                    <a:pt x="4702328" y="627748"/>
                  </a:lnTo>
                  <a:lnTo>
                    <a:pt x="4701667" y="627748"/>
                  </a:lnTo>
                  <a:lnTo>
                    <a:pt x="4701007" y="627748"/>
                  </a:lnTo>
                  <a:lnTo>
                    <a:pt x="4700346" y="627748"/>
                  </a:lnTo>
                  <a:lnTo>
                    <a:pt x="4699685" y="627748"/>
                  </a:lnTo>
                  <a:lnTo>
                    <a:pt x="4699025" y="627748"/>
                  </a:lnTo>
                  <a:lnTo>
                    <a:pt x="4698364" y="627748"/>
                  </a:lnTo>
                  <a:lnTo>
                    <a:pt x="4697704" y="627748"/>
                  </a:lnTo>
                  <a:lnTo>
                    <a:pt x="4697043" y="627748"/>
                  </a:lnTo>
                  <a:lnTo>
                    <a:pt x="4696383" y="627748"/>
                  </a:lnTo>
                  <a:lnTo>
                    <a:pt x="4695722" y="627748"/>
                  </a:lnTo>
                  <a:lnTo>
                    <a:pt x="4695062" y="627748"/>
                  </a:lnTo>
                  <a:lnTo>
                    <a:pt x="4694401" y="627748"/>
                  </a:lnTo>
                  <a:lnTo>
                    <a:pt x="4693741" y="627748"/>
                  </a:lnTo>
                  <a:lnTo>
                    <a:pt x="4693080" y="627748"/>
                  </a:lnTo>
                  <a:lnTo>
                    <a:pt x="4692420" y="627748"/>
                  </a:lnTo>
                  <a:lnTo>
                    <a:pt x="4691759" y="627748"/>
                  </a:lnTo>
                  <a:lnTo>
                    <a:pt x="4691099" y="627748"/>
                  </a:lnTo>
                  <a:lnTo>
                    <a:pt x="4690438" y="627748"/>
                  </a:lnTo>
                  <a:lnTo>
                    <a:pt x="4689777" y="627748"/>
                  </a:lnTo>
                  <a:lnTo>
                    <a:pt x="4689117" y="627748"/>
                  </a:lnTo>
                  <a:lnTo>
                    <a:pt x="4688456" y="627748"/>
                  </a:lnTo>
                  <a:lnTo>
                    <a:pt x="4687796" y="627748"/>
                  </a:lnTo>
                  <a:lnTo>
                    <a:pt x="4687135" y="627748"/>
                  </a:lnTo>
                  <a:lnTo>
                    <a:pt x="4686475" y="627748"/>
                  </a:lnTo>
                  <a:lnTo>
                    <a:pt x="4685814" y="627748"/>
                  </a:lnTo>
                  <a:lnTo>
                    <a:pt x="4685154" y="627748"/>
                  </a:lnTo>
                  <a:lnTo>
                    <a:pt x="4684493" y="627748"/>
                  </a:lnTo>
                  <a:lnTo>
                    <a:pt x="4683833" y="627748"/>
                  </a:lnTo>
                  <a:lnTo>
                    <a:pt x="4683172" y="627748"/>
                  </a:lnTo>
                  <a:lnTo>
                    <a:pt x="4682512" y="627748"/>
                  </a:lnTo>
                  <a:lnTo>
                    <a:pt x="4681851" y="627748"/>
                  </a:lnTo>
                  <a:lnTo>
                    <a:pt x="4681191" y="627748"/>
                  </a:lnTo>
                  <a:lnTo>
                    <a:pt x="4680530" y="627748"/>
                  </a:lnTo>
                  <a:lnTo>
                    <a:pt x="4679869" y="627748"/>
                  </a:lnTo>
                  <a:lnTo>
                    <a:pt x="4679209" y="627748"/>
                  </a:lnTo>
                  <a:lnTo>
                    <a:pt x="4678548" y="627748"/>
                  </a:lnTo>
                  <a:lnTo>
                    <a:pt x="4677888" y="627748"/>
                  </a:lnTo>
                  <a:lnTo>
                    <a:pt x="4677227" y="627748"/>
                  </a:lnTo>
                  <a:lnTo>
                    <a:pt x="4676567" y="627748"/>
                  </a:lnTo>
                  <a:lnTo>
                    <a:pt x="4675906" y="627748"/>
                  </a:lnTo>
                  <a:lnTo>
                    <a:pt x="4675246" y="627748"/>
                  </a:lnTo>
                  <a:lnTo>
                    <a:pt x="4674585" y="627748"/>
                  </a:lnTo>
                  <a:lnTo>
                    <a:pt x="4673925" y="627748"/>
                  </a:lnTo>
                  <a:lnTo>
                    <a:pt x="4673264" y="627748"/>
                  </a:lnTo>
                  <a:lnTo>
                    <a:pt x="4672604" y="627748"/>
                  </a:lnTo>
                  <a:lnTo>
                    <a:pt x="4671943" y="627748"/>
                  </a:lnTo>
                  <a:lnTo>
                    <a:pt x="4671283" y="627748"/>
                  </a:lnTo>
                  <a:lnTo>
                    <a:pt x="4670622" y="627748"/>
                  </a:lnTo>
                  <a:lnTo>
                    <a:pt x="4669961" y="627748"/>
                  </a:lnTo>
                  <a:lnTo>
                    <a:pt x="4669301" y="627748"/>
                  </a:lnTo>
                  <a:lnTo>
                    <a:pt x="4668640" y="627748"/>
                  </a:lnTo>
                  <a:lnTo>
                    <a:pt x="4667980" y="627748"/>
                  </a:lnTo>
                  <a:lnTo>
                    <a:pt x="4667319" y="627748"/>
                  </a:lnTo>
                  <a:lnTo>
                    <a:pt x="4666659" y="627748"/>
                  </a:lnTo>
                  <a:lnTo>
                    <a:pt x="4665998" y="627748"/>
                  </a:lnTo>
                  <a:lnTo>
                    <a:pt x="4665338" y="627748"/>
                  </a:lnTo>
                  <a:lnTo>
                    <a:pt x="4664677" y="627748"/>
                  </a:lnTo>
                  <a:lnTo>
                    <a:pt x="4664017" y="627748"/>
                  </a:lnTo>
                  <a:lnTo>
                    <a:pt x="4663356" y="627748"/>
                  </a:lnTo>
                  <a:lnTo>
                    <a:pt x="4662696" y="627748"/>
                  </a:lnTo>
                  <a:lnTo>
                    <a:pt x="4662035" y="627748"/>
                  </a:lnTo>
                  <a:lnTo>
                    <a:pt x="4661375" y="627748"/>
                  </a:lnTo>
                  <a:lnTo>
                    <a:pt x="4660714" y="627748"/>
                  </a:lnTo>
                  <a:lnTo>
                    <a:pt x="4660054" y="627748"/>
                  </a:lnTo>
                  <a:lnTo>
                    <a:pt x="4659393" y="627748"/>
                  </a:lnTo>
                  <a:lnTo>
                    <a:pt x="4658732" y="627748"/>
                  </a:lnTo>
                  <a:lnTo>
                    <a:pt x="4658072" y="627748"/>
                  </a:lnTo>
                  <a:lnTo>
                    <a:pt x="4657411" y="627748"/>
                  </a:lnTo>
                  <a:lnTo>
                    <a:pt x="4656751" y="627748"/>
                  </a:lnTo>
                  <a:lnTo>
                    <a:pt x="4656090" y="627748"/>
                  </a:lnTo>
                  <a:lnTo>
                    <a:pt x="4655430" y="627748"/>
                  </a:lnTo>
                  <a:lnTo>
                    <a:pt x="4654769" y="627748"/>
                  </a:lnTo>
                  <a:lnTo>
                    <a:pt x="4654109" y="627748"/>
                  </a:lnTo>
                  <a:lnTo>
                    <a:pt x="4653448" y="627748"/>
                  </a:lnTo>
                  <a:lnTo>
                    <a:pt x="4652788" y="627748"/>
                  </a:lnTo>
                  <a:lnTo>
                    <a:pt x="4652127" y="627748"/>
                  </a:lnTo>
                  <a:lnTo>
                    <a:pt x="4651467" y="627748"/>
                  </a:lnTo>
                  <a:lnTo>
                    <a:pt x="4650806" y="627748"/>
                  </a:lnTo>
                  <a:lnTo>
                    <a:pt x="4650146" y="627748"/>
                  </a:lnTo>
                  <a:lnTo>
                    <a:pt x="4649485" y="627748"/>
                  </a:lnTo>
                  <a:lnTo>
                    <a:pt x="4648824" y="627748"/>
                  </a:lnTo>
                  <a:lnTo>
                    <a:pt x="4648164" y="627748"/>
                  </a:lnTo>
                  <a:lnTo>
                    <a:pt x="4647503" y="627748"/>
                  </a:lnTo>
                  <a:lnTo>
                    <a:pt x="4646843" y="627748"/>
                  </a:lnTo>
                  <a:lnTo>
                    <a:pt x="4646182" y="627748"/>
                  </a:lnTo>
                  <a:lnTo>
                    <a:pt x="4645522" y="627748"/>
                  </a:lnTo>
                  <a:lnTo>
                    <a:pt x="4644861" y="627748"/>
                  </a:lnTo>
                  <a:lnTo>
                    <a:pt x="4644201" y="627748"/>
                  </a:lnTo>
                  <a:lnTo>
                    <a:pt x="4643540" y="627748"/>
                  </a:lnTo>
                  <a:lnTo>
                    <a:pt x="4642880" y="627748"/>
                  </a:lnTo>
                  <a:lnTo>
                    <a:pt x="4642219" y="627748"/>
                  </a:lnTo>
                  <a:lnTo>
                    <a:pt x="4641559" y="627748"/>
                  </a:lnTo>
                  <a:lnTo>
                    <a:pt x="4640898" y="627748"/>
                  </a:lnTo>
                  <a:lnTo>
                    <a:pt x="4640238" y="627748"/>
                  </a:lnTo>
                  <a:lnTo>
                    <a:pt x="4639577" y="627748"/>
                  </a:lnTo>
                  <a:lnTo>
                    <a:pt x="4638916" y="627748"/>
                  </a:lnTo>
                  <a:lnTo>
                    <a:pt x="4638256" y="627748"/>
                  </a:lnTo>
                  <a:lnTo>
                    <a:pt x="4637595" y="627748"/>
                  </a:lnTo>
                  <a:lnTo>
                    <a:pt x="4636935" y="627748"/>
                  </a:lnTo>
                  <a:lnTo>
                    <a:pt x="4636274" y="627748"/>
                  </a:lnTo>
                  <a:lnTo>
                    <a:pt x="4635614" y="627748"/>
                  </a:lnTo>
                  <a:lnTo>
                    <a:pt x="4634953" y="627748"/>
                  </a:lnTo>
                  <a:lnTo>
                    <a:pt x="4634293" y="627748"/>
                  </a:lnTo>
                  <a:lnTo>
                    <a:pt x="4633632" y="627748"/>
                  </a:lnTo>
                  <a:lnTo>
                    <a:pt x="4632972" y="627748"/>
                  </a:lnTo>
                  <a:lnTo>
                    <a:pt x="4632311" y="627748"/>
                  </a:lnTo>
                  <a:lnTo>
                    <a:pt x="4631651" y="627748"/>
                  </a:lnTo>
                  <a:lnTo>
                    <a:pt x="4630990" y="627748"/>
                  </a:lnTo>
                  <a:lnTo>
                    <a:pt x="4630330" y="627748"/>
                  </a:lnTo>
                  <a:lnTo>
                    <a:pt x="4629669" y="627748"/>
                  </a:lnTo>
                  <a:lnTo>
                    <a:pt x="4629009" y="627748"/>
                  </a:lnTo>
                  <a:lnTo>
                    <a:pt x="4628348" y="627748"/>
                  </a:lnTo>
                  <a:lnTo>
                    <a:pt x="4627687" y="627748"/>
                  </a:lnTo>
                  <a:lnTo>
                    <a:pt x="4627027" y="627748"/>
                  </a:lnTo>
                  <a:lnTo>
                    <a:pt x="4626366" y="627748"/>
                  </a:lnTo>
                  <a:lnTo>
                    <a:pt x="4625706" y="627748"/>
                  </a:lnTo>
                  <a:lnTo>
                    <a:pt x="4625045" y="627748"/>
                  </a:lnTo>
                  <a:lnTo>
                    <a:pt x="4624385" y="627748"/>
                  </a:lnTo>
                  <a:lnTo>
                    <a:pt x="4623724" y="627748"/>
                  </a:lnTo>
                  <a:lnTo>
                    <a:pt x="4623064" y="627748"/>
                  </a:lnTo>
                  <a:lnTo>
                    <a:pt x="4622403" y="627748"/>
                  </a:lnTo>
                  <a:lnTo>
                    <a:pt x="4621743" y="627748"/>
                  </a:lnTo>
                  <a:lnTo>
                    <a:pt x="4621082" y="627748"/>
                  </a:lnTo>
                  <a:lnTo>
                    <a:pt x="4620422" y="627748"/>
                  </a:lnTo>
                  <a:lnTo>
                    <a:pt x="4619761" y="627748"/>
                  </a:lnTo>
                  <a:lnTo>
                    <a:pt x="4619101" y="627748"/>
                  </a:lnTo>
                  <a:lnTo>
                    <a:pt x="4618440" y="627748"/>
                  </a:lnTo>
                  <a:lnTo>
                    <a:pt x="4617779" y="627748"/>
                  </a:lnTo>
                  <a:lnTo>
                    <a:pt x="4617119" y="627748"/>
                  </a:lnTo>
                  <a:lnTo>
                    <a:pt x="4616458" y="627748"/>
                  </a:lnTo>
                  <a:lnTo>
                    <a:pt x="4615798" y="627748"/>
                  </a:lnTo>
                  <a:lnTo>
                    <a:pt x="4615137" y="627748"/>
                  </a:lnTo>
                  <a:lnTo>
                    <a:pt x="4614477" y="627748"/>
                  </a:lnTo>
                  <a:lnTo>
                    <a:pt x="4613816" y="627748"/>
                  </a:lnTo>
                  <a:lnTo>
                    <a:pt x="4613156" y="627748"/>
                  </a:lnTo>
                  <a:lnTo>
                    <a:pt x="4612495" y="627748"/>
                  </a:lnTo>
                  <a:lnTo>
                    <a:pt x="4611835" y="627748"/>
                  </a:lnTo>
                  <a:lnTo>
                    <a:pt x="4611174" y="627748"/>
                  </a:lnTo>
                  <a:lnTo>
                    <a:pt x="4610514" y="627748"/>
                  </a:lnTo>
                  <a:lnTo>
                    <a:pt x="4609853" y="627748"/>
                  </a:lnTo>
                  <a:lnTo>
                    <a:pt x="4609193" y="627748"/>
                  </a:lnTo>
                  <a:lnTo>
                    <a:pt x="4608532" y="627748"/>
                  </a:lnTo>
                  <a:lnTo>
                    <a:pt x="4607871" y="627748"/>
                  </a:lnTo>
                  <a:lnTo>
                    <a:pt x="4607211" y="627748"/>
                  </a:lnTo>
                  <a:lnTo>
                    <a:pt x="4606550" y="627748"/>
                  </a:lnTo>
                  <a:lnTo>
                    <a:pt x="4605890" y="627748"/>
                  </a:lnTo>
                  <a:lnTo>
                    <a:pt x="4605229" y="627748"/>
                  </a:lnTo>
                  <a:lnTo>
                    <a:pt x="4604569" y="627748"/>
                  </a:lnTo>
                  <a:lnTo>
                    <a:pt x="4603908" y="627748"/>
                  </a:lnTo>
                  <a:lnTo>
                    <a:pt x="4603248" y="627748"/>
                  </a:lnTo>
                  <a:lnTo>
                    <a:pt x="4602587" y="627748"/>
                  </a:lnTo>
                  <a:lnTo>
                    <a:pt x="4601927" y="627748"/>
                  </a:lnTo>
                  <a:lnTo>
                    <a:pt x="4601266" y="627748"/>
                  </a:lnTo>
                  <a:lnTo>
                    <a:pt x="4600606" y="627748"/>
                  </a:lnTo>
                  <a:lnTo>
                    <a:pt x="4599945" y="627748"/>
                  </a:lnTo>
                  <a:lnTo>
                    <a:pt x="4599285" y="627748"/>
                  </a:lnTo>
                  <a:lnTo>
                    <a:pt x="4598624" y="627748"/>
                  </a:lnTo>
                  <a:lnTo>
                    <a:pt x="4597963" y="627748"/>
                  </a:lnTo>
                  <a:lnTo>
                    <a:pt x="4597303" y="627748"/>
                  </a:lnTo>
                  <a:lnTo>
                    <a:pt x="4596642" y="627748"/>
                  </a:lnTo>
                  <a:lnTo>
                    <a:pt x="4595982" y="627748"/>
                  </a:lnTo>
                  <a:lnTo>
                    <a:pt x="4595321" y="627748"/>
                  </a:lnTo>
                  <a:lnTo>
                    <a:pt x="4594661" y="627748"/>
                  </a:lnTo>
                  <a:lnTo>
                    <a:pt x="4594000" y="627748"/>
                  </a:lnTo>
                  <a:lnTo>
                    <a:pt x="4593340" y="627748"/>
                  </a:lnTo>
                  <a:lnTo>
                    <a:pt x="4592679" y="627748"/>
                  </a:lnTo>
                  <a:lnTo>
                    <a:pt x="4592019" y="627748"/>
                  </a:lnTo>
                  <a:lnTo>
                    <a:pt x="4591358" y="627748"/>
                  </a:lnTo>
                  <a:lnTo>
                    <a:pt x="4590698" y="627748"/>
                  </a:lnTo>
                  <a:lnTo>
                    <a:pt x="4590037" y="627748"/>
                  </a:lnTo>
                  <a:lnTo>
                    <a:pt x="4589377" y="627748"/>
                  </a:lnTo>
                  <a:lnTo>
                    <a:pt x="4588716" y="627748"/>
                  </a:lnTo>
                  <a:lnTo>
                    <a:pt x="4588056" y="627748"/>
                  </a:lnTo>
                  <a:lnTo>
                    <a:pt x="4587395" y="627748"/>
                  </a:lnTo>
                  <a:lnTo>
                    <a:pt x="4586734" y="627748"/>
                  </a:lnTo>
                  <a:lnTo>
                    <a:pt x="4586074" y="627748"/>
                  </a:lnTo>
                  <a:lnTo>
                    <a:pt x="4585413" y="627748"/>
                  </a:lnTo>
                  <a:lnTo>
                    <a:pt x="4584753" y="627748"/>
                  </a:lnTo>
                  <a:lnTo>
                    <a:pt x="4584092" y="627748"/>
                  </a:lnTo>
                  <a:lnTo>
                    <a:pt x="4583432" y="627748"/>
                  </a:lnTo>
                  <a:lnTo>
                    <a:pt x="4582771" y="627748"/>
                  </a:lnTo>
                  <a:lnTo>
                    <a:pt x="4582111" y="627748"/>
                  </a:lnTo>
                  <a:lnTo>
                    <a:pt x="4581450" y="627748"/>
                  </a:lnTo>
                  <a:lnTo>
                    <a:pt x="4580790" y="627748"/>
                  </a:lnTo>
                  <a:lnTo>
                    <a:pt x="4580129" y="627748"/>
                  </a:lnTo>
                  <a:lnTo>
                    <a:pt x="4579469" y="627748"/>
                  </a:lnTo>
                  <a:lnTo>
                    <a:pt x="4578808" y="627748"/>
                  </a:lnTo>
                  <a:lnTo>
                    <a:pt x="4578148" y="627748"/>
                  </a:lnTo>
                  <a:lnTo>
                    <a:pt x="4577487" y="627748"/>
                  </a:lnTo>
                  <a:lnTo>
                    <a:pt x="4576826" y="627748"/>
                  </a:lnTo>
                  <a:lnTo>
                    <a:pt x="4576166" y="627748"/>
                  </a:lnTo>
                  <a:lnTo>
                    <a:pt x="4575505" y="627748"/>
                  </a:lnTo>
                  <a:lnTo>
                    <a:pt x="4574845" y="627748"/>
                  </a:lnTo>
                  <a:lnTo>
                    <a:pt x="4574184" y="627748"/>
                  </a:lnTo>
                  <a:lnTo>
                    <a:pt x="4573524" y="627748"/>
                  </a:lnTo>
                  <a:lnTo>
                    <a:pt x="4572863" y="627748"/>
                  </a:lnTo>
                  <a:lnTo>
                    <a:pt x="4572203" y="627748"/>
                  </a:lnTo>
                  <a:lnTo>
                    <a:pt x="4571542" y="627748"/>
                  </a:lnTo>
                  <a:lnTo>
                    <a:pt x="4570882" y="627748"/>
                  </a:lnTo>
                  <a:lnTo>
                    <a:pt x="4570221" y="627748"/>
                  </a:lnTo>
                  <a:lnTo>
                    <a:pt x="4569561" y="627748"/>
                  </a:lnTo>
                  <a:lnTo>
                    <a:pt x="4568900" y="627748"/>
                  </a:lnTo>
                  <a:lnTo>
                    <a:pt x="4568240" y="627748"/>
                  </a:lnTo>
                  <a:lnTo>
                    <a:pt x="4567579" y="627748"/>
                  </a:lnTo>
                  <a:lnTo>
                    <a:pt x="4566918" y="627748"/>
                  </a:lnTo>
                  <a:lnTo>
                    <a:pt x="4566258" y="627748"/>
                  </a:lnTo>
                  <a:lnTo>
                    <a:pt x="4565597" y="627748"/>
                  </a:lnTo>
                  <a:lnTo>
                    <a:pt x="4564937" y="627748"/>
                  </a:lnTo>
                  <a:lnTo>
                    <a:pt x="4564276" y="627748"/>
                  </a:lnTo>
                  <a:lnTo>
                    <a:pt x="4563616" y="627748"/>
                  </a:lnTo>
                  <a:lnTo>
                    <a:pt x="4562955" y="627748"/>
                  </a:lnTo>
                  <a:lnTo>
                    <a:pt x="4562295" y="627748"/>
                  </a:lnTo>
                  <a:lnTo>
                    <a:pt x="4561634" y="627748"/>
                  </a:lnTo>
                  <a:lnTo>
                    <a:pt x="4560974" y="627748"/>
                  </a:lnTo>
                  <a:lnTo>
                    <a:pt x="4560313" y="627748"/>
                  </a:lnTo>
                  <a:lnTo>
                    <a:pt x="4559653" y="627748"/>
                  </a:lnTo>
                  <a:lnTo>
                    <a:pt x="4558992" y="627748"/>
                  </a:lnTo>
                  <a:lnTo>
                    <a:pt x="4558332" y="627748"/>
                  </a:lnTo>
                  <a:lnTo>
                    <a:pt x="4557671" y="627748"/>
                  </a:lnTo>
                  <a:lnTo>
                    <a:pt x="4557011" y="627748"/>
                  </a:lnTo>
                  <a:lnTo>
                    <a:pt x="4556350" y="627748"/>
                  </a:lnTo>
                  <a:lnTo>
                    <a:pt x="4555689" y="627748"/>
                  </a:lnTo>
                  <a:lnTo>
                    <a:pt x="4555029" y="627748"/>
                  </a:lnTo>
                  <a:lnTo>
                    <a:pt x="4554368" y="627748"/>
                  </a:lnTo>
                  <a:lnTo>
                    <a:pt x="4553708" y="627748"/>
                  </a:lnTo>
                  <a:lnTo>
                    <a:pt x="4553047" y="627748"/>
                  </a:lnTo>
                  <a:lnTo>
                    <a:pt x="4552387" y="627748"/>
                  </a:lnTo>
                  <a:lnTo>
                    <a:pt x="4551726" y="627748"/>
                  </a:lnTo>
                  <a:lnTo>
                    <a:pt x="4551066" y="627748"/>
                  </a:lnTo>
                  <a:lnTo>
                    <a:pt x="4550405" y="627748"/>
                  </a:lnTo>
                  <a:lnTo>
                    <a:pt x="4549745" y="627748"/>
                  </a:lnTo>
                  <a:lnTo>
                    <a:pt x="4549084" y="627748"/>
                  </a:lnTo>
                  <a:lnTo>
                    <a:pt x="4548424" y="627748"/>
                  </a:lnTo>
                  <a:lnTo>
                    <a:pt x="4547763" y="627748"/>
                  </a:lnTo>
                  <a:lnTo>
                    <a:pt x="4547103" y="627748"/>
                  </a:lnTo>
                  <a:lnTo>
                    <a:pt x="4546442" y="627748"/>
                  </a:lnTo>
                  <a:lnTo>
                    <a:pt x="4545781" y="627748"/>
                  </a:lnTo>
                  <a:lnTo>
                    <a:pt x="4545121" y="627748"/>
                  </a:lnTo>
                  <a:lnTo>
                    <a:pt x="4544460" y="627748"/>
                  </a:lnTo>
                  <a:lnTo>
                    <a:pt x="4543800" y="627748"/>
                  </a:lnTo>
                  <a:lnTo>
                    <a:pt x="4543139" y="627748"/>
                  </a:lnTo>
                  <a:lnTo>
                    <a:pt x="4542479" y="627748"/>
                  </a:lnTo>
                  <a:lnTo>
                    <a:pt x="4541818" y="627748"/>
                  </a:lnTo>
                  <a:lnTo>
                    <a:pt x="4541158" y="627748"/>
                  </a:lnTo>
                  <a:lnTo>
                    <a:pt x="4540497" y="627748"/>
                  </a:lnTo>
                  <a:lnTo>
                    <a:pt x="4539837" y="627748"/>
                  </a:lnTo>
                  <a:lnTo>
                    <a:pt x="4539176" y="627748"/>
                  </a:lnTo>
                  <a:lnTo>
                    <a:pt x="4538516" y="627748"/>
                  </a:lnTo>
                  <a:lnTo>
                    <a:pt x="4537855" y="627748"/>
                  </a:lnTo>
                  <a:lnTo>
                    <a:pt x="4537195" y="627748"/>
                  </a:lnTo>
                  <a:lnTo>
                    <a:pt x="4536534" y="627748"/>
                  </a:lnTo>
                  <a:lnTo>
                    <a:pt x="4535873" y="627748"/>
                  </a:lnTo>
                  <a:lnTo>
                    <a:pt x="4535213" y="627748"/>
                  </a:lnTo>
                  <a:lnTo>
                    <a:pt x="4534552" y="627748"/>
                  </a:lnTo>
                  <a:lnTo>
                    <a:pt x="4533892" y="627748"/>
                  </a:lnTo>
                  <a:lnTo>
                    <a:pt x="4533231" y="627748"/>
                  </a:lnTo>
                  <a:lnTo>
                    <a:pt x="4532571" y="627748"/>
                  </a:lnTo>
                  <a:lnTo>
                    <a:pt x="4531910" y="627748"/>
                  </a:lnTo>
                  <a:lnTo>
                    <a:pt x="4531250" y="627748"/>
                  </a:lnTo>
                  <a:lnTo>
                    <a:pt x="4530589" y="627748"/>
                  </a:lnTo>
                  <a:lnTo>
                    <a:pt x="4529929" y="627748"/>
                  </a:lnTo>
                  <a:lnTo>
                    <a:pt x="4529268" y="627748"/>
                  </a:lnTo>
                  <a:lnTo>
                    <a:pt x="4528608" y="627748"/>
                  </a:lnTo>
                  <a:lnTo>
                    <a:pt x="4527947" y="627748"/>
                  </a:lnTo>
                  <a:lnTo>
                    <a:pt x="4527287" y="627748"/>
                  </a:lnTo>
                  <a:lnTo>
                    <a:pt x="4526626" y="627748"/>
                  </a:lnTo>
                  <a:lnTo>
                    <a:pt x="4525965" y="627748"/>
                  </a:lnTo>
                  <a:lnTo>
                    <a:pt x="4525305" y="627748"/>
                  </a:lnTo>
                  <a:lnTo>
                    <a:pt x="4524644" y="627748"/>
                  </a:lnTo>
                  <a:lnTo>
                    <a:pt x="4523984" y="627748"/>
                  </a:lnTo>
                  <a:lnTo>
                    <a:pt x="4523323" y="627748"/>
                  </a:lnTo>
                  <a:lnTo>
                    <a:pt x="4522663" y="627748"/>
                  </a:lnTo>
                  <a:lnTo>
                    <a:pt x="4522002" y="627748"/>
                  </a:lnTo>
                  <a:lnTo>
                    <a:pt x="4521342" y="627748"/>
                  </a:lnTo>
                  <a:lnTo>
                    <a:pt x="4520681" y="627748"/>
                  </a:lnTo>
                  <a:lnTo>
                    <a:pt x="4520021" y="627748"/>
                  </a:lnTo>
                  <a:lnTo>
                    <a:pt x="4519360" y="627748"/>
                  </a:lnTo>
                  <a:lnTo>
                    <a:pt x="4518700" y="627748"/>
                  </a:lnTo>
                  <a:lnTo>
                    <a:pt x="4518039" y="627748"/>
                  </a:lnTo>
                  <a:lnTo>
                    <a:pt x="4517379" y="627748"/>
                  </a:lnTo>
                  <a:lnTo>
                    <a:pt x="4516718" y="627748"/>
                  </a:lnTo>
                  <a:lnTo>
                    <a:pt x="4516058" y="627748"/>
                  </a:lnTo>
                  <a:lnTo>
                    <a:pt x="4515397" y="627748"/>
                  </a:lnTo>
                  <a:lnTo>
                    <a:pt x="4514736" y="627748"/>
                  </a:lnTo>
                  <a:lnTo>
                    <a:pt x="4514076" y="627748"/>
                  </a:lnTo>
                  <a:lnTo>
                    <a:pt x="4513415" y="627748"/>
                  </a:lnTo>
                  <a:lnTo>
                    <a:pt x="4512755" y="627748"/>
                  </a:lnTo>
                  <a:lnTo>
                    <a:pt x="4512094" y="627748"/>
                  </a:lnTo>
                  <a:lnTo>
                    <a:pt x="4511434" y="627748"/>
                  </a:lnTo>
                  <a:lnTo>
                    <a:pt x="4510773" y="627748"/>
                  </a:lnTo>
                  <a:lnTo>
                    <a:pt x="4510113" y="627748"/>
                  </a:lnTo>
                  <a:lnTo>
                    <a:pt x="4509452" y="627748"/>
                  </a:lnTo>
                  <a:lnTo>
                    <a:pt x="4508792" y="627748"/>
                  </a:lnTo>
                  <a:lnTo>
                    <a:pt x="4508131" y="627748"/>
                  </a:lnTo>
                  <a:lnTo>
                    <a:pt x="4507471" y="627748"/>
                  </a:lnTo>
                  <a:lnTo>
                    <a:pt x="4506810" y="627748"/>
                  </a:lnTo>
                  <a:lnTo>
                    <a:pt x="4506150" y="627748"/>
                  </a:lnTo>
                  <a:lnTo>
                    <a:pt x="4505489" y="627748"/>
                  </a:lnTo>
                  <a:lnTo>
                    <a:pt x="4504828" y="627748"/>
                  </a:lnTo>
                  <a:lnTo>
                    <a:pt x="4504168" y="627748"/>
                  </a:lnTo>
                  <a:lnTo>
                    <a:pt x="4503507" y="627748"/>
                  </a:lnTo>
                  <a:lnTo>
                    <a:pt x="4502847" y="627748"/>
                  </a:lnTo>
                  <a:lnTo>
                    <a:pt x="4502186" y="627748"/>
                  </a:lnTo>
                  <a:lnTo>
                    <a:pt x="4501526" y="627748"/>
                  </a:lnTo>
                  <a:lnTo>
                    <a:pt x="4500865" y="627748"/>
                  </a:lnTo>
                  <a:lnTo>
                    <a:pt x="4500205" y="627748"/>
                  </a:lnTo>
                  <a:lnTo>
                    <a:pt x="4499544" y="627748"/>
                  </a:lnTo>
                  <a:lnTo>
                    <a:pt x="4498884" y="627748"/>
                  </a:lnTo>
                  <a:lnTo>
                    <a:pt x="4498223" y="627748"/>
                  </a:lnTo>
                  <a:lnTo>
                    <a:pt x="4497563" y="627748"/>
                  </a:lnTo>
                  <a:lnTo>
                    <a:pt x="4496902" y="627748"/>
                  </a:lnTo>
                  <a:lnTo>
                    <a:pt x="4496242" y="627748"/>
                  </a:lnTo>
                  <a:lnTo>
                    <a:pt x="4495581" y="627748"/>
                  </a:lnTo>
                  <a:lnTo>
                    <a:pt x="4494920" y="627748"/>
                  </a:lnTo>
                  <a:lnTo>
                    <a:pt x="4494260" y="627748"/>
                  </a:lnTo>
                  <a:lnTo>
                    <a:pt x="4493599" y="627748"/>
                  </a:lnTo>
                  <a:lnTo>
                    <a:pt x="4492939" y="627748"/>
                  </a:lnTo>
                  <a:lnTo>
                    <a:pt x="4492278" y="627748"/>
                  </a:lnTo>
                  <a:lnTo>
                    <a:pt x="4491618" y="627748"/>
                  </a:lnTo>
                  <a:lnTo>
                    <a:pt x="4490957" y="627748"/>
                  </a:lnTo>
                  <a:lnTo>
                    <a:pt x="4490297" y="627748"/>
                  </a:lnTo>
                  <a:lnTo>
                    <a:pt x="4489636" y="627748"/>
                  </a:lnTo>
                  <a:lnTo>
                    <a:pt x="4488976" y="627748"/>
                  </a:lnTo>
                  <a:lnTo>
                    <a:pt x="4488315" y="627748"/>
                  </a:lnTo>
                  <a:lnTo>
                    <a:pt x="4487655" y="627748"/>
                  </a:lnTo>
                  <a:lnTo>
                    <a:pt x="4486994" y="627748"/>
                  </a:lnTo>
                  <a:lnTo>
                    <a:pt x="4486334" y="627748"/>
                  </a:lnTo>
                  <a:lnTo>
                    <a:pt x="4485673" y="627748"/>
                  </a:lnTo>
                  <a:lnTo>
                    <a:pt x="4485013" y="627748"/>
                  </a:lnTo>
                  <a:lnTo>
                    <a:pt x="4484352" y="627748"/>
                  </a:lnTo>
                  <a:lnTo>
                    <a:pt x="4483691" y="627748"/>
                  </a:lnTo>
                  <a:lnTo>
                    <a:pt x="4483031" y="627748"/>
                  </a:lnTo>
                  <a:lnTo>
                    <a:pt x="4482370" y="627748"/>
                  </a:lnTo>
                  <a:lnTo>
                    <a:pt x="4481710" y="627748"/>
                  </a:lnTo>
                  <a:lnTo>
                    <a:pt x="4481049" y="627748"/>
                  </a:lnTo>
                  <a:lnTo>
                    <a:pt x="4480389" y="627748"/>
                  </a:lnTo>
                  <a:lnTo>
                    <a:pt x="4479728" y="627748"/>
                  </a:lnTo>
                  <a:lnTo>
                    <a:pt x="4479068" y="627748"/>
                  </a:lnTo>
                  <a:lnTo>
                    <a:pt x="4478407" y="627748"/>
                  </a:lnTo>
                  <a:lnTo>
                    <a:pt x="4477747" y="627748"/>
                  </a:lnTo>
                  <a:lnTo>
                    <a:pt x="4477086" y="627748"/>
                  </a:lnTo>
                  <a:lnTo>
                    <a:pt x="4476426" y="627748"/>
                  </a:lnTo>
                  <a:lnTo>
                    <a:pt x="4475765" y="627748"/>
                  </a:lnTo>
                  <a:lnTo>
                    <a:pt x="4475105" y="627748"/>
                  </a:lnTo>
                  <a:lnTo>
                    <a:pt x="4474444" y="627748"/>
                  </a:lnTo>
                  <a:lnTo>
                    <a:pt x="4473783" y="627748"/>
                  </a:lnTo>
                  <a:lnTo>
                    <a:pt x="4473123" y="627748"/>
                  </a:lnTo>
                  <a:lnTo>
                    <a:pt x="4472462" y="627748"/>
                  </a:lnTo>
                  <a:lnTo>
                    <a:pt x="4471802" y="627748"/>
                  </a:lnTo>
                  <a:lnTo>
                    <a:pt x="4471141" y="627748"/>
                  </a:lnTo>
                  <a:lnTo>
                    <a:pt x="4470481" y="627748"/>
                  </a:lnTo>
                  <a:lnTo>
                    <a:pt x="4469820" y="627748"/>
                  </a:lnTo>
                  <a:lnTo>
                    <a:pt x="4469160" y="627748"/>
                  </a:lnTo>
                  <a:lnTo>
                    <a:pt x="4468499" y="627748"/>
                  </a:lnTo>
                  <a:lnTo>
                    <a:pt x="4467839" y="627748"/>
                  </a:lnTo>
                  <a:lnTo>
                    <a:pt x="4467178" y="627748"/>
                  </a:lnTo>
                  <a:lnTo>
                    <a:pt x="4466518" y="627748"/>
                  </a:lnTo>
                  <a:lnTo>
                    <a:pt x="4465857" y="627748"/>
                  </a:lnTo>
                  <a:lnTo>
                    <a:pt x="4465197" y="627748"/>
                  </a:lnTo>
                  <a:lnTo>
                    <a:pt x="4464536" y="627748"/>
                  </a:lnTo>
                  <a:lnTo>
                    <a:pt x="4463875" y="627748"/>
                  </a:lnTo>
                  <a:lnTo>
                    <a:pt x="4463215" y="627748"/>
                  </a:lnTo>
                  <a:lnTo>
                    <a:pt x="4462554" y="627748"/>
                  </a:lnTo>
                  <a:lnTo>
                    <a:pt x="4461894" y="627748"/>
                  </a:lnTo>
                  <a:lnTo>
                    <a:pt x="4461233" y="627748"/>
                  </a:lnTo>
                  <a:lnTo>
                    <a:pt x="4460573" y="627748"/>
                  </a:lnTo>
                  <a:lnTo>
                    <a:pt x="4459912" y="627748"/>
                  </a:lnTo>
                  <a:lnTo>
                    <a:pt x="4459252" y="627748"/>
                  </a:lnTo>
                  <a:lnTo>
                    <a:pt x="4458591" y="627748"/>
                  </a:lnTo>
                  <a:lnTo>
                    <a:pt x="4457931" y="627748"/>
                  </a:lnTo>
                  <a:lnTo>
                    <a:pt x="4457270" y="627748"/>
                  </a:lnTo>
                  <a:lnTo>
                    <a:pt x="4456610" y="627748"/>
                  </a:lnTo>
                  <a:lnTo>
                    <a:pt x="4455949" y="627748"/>
                  </a:lnTo>
                  <a:lnTo>
                    <a:pt x="4455289" y="627748"/>
                  </a:lnTo>
                  <a:lnTo>
                    <a:pt x="4454628" y="627748"/>
                  </a:lnTo>
                  <a:lnTo>
                    <a:pt x="4453967" y="627748"/>
                  </a:lnTo>
                  <a:lnTo>
                    <a:pt x="4453307" y="627748"/>
                  </a:lnTo>
                  <a:lnTo>
                    <a:pt x="4452646" y="627748"/>
                  </a:lnTo>
                  <a:lnTo>
                    <a:pt x="4451986" y="627748"/>
                  </a:lnTo>
                  <a:lnTo>
                    <a:pt x="4451325" y="627748"/>
                  </a:lnTo>
                  <a:lnTo>
                    <a:pt x="4450665" y="627748"/>
                  </a:lnTo>
                  <a:lnTo>
                    <a:pt x="4450004" y="627748"/>
                  </a:lnTo>
                  <a:lnTo>
                    <a:pt x="4449344" y="627748"/>
                  </a:lnTo>
                  <a:lnTo>
                    <a:pt x="4448683" y="627748"/>
                  </a:lnTo>
                  <a:lnTo>
                    <a:pt x="4448023" y="627748"/>
                  </a:lnTo>
                  <a:lnTo>
                    <a:pt x="4447362" y="627748"/>
                  </a:lnTo>
                  <a:lnTo>
                    <a:pt x="4446702" y="627748"/>
                  </a:lnTo>
                  <a:lnTo>
                    <a:pt x="4446041" y="627748"/>
                  </a:lnTo>
                  <a:lnTo>
                    <a:pt x="4445381" y="627748"/>
                  </a:lnTo>
                  <a:lnTo>
                    <a:pt x="4444720" y="627748"/>
                  </a:lnTo>
                  <a:lnTo>
                    <a:pt x="4444060" y="627748"/>
                  </a:lnTo>
                  <a:lnTo>
                    <a:pt x="4443399" y="627748"/>
                  </a:lnTo>
                  <a:lnTo>
                    <a:pt x="4442738" y="627748"/>
                  </a:lnTo>
                  <a:lnTo>
                    <a:pt x="4442078" y="627748"/>
                  </a:lnTo>
                  <a:lnTo>
                    <a:pt x="4441417" y="627748"/>
                  </a:lnTo>
                  <a:lnTo>
                    <a:pt x="4440757" y="627748"/>
                  </a:lnTo>
                  <a:lnTo>
                    <a:pt x="4440096" y="627748"/>
                  </a:lnTo>
                  <a:lnTo>
                    <a:pt x="4439436" y="627748"/>
                  </a:lnTo>
                  <a:lnTo>
                    <a:pt x="4438775" y="627748"/>
                  </a:lnTo>
                  <a:lnTo>
                    <a:pt x="4438115" y="627748"/>
                  </a:lnTo>
                  <a:lnTo>
                    <a:pt x="4437454" y="627748"/>
                  </a:lnTo>
                  <a:lnTo>
                    <a:pt x="4436794" y="627748"/>
                  </a:lnTo>
                  <a:lnTo>
                    <a:pt x="4436133" y="627748"/>
                  </a:lnTo>
                  <a:lnTo>
                    <a:pt x="4435473" y="627748"/>
                  </a:lnTo>
                  <a:lnTo>
                    <a:pt x="4434812" y="627748"/>
                  </a:lnTo>
                  <a:lnTo>
                    <a:pt x="4434152" y="627748"/>
                  </a:lnTo>
                  <a:lnTo>
                    <a:pt x="4433491" y="627748"/>
                  </a:lnTo>
                  <a:lnTo>
                    <a:pt x="4432830" y="627748"/>
                  </a:lnTo>
                  <a:lnTo>
                    <a:pt x="4432170" y="627748"/>
                  </a:lnTo>
                  <a:lnTo>
                    <a:pt x="4431509" y="627748"/>
                  </a:lnTo>
                  <a:lnTo>
                    <a:pt x="4430849" y="627748"/>
                  </a:lnTo>
                  <a:lnTo>
                    <a:pt x="4430188" y="627748"/>
                  </a:lnTo>
                  <a:lnTo>
                    <a:pt x="4429528" y="627748"/>
                  </a:lnTo>
                  <a:lnTo>
                    <a:pt x="4428867" y="627748"/>
                  </a:lnTo>
                  <a:lnTo>
                    <a:pt x="4428207" y="627748"/>
                  </a:lnTo>
                  <a:lnTo>
                    <a:pt x="4427546" y="627748"/>
                  </a:lnTo>
                  <a:lnTo>
                    <a:pt x="4426886" y="627748"/>
                  </a:lnTo>
                  <a:lnTo>
                    <a:pt x="4426225" y="627748"/>
                  </a:lnTo>
                  <a:lnTo>
                    <a:pt x="4425565" y="627748"/>
                  </a:lnTo>
                  <a:lnTo>
                    <a:pt x="4424904" y="627748"/>
                  </a:lnTo>
                  <a:lnTo>
                    <a:pt x="4424244" y="627748"/>
                  </a:lnTo>
                  <a:lnTo>
                    <a:pt x="4423583" y="627748"/>
                  </a:lnTo>
                  <a:lnTo>
                    <a:pt x="4422922" y="627748"/>
                  </a:lnTo>
                  <a:lnTo>
                    <a:pt x="4422262" y="627748"/>
                  </a:lnTo>
                  <a:lnTo>
                    <a:pt x="4421601" y="627748"/>
                  </a:lnTo>
                  <a:lnTo>
                    <a:pt x="4420941" y="627748"/>
                  </a:lnTo>
                  <a:lnTo>
                    <a:pt x="4420280" y="627748"/>
                  </a:lnTo>
                  <a:lnTo>
                    <a:pt x="4419620" y="627748"/>
                  </a:lnTo>
                  <a:lnTo>
                    <a:pt x="4418959" y="627748"/>
                  </a:lnTo>
                  <a:lnTo>
                    <a:pt x="4418299" y="627748"/>
                  </a:lnTo>
                  <a:lnTo>
                    <a:pt x="4417638" y="627748"/>
                  </a:lnTo>
                  <a:lnTo>
                    <a:pt x="4416978" y="627748"/>
                  </a:lnTo>
                  <a:lnTo>
                    <a:pt x="4416317" y="627748"/>
                  </a:lnTo>
                  <a:lnTo>
                    <a:pt x="4415657" y="627748"/>
                  </a:lnTo>
                  <a:lnTo>
                    <a:pt x="4414996" y="627748"/>
                  </a:lnTo>
                  <a:lnTo>
                    <a:pt x="4414336" y="627748"/>
                  </a:lnTo>
                  <a:lnTo>
                    <a:pt x="4413675" y="627748"/>
                  </a:lnTo>
                  <a:lnTo>
                    <a:pt x="4413015" y="627748"/>
                  </a:lnTo>
                  <a:lnTo>
                    <a:pt x="4412354" y="627748"/>
                  </a:lnTo>
                  <a:lnTo>
                    <a:pt x="4411693" y="627748"/>
                  </a:lnTo>
                  <a:lnTo>
                    <a:pt x="4411033" y="627748"/>
                  </a:lnTo>
                  <a:lnTo>
                    <a:pt x="4410372" y="627748"/>
                  </a:lnTo>
                  <a:lnTo>
                    <a:pt x="4409712" y="627748"/>
                  </a:lnTo>
                  <a:lnTo>
                    <a:pt x="4409051" y="627748"/>
                  </a:lnTo>
                  <a:lnTo>
                    <a:pt x="4408391" y="627748"/>
                  </a:lnTo>
                  <a:lnTo>
                    <a:pt x="4407730" y="627748"/>
                  </a:lnTo>
                  <a:lnTo>
                    <a:pt x="4407070" y="627748"/>
                  </a:lnTo>
                  <a:lnTo>
                    <a:pt x="4406409" y="627748"/>
                  </a:lnTo>
                  <a:lnTo>
                    <a:pt x="4405749" y="627748"/>
                  </a:lnTo>
                  <a:lnTo>
                    <a:pt x="4405088" y="627748"/>
                  </a:lnTo>
                  <a:lnTo>
                    <a:pt x="4404428" y="627748"/>
                  </a:lnTo>
                  <a:lnTo>
                    <a:pt x="4403767" y="627748"/>
                  </a:lnTo>
                  <a:lnTo>
                    <a:pt x="4403107" y="627748"/>
                  </a:lnTo>
                  <a:lnTo>
                    <a:pt x="4402446" y="627748"/>
                  </a:lnTo>
                  <a:lnTo>
                    <a:pt x="4401785" y="627748"/>
                  </a:lnTo>
                  <a:lnTo>
                    <a:pt x="4401125" y="627748"/>
                  </a:lnTo>
                  <a:lnTo>
                    <a:pt x="4400464" y="627748"/>
                  </a:lnTo>
                  <a:lnTo>
                    <a:pt x="4399804" y="627748"/>
                  </a:lnTo>
                  <a:lnTo>
                    <a:pt x="4399143" y="627748"/>
                  </a:lnTo>
                  <a:lnTo>
                    <a:pt x="4398483" y="627748"/>
                  </a:lnTo>
                  <a:lnTo>
                    <a:pt x="4397822" y="627748"/>
                  </a:lnTo>
                  <a:lnTo>
                    <a:pt x="4397162" y="627748"/>
                  </a:lnTo>
                  <a:lnTo>
                    <a:pt x="4396501" y="627748"/>
                  </a:lnTo>
                  <a:lnTo>
                    <a:pt x="4395841" y="627748"/>
                  </a:lnTo>
                  <a:lnTo>
                    <a:pt x="4395180" y="627748"/>
                  </a:lnTo>
                  <a:lnTo>
                    <a:pt x="4394520" y="627748"/>
                  </a:lnTo>
                  <a:lnTo>
                    <a:pt x="4393859" y="627748"/>
                  </a:lnTo>
                  <a:lnTo>
                    <a:pt x="4393199" y="627748"/>
                  </a:lnTo>
                  <a:lnTo>
                    <a:pt x="4392538" y="627748"/>
                  </a:lnTo>
                  <a:lnTo>
                    <a:pt x="4391877" y="627748"/>
                  </a:lnTo>
                  <a:lnTo>
                    <a:pt x="4391217" y="627748"/>
                  </a:lnTo>
                  <a:lnTo>
                    <a:pt x="4390556" y="627748"/>
                  </a:lnTo>
                  <a:lnTo>
                    <a:pt x="4389896" y="627748"/>
                  </a:lnTo>
                  <a:lnTo>
                    <a:pt x="4389235" y="627748"/>
                  </a:lnTo>
                  <a:lnTo>
                    <a:pt x="4388575" y="627748"/>
                  </a:lnTo>
                  <a:lnTo>
                    <a:pt x="4387914" y="627748"/>
                  </a:lnTo>
                  <a:lnTo>
                    <a:pt x="4387254" y="627748"/>
                  </a:lnTo>
                  <a:lnTo>
                    <a:pt x="4386593" y="627748"/>
                  </a:lnTo>
                  <a:lnTo>
                    <a:pt x="4385933" y="627748"/>
                  </a:lnTo>
                  <a:lnTo>
                    <a:pt x="4385272" y="627748"/>
                  </a:lnTo>
                  <a:lnTo>
                    <a:pt x="4384612" y="627748"/>
                  </a:lnTo>
                  <a:lnTo>
                    <a:pt x="4383951" y="627748"/>
                  </a:lnTo>
                  <a:lnTo>
                    <a:pt x="4383291" y="627748"/>
                  </a:lnTo>
                  <a:lnTo>
                    <a:pt x="4382630" y="627748"/>
                  </a:lnTo>
                  <a:lnTo>
                    <a:pt x="4381969" y="627748"/>
                  </a:lnTo>
                  <a:lnTo>
                    <a:pt x="4381309" y="627748"/>
                  </a:lnTo>
                  <a:lnTo>
                    <a:pt x="4380648" y="627748"/>
                  </a:lnTo>
                  <a:lnTo>
                    <a:pt x="4379988" y="627748"/>
                  </a:lnTo>
                  <a:lnTo>
                    <a:pt x="4379327" y="627748"/>
                  </a:lnTo>
                  <a:lnTo>
                    <a:pt x="4378667" y="627748"/>
                  </a:lnTo>
                  <a:lnTo>
                    <a:pt x="4378006" y="627748"/>
                  </a:lnTo>
                  <a:lnTo>
                    <a:pt x="4377346" y="627748"/>
                  </a:lnTo>
                  <a:lnTo>
                    <a:pt x="4376685" y="627748"/>
                  </a:lnTo>
                  <a:lnTo>
                    <a:pt x="4376025" y="627748"/>
                  </a:lnTo>
                  <a:lnTo>
                    <a:pt x="4375364" y="627748"/>
                  </a:lnTo>
                  <a:lnTo>
                    <a:pt x="4374704" y="627748"/>
                  </a:lnTo>
                  <a:lnTo>
                    <a:pt x="4374043" y="627748"/>
                  </a:lnTo>
                  <a:lnTo>
                    <a:pt x="4373383" y="627748"/>
                  </a:lnTo>
                  <a:lnTo>
                    <a:pt x="4372722" y="627748"/>
                  </a:lnTo>
                  <a:lnTo>
                    <a:pt x="4372062" y="627748"/>
                  </a:lnTo>
                  <a:lnTo>
                    <a:pt x="4371401" y="627748"/>
                  </a:lnTo>
                  <a:lnTo>
                    <a:pt x="4370740" y="627748"/>
                  </a:lnTo>
                  <a:lnTo>
                    <a:pt x="4370080" y="627748"/>
                  </a:lnTo>
                  <a:lnTo>
                    <a:pt x="4369419" y="627748"/>
                  </a:lnTo>
                  <a:lnTo>
                    <a:pt x="4368759" y="627748"/>
                  </a:lnTo>
                  <a:lnTo>
                    <a:pt x="4368098" y="627748"/>
                  </a:lnTo>
                  <a:lnTo>
                    <a:pt x="4367438" y="627748"/>
                  </a:lnTo>
                  <a:lnTo>
                    <a:pt x="4366777" y="627748"/>
                  </a:lnTo>
                  <a:lnTo>
                    <a:pt x="4366117" y="627748"/>
                  </a:lnTo>
                  <a:lnTo>
                    <a:pt x="4365456" y="627748"/>
                  </a:lnTo>
                  <a:lnTo>
                    <a:pt x="4364796" y="627748"/>
                  </a:lnTo>
                  <a:lnTo>
                    <a:pt x="4364135" y="627748"/>
                  </a:lnTo>
                  <a:lnTo>
                    <a:pt x="4363475" y="627748"/>
                  </a:lnTo>
                  <a:lnTo>
                    <a:pt x="4362814" y="627748"/>
                  </a:lnTo>
                  <a:lnTo>
                    <a:pt x="4362154" y="627748"/>
                  </a:lnTo>
                  <a:lnTo>
                    <a:pt x="4361493" y="627748"/>
                  </a:lnTo>
                  <a:lnTo>
                    <a:pt x="4360832" y="627748"/>
                  </a:lnTo>
                  <a:lnTo>
                    <a:pt x="4360172" y="627748"/>
                  </a:lnTo>
                  <a:lnTo>
                    <a:pt x="4359511" y="627748"/>
                  </a:lnTo>
                  <a:lnTo>
                    <a:pt x="4358851" y="627748"/>
                  </a:lnTo>
                  <a:lnTo>
                    <a:pt x="4358190" y="627748"/>
                  </a:lnTo>
                  <a:lnTo>
                    <a:pt x="4357530" y="627748"/>
                  </a:lnTo>
                  <a:lnTo>
                    <a:pt x="4356869" y="627748"/>
                  </a:lnTo>
                  <a:lnTo>
                    <a:pt x="4356209" y="627748"/>
                  </a:lnTo>
                  <a:lnTo>
                    <a:pt x="4355548" y="627748"/>
                  </a:lnTo>
                  <a:lnTo>
                    <a:pt x="4354888" y="627748"/>
                  </a:lnTo>
                  <a:lnTo>
                    <a:pt x="4354227" y="627748"/>
                  </a:lnTo>
                  <a:lnTo>
                    <a:pt x="4353567" y="627748"/>
                  </a:lnTo>
                  <a:lnTo>
                    <a:pt x="4352906" y="627748"/>
                  </a:lnTo>
                  <a:lnTo>
                    <a:pt x="4352246" y="627748"/>
                  </a:lnTo>
                  <a:lnTo>
                    <a:pt x="4351585" y="627748"/>
                  </a:lnTo>
                  <a:lnTo>
                    <a:pt x="4350924" y="627748"/>
                  </a:lnTo>
                  <a:lnTo>
                    <a:pt x="4350264" y="627748"/>
                  </a:lnTo>
                  <a:lnTo>
                    <a:pt x="4349603" y="627748"/>
                  </a:lnTo>
                  <a:lnTo>
                    <a:pt x="4348943" y="627748"/>
                  </a:lnTo>
                  <a:lnTo>
                    <a:pt x="4348282" y="627748"/>
                  </a:lnTo>
                  <a:lnTo>
                    <a:pt x="4347622" y="627748"/>
                  </a:lnTo>
                  <a:lnTo>
                    <a:pt x="4346961" y="627748"/>
                  </a:lnTo>
                  <a:lnTo>
                    <a:pt x="4346301" y="627748"/>
                  </a:lnTo>
                  <a:lnTo>
                    <a:pt x="4345640" y="627748"/>
                  </a:lnTo>
                  <a:lnTo>
                    <a:pt x="4344980" y="627748"/>
                  </a:lnTo>
                  <a:lnTo>
                    <a:pt x="4344319" y="627748"/>
                  </a:lnTo>
                  <a:lnTo>
                    <a:pt x="4343659" y="627748"/>
                  </a:lnTo>
                  <a:lnTo>
                    <a:pt x="4342998" y="627748"/>
                  </a:lnTo>
                  <a:lnTo>
                    <a:pt x="4342338" y="627748"/>
                  </a:lnTo>
                  <a:lnTo>
                    <a:pt x="4341677" y="627748"/>
                  </a:lnTo>
                  <a:lnTo>
                    <a:pt x="4341017" y="627748"/>
                  </a:lnTo>
                  <a:lnTo>
                    <a:pt x="4340356" y="627748"/>
                  </a:lnTo>
                  <a:lnTo>
                    <a:pt x="4339695" y="627748"/>
                  </a:lnTo>
                  <a:lnTo>
                    <a:pt x="4339035" y="627748"/>
                  </a:lnTo>
                  <a:lnTo>
                    <a:pt x="4338374" y="627748"/>
                  </a:lnTo>
                  <a:lnTo>
                    <a:pt x="4337714" y="627748"/>
                  </a:lnTo>
                  <a:lnTo>
                    <a:pt x="4337053" y="627748"/>
                  </a:lnTo>
                  <a:lnTo>
                    <a:pt x="4336393" y="627748"/>
                  </a:lnTo>
                  <a:lnTo>
                    <a:pt x="4335732" y="627748"/>
                  </a:lnTo>
                  <a:lnTo>
                    <a:pt x="4335072" y="627748"/>
                  </a:lnTo>
                  <a:lnTo>
                    <a:pt x="4334411" y="627748"/>
                  </a:lnTo>
                  <a:lnTo>
                    <a:pt x="4333751" y="627748"/>
                  </a:lnTo>
                  <a:lnTo>
                    <a:pt x="4333090" y="627748"/>
                  </a:lnTo>
                  <a:lnTo>
                    <a:pt x="4332430" y="627748"/>
                  </a:lnTo>
                  <a:lnTo>
                    <a:pt x="4331769" y="627748"/>
                  </a:lnTo>
                  <a:lnTo>
                    <a:pt x="4331109" y="627748"/>
                  </a:lnTo>
                  <a:lnTo>
                    <a:pt x="4330448" y="627748"/>
                  </a:lnTo>
                  <a:lnTo>
                    <a:pt x="4329787" y="627748"/>
                  </a:lnTo>
                  <a:lnTo>
                    <a:pt x="4329127" y="627748"/>
                  </a:lnTo>
                  <a:lnTo>
                    <a:pt x="4328466" y="627748"/>
                  </a:lnTo>
                  <a:lnTo>
                    <a:pt x="4327806" y="627748"/>
                  </a:lnTo>
                  <a:lnTo>
                    <a:pt x="4327145" y="627748"/>
                  </a:lnTo>
                  <a:lnTo>
                    <a:pt x="4326485" y="627748"/>
                  </a:lnTo>
                  <a:lnTo>
                    <a:pt x="4325824" y="627748"/>
                  </a:lnTo>
                  <a:lnTo>
                    <a:pt x="4325164" y="627748"/>
                  </a:lnTo>
                  <a:lnTo>
                    <a:pt x="4324503" y="627748"/>
                  </a:lnTo>
                  <a:lnTo>
                    <a:pt x="4323843" y="627748"/>
                  </a:lnTo>
                  <a:lnTo>
                    <a:pt x="4323182" y="627748"/>
                  </a:lnTo>
                  <a:lnTo>
                    <a:pt x="4322522" y="627748"/>
                  </a:lnTo>
                  <a:lnTo>
                    <a:pt x="4321861" y="627748"/>
                  </a:lnTo>
                  <a:lnTo>
                    <a:pt x="4321201" y="627748"/>
                  </a:lnTo>
                  <a:lnTo>
                    <a:pt x="4320540" y="627748"/>
                  </a:lnTo>
                  <a:lnTo>
                    <a:pt x="4319879" y="627748"/>
                  </a:lnTo>
                  <a:lnTo>
                    <a:pt x="4319219" y="627748"/>
                  </a:lnTo>
                  <a:lnTo>
                    <a:pt x="4318558" y="627748"/>
                  </a:lnTo>
                  <a:lnTo>
                    <a:pt x="4317898" y="627748"/>
                  </a:lnTo>
                  <a:lnTo>
                    <a:pt x="4317237" y="627748"/>
                  </a:lnTo>
                  <a:lnTo>
                    <a:pt x="4316577" y="627748"/>
                  </a:lnTo>
                  <a:lnTo>
                    <a:pt x="4315916" y="627748"/>
                  </a:lnTo>
                  <a:lnTo>
                    <a:pt x="4315256" y="627748"/>
                  </a:lnTo>
                  <a:lnTo>
                    <a:pt x="4314595" y="627748"/>
                  </a:lnTo>
                  <a:lnTo>
                    <a:pt x="4313935" y="627748"/>
                  </a:lnTo>
                  <a:lnTo>
                    <a:pt x="4313274" y="627748"/>
                  </a:lnTo>
                  <a:lnTo>
                    <a:pt x="4312614" y="627748"/>
                  </a:lnTo>
                  <a:lnTo>
                    <a:pt x="4311953" y="627748"/>
                  </a:lnTo>
                  <a:lnTo>
                    <a:pt x="4311293" y="627748"/>
                  </a:lnTo>
                  <a:lnTo>
                    <a:pt x="4310632" y="627748"/>
                  </a:lnTo>
                  <a:lnTo>
                    <a:pt x="4309971" y="627748"/>
                  </a:lnTo>
                  <a:lnTo>
                    <a:pt x="4309311" y="627748"/>
                  </a:lnTo>
                  <a:lnTo>
                    <a:pt x="4308650" y="627748"/>
                  </a:lnTo>
                  <a:lnTo>
                    <a:pt x="4307990" y="627748"/>
                  </a:lnTo>
                  <a:lnTo>
                    <a:pt x="4307329" y="627748"/>
                  </a:lnTo>
                  <a:lnTo>
                    <a:pt x="4306669" y="627748"/>
                  </a:lnTo>
                  <a:lnTo>
                    <a:pt x="4306008" y="627748"/>
                  </a:lnTo>
                  <a:lnTo>
                    <a:pt x="4305348" y="627748"/>
                  </a:lnTo>
                  <a:lnTo>
                    <a:pt x="4304687" y="627748"/>
                  </a:lnTo>
                  <a:lnTo>
                    <a:pt x="4304027" y="627748"/>
                  </a:lnTo>
                  <a:lnTo>
                    <a:pt x="4303366" y="627748"/>
                  </a:lnTo>
                  <a:lnTo>
                    <a:pt x="4302706" y="627748"/>
                  </a:lnTo>
                  <a:lnTo>
                    <a:pt x="4302045" y="627748"/>
                  </a:lnTo>
                  <a:lnTo>
                    <a:pt x="4301385" y="627748"/>
                  </a:lnTo>
                  <a:lnTo>
                    <a:pt x="4300724" y="627748"/>
                  </a:lnTo>
                  <a:lnTo>
                    <a:pt x="4300064" y="627748"/>
                  </a:lnTo>
                  <a:lnTo>
                    <a:pt x="4299403" y="627748"/>
                  </a:lnTo>
                  <a:lnTo>
                    <a:pt x="4298742" y="627748"/>
                  </a:lnTo>
                  <a:lnTo>
                    <a:pt x="4298082" y="627748"/>
                  </a:lnTo>
                  <a:lnTo>
                    <a:pt x="4297421" y="627748"/>
                  </a:lnTo>
                  <a:lnTo>
                    <a:pt x="4296761" y="627748"/>
                  </a:lnTo>
                  <a:lnTo>
                    <a:pt x="4296100" y="627748"/>
                  </a:lnTo>
                  <a:lnTo>
                    <a:pt x="4295440" y="627748"/>
                  </a:lnTo>
                  <a:lnTo>
                    <a:pt x="4294779" y="627748"/>
                  </a:lnTo>
                  <a:lnTo>
                    <a:pt x="4294119" y="627748"/>
                  </a:lnTo>
                  <a:lnTo>
                    <a:pt x="4293458" y="627748"/>
                  </a:lnTo>
                  <a:lnTo>
                    <a:pt x="4292798" y="627748"/>
                  </a:lnTo>
                  <a:lnTo>
                    <a:pt x="4292137" y="627748"/>
                  </a:lnTo>
                  <a:lnTo>
                    <a:pt x="4291477" y="627748"/>
                  </a:lnTo>
                  <a:lnTo>
                    <a:pt x="4290816" y="627748"/>
                  </a:lnTo>
                  <a:lnTo>
                    <a:pt x="4290156" y="627748"/>
                  </a:lnTo>
                  <a:lnTo>
                    <a:pt x="4289495" y="627748"/>
                  </a:lnTo>
                  <a:lnTo>
                    <a:pt x="4288834" y="627748"/>
                  </a:lnTo>
                  <a:lnTo>
                    <a:pt x="4288174" y="627748"/>
                  </a:lnTo>
                  <a:lnTo>
                    <a:pt x="4287513" y="627748"/>
                  </a:lnTo>
                  <a:lnTo>
                    <a:pt x="4286853" y="627748"/>
                  </a:lnTo>
                  <a:lnTo>
                    <a:pt x="4286192" y="627748"/>
                  </a:lnTo>
                  <a:lnTo>
                    <a:pt x="4285532" y="627748"/>
                  </a:lnTo>
                  <a:lnTo>
                    <a:pt x="4284871" y="627748"/>
                  </a:lnTo>
                  <a:lnTo>
                    <a:pt x="4284211" y="627748"/>
                  </a:lnTo>
                  <a:lnTo>
                    <a:pt x="4283550" y="627748"/>
                  </a:lnTo>
                  <a:lnTo>
                    <a:pt x="4282890" y="627748"/>
                  </a:lnTo>
                  <a:lnTo>
                    <a:pt x="4282229" y="627748"/>
                  </a:lnTo>
                  <a:lnTo>
                    <a:pt x="4281569" y="627748"/>
                  </a:lnTo>
                  <a:lnTo>
                    <a:pt x="4280908" y="627748"/>
                  </a:lnTo>
                  <a:lnTo>
                    <a:pt x="4280248" y="627748"/>
                  </a:lnTo>
                  <a:lnTo>
                    <a:pt x="4279587" y="627748"/>
                  </a:lnTo>
                  <a:lnTo>
                    <a:pt x="4278926" y="627748"/>
                  </a:lnTo>
                  <a:lnTo>
                    <a:pt x="4278266" y="627748"/>
                  </a:lnTo>
                  <a:lnTo>
                    <a:pt x="4277605" y="627748"/>
                  </a:lnTo>
                  <a:lnTo>
                    <a:pt x="4276945" y="627748"/>
                  </a:lnTo>
                  <a:lnTo>
                    <a:pt x="4276284" y="627748"/>
                  </a:lnTo>
                  <a:lnTo>
                    <a:pt x="4275624" y="627748"/>
                  </a:lnTo>
                  <a:lnTo>
                    <a:pt x="4274963" y="627748"/>
                  </a:lnTo>
                  <a:lnTo>
                    <a:pt x="4274303" y="627748"/>
                  </a:lnTo>
                  <a:lnTo>
                    <a:pt x="4273642" y="627748"/>
                  </a:lnTo>
                  <a:lnTo>
                    <a:pt x="4272982" y="627748"/>
                  </a:lnTo>
                  <a:lnTo>
                    <a:pt x="4272321" y="627748"/>
                  </a:lnTo>
                  <a:lnTo>
                    <a:pt x="4271661" y="627748"/>
                  </a:lnTo>
                  <a:lnTo>
                    <a:pt x="4271000" y="627748"/>
                  </a:lnTo>
                  <a:lnTo>
                    <a:pt x="4270340" y="627748"/>
                  </a:lnTo>
                  <a:lnTo>
                    <a:pt x="4269679" y="627748"/>
                  </a:lnTo>
                  <a:lnTo>
                    <a:pt x="4269019" y="627748"/>
                  </a:lnTo>
                  <a:lnTo>
                    <a:pt x="4268358" y="627748"/>
                  </a:lnTo>
                  <a:lnTo>
                    <a:pt x="4267697" y="627748"/>
                  </a:lnTo>
                  <a:lnTo>
                    <a:pt x="4267037" y="627748"/>
                  </a:lnTo>
                  <a:lnTo>
                    <a:pt x="4266376" y="627748"/>
                  </a:lnTo>
                  <a:lnTo>
                    <a:pt x="4265716" y="627748"/>
                  </a:lnTo>
                  <a:lnTo>
                    <a:pt x="4265055" y="627748"/>
                  </a:lnTo>
                  <a:lnTo>
                    <a:pt x="4264395" y="627748"/>
                  </a:lnTo>
                  <a:lnTo>
                    <a:pt x="4263734" y="627748"/>
                  </a:lnTo>
                  <a:lnTo>
                    <a:pt x="4263074" y="627748"/>
                  </a:lnTo>
                  <a:lnTo>
                    <a:pt x="4262413" y="627748"/>
                  </a:lnTo>
                  <a:lnTo>
                    <a:pt x="4261753" y="627748"/>
                  </a:lnTo>
                  <a:lnTo>
                    <a:pt x="4261092" y="627748"/>
                  </a:lnTo>
                  <a:lnTo>
                    <a:pt x="4260432" y="627748"/>
                  </a:lnTo>
                  <a:lnTo>
                    <a:pt x="4259771" y="627748"/>
                  </a:lnTo>
                  <a:lnTo>
                    <a:pt x="4259111" y="627748"/>
                  </a:lnTo>
                  <a:lnTo>
                    <a:pt x="4258450" y="627748"/>
                  </a:lnTo>
                  <a:lnTo>
                    <a:pt x="4257789" y="627748"/>
                  </a:lnTo>
                  <a:lnTo>
                    <a:pt x="4257129" y="627748"/>
                  </a:lnTo>
                  <a:lnTo>
                    <a:pt x="4256468" y="627748"/>
                  </a:lnTo>
                  <a:lnTo>
                    <a:pt x="4255808" y="627748"/>
                  </a:lnTo>
                  <a:lnTo>
                    <a:pt x="4255147" y="627748"/>
                  </a:lnTo>
                  <a:lnTo>
                    <a:pt x="4254487" y="627748"/>
                  </a:lnTo>
                  <a:lnTo>
                    <a:pt x="4253826" y="627748"/>
                  </a:lnTo>
                  <a:lnTo>
                    <a:pt x="4253166" y="627748"/>
                  </a:lnTo>
                  <a:lnTo>
                    <a:pt x="4252505" y="627748"/>
                  </a:lnTo>
                  <a:lnTo>
                    <a:pt x="4251845" y="627748"/>
                  </a:lnTo>
                  <a:lnTo>
                    <a:pt x="4251184" y="627748"/>
                  </a:lnTo>
                  <a:lnTo>
                    <a:pt x="4250524" y="627748"/>
                  </a:lnTo>
                  <a:lnTo>
                    <a:pt x="4249863" y="627748"/>
                  </a:lnTo>
                  <a:lnTo>
                    <a:pt x="4249203" y="627748"/>
                  </a:lnTo>
                  <a:lnTo>
                    <a:pt x="4248542" y="627748"/>
                  </a:lnTo>
                  <a:lnTo>
                    <a:pt x="4247881" y="627748"/>
                  </a:lnTo>
                  <a:lnTo>
                    <a:pt x="4247221" y="627748"/>
                  </a:lnTo>
                  <a:lnTo>
                    <a:pt x="4246560" y="627748"/>
                  </a:lnTo>
                  <a:lnTo>
                    <a:pt x="4245900" y="627748"/>
                  </a:lnTo>
                  <a:lnTo>
                    <a:pt x="4245239" y="627748"/>
                  </a:lnTo>
                  <a:lnTo>
                    <a:pt x="4244579" y="627748"/>
                  </a:lnTo>
                  <a:lnTo>
                    <a:pt x="4243918" y="627748"/>
                  </a:lnTo>
                  <a:lnTo>
                    <a:pt x="4243258" y="627748"/>
                  </a:lnTo>
                  <a:lnTo>
                    <a:pt x="4242597" y="627748"/>
                  </a:lnTo>
                  <a:lnTo>
                    <a:pt x="4241937" y="627748"/>
                  </a:lnTo>
                  <a:lnTo>
                    <a:pt x="4241276" y="627748"/>
                  </a:lnTo>
                  <a:lnTo>
                    <a:pt x="4240616" y="627748"/>
                  </a:lnTo>
                  <a:lnTo>
                    <a:pt x="4239955" y="627748"/>
                  </a:lnTo>
                  <a:lnTo>
                    <a:pt x="4239295" y="627748"/>
                  </a:lnTo>
                  <a:lnTo>
                    <a:pt x="4238634" y="627748"/>
                  </a:lnTo>
                  <a:lnTo>
                    <a:pt x="4237973" y="627748"/>
                  </a:lnTo>
                  <a:lnTo>
                    <a:pt x="4237313" y="627748"/>
                  </a:lnTo>
                  <a:lnTo>
                    <a:pt x="4236652" y="627748"/>
                  </a:lnTo>
                  <a:lnTo>
                    <a:pt x="4235992" y="627748"/>
                  </a:lnTo>
                  <a:lnTo>
                    <a:pt x="4235331" y="627748"/>
                  </a:lnTo>
                  <a:lnTo>
                    <a:pt x="4234671" y="627748"/>
                  </a:lnTo>
                  <a:lnTo>
                    <a:pt x="4234010" y="627748"/>
                  </a:lnTo>
                  <a:lnTo>
                    <a:pt x="4233350" y="627748"/>
                  </a:lnTo>
                  <a:lnTo>
                    <a:pt x="4232689" y="627748"/>
                  </a:lnTo>
                  <a:lnTo>
                    <a:pt x="4232029" y="627748"/>
                  </a:lnTo>
                  <a:lnTo>
                    <a:pt x="4231368" y="627748"/>
                  </a:lnTo>
                  <a:lnTo>
                    <a:pt x="4230708" y="627748"/>
                  </a:lnTo>
                  <a:lnTo>
                    <a:pt x="4230047" y="627748"/>
                  </a:lnTo>
                  <a:lnTo>
                    <a:pt x="4229387" y="627748"/>
                  </a:lnTo>
                  <a:lnTo>
                    <a:pt x="4228726" y="627748"/>
                  </a:lnTo>
                  <a:lnTo>
                    <a:pt x="4228066" y="627748"/>
                  </a:lnTo>
                  <a:lnTo>
                    <a:pt x="4227405" y="627748"/>
                  </a:lnTo>
                  <a:lnTo>
                    <a:pt x="4226744" y="627748"/>
                  </a:lnTo>
                  <a:lnTo>
                    <a:pt x="4226084" y="627748"/>
                  </a:lnTo>
                  <a:lnTo>
                    <a:pt x="4225423" y="627748"/>
                  </a:lnTo>
                  <a:lnTo>
                    <a:pt x="4224763" y="627748"/>
                  </a:lnTo>
                  <a:lnTo>
                    <a:pt x="4224102" y="627748"/>
                  </a:lnTo>
                  <a:lnTo>
                    <a:pt x="4223442" y="627748"/>
                  </a:lnTo>
                  <a:lnTo>
                    <a:pt x="4222781" y="627748"/>
                  </a:lnTo>
                  <a:lnTo>
                    <a:pt x="4222121" y="627748"/>
                  </a:lnTo>
                  <a:lnTo>
                    <a:pt x="4221460" y="627748"/>
                  </a:lnTo>
                  <a:lnTo>
                    <a:pt x="4220800" y="627748"/>
                  </a:lnTo>
                  <a:lnTo>
                    <a:pt x="4220139" y="627748"/>
                  </a:lnTo>
                  <a:lnTo>
                    <a:pt x="4219479" y="627748"/>
                  </a:lnTo>
                  <a:lnTo>
                    <a:pt x="4218818" y="627748"/>
                  </a:lnTo>
                  <a:lnTo>
                    <a:pt x="4218158" y="627748"/>
                  </a:lnTo>
                  <a:lnTo>
                    <a:pt x="4217497" y="627748"/>
                  </a:lnTo>
                  <a:lnTo>
                    <a:pt x="4216836" y="627748"/>
                  </a:lnTo>
                  <a:lnTo>
                    <a:pt x="4216176" y="627748"/>
                  </a:lnTo>
                  <a:lnTo>
                    <a:pt x="4215515" y="627748"/>
                  </a:lnTo>
                  <a:lnTo>
                    <a:pt x="4214855" y="627748"/>
                  </a:lnTo>
                  <a:lnTo>
                    <a:pt x="4214194" y="627748"/>
                  </a:lnTo>
                  <a:lnTo>
                    <a:pt x="4213534" y="627748"/>
                  </a:lnTo>
                  <a:lnTo>
                    <a:pt x="4212873" y="627748"/>
                  </a:lnTo>
                  <a:lnTo>
                    <a:pt x="4212213" y="627748"/>
                  </a:lnTo>
                  <a:lnTo>
                    <a:pt x="4211552" y="627748"/>
                  </a:lnTo>
                  <a:lnTo>
                    <a:pt x="4210892" y="627748"/>
                  </a:lnTo>
                  <a:lnTo>
                    <a:pt x="4210231" y="627748"/>
                  </a:lnTo>
                  <a:lnTo>
                    <a:pt x="4209571" y="627748"/>
                  </a:lnTo>
                  <a:lnTo>
                    <a:pt x="4208910" y="627748"/>
                  </a:lnTo>
                  <a:lnTo>
                    <a:pt x="4208250" y="627748"/>
                  </a:lnTo>
                  <a:lnTo>
                    <a:pt x="4207589" y="627748"/>
                  </a:lnTo>
                  <a:lnTo>
                    <a:pt x="4206928" y="627748"/>
                  </a:lnTo>
                  <a:lnTo>
                    <a:pt x="4206268" y="627748"/>
                  </a:lnTo>
                  <a:lnTo>
                    <a:pt x="4205607" y="627748"/>
                  </a:lnTo>
                  <a:lnTo>
                    <a:pt x="4204947" y="627748"/>
                  </a:lnTo>
                  <a:lnTo>
                    <a:pt x="4204286" y="627748"/>
                  </a:lnTo>
                  <a:lnTo>
                    <a:pt x="4203626" y="627748"/>
                  </a:lnTo>
                  <a:lnTo>
                    <a:pt x="4202965" y="627748"/>
                  </a:lnTo>
                  <a:lnTo>
                    <a:pt x="4202305" y="627748"/>
                  </a:lnTo>
                  <a:lnTo>
                    <a:pt x="4201644" y="627748"/>
                  </a:lnTo>
                  <a:lnTo>
                    <a:pt x="4200984" y="627748"/>
                  </a:lnTo>
                  <a:lnTo>
                    <a:pt x="4200323" y="627748"/>
                  </a:lnTo>
                  <a:lnTo>
                    <a:pt x="4199663" y="627748"/>
                  </a:lnTo>
                  <a:lnTo>
                    <a:pt x="4199002" y="627748"/>
                  </a:lnTo>
                  <a:lnTo>
                    <a:pt x="4198342" y="627748"/>
                  </a:lnTo>
                  <a:lnTo>
                    <a:pt x="4197681" y="627748"/>
                  </a:lnTo>
                  <a:lnTo>
                    <a:pt x="4197021" y="627748"/>
                  </a:lnTo>
                  <a:lnTo>
                    <a:pt x="4196360" y="627748"/>
                  </a:lnTo>
                  <a:lnTo>
                    <a:pt x="4195699" y="627748"/>
                  </a:lnTo>
                  <a:lnTo>
                    <a:pt x="4195039" y="627748"/>
                  </a:lnTo>
                  <a:lnTo>
                    <a:pt x="4194378" y="627748"/>
                  </a:lnTo>
                  <a:lnTo>
                    <a:pt x="4193718" y="627748"/>
                  </a:lnTo>
                  <a:lnTo>
                    <a:pt x="4193057" y="627748"/>
                  </a:lnTo>
                  <a:lnTo>
                    <a:pt x="4192397" y="627748"/>
                  </a:lnTo>
                  <a:lnTo>
                    <a:pt x="4191736" y="627748"/>
                  </a:lnTo>
                  <a:lnTo>
                    <a:pt x="4191076" y="627748"/>
                  </a:lnTo>
                  <a:lnTo>
                    <a:pt x="4190415" y="627748"/>
                  </a:lnTo>
                  <a:lnTo>
                    <a:pt x="4189755" y="627748"/>
                  </a:lnTo>
                  <a:lnTo>
                    <a:pt x="4189094" y="627748"/>
                  </a:lnTo>
                  <a:lnTo>
                    <a:pt x="4188434" y="627748"/>
                  </a:lnTo>
                  <a:lnTo>
                    <a:pt x="4187773" y="627748"/>
                  </a:lnTo>
                  <a:lnTo>
                    <a:pt x="4187113" y="627748"/>
                  </a:lnTo>
                  <a:lnTo>
                    <a:pt x="4186452" y="627748"/>
                  </a:lnTo>
                  <a:lnTo>
                    <a:pt x="4185791" y="627748"/>
                  </a:lnTo>
                  <a:lnTo>
                    <a:pt x="4185131" y="627748"/>
                  </a:lnTo>
                  <a:lnTo>
                    <a:pt x="4184470" y="627748"/>
                  </a:lnTo>
                  <a:lnTo>
                    <a:pt x="4183810" y="627748"/>
                  </a:lnTo>
                  <a:lnTo>
                    <a:pt x="4183149" y="627748"/>
                  </a:lnTo>
                  <a:lnTo>
                    <a:pt x="4182489" y="627748"/>
                  </a:lnTo>
                  <a:lnTo>
                    <a:pt x="4181828" y="627748"/>
                  </a:lnTo>
                  <a:lnTo>
                    <a:pt x="4181168" y="627748"/>
                  </a:lnTo>
                  <a:lnTo>
                    <a:pt x="4180507" y="627748"/>
                  </a:lnTo>
                  <a:lnTo>
                    <a:pt x="4179847" y="627748"/>
                  </a:lnTo>
                  <a:lnTo>
                    <a:pt x="4179186" y="627748"/>
                  </a:lnTo>
                  <a:lnTo>
                    <a:pt x="4178526" y="627748"/>
                  </a:lnTo>
                  <a:lnTo>
                    <a:pt x="4177865" y="627748"/>
                  </a:lnTo>
                  <a:lnTo>
                    <a:pt x="4177205" y="627748"/>
                  </a:lnTo>
                  <a:lnTo>
                    <a:pt x="4176544" y="627748"/>
                  </a:lnTo>
                  <a:lnTo>
                    <a:pt x="4175883" y="627748"/>
                  </a:lnTo>
                  <a:lnTo>
                    <a:pt x="4175223" y="627748"/>
                  </a:lnTo>
                  <a:lnTo>
                    <a:pt x="4174562" y="627748"/>
                  </a:lnTo>
                  <a:lnTo>
                    <a:pt x="4173902" y="627748"/>
                  </a:lnTo>
                  <a:lnTo>
                    <a:pt x="4173241" y="627748"/>
                  </a:lnTo>
                  <a:lnTo>
                    <a:pt x="4172581" y="627748"/>
                  </a:lnTo>
                  <a:lnTo>
                    <a:pt x="4171920" y="627748"/>
                  </a:lnTo>
                  <a:lnTo>
                    <a:pt x="4171260" y="627748"/>
                  </a:lnTo>
                  <a:lnTo>
                    <a:pt x="4170599" y="627748"/>
                  </a:lnTo>
                  <a:lnTo>
                    <a:pt x="4169939" y="627748"/>
                  </a:lnTo>
                  <a:lnTo>
                    <a:pt x="4169278" y="627748"/>
                  </a:lnTo>
                  <a:lnTo>
                    <a:pt x="4168618" y="627748"/>
                  </a:lnTo>
                  <a:lnTo>
                    <a:pt x="4167957" y="627748"/>
                  </a:lnTo>
                  <a:lnTo>
                    <a:pt x="4167297" y="627748"/>
                  </a:lnTo>
                  <a:lnTo>
                    <a:pt x="4166636" y="627748"/>
                  </a:lnTo>
                  <a:lnTo>
                    <a:pt x="4165975" y="627748"/>
                  </a:lnTo>
                  <a:lnTo>
                    <a:pt x="4165315" y="627748"/>
                  </a:lnTo>
                  <a:lnTo>
                    <a:pt x="4164654" y="627748"/>
                  </a:lnTo>
                  <a:lnTo>
                    <a:pt x="4163994" y="627748"/>
                  </a:lnTo>
                  <a:lnTo>
                    <a:pt x="4163333" y="627748"/>
                  </a:lnTo>
                  <a:lnTo>
                    <a:pt x="4162673" y="627748"/>
                  </a:lnTo>
                  <a:lnTo>
                    <a:pt x="4162012" y="627748"/>
                  </a:lnTo>
                  <a:lnTo>
                    <a:pt x="4161352" y="627748"/>
                  </a:lnTo>
                  <a:lnTo>
                    <a:pt x="4160691" y="627748"/>
                  </a:lnTo>
                  <a:lnTo>
                    <a:pt x="4160031" y="627748"/>
                  </a:lnTo>
                  <a:lnTo>
                    <a:pt x="4159370" y="627748"/>
                  </a:lnTo>
                  <a:lnTo>
                    <a:pt x="4158710" y="627748"/>
                  </a:lnTo>
                  <a:lnTo>
                    <a:pt x="4158049" y="627748"/>
                  </a:lnTo>
                  <a:lnTo>
                    <a:pt x="4157389" y="627748"/>
                  </a:lnTo>
                  <a:lnTo>
                    <a:pt x="4156728" y="627748"/>
                  </a:lnTo>
                  <a:lnTo>
                    <a:pt x="4156068" y="627748"/>
                  </a:lnTo>
                  <a:lnTo>
                    <a:pt x="4155407" y="627748"/>
                  </a:lnTo>
                  <a:lnTo>
                    <a:pt x="4154746" y="627748"/>
                  </a:lnTo>
                  <a:lnTo>
                    <a:pt x="4154086" y="627748"/>
                  </a:lnTo>
                  <a:lnTo>
                    <a:pt x="4153425" y="627748"/>
                  </a:lnTo>
                  <a:lnTo>
                    <a:pt x="4152765" y="627748"/>
                  </a:lnTo>
                  <a:lnTo>
                    <a:pt x="4152104" y="627748"/>
                  </a:lnTo>
                  <a:lnTo>
                    <a:pt x="4151444" y="627748"/>
                  </a:lnTo>
                  <a:lnTo>
                    <a:pt x="4150783" y="627748"/>
                  </a:lnTo>
                  <a:lnTo>
                    <a:pt x="4150123" y="627748"/>
                  </a:lnTo>
                  <a:lnTo>
                    <a:pt x="4149462" y="627748"/>
                  </a:lnTo>
                  <a:lnTo>
                    <a:pt x="4148802" y="627748"/>
                  </a:lnTo>
                  <a:lnTo>
                    <a:pt x="4148141" y="627748"/>
                  </a:lnTo>
                  <a:lnTo>
                    <a:pt x="4147481" y="627748"/>
                  </a:lnTo>
                  <a:lnTo>
                    <a:pt x="4146820" y="627748"/>
                  </a:lnTo>
                  <a:lnTo>
                    <a:pt x="4146160" y="627748"/>
                  </a:lnTo>
                  <a:lnTo>
                    <a:pt x="4145499" y="627748"/>
                  </a:lnTo>
                  <a:lnTo>
                    <a:pt x="4144838" y="627748"/>
                  </a:lnTo>
                  <a:lnTo>
                    <a:pt x="4144178" y="627748"/>
                  </a:lnTo>
                  <a:lnTo>
                    <a:pt x="4143517" y="627748"/>
                  </a:lnTo>
                  <a:lnTo>
                    <a:pt x="4142857" y="627748"/>
                  </a:lnTo>
                  <a:lnTo>
                    <a:pt x="4142196" y="627748"/>
                  </a:lnTo>
                  <a:lnTo>
                    <a:pt x="4141536" y="627748"/>
                  </a:lnTo>
                  <a:lnTo>
                    <a:pt x="4140875" y="627748"/>
                  </a:lnTo>
                  <a:lnTo>
                    <a:pt x="4140215" y="627748"/>
                  </a:lnTo>
                  <a:lnTo>
                    <a:pt x="4139554" y="627748"/>
                  </a:lnTo>
                  <a:lnTo>
                    <a:pt x="4138894" y="627748"/>
                  </a:lnTo>
                  <a:lnTo>
                    <a:pt x="4138233" y="627748"/>
                  </a:lnTo>
                  <a:lnTo>
                    <a:pt x="4137573" y="627748"/>
                  </a:lnTo>
                  <a:lnTo>
                    <a:pt x="4136912" y="627748"/>
                  </a:lnTo>
                  <a:lnTo>
                    <a:pt x="4136252" y="627748"/>
                  </a:lnTo>
                  <a:lnTo>
                    <a:pt x="4135591" y="627748"/>
                  </a:lnTo>
                  <a:lnTo>
                    <a:pt x="4134930" y="627748"/>
                  </a:lnTo>
                  <a:lnTo>
                    <a:pt x="4134270" y="627748"/>
                  </a:lnTo>
                  <a:lnTo>
                    <a:pt x="4133609" y="627748"/>
                  </a:lnTo>
                  <a:lnTo>
                    <a:pt x="4132949" y="627748"/>
                  </a:lnTo>
                  <a:lnTo>
                    <a:pt x="4132288" y="627748"/>
                  </a:lnTo>
                  <a:lnTo>
                    <a:pt x="4131628" y="627748"/>
                  </a:lnTo>
                  <a:lnTo>
                    <a:pt x="4130967" y="627748"/>
                  </a:lnTo>
                  <a:lnTo>
                    <a:pt x="4130307" y="627748"/>
                  </a:lnTo>
                  <a:lnTo>
                    <a:pt x="4129646" y="627748"/>
                  </a:lnTo>
                  <a:lnTo>
                    <a:pt x="4128986" y="627748"/>
                  </a:lnTo>
                  <a:lnTo>
                    <a:pt x="4128325" y="627748"/>
                  </a:lnTo>
                  <a:lnTo>
                    <a:pt x="4127665" y="627748"/>
                  </a:lnTo>
                  <a:lnTo>
                    <a:pt x="4127004" y="627748"/>
                  </a:lnTo>
                  <a:lnTo>
                    <a:pt x="4126344" y="627748"/>
                  </a:lnTo>
                  <a:lnTo>
                    <a:pt x="4125683" y="627748"/>
                  </a:lnTo>
                  <a:lnTo>
                    <a:pt x="4125023" y="627748"/>
                  </a:lnTo>
                  <a:lnTo>
                    <a:pt x="4124362" y="627748"/>
                  </a:lnTo>
                  <a:lnTo>
                    <a:pt x="4123701" y="627748"/>
                  </a:lnTo>
                  <a:lnTo>
                    <a:pt x="4123041" y="627748"/>
                  </a:lnTo>
                  <a:lnTo>
                    <a:pt x="4122380" y="627748"/>
                  </a:lnTo>
                  <a:lnTo>
                    <a:pt x="4121720" y="627748"/>
                  </a:lnTo>
                  <a:lnTo>
                    <a:pt x="4121059" y="627748"/>
                  </a:lnTo>
                  <a:lnTo>
                    <a:pt x="4120399" y="627748"/>
                  </a:lnTo>
                  <a:lnTo>
                    <a:pt x="4119738" y="627748"/>
                  </a:lnTo>
                  <a:lnTo>
                    <a:pt x="4119078" y="627748"/>
                  </a:lnTo>
                  <a:lnTo>
                    <a:pt x="4118417" y="627748"/>
                  </a:lnTo>
                  <a:lnTo>
                    <a:pt x="4117757" y="627748"/>
                  </a:lnTo>
                  <a:lnTo>
                    <a:pt x="4117096" y="627748"/>
                  </a:lnTo>
                  <a:lnTo>
                    <a:pt x="4116436" y="627748"/>
                  </a:lnTo>
                  <a:lnTo>
                    <a:pt x="4115775" y="627748"/>
                  </a:lnTo>
                  <a:lnTo>
                    <a:pt x="4115115" y="627748"/>
                  </a:lnTo>
                  <a:lnTo>
                    <a:pt x="4114454" y="627748"/>
                  </a:lnTo>
                  <a:lnTo>
                    <a:pt x="4113793" y="627748"/>
                  </a:lnTo>
                  <a:lnTo>
                    <a:pt x="4113133" y="627748"/>
                  </a:lnTo>
                  <a:lnTo>
                    <a:pt x="4112472" y="627748"/>
                  </a:lnTo>
                  <a:lnTo>
                    <a:pt x="4111812" y="627748"/>
                  </a:lnTo>
                  <a:lnTo>
                    <a:pt x="4111151" y="627748"/>
                  </a:lnTo>
                  <a:lnTo>
                    <a:pt x="4110491" y="627748"/>
                  </a:lnTo>
                  <a:lnTo>
                    <a:pt x="4109830" y="627748"/>
                  </a:lnTo>
                  <a:lnTo>
                    <a:pt x="4109170" y="627748"/>
                  </a:lnTo>
                  <a:lnTo>
                    <a:pt x="4108509" y="627748"/>
                  </a:lnTo>
                  <a:lnTo>
                    <a:pt x="4107849" y="627748"/>
                  </a:lnTo>
                  <a:lnTo>
                    <a:pt x="4107188" y="627748"/>
                  </a:lnTo>
                  <a:lnTo>
                    <a:pt x="4106528" y="627748"/>
                  </a:lnTo>
                  <a:lnTo>
                    <a:pt x="4105867" y="627748"/>
                  </a:lnTo>
                  <a:lnTo>
                    <a:pt x="4105207" y="627748"/>
                  </a:lnTo>
                  <a:lnTo>
                    <a:pt x="4104546" y="627748"/>
                  </a:lnTo>
                  <a:lnTo>
                    <a:pt x="4103885" y="627748"/>
                  </a:lnTo>
                  <a:lnTo>
                    <a:pt x="4103225" y="627748"/>
                  </a:lnTo>
                  <a:lnTo>
                    <a:pt x="4102564" y="627748"/>
                  </a:lnTo>
                  <a:lnTo>
                    <a:pt x="4101904" y="627748"/>
                  </a:lnTo>
                  <a:lnTo>
                    <a:pt x="4101243" y="627748"/>
                  </a:lnTo>
                  <a:lnTo>
                    <a:pt x="4100583" y="627748"/>
                  </a:lnTo>
                  <a:lnTo>
                    <a:pt x="4099922" y="627748"/>
                  </a:lnTo>
                  <a:lnTo>
                    <a:pt x="4099262" y="627748"/>
                  </a:lnTo>
                  <a:lnTo>
                    <a:pt x="4098601" y="627748"/>
                  </a:lnTo>
                  <a:lnTo>
                    <a:pt x="4097941" y="627748"/>
                  </a:lnTo>
                  <a:lnTo>
                    <a:pt x="4097280" y="627748"/>
                  </a:lnTo>
                  <a:lnTo>
                    <a:pt x="4096620" y="627748"/>
                  </a:lnTo>
                  <a:lnTo>
                    <a:pt x="4095959" y="627748"/>
                  </a:lnTo>
                  <a:lnTo>
                    <a:pt x="4095299" y="627748"/>
                  </a:lnTo>
                  <a:lnTo>
                    <a:pt x="4094638" y="627748"/>
                  </a:lnTo>
                  <a:lnTo>
                    <a:pt x="4093977" y="627748"/>
                  </a:lnTo>
                  <a:lnTo>
                    <a:pt x="4093317" y="627748"/>
                  </a:lnTo>
                  <a:lnTo>
                    <a:pt x="4092656" y="627748"/>
                  </a:lnTo>
                  <a:lnTo>
                    <a:pt x="4091996" y="627748"/>
                  </a:lnTo>
                  <a:lnTo>
                    <a:pt x="4091335" y="627748"/>
                  </a:lnTo>
                  <a:lnTo>
                    <a:pt x="4090675" y="627748"/>
                  </a:lnTo>
                  <a:lnTo>
                    <a:pt x="4090014" y="627748"/>
                  </a:lnTo>
                  <a:lnTo>
                    <a:pt x="4089354" y="627748"/>
                  </a:lnTo>
                  <a:lnTo>
                    <a:pt x="4088693" y="627748"/>
                  </a:lnTo>
                  <a:lnTo>
                    <a:pt x="4088033" y="627748"/>
                  </a:lnTo>
                  <a:lnTo>
                    <a:pt x="4087372" y="627748"/>
                  </a:lnTo>
                  <a:lnTo>
                    <a:pt x="4086712" y="627748"/>
                  </a:lnTo>
                  <a:lnTo>
                    <a:pt x="4086051" y="627748"/>
                  </a:lnTo>
                  <a:lnTo>
                    <a:pt x="4085391" y="627748"/>
                  </a:lnTo>
                  <a:lnTo>
                    <a:pt x="4084730" y="627748"/>
                  </a:lnTo>
                  <a:lnTo>
                    <a:pt x="4084070" y="627748"/>
                  </a:lnTo>
                  <a:lnTo>
                    <a:pt x="4083409" y="627748"/>
                  </a:lnTo>
                  <a:lnTo>
                    <a:pt x="4082748" y="627748"/>
                  </a:lnTo>
                  <a:lnTo>
                    <a:pt x="4082088" y="627748"/>
                  </a:lnTo>
                  <a:lnTo>
                    <a:pt x="4081427" y="627748"/>
                  </a:lnTo>
                  <a:lnTo>
                    <a:pt x="4080767" y="627748"/>
                  </a:lnTo>
                  <a:lnTo>
                    <a:pt x="4080106" y="627748"/>
                  </a:lnTo>
                  <a:lnTo>
                    <a:pt x="4079446" y="627748"/>
                  </a:lnTo>
                  <a:lnTo>
                    <a:pt x="4078785" y="627748"/>
                  </a:lnTo>
                  <a:lnTo>
                    <a:pt x="4078125" y="627748"/>
                  </a:lnTo>
                  <a:lnTo>
                    <a:pt x="4077464" y="627748"/>
                  </a:lnTo>
                  <a:lnTo>
                    <a:pt x="4076804" y="627748"/>
                  </a:lnTo>
                  <a:lnTo>
                    <a:pt x="4076143" y="627748"/>
                  </a:lnTo>
                  <a:lnTo>
                    <a:pt x="4075483" y="627748"/>
                  </a:lnTo>
                  <a:lnTo>
                    <a:pt x="4074822" y="627748"/>
                  </a:lnTo>
                  <a:lnTo>
                    <a:pt x="4074162" y="627748"/>
                  </a:lnTo>
                  <a:lnTo>
                    <a:pt x="4073501" y="627748"/>
                  </a:lnTo>
                  <a:lnTo>
                    <a:pt x="4072840" y="627748"/>
                  </a:lnTo>
                  <a:lnTo>
                    <a:pt x="4072180" y="627748"/>
                  </a:lnTo>
                  <a:lnTo>
                    <a:pt x="4071519" y="627748"/>
                  </a:lnTo>
                  <a:lnTo>
                    <a:pt x="4070859" y="627748"/>
                  </a:lnTo>
                  <a:lnTo>
                    <a:pt x="4070198" y="627748"/>
                  </a:lnTo>
                  <a:lnTo>
                    <a:pt x="4069538" y="627748"/>
                  </a:lnTo>
                  <a:lnTo>
                    <a:pt x="4068877" y="627748"/>
                  </a:lnTo>
                  <a:lnTo>
                    <a:pt x="4068217" y="627748"/>
                  </a:lnTo>
                  <a:lnTo>
                    <a:pt x="4067556" y="627748"/>
                  </a:lnTo>
                  <a:lnTo>
                    <a:pt x="4066896" y="627748"/>
                  </a:lnTo>
                  <a:lnTo>
                    <a:pt x="4066235" y="627748"/>
                  </a:lnTo>
                  <a:lnTo>
                    <a:pt x="4065575" y="627748"/>
                  </a:lnTo>
                  <a:lnTo>
                    <a:pt x="4064914" y="627748"/>
                  </a:lnTo>
                  <a:lnTo>
                    <a:pt x="4064254" y="627748"/>
                  </a:lnTo>
                  <a:lnTo>
                    <a:pt x="4063593" y="627748"/>
                  </a:lnTo>
                  <a:lnTo>
                    <a:pt x="4062932" y="627748"/>
                  </a:lnTo>
                  <a:lnTo>
                    <a:pt x="4062272" y="627748"/>
                  </a:lnTo>
                  <a:lnTo>
                    <a:pt x="4061611" y="627748"/>
                  </a:lnTo>
                  <a:lnTo>
                    <a:pt x="4060951" y="627748"/>
                  </a:lnTo>
                  <a:lnTo>
                    <a:pt x="4060290" y="627748"/>
                  </a:lnTo>
                  <a:lnTo>
                    <a:pt x="4059630" y="627748"/>
                  </a:lnTo>
                  <a:lnTo>
                    <a:pt x="4058969" y="627748"/>
                  </a:lnTo>
                  <a:lnTo>
                    <a:pt x="4058309" y="627748"/>
                  </a:lnTo>
                  <a:lnTo>
                    <a:pt x="4057648" y="627748"/>
                  </a:lnTo>
                  <a:lnTo>
                    <a:pt x="4056988" y="627748"/>
                  </a:lnTo>
                  <a:lnTo>
                    <a:pt x="4056327" y="627748"/>
                  </a:lnTo>
                  <a:lnTo>
                    <a:pt x="4055667" y="627748"/>
                  </a:lnTo>
                  <a:lnTo>
                    <a:pt x="4055006" y="627748"/>
                  </a:lnTo>
                  <a:lnTo>
                    <a:pt x="4054346" y="627748"/>
                  </a:lnTo>
                  <a:lnTo>
                    <a:pt x="4053685" y="627748"/>
                  </a:lnTo>
                  <a:lnTo>
                    <a:pt x="4053025" y="627748"/>
                  </a:lnTo>
                  <a:lnTo>
                    <a:pt x="4052364" y="627748"/>
                  </a:lnTo>
                  <a:lnTo>
                    <a:pt x="4051703" y="627748"/>
                  </a:lnTo>
                  <a:lnTo>
                    <a:pt x="4051043" y="627748"/>
                  </a:lnTo>
                  <a:lnTo>
                    <a:pt x="4050382" y="627748"/>
                  </a:lnTo>
                  <a:lnTo>
                    <a:pt x="4049722" y="627748"/>
                  </a:lnTo>
                  <a:lnTo>
                    <a:pt x="4049061" y="627748"/>
                  </a:lnTo>
                  <a:lnTo>
                    <a:pt x="4048401" y="627748"/>
                  </a:lnTo>
                  <a:lnTo>
                    <a:pt x="4047740" y="627748"/>
                  </a:lnTo>
                  <a:lnTo>
                    <a:pt x="4047080" y="627748"/>
                  </a:lnTo>
                  <a:lnTo>
                    <a:pt x="4046419" y="627748"/>
                  </a:lnTo>
                  <a:lnTo>
                    <a:pt x="4045759" y="627748"/>
                  </a:lnTo>
                  <a:lnTo>
                    <a:pt x="4045098" y="627748"/>
                  </a:lnTo>
                  <a:lnTo>
                    <a:pt x="4044438" y="627748"/>
                  </a:lnTo>
                  <a:lnTo>
                    <a:pt x="4043777" y="627748"/>
                  </a:lnTo>
                  <a:lnTo>
                    <a:pt x="4043117" y="627748"/>
                  </a:lnTo>
                  <a:lnTo>
                    <a:pt x="4042456" y="627748"/>
                  </a:lnTo>
                  <a:lnTo>
                    <a:pt x="4041795" y="627748"/>
                  </a:lnTo>
                  <a:lnTo>
                    <a:pt x="4041135" y="627748"/>
                  </a:lnTo>
                  <a:lnTo>
                    <a:pt x="4040474" y="627748"/>
                  </a:lnTo>
                  <a:lnTo>
                    <a:pt x="4039814" y="627748"/>
                  </a:lnTo>
                  <a:lnTo>
                    <a:pt x="4039153" y="627748"/>
                  </a:lnTo>
                  <a:lnTo>
                    <a:pt x="4038493" y="627748"/>
                  </a:lnTo>
                  <a:lnTo>
                    <a:pt x="4037832" y="627748"/>
                  </a:lnTo>
                  <a:lnTo>
                    <a:pt x="4037172" y="627748"/>
                  </a:lnTo>
                  <a:lnTo>
                    <a:pt x="4036511" y="627748"/>
                  </a:lnTo>
                  <a:lnTo>
                    <a:pt x="4035851" y="627748"/>
                  </a:lnTo>
                  <a:lnTo>
                    <a:pt x="4035190" y="627748"/>
                  </a:lnTo>
                  <a:lnTo>
                    <a:pt x="4034530" y="627748"/>
                  </a:lnTo>
                  <a:lnTo>
                    <a:pt x="4033869" y="627748"/>
                  </a:lnTo>
                  <a:lnTo>
                    <a:pt x="4033209" y="627748"/>
                  </a:lnTo>
                  <a:lnTo>
                    <a:pt x="4032548" y="627748"/>
                  </a:lnTo>
                  <a:lnTo>
                    <a:pt x="4031887" y="627748"/>
                  </a:lnTo>
                  <a:lnTo>
                    <a:pt x="4031227" y="627748"/>
                  </a:lnTo>
                  <a:lnTo>
                    <a:pt x="4030566" y="627748"/>
                  </a:lnTo>
                  <a:lnTo>
                    <a:pt x="4029906" y="627748"/>
                  </a:lnTo>
                  <a:lnTo>
                    <a:pt x="4029245" y="627748"/>
                  </a:lnTo>
                  <a:lnTo>
                    <a:pt x="4028585" y="627748"/>
                  </a:lnTo>
                  <a:lnTo>
                    <a:pt x="4027924" y="627748"/>
                  </a:lnTo>
                  <a:lnTo>
                    <a:pt x="4027264" y="627748"/>
                  </a:lnTo>
                  <a:lnTo>
                    <a:pt x="4026603" y="627748"/>
                  </a:lnTo>
                  <a:lnTo>
                    <a:pt x="4025943" y="627748"/>
                  </a:lnTo>
                  <a:lnTo>
                    <a:pt x="4025282" y="627748"/>
                  </a:lnTo>
                  <a:lnTo>
                    <a:pt x="4024622" y="627748"/>
                  </a:lnTo>
                  <a:lnTo>
                    <a:pt x="4023961" y="627748"/>
                  </a:lnTo>
                  <a:lnTo>
                    <a:pt x="4023301" y="627748"/>
                  </a:lnTo>
                  <a:lnTo>
                    <a:pt x="4022640" y="627748"/>
                  </a:lnTo>
                  <a:lnTo>
                    <a:pt x="4021979" y="627748"/>
                  </a:lnTo>
                  <a:lnTo>
                    <a:pt x="4021319" y="627748"/>
                  </a:lnTo>
                  <a:lnTo>
                    <a:pt x="4020658" y="627748"/>
                  </a:lnTo>
                  <a:lnTo>
                    <a:pt x="4019998" y="627748"/>
                  </a:lnTo>
                  <a:lnTo>
                    <a:pt x="4019337" y="627748"/>
                  </a:lnTo>
                  <a:lnTo>
                    <a:pt x="4018677" y="627748"/>
                  </a:lnTo>
                  <a:lnTo>
                    <a:pt x="4018016" y="627748"/>
                  </a:lnTo>
                  <a:lnTo>
                    <a:pt x="4017356" y="627748"/>
                  </a:lnTo>
                  <a:lnTo>
                    <a:pt x="4016695" y="627748"/>
                  </a:lnTo>
                  <a:lnTo>
                    <a:pt x="4016035" y="627748"/>
                  </a:lnTo>
                  <a:lnTo>
                    <a:pt x="4015374" y="627748"/>
                  </a:lnTo>
                  <a:lnTo>
                    <a:pt x="4014714" y="627748"/>
                  </a:lnTo>
                  <a:lnTo>
                    <a:pt x="4014053" y="627748"/>
                  </a:lnTo>
                  <a:lnTo>
                    <a:pt x="4013393" y="627748"/>
                  </a:lnTo>
                  <a:lnTo>
                    <a:pt x="4012732" y="627748"/>
                  </a:lnTo>
                  <a:lnTo>
                    <a:pt x="4012072" y="627748"/>
                  </a:lnTo>
                  <a:lnTo>
                    <a:pt x="4011411" y="627748"/>
                  </a:lnTo>
                  <a:lnTo>
                    <a:pt x="4010750" y="627748"/>
                  </a:lnTo>
                  <a:lnTo>
                    <a:pt x="4010090" y="627748"/>
                  </a:lnTo>
                  <a:lnTo>
                    <a:pt x="4009429" y="627748"/>
                  </a:lnTo>
                  <a:lnTo>
                    <a:pt x="4008769" y="627748"/>
                  </a:lnTo>
                  <a:lnTo>
                    <a:pt x="4008108" y="627748"/>
                  </a:lnTo>
                  <a:lnTo>
                    <a:pt x="4007448" y="627748"/>
                  </a:lnTo>
                  <a:lnTo>
                    <a:pt x="4006787" y="627748"/>
                  </a:lnTo>
                  <a:lnTo>
                    <a:pt x="4006127" y="627748"/>
                  </a:lnTo>
                  <a:lnTo>
                    <a:pt x="4005466" y="627748"/>
                  </a:lnTo>
                  <a:lnTo>
                    <a:pt x="4004806" y="627748"/>
                  </a:lnTo>
                  <a:lnTo>
                    <a:pt x="4004145" y="627748"/>
                  </a:lnTo>
                  <a:lnTo>
                    <a:pt x="4003485" y="627748"/>
                  </a:lnTo>
                  <a:lnTo>
                    <a:pt x="4002824" y="627748"/>
                  </a:lnTo>
                  <a:lnTo>
                    <a:pt x="4002164" y="627748"/>
                  </a:lnTo>
                  <a:lnTo>
                    <a:pt x="4001503" y="627748"/>
                  </a:lnTo>
                  <a:lnTo>
                    <a:pt x="4000842" y="627748"/>
                  </a:lnTo>
                  <a:lnTo>
                    <a:pt x="4000182" y="627748"/>
                  </a:lnTo>
                  <a:lnTo>
                    <a:pt x="3999521" y="627748"/>
                  </a:lnTo>
                  <a:lnTo>
                    <a:pt x="3998861" y="627748"/>
                  </a:lnTo>
                  <a:lnTo>
                    <a:pt x="3998200" y="627748"/>
                  </a:lnTo>
                  <a:lnTo>
                    <a:pt x="3997540" y="627748"/>
                  </a:lnTo>
                  <a:lnTo>
                    <a:pt x="3996879" y="627748"/>
                  </a:lnTo>
                  <a:lnTo>
                    <a:pt x="3996219" y="627748"/>
                  </a:lnTo>
                  <a:lnTo>
                    <a:pt x="3995558" y="627748"/>
                  </a:lnTo>
                  <a:lnTo>
                    <a:pt x="3994898" y="627748"/>
                  </a:lnTo>
                  <a:lnTo>
                    <a:pt x="3994237" y="627748"/>
                  </a:lnTo>
                  <a:lnTo>
                    <a:pt x="3993577" y="627748"/>
                  </a:lnTo>
                  <a:lnTo>
                    <a:pt x="3992916" y="627748"/>
                  </a:lnTo>
                  <a:lnTo>
                    <a:pt x="3992256" y="627748"/>
                  </a:lnTo>
                  <a:lnTo>
                    <a:pt x="3991595" y="627748"/>
                  </a:lnTo>
                  <a:lnTo>
                    <a:pt x="3990934" y="627748"/>
                  </a:lnTo>
                  <a:lnTo>
                    <a:pt x="3990274" y="627748"/>
                  </a:lnTo>
                  <a:lnTo>
                    <a:pt x="3989613" y="627748"/>
                  </a:lnTo>
                  <a:lnTo>
                    <a:pt x="3988953" y="627748"/>
                  </a:lnTo>
                  <a:lnTo>
                    <a:pt x="3988292" y="627748"/>
                  </a:lnTo>
                  <a:lnTo>
                    <a:pt x="3987632" y="627748"/>
                  </a:lnTo>
                  <a:lnTo>
                    <a:pt x="3986971" y="627748"/>
                  </a:lnTo>
                  <a:lnTo>
                    <a:pt x="3986311" y="627748"/>
                  </a:lnTo>
                  <a:lnTo>
                    <a:pt x="3985650" y="627748"/>
                  </a:lnTo>
                  <a:lnTo>
                    <a:pt x="3984990" y="627748"/>
                  </a:lnTo>
                  <a:lnTo>
                    <a:pt x="3984329" y="627748"/>
                  </a:lnTo>
                  <a:lnTo>
                    <a:pt x="3983669" y="627748"/>
                  </a:lnTo>
                  <a:lnTo>
                    <a:pt x="3983008" y="627748"/>
                  </a:lnTo>
                  <a:lnTo>
                    <a:pt x="3982348" y="627748"/>
                  </a:lnTo>
                  <a:lnTo>
                    <a:pt x="3981687" y="627748"/>
                  </a:lnTo>
                  <a:lnTo>
                    <a:pt x="3981027" y="627748"/>
                  </a:lnTo>
                  <a:lnTo>
                    <a:pt x="3980366" y="627748"/>
                  </a:lnTo>
                  <a:lnTo>
                    <a:pt x="3979705" y="627748"/>
                  </a:lnTo>
                  <a:lnTo>
                    <a:pt x="3979045" y="627748"/>
                  </a:lnTo>
                  <a:lnTo>
                    <a:pt x="3978384" y="627748"/>
                  </a:lnTo>
                  <a:lnTo>
                    <a:pt x="3977724" y="627748"/>
                  </a:lnTo>
                  <a:lnTo>
                    <a:pt x="3977063" y="627748"/>
                  </a:lnTo>
                  <a:lnTo>
                    <a:pt x="3976403" y="627748"/>
                  </a:lnTo>
                  <a:lnTo>
                    <a:pt x="3975742" y="627748"/>
                  </a:lnTo>
                  <a:lnTo>
                    <a:pt x="3975082" y="627748"/>
                  </a:lnTo>
                  <a:lnTo>
                    <a:pt x="3974421" y="627748"/>
                  </a:lnTo>
                  <a:lnTo>
                    <a:pt x="3973761" y="627748"/>
                  </a:lnTo>
                  <a:lnTo>
                    <a:pt x="3973100" y="627748"/>
                  </a:lnTo>
                  <a:lnTo>
                    <a:pt x="3972440" y="627748"/>
                  </a:lnTo>
                  <a:lnTo>
                    <a:pt x="3971779" y="627748"/>
                  </a:lnTo>
                  <a:lnTo>
                    <a:pt x="3971119" y="627748"/>
                  </a:lnTo>
                  <a:lnTo>
                    <a:pt x="3970458" y="627748"/>
                  </a:lnTo>
                  <a:lnTo>
                    <a:pt x="3969797" y="627748"/>
                  </a:lnTo>
                  <a:lnTo>
                    <a:pt x="3969137" y="627748"/>
                  </a:lnTo>
                  <a:lnTo>
                    <a:pt x="3968476" y="627748"/>
                  </a:lnTo>
                  <a:lnTo>
                    <a:pt x="3967816" y="627748"/>
                  </a:lnTo>
                  <a:lnTo>
                    <a:pt x="3967155" y="627748"/>
                  </a:lnTo>
                  <a:lnTo>
                    <a:pt x="3966495" y="627748"/>
                  </a:lnTo>
                  <a:lnTo>
                    <a:pt x="3965834" y="627748"/>
                  </a:lnTo>
                  <a:lnTo>
                    <a:pt x="3965174" y="627748"/>
                  </a:lnTo>
                  <a:lnTo>
                    <a:pt x="3964513" y="627748"/>
                  </a:lnTo>
                  <a:lnTo>
                    <a:pt x="3963853" y="627748"/>
                  </a:lnTo>
                  <a:lnTo>
                    <a:pt x="3963192" y="627748"/>
                  </a:lnTo>
                  <a:lnTo>
                    <a:pt x="3962532" y="627748"/>
                  </a:lnTo>
                  <a:lnTo>
                    <a:pt x="3961871" y="627748"/>
                  </a:lnTo>
                  <a:lnTo>
                    <a:pt x="3961211" y="627748"/>
                  </a:lnTo>
                  <a:lnTo>
                    <a:pt x="3960550" y="627748"/>
                  </a:lnTo>
                  <a:lnTo>
                    <a:pt x="3959889" y="627748"/>
                  </a:lnTo>
                  <a:lnTo>
                    <a:pt x="3959229" y="627748"/>
                  </a:lnTo>
                  <a:lnTo>
                    <a:pt x="3958568" y="627748"/>
                  </a:lnTo>
                  <a:lnTo>
                    <a:pt x="3957908" y="627748"/>
                  </a:lnTo>
                  <a:lnTo>
                    <a:pt x="3957247" y="627748"/>
                  </a:lnTo>
                  <a:lnTo>
                    <a:pt x="3956587" y="627748"/>
                  </a:lnTo>
                  <a:lnTo>
                    <a:pt x="3955926" y="627748"/>
                  </a:lnTo>
                  <a:lnTo>
                    <a:pt x="3955266" y="627748"/>
                  </a:lnTo>
                  <a:lnTo>
                    <a:pt x="3954605" y="627748"/>
                  </a:lnTo>
                  <a:lnTo>
                    <a:pt x="3953945" y="627748"/>
                  </a:lnTo>
                  <a:lnTo>
                    <a:pt x="3953284" y="627748"/>
                  </a:lnTo>
                  <a:lnTo>
                    <a:pt x="3952624" y="627748"/>
                  </a:lnTo>
                  <a:lnTo>
                    <a:pt x="3951963" y="627748"/>
                  </a:lnTo>
                  <a:lnTo>
                    <a:pt x="3951303" y="627748"/>
                  </a:lnTo>
                  <a:lnTo>
                    <a:pt x="3950642" y="627748"/>
                  </a:lnTo>
                  <a:lnTo>
                    <a:pt x="3949981" y="627748"/>
                  </a:lnTo>
                  <a:lnTo>
                    <a:pt x="3949321" y="627748"/>
                  </a:lnTo>
                  <a:lnTo>
                    <a:pt x="3948660" y="627748"/>
                  </a:lnTo>
                  <a:lnTo>
                    <a:pt x="3948000" y="627748"/>
                  </a:lnTo>
                  <a:lnTo>
                    <a:pt x="3947339" y="627748"/>
                  </a:lnTo>
                  <a:lnTo>
                    <a:pt x="3946679" y="627748"/>
                  </a:lnTo>
                  <a:lnTo>
                    <a:pt x="3946018" y="627748"/>
                  </a:lnTo>
                  <a:lnTo>
                    <a:pt x="3945358" y="627748"/>
                  </a:lnTo>
                  <a:lnTo>
                    <a:pt x="3944697" y="627748"/>
                  </a:lnTo>
                  <a:lnTo>
                    <a:pt x="3944037" y="627748"/>
                  </a:lnTo>
                  <a:lnTo>
                    <a:pt x="3943376" y="627748"/>
                  </a:lnTo>
                  <a:lnTo>
                    <a:pt x="3942716" y="627748"/>
                  </a:lnTo>
                  <a:lnTo>
                    <a:pt x="3942055" y="627748"/>
                  </a:lnTo>
                  <a:lnTo>
                    <a:pt x="3941395" y="627748"/>
                  </a:lnTo>
                  <a:lnTo>
                    <a:pt x="3940734" y="627748"/>
                  </a:lnTo>
                  <a:lnTo>
                    <a:pt x="3940074" y="627748"/>
                  </a:lnTo>
                  <a:lnTo>
                    <a:pt x="3939413" y="627748"/>
                  </a:lnTo>
                  <a:lnTo>
                    <a:pt x="3938752" y="627748"/>
                  </a:lnTo>
                  <a:lnTo>
                    <a:pt x="3938092" y="627748"/>
                  </a:lnTo>
                  <a:lnTo>
                    <a:pt x="3937431" y="627748"/>
                  </a:lnTo>
                  <a:lnTo>
                    <a:pt x="3936771" y="627748"/>
                  </a:lnTo>
                  <a:lnTo>
                    <a:pt x="3936110" y="627748"/>
                  </a:lnTo>
                  <a:lnTo>
                    <a:pt x="3935450" y="627748"/>
                  </a:lnTo>
                  <a:lnTo>
                    <a:pt x="3934789" y="627748"/>
                  </a:lnTo>
                  <a:lnTo>
                    <a:pt x="3934129" y="627748"/>
                  </a:lnTo>
                  <a:lnTo>
                    <a:pt x="3933468" y="627748"/>
                  </a:lnTo>
                  <a:lnTo>
                    <a:pt x="3932808" y="627748"/>
                  </a:lnTo>
                  <a:lnTo>
                    <a:pt x="3932147" y="627748"/>
                  </a:lnTo>
                  <a:lnTo>
                    <a:pt x="3931487" y="627748"/>
                  </a:lnTo>
                  <a:lnTo>
                    <a:pt x="3930826" y="627748"/>
                  </a:lnTo>
                  <a:lnTo>
                    <a:pt x="3930166" y="627748"/>
                  </a:lnTo>
                  <a:lnTo>
                    <a:pt x="3929505" y="627748"/>
                  </a:lnTo>
                  <a:lnTo>
                    <a:pt x="3928844" y="627748"/>
                  </a:lnTo>
                  <a:lnTo>
                    <a:pt x="3928184" y="627748"/>
                  </a:lnTo>
                  <a:lnTo>
                    <a:pt x="3927523" y="627748"/>
                  </a:lnTo>
                  <a:lnTo>
                    <a:pt x="3926863" y="627748"/>
                  </a:lnTo>
                  <a:lnTo>
                    <a:pt x="3926202" y="627748"/>
                  </a:lnTo>
                  <a:lnTo>
                    <a:pt x="3925542" y="627748"/>
                  </a:lnTo>
                  <a:lnTo>
                    <a:pt x="3924881" y="627748"/>
                  </a:lnTo>
                  <a:lnTo>
                    <a:pt x="3924221" y="627748"/>
                  </a:lnTo>
                  <a:lnTo>
                    <a:pt x="3923560" y="627748"/>
                  </a:lnTo>
                  <a:lnTo>
                    <a:pt x="3922900" y="627748"/>
                  </a:lnTo>
                  <a:lnTo>
                    <a:pt x="3922239" y="627748"/>
                  </a:lnTo>
                  <a:lnTo>
                    <a:pt x="3921579" y="627748"/>
                  </a:lnTo>
                  <a:lnTo>
                    <a:pt x="3920918" y="627748"/>
                  </a:lnTo>
                  <a:lnTo>
                    <a:pt x="3920258" y="627748"/>
                  </a:lnTo>
                  <a:lnTo>
                    <a:pt x="3919597" y="627748"/>
                  </a:lnTo>
                  <a:lnTo>
                    <a:pt x="3918936" y="627748"/>
                  </a:lnTo>
                  <a:lnTo>
                    <a:pt x="3918276" y="627748"/>
                  </a:lnTo>
                  <a:lnTo>
                    <a:pt x="3917615" y="627748"/>
                  </a:lnTo>
                  <a:lnTo>
                    <a:pt x="3916955" y="627748"/>
                  </a:lnTo>
                  <a:lnTo>
                    <a:pt x="3916294" y="627748"/>
                  </a:lnTo>
                  <a:lnTo>
                    <a:pt x="3915634" y="627748"/>
                  </a:lnTo>
                  <a:lnTo>
                    <a:pt x="3914973" y="627748"/>
                  </a:lnTo>
                  <a:lnTo>
                    <a:pt x="3914313" y="627748"/>
                  </a:lnTo>
                  <a:lnTo>
                    <a:pt x="3913652" y="627748"/>
                  </a:lnTo>
                  <a:lnTo>
                    <a:pt x="3912992" y="627748"/>
                  </a:lnTo>
                  <a:lnTo>
                    <a:pt x="3912331" y="627748"/>
                  </a:lnTo>
                  <a:lnTo>
                    <a:pt x="3911671" y="627748"/>
                  </a:lnTo>
                  <a:lnTo>
                    <a:pt x="3911010" y="627748"/>
                  </a:lnTo>
                  <a:lnTo>
                    <a:pt x="3910350" y="627748"/>
                  </a:lnTo>
                  <a:lnTo>
                    <a:pt x="3909689" y="627748"/>
                  </a:lnTo>
                  <a:lnTo>
                    <a:pt x="3909029" y="627748"/>
                  </a:lnTo>
                  <a:lnTo>
                    <a:pt x="3908368" y="627748"/>
                  </a:lnTo>
                  <a:lnTo>
                    <a:pt x="3907707" y="627748"/>
                  </a:lnTo>
                  <a:lnTo>
                    <a:pt x="3907047" y="627748"/>
                  </a:lnTo>
                  <a:lnTo>
                    <a:pt x="3906386" y="627748"/>
                  </a:lnTo>
                  <a:lnTo>
                    <a:pt x="3905726" y="627748"/>
                  </a:lnTo>
                  <a:lnTo>
                    <a:pt x="3905065" y="627748"/>
                  </a:lnTo>
                  <a:lnTo>
                    <a:pt x="3904405" y="627748"/>
                  </a:lnTo>
                  <a:lnTo>
                    <a:pt x="3903744" y="627748"/>
                  </a:lnTo>
                  <a:lnTo>
                    <a:pt x="3903084" y="627748"/>
                  </a:lnTo>
                  <a:lnTo>
                    <a:pt x="3902423" y="627748"/>
                  </a:lnTo>
                  <a:lnTo>
                    <a:pt x="3901763" y="627748"/>
                  </a:lnTo>
                  <a:lnTo>
                    <a:pt x="3901102" y="627748"/>
                  </a:lnTo>
                  <a:lnTo>
                    <a:pt x="3900442" y="627748"/>
                  </a:lnTo>
                  <a:lnTo>
                    <a:pt x="3899781" y="627748"/>
                  </a:lnTo>
                  <a:lnTo>
                    <a:pt x="3899121" y="627748"/>
                  </a:lnTo>
                  <a:lnTo>
                    <a:pt x="3898460" y="627748"/>
                  </a:lnTo>
                  <a:lnTo>
                    <a:pt x="3897799" y="627748"/>
                  </a:lnTo>
                  <a:lnTo>
                    <a:pt x="3897139" y="627748"/>
                  </a:lnTo>
                  <a:lnTo>
                    <a:pt x="3896478" y="627748"/>
                  </a:lnTo>
                  <a:lnTo>
                    <a:pt x="3895818" y="627748"/>
                  </a:lnTo>
                  <a:lnTo>
                    <a:pt x="3895157" y="627748"/>
                  </a:lnTo>
                  <a:lnTo>
                    <a:pt x="3894497" y="627748"/>
                  </a:lnTo>
                  <a:lnTo>
                    <a:pt x="3893836" y="627748"/>
                  </a:lnTo>
                  <a:lnTo>
                    <a:pt x="3893176" y="627748"/>
                  </a:lnTo>
                  <a:lnTo>
                    <a:pt x="3892515" y="627748"/>
                  </a:lnTo>
                  <a:lnTo>
                    <a:pt x="3891855" y="627748"/>
                  </a:lnTo>
                  <a:lnTo>
                    <a:pt x="3891194" y="627748"/>
                  </a:lnTo>
                  <a:lnTo>
                    <a:pt x="3890534" y="627748"/>
                  </a:lnTo>
                  <a:lnTo>
                    <a:pt x="3889873" y="627748"/>
                  </a:lnTo>
                  <a:lnTo>
                    <a:pt x="3889213" y="627748"/>
                  </a:lnTo>
                  <a:lnTo>
                    <a:pt x="3888552" y="627748"/>
                  </a:lnTo>
                  <a:lnTo>
                    <a:pt x="3887891" y="627748"/>
                  </a:lnTo>
                  <a:lnTo>
                    <a:pt x="3887231" y="627748"/>
                  </a:lnTo>
                  <a:lnTo>
                    <a:pt x="3886570" y="627748"/>
                  </a:lnTo>
                  <a:lnTo>
                    <a:pt x="3885910" y="627748"/>
                  </a:lnTo>
                  <a:lnTo>
                    <a:pt x="3885249" y="627748"/>
                  </a:lnTo>
                  <a:lnTo>
                    <a:pt x="3884589" y="627748"/>
                  </a:lnTo>
                  <a:lnTo>
                    <a:pt x="3883928" y="627748"/>
                  </a:lnTo>
                  <a:lnTo>
                    <a:pt x="3883268" y="627748"/>
                  </a:lnTo>
                  <a:lnTo>
                    <a:pt x="3882607" y="627748"/>
                  </a:lnTo>
                  <a:lnTo>
                    <a:pt x="3881947" y="627748"/>
                  </a:lnTo>
                  <a:lnTo>
                    <a:pt x="3881286" y="627748"/>
                  </a:lnTo>
                  <a:lnTo>
                    <a:pt x="3880626" y="627748"/>
                  </a:lnTo>
                  <a:lnTo>
                    <a:pt x="3879965" y="627748"/>
                  </a:lnTo>
                  <a:lnTo>
                    <a:pt x="3879305" y="627748"/>
                  </a:lnTo>
                  <a:lnTo>
                    <a:pt x="3878644" y="627748"/>
                  </a:lnTo>
                  <a:lnTo>
                    <a:pt x="3877983" y="627748"/>
                  </a:lnTo>
                  <a:lnTo>
                    <a:pt x="3877323" y="627748"/>
                  </a:lnTo>
                  <a:lnTo>
                    <a:pt x="3876662" y="627748"/>
                  </a:lnTo>
                  <a:lnTo>
                    <a:pt x="3876002" y="627748"/>
                  </a:lnTo>
                  <a:lnTo>
                    <a:pt x="3875341" y="627748"/>
                  </a:lnTo>
                  <a:lnTo>
                    <a:pt x="3874681" y="627748"/>
                  </a:lnTo>
                  <a:lnTo>
                    <a:pt x="3874020" y="627748"/>
                  </a:lnTo>
                  <a:lnTo>
                    <a:pt x="3873360" y="627748"/>
                  </a:lnTo>
                  <a:lnTo>
                    <a:pt x="3872699" y="627748"/>
                  </a:lnTo>
                  <a:lnTo>
                    <a:pt x="3872039" y="627748"/>
                  </a:lnTo>
                  <a:lnTo>
                    <a:pt x="3871378" y="627748"/>
                  </a:lnTo>
                  <a:lnTo>
                    <a:pt x="3870718" y="627748"/>
                  </a:lnTo>
                  <a:lnTo>
                    <a:pt x="3870057" y="627748"/>
                  </a:lnTo>
                  <a:lnTo>
                    <a:pt x="3869397" y="627748"/>
                  </a:lnTo>
                  <a:lnTo>
                    <a:pt x="3868736" y="627748"/>
                  </a:lnTo>
                  <a:lnTo>
                    <a:pt x="3868076" y="627748"/>
                  </a:lnTo>
                  <a:lnTo>
                    <a:pt x="3867415" y="627748"/>
                  </a:lnTo>
                  <a:lnTo>
                    <a:pt x="3866754" y="627748"/>
                  </a:lnTo>
                  <a:lnTo>
                    <a:pt x="3866094" y="627748"/>
                  </a:lnTo>
                  <a:lnTo>
                    <a:pt x="3865433" y="627748"/>
                  </a:lnTo>
                  <a:lnTo>
                    <a:pt x="3864773" y="627748"/>
                  </a:lnTo>
                  <a:lnTo>
                    <a:pt x="3864112" y="627748"/>
                  </a:lnTo>
                  <a:lnTo>
                    <a:pt x="3863452" y="627748"/>
                  </a:lnTo>
                  <a:lnTo>
                    <a:pt x="3862791" y="627748"/>
                  </a:lnTo>
                  <a:lnTo>
                    <a:pt x="3862131" y="627748"/>
                  </a:lnTo>
                  <a:lnTo>
                    <a:pt x="3861470" y="627748"/>
                  </a:lnTo>
                  <a:lnTo>
                    <a:pt x="3860810" y="627748"/>
                  </a:lnTo>
                  <a:lnTo>
                    <a:pt x="3860149" y="627748"/>
                  </a:lnTo>
                  <a:lnTo>
                    <a:pt x="3859489" y="627748"/>
                  </a:lnTo>
                  <a:lnTo>
                    <a:pt x="3858828" y="627748"/>
                  </a:lnTo>
                  <a:lnTo>
                    <a:pt x="3858168" y="627748"/>
                  </a:lnTo>
                  <a:lnTo>
                    <a:pt x="3857507" y="627748"/>
                  </a:lnTo>
                  <a:lnTo>
                    <a:pt x="3856846" y="627748"/>
                  </a:lnTo>
                  <a:lnTo>
                    <a:pt x="3856186" y="627748"/>
                  </a:lnTo>
                  <a:lnTo>
                    <a:pt x="3855525" y="627748"/>
                  </a:lnTo>
                  <a:lnTo>
                    <a:pt x="3854865" y="627748"/>
                  </a:lnTo>
                  <a:lnTo>
                    <a:pt x="3854204" y="627748"/>
                  </a:lnTo>
                  <a:lnTo>
                    <a:pt x="3853544" y="627748"/>
                  </a:lnTo>
                  <a:lnTo>
                    <a:pt x="3852883" y="627748"/>
                  </a:lnTo>
                  <a:lnTo>
                    <a:pt x="3852223" y="627748"/>
                  </a:lnTo>
                  <a:lnTo>
                    <a:pt x="3851562" y="627748"/>
                  </a:lnTo>
                  <a:lnTo>
                    <a:pt x="3850902" y="627748"/>
                  </a:lnTo>
                  <a:lnTo>
                    <a:pt x="3850241" y="627748"/>
                  </a:lnTo>
                  <a:lnTo>
                    <a:pt x="3849581" y="627748"/>
                  </a:lnTo>
                  <a:lnTo>
                    <a:pt x="3848920" y="627748"/>
                  </a:lnTo>
                  <a:lnTo>
                    <a:pt x="3848260" y="627748"/>
                  </a:lnTo>
                  <a:lnTo>
                    <a:pt x="3847599" y="627748"/>
                  </a:lnTo>
                  <a:lnTo>
                    <a:pt x="3846938" y="627748"/>
                  </a:lnTo>
                  <a:lnTo>
                    <a:pt x="3846278" y="627748"/>
                  </a:lnTo>
                  <a:lnTo>
                    <a:pt x="3845617" y="627748"/>
                  </a:lnTo>
                  <a:lnTo>
                    <a:pt x="3844957" y="627748"/>
                  </a:lnTo>
                  <a:lnTo>
                    <a:pt x="3844296" y="627748"/>
                  </a:lnTo>
                  <a:lnTo>
                    <a:pt x="3843636" y="627748"/>
                  </a:lnTo>
                  <a:lnTo>
                    <a:pt x="3842975" y="627748"/>
                  </a:lnTo>
                  <a:lnTo>
                    <a:pt x="3842315" y="627748"/>
                  </a:lnTo>
                  <a:lnTo>
                    <a:pt x="3841654" y="627748"/>
                  </a:lnTo>
                  <a:lnTo>
                    <a:pt x="3840994" y="627748"/>
                  </a:lnTo>
                  <a:lnTo>
                    <a:pt x="3840333" y="627748"/>
                  </a:lnTo>
                  <a:lnTo>
                    <a:pt x="3839673" y="627748"/>
                  </a:lnTo>
                  <a:lnTo>
                    <a:pt x="3839012" y="627748"/>
                  </a:lnTo>
                  <a:lnTo>
                    <a:pt x="3838352" y="627748"/>
                  </a:lnTo>
                  <a:lnTo>
                    <a:pt x="3837691" y="627748"/>
                  </a:lnTo>
                  <a:lnTo>
                    <a:pt x="3837031" y="627748"/>
                  </a:lnTo>
                  <a:lnTo>
                    <a:pt x="3836370" y="627748"/>
                  </a:lnTo>
                  <a:lnTo>
                    <a:pt x="3835709" y="627748"/>
                  </a:lnTo>
                  <a:lnTo>
                    <a:pt x="3835049" y="627748"/>
                  </a:lnTo>
                  <a:lnTo>
                    <a:pt x="3834388" y="627748"/>
                  </a:lnTo>
                  <a:lnTo>
                    <a:pt x="3833728" y="627748"/>
                  </a:lnTo>
                  <a:lnTo>
                    <a:pt x="3833067" y="627748"/>
                  </a:lnTo>
                  <a:lnTo>
                    <a:pt x="3832407" y="627748"/>
                  </a:lnTo>
                  <a:lnTo>
                    <a:pt x="3831746" y="627748"/>
                  </a:lnTo>
                  <a:lnTo>
                    <a:pt x="3831086" y="627748"/>
                  </a:lnTo>
                  <a:lnTo>
                    <a:pt x="3830425" y="627748"/>
                  </a:lnTo>
                  <a:lnTo>
                    <a:pt x="3829765" y="627748"/>
                  </a:lnTo>
                  <a:lnTo>
                    <a:pt x="3829104" y="627748"/>
                  </a:lnTo>
                  <a:lnTo>
                    <a:pt x="3828444" y="627748"/>
                  </a:lnTo>
                  <a:lnTo>
                    <a:pt x="3827783" y="627748"/>
                  </a:lnTo>
                  <a:lnTo>
                    <a:pt x="3827123" y="627748"/>
                  </a:lnTo>
                  <a:lnTo>
                    <a:pt x="3826462" y="627748"/>
                  </a:lnTo>
                  <a:lnTo>
                    <a:pt x="3825801" y="627748"/>
                  </a:lnTo>
                  <a:lnTo>
                    <a:pt x="3825141" y="627748"/>
                  </a:lnTo>
                  <a:lnTo>
                    <a:pt x="3824480" y="627748"/>
                  </a:lnTo>
                  <a:lnTo>
                    <a:pt x="3823820" y="627748"/>
                  </a:lnTo>
                  <a:lnTo>
                    <a:pt x="3823159" y="627748"/>
                  </a:lnTo>
                  <a:lnTo>
                    <a:pt x="3822499" y="627748"/>
                  </a:lnTo>
                  <a:lnTo>
                    <a:pt x="3821838" y="627748"/>
                  </a:lnTo>
                  <a:lnTo>
                    <a:pt x="3821178" y="627748"/>
                  </a:lnTo>
                  <a:lnTo>
                    <a:pt x="3820517" y="627748"/>
                  </a:lnTo>
                  <a:lnTo>
                    <a:pt x="3819857" y="627748"/>
                  </a:lnTo>
                  <a:lnTo>
                    <a:pt x="3819196" y="627748"/>
                  </a:lnTo>
                  <a:lnTo>
                    <a:pt x="3818536" y="627748"/>
                  </a:lnTo>
                  <a:lnTo>
                    <a:pt x="3817875" y="627748"/>
                  </a:lnTo>
                  <a:lnTo>
                    <a:pt x="3817215" y="627748"/>
                  </a:lnTo>
                  <a:lnTo>
                    <a:pt x="3816554" y="627748"/>
                  </a:lnTo>
                  <a:lnTo>
                    <a:pt x="3815893" y="627748"/>
                  </a:lnTo>
                  <a:lnTo>
                    <a:pt x="3815233" y="627748"/>
                  </a:lnTo>
                  <a:lnTo>
                    <a:pt x="3814572" y="627748"/>
                  </a:lnTo>
                  <a:lnTo>
                    <a:pt x="3813912" y="627748"/>
                  </a:lnTo>
                  <a:lnTo>
                    <a:pt x="3813251" y="627748"/>
                  </a:lnTo>
                  <a:lnTo>
                    <a:pt x="3812591" y="627748"/>
                  </a:lnTo>
                  <a:lnTo>
                    <a:pt x="3811930" y="627748"/>
                  </a:lnTo>
                  <a:lnTo>
                    <a:pt x="3811270" y="627748"/>
                  </a:lnTo>
                  <a:lnTo>
                    <a:pt x="3810609" y="627748"/>
                  </a:lnTo>
                  <a:lnTo>
                    <a:pt x="3809949" y="627748"/>
                  </a:lnTo>
                  <a:lnTo>
                    <a:pt x="3809288" y="627748"/>
                  </a:lnTo>
                  <a:lnTo>
                    <a:pt x="3808628" y="627748"/>
                  </a:lnTo>
                  <a:lnTo>
                    <a:pt x="3807967" y="627748"/>
                  </a:lnTo>
                  <a:lnTo>
                    <a:pt x="3807307" y="627748"/>
                  </a:lnTo>
                  <a:lnTo>
                    <a:pt x="3806646" y="627748"/>
                  </a:lnTo>
                  <a:lnTo>
                    <a:pt x="3805985" y="627748"/>
                  </a:lnTo>
                  <a:lnTo>
                    <a:pt x="3805325" y="627748"/>
                  </a:lnTo>
                  <a:lnTo>
                    <a:pt x="3804664" y="627748"/>
                  </a:lnTo>
                  <a:lnTo>
                    <a:pt x="3804004" y="627748"/>
                  </a:lnTo>
                  <a:lnTo>
                    <a:pt x="3803343" y="627748"/>
                  </a:lnTo>
                  <a:lnTo>
                    <a:pt x="3802683" y="627748"/>
                  </a:lnTo>
                  <a:lnTo>
                    <a:pt x="3802022" y="627748"/>
                  </a:lnTo>
                  <a:lnTo>
                    <a:pt x="3801362" y="627748"/>
                  </a:lnTo>
                  <a:lnTo>
                    <a:pt x="3800701" y="627748"/>
                  </a:lnTo>
                  <a:lnTo>
                    <a:pt x="3800041" y="627748"/>
                  </a:lnTo>
                  <a:lnTo>
                    <a:pt x="3799380" y="627748"/>
                  </a:lnTo>
                  <a:lnTo>
                    <a:pt x="3798720" y="627748"/>
                  </a:lnTo>
                  <a:lnTo>
                    <a:pt x="3798059" y="627748"/>
                  </a:lnTo>
                  <a:lnTo>
                    <a:pt x="3797399" y="627748"/>
                  </a:lnTo>
                  <a:lnTo>
                    <a:pt x="3796738" y="627748"/>
                  </a:lnTo>
                  <a:lnTo>
                    <a:pt x="3796078" y="627748"/>
                  </a:lnTo>
                  <a:lnTo>
                    <a:pt x="3795417" y="627748"/>
                  </a:lnTo>
                  <a:lnTo>
                    <a:pt x="3794756" y="627748"/>
                  </a:lnTo>
                  <a:lnTo>
                    <a:pt x="3794096" y="627748"/>
                  </a:lnTo>
                  <a:lnTo>
                    <a:pt x="3793435" y="627748"/>
                  </a:lnTo>
                  <a:lnTo>
                    <a:pt x="3792775" y="627748"/>
                  </a:lnTo>
                  <a:lnTo>
                    <a:pt x="3792114" y="627748"/>
                  </a:lnTo>
                  <a:lnTo>
                    <a:pt x="3791454" y="627748"/>
                  </a:lnTo>
                  <a:lnTo>
                    <a:pt x="3790793" y="627748"/>
                  </a:lnTo>
                  <a:lnTo>
                    <a:pt x="3790133" y="627748"/>
                  </a:lnTo>
                  <a:lnTo>
                    <a:pt x="3789472" y="627748"/>
                  </a:lnTo>
                  <a:lnTo>
                    <a:pt x="3788812" y="627748"/>
                  </a:lnTo>
                  <a:lnTo>
                    <a:pt x="3788151" y="627748"/>
                  </a:lnTo>
                  <a:lnTo>
                    <a:pt x="3787491" y="627748"/>
                  </a:lnTo>
                  <a:lnTo>
                    <a:pt x="3786830" y="627748"/>
                  </a:lnTo>
                  <a:lnTo>
                    <a:pt x="3786170" y="627748"/>
                  </a:lnTo>
                  <a:lnTo>
                    <a:pt x="3785509" y="627748"/>
                  </a:lnTo>
                  <a:lnTo>
                    <a:pt x="3784848" y="627748"/>
                  </a:lnTo>
                  <a:lnTo>
                    <a:pt x="3784188" y="627748"/>
                  </a:lnTo>
                  <a:lnTo>
                    <a:pt x="3783527" y="627748"/>
                  </a:lnTo>
                  <a:lnTo>
                    <a:pt x="3782867" y="627748"/>
                  </a:lnTo>
                  <a:lnTo>
                    <a:pt x="3782206" y="627748"/>
                  </a:lnTo>
                  <a:lnTo>
                    <a:pt x="3781546" y="627748"/>
                  </a:lnTo>
                  <a:lnTo>
                    <a:pt x="3780885" y="627748"/>
                  </a:lnTo>
                  <a:lnTo>
                    <a:pt x="3780225" y="627748"/>
                  </a:lnTo>
                  <a:lnTo>
                    <a:pt x="3779564" y="627748"/>
                  </a:lnTo>
                  <a:lnTo>
                    <a:pt x="3778904" y="627748"/>
                  </a:lnTo>
                  <a:lnTo>
                    <a:pt x="3778243" y="627748"/>
                  </a:lnTo>
                  <a:lnTo>
                    <a:pt x="3777583" y="627748"/>
                  </a:lnTo>
                  <a:lnTo>
                    <a:pt x="3776922" y="627748"/>
                  </a:lnTo>
                  <a:lnTo>
                    <a:pt x="3776262" y="627748"/>
                  </a:lnTo>
                  <a:lnTo>
                    <a:pt x="3775601" y="627748"/>
                  </a:lnTo>
                  <a:lnTo>
                    <a:pt x="3774940" y="627748"/>
                  </a:lnTo>
                  <a:lnTo>
                    <a:pt x="3774280" y="627748"/>
                  </a:lnTo>
                  <a:lnTo>
                    <a:pt x="3773619" y="627748"/>
                  </a:lnTo>
                  <a:lnTo>
                    <a:pt x="3772959" y="627748"/>
                  </a:lnTo>
                  <a:lnTo>
                    <a:pt x="3772298" y="627748"/>
                  </a:lnTo>
                  <a:lnTo>
                    <a:pt x="3771638" y="627748"/>
                  </a:lnTo>
                  <a:lnTo>
                    <a:pt x="3770977" y="627748"/>
                  </a:lnTo>
                  <a:lnTo>
                    <a:pt x="3770317" y="627748"/>
                  </a:lnTo>
                  <a:lnTo>
                    <a:pt x="3769656" y="627748"/>
                  </a:lnTo>
                  <a:lnTo>
                    <a:pt x="3768996" y="627748"/>
                  </a:lnTo>
                  <a:lnTo>
                    <a:pt x="3768335" y="627748"/>
                  </a:lnTo>
                  <a:lnTo>
                    <a:pt x="3767675" y="627748"/>
                  </a:lnTo>
                  <a:lnTo>
                    <a:pt x="3767014" y="627748"/>
                  </a:lnTo>
                  <a:lnTo>
                    <a:pt x="3766354" y="627748"/>
                  </a:lnTo>
                  <a:lnTo>
                    <a:pt x="3765693" y="627748"/>
                  </a:lnTo>
                  <a:lnTo>
                    <a:pt x="3765033" y="627748"/>
                  </a:lnTo>
                  <a:lnTo>
                    <a:pt x="3764372" y="627748"/>
                  </a:lnTo>
                  <a:lnTo>
                    <a:pt x="3763711" y="627748"/>
                  </a:lnTo>
                  <a:lnTo>
                    <a:pt x="3763051" y="627748"/>
                  </a:lnTo>
                  <a:lnTo>
                    <a:pt x="3762390" y="627748"/>
                  </a:lnTo>
                  <a:lnTo>
                    <a:pt x="3761730" y="627748"/>
                  </a:lnTo>
                  <a:lnTo>
                    <a:pt x="3761069" y="627748"/>
                  </a:lnTo>
                  <a:lnTo>
                    <a:pt x="3760409" y="627748"/>
                  </a:lnTo>
                  <a:lnTo>
                    <a:pt x="3759748" y="627748"/>
                  </a:lnTo>
                  <a:lnTo>
                    <a:pt x="3759088" y="627748"/>
                  </a:lnTo>
                  <a:lnTo>
                    <a:pt x="3758427" y="627748"/>
                  </a:lnTo>
                  <a:lnTo>
                    <a:pt x="3757767" y="627748"/>
                  </a:lnTo>
                  <a:lnTo>
                    <a:pt x="3757106" y="627748"/>
                  </a:lnTo>
                  <a:lnTo>
                    <a:pt x="3756446" y="627748"/>
                  </a:lnTo>
                  <a:lnTo>
                    <a:pt x="3755785" y="627748"/>
                  </a:lnTo>
                  <a:lnTo>
                    <a:pt x="3755125" y="627748"/>
                  </a:lnTo>
                  <a:lnTo>
                    <a:pt x="3754464" y="627748"/>
                  </a:lnTo>
                  <a:lnTo>
                    <a:pt x="3753803" y="627748"/>
                  </a:lnTo>
                  <a:lnTo>
                    <a:pt x="3753143" y="627748"/>
                  </a:lnTo>
                  <a:lnTo>
                    <a:pt x="3752482" y="627748"/>
                  </a:lnTo>
                  <a:lnTo>
                    <a:pt x="3751822" y="627748"/>
                  </a:lnTo>
                  <a:lnTo>
                    <a:pt x="3751161" y="627748"/>
                  </a:lnTo>
                  <a:lnTo>
                    <a:pt x="3750501" y="627748"/>
                  </a:lnTo>
                  <a:lnTo>
                    <a:pt x="3749840" y="627748"/>
                  </a:lnTo>
                  <a:lnTo>
                    <a:pt x="3749180" y="627748"/>
                  </a:lnTo>
                  <a:lnTo>
                    <a:pt x="3748519" y="627748"/>
                  </a:lnTo>
                  <a:lnTo>
                    <a:pt x="3747859" y="627748"/>
                  </a:lnTo>
                  <a:lnTo>
                    <a:pt x="3747198" y="627748"/>
                  </a:lnTo>
                  <a:lnTo>
                    <a:pt x="3746538" y="627748"/>
                  </a:lnTo>
                  <a:lnTo>
                    <a:pt x="3745877" y="627748"/>
                  </a:lnTo>
                  <a:lnTo>
                    <a:pt x="3745217" y="627748"/>
                  </a:lnTo>
                  <a:lnTo>
                    <a:pt x="3744556" y="627748"/>
                  </a:lnTo>
                  <a:lnTo>
                    <a:pt x="3743895" y="627748"/>
                  </a:lnTo>
                  <a:lnTo>
                    <a:pt x="3743235" y="627748"/>
                  </a:lnTo>
                  <a:lnTo>
                    <a:pt x="3742574" y="627748"/>
                  </a:lnTo>
                  <a:lnTo>
                    <a:pt x="3741914" y="627748"/>
                  </a:lnTo>
                  <a:lnTo>
                    <a:pt x="3741253" y="627748"/>
                  </a:lnTo>
                  <a:lnTo>
                    <a:pt x="3740593" y="627748"/>
                  </a:lnTo>
                  <a:lnTo>
                    <a:pt x="3739932" y="627748"/>
                  </a:lnTo>
                  <a:lnTo>
                    <a:pt x="3739272" y="627748"/>
                  </a:lnTo>
                  <a:lnTo>
                    <a:pt x="3738611" y="627748"/>
                  </a:lnTo>
                  <a:lnTo>
                    <a:pt x="3737951" y="627748"/>
                  </a:lnTo>
                  <a:lnTo>
                    <a:pt x="3737290" y="627748"/>
                  </a:lnTo>
                  <a:lnTo>
                    <a:pt x="3736630" y="627748"/>
                  </a:lnTo>
                  <a:lnTo>
                    <a:pt x="3735969" y="627748"/>
                  </a:lnTo>
                  <a:lnTo>
                    <a:pt x="3735309" y="627748"/>
                  </a:lnTo>
                  <a:lnTo>
                    <a:pt x="3734648" y="627748"/>
                  </a:lnTo>
                  <a:lnTo>
                    <a:pt x="3733987" y="627748"/>
                  </a:lnTo>
                  <a:lnTo>
                    <a:pt x="3733327" y="627748"/>
                  </a:lnTo>
                  <a:lnTo>
                    <a:pt x="3732666" y="627748"/>
                  </a:lnTo>
                  <a:lnTo>
                    <a:pt x="3732006" y="627748"/>
                  </a:lnTo>
                  <a:lnTo>
                    <a:pt x="3731345" y="627748"/>
                  </a:lnTo>
                  <a:lnTo>
                    <a:pt x="3730685" y="627748"/>
                  </a:lnTo>
                  <a:lnTo>
                    <a:pt x="3730024" y="627748"/>
                  </a:lnTo>
                  <a:lnTo>
                    <a:pt x="3729364" y="627748"/>
                  </a:lnTo>
                  <a:lnTo>
                    <a:pt x="3728703" y="627748"/>
                  </a:lnTo>
                  <a:lnTo>
                    <a:pt x="3728043" y="627748"/>
                  </a:lnTo>
                  <a:lnTo>
                    <a:pt x="3727382" y="627748"/>
                  </a:lnTo>
                  <a:lnTo>
                    <a:pt x="3726722" y="627748"/>
                  </a:lnTo>
                  <a:lnTo>
                    <a:pt x="3726061" y="627748"/>
                  </a:lnTo>
                  <a:lnTo>
                    <a:pt x="3725401" y="627748"/>
                  </a:lnTo>
                  <a:lnTo>
                    <a:pt x="3724740" y="627748"/>
                  </a:lnTo>
                  <a:lnTo>
                    <a:pt x="3724080" y="627748"/>
                  </a:lnTo>
                  <a:lnTo>
                    <a:pt x="3723419" y="627748"/>
                  </a:lnTo>
                  <a:lnTo>
                    <a:pt x="3722758" y="627748"/>
                  </a:lnTo>
                  <a:lnTo>
                    <a:pt x="3722098" y="627748"/>
                  </a:lnTo>
                  <a:lnTo>
                    <a:pt x="3721437" y="627748"/>
                  </a:lnTo>
                  <a:lnTo>
                    <a:pt x="3720777" y="627748"/>
                  </a:lnTo>
                  <a:lnTo>
                    <a:pt x="3720116" y="627748"/>
                  </a:lnTo>
                  <a:lnTo>
                    <a:pt x="3719456" y="627748"/>
                  </a:lnTo>
                  <a:lnTo>
                    <a:pt x="3718795" y="627748"/>
                  </a:lnTo>
                  <a:lnTo>
                    <a:pt x="3718135" y="627748"/>
                  </a:lnTo>
                  <a:lnTo>
                    <a:pt x="3717474" y="627748"/>
                  </a:lnTo>
                  <a:lnTo>
                    <a:pt x="3716814" y="627748"/>
                  </a:lnTo>
                  <a:lnTo>
                    <a:pt x="3716153" y="627748"/>
                  </a:lnTo>
                  <a:lnTo>
                    <a:pt x="3715493" y="627748"/>
                  </a:lnTo>
                  <a:lnTo>
                    <a:pt x="3714832" y="627748"/>
                  </a:lnTo>
                  <a:lnTo>
                    <a:pt x="3714172" y="627748"/>
                  </a:lnTo>
                  <a:lnTo>
                    <a:pt x="3713511" y="627748"/>
                  </a:lnTo>
                  <a:lnTo>
                    <a:pt x="3712850" y="627748"/>
                  </a:lnTo>
                  <a:lnTo>
                    <a:pt x="3712190" y="627748"/>
                  </a:lnTo>
                  <a:lnTo>
                    <a:pt x="3711529" y="627748"/>
                  </a:lnTo>
                  <a:lnTo>
                    <a:pt x="3710869" y="627748"/>
                  </a:lnTo>
                  <a:lnTo>
                    <a:pt x="3710208" y="627748"/>
                  </a:lnTo>
                  <a:lnTo>
                    <a:pt x="3709548" y="627748"/>
                  </a:lnTo>
                  <a:lnTo>
                    <a:pt x="3708887" y="627748"/>
                  </a:lnTo>
                  <a:lnTo>
                    <a:pt x="3708227" y="627748"/>
                  </a:lnTo>
                  <a:lnTo>
                    <a:pt x="3707566" y="627748"/>
                  </a:lnTo>
                  <a:lnTo>
                    <a:pt x="3706906" y="627748"/>
                  </a:lnTo>
                  <a:lnTo>
                    <a:pt x="3706245" y="627748"/>
                  </a:lnTo>
                  <a:lnTo>
                    <a:pt x="3705585" y="627748"/>
                  </a:lnTo>
                  <a:lnTo>
                    <a:pt x="3704924" y="627748"/>
                  </a:lnTo>
                  <a:lnTo>
                    <a:pt x="3704264" y="627748"/>
                  </a:lnTo>
                  <a:lnTo>
                    <a:pt x="3703603" y="627748"/>
                  </a:lnTo>
                  <a:lnTo>
                    <a:pt x="3702942" y="627748"/>
                  </a:lnTo>
                  <a:lnTo>
                    <a:pt x="3702282" y="627748"/>
                  </a:lnTo>
                  <a:lnTo>
                    <a:pt x="3701621" y="627748"/>
                  </a:lnTo>
                  <a:lnTo>
                    <a:pt x="3700961" y="627748"/>
                  </a:lnTo>
                  <a:lnTo>
                    <a:pt x="3700300" y="627748"/>
                  </a:lnTo>
                  <a:lnTo>
                    <a:pt x="3699640" y="627748"/>
                  </a:lnTo>
                  <a:lnTo>
                    <a:pt x="3698979" y="627748"/>
                  </a:lnTo>
                  <a:lnTo>
                    <a:pt x="3698319" y="627748"/>
                  </a:lnTo>
                  <a:lnTo>
                    <a:pt x="3697658" y="627748"/>
                  </a:lnTo>
                  <a:lnTo>
                    <a:pt x="3696998" y="627748"/>
                  </a:lnTo>
                  <a:lnTo>
                    <a:pt x="3696337" y="627748"/>
                  </a:lnTo>
                  <a:lnTo>
                    <a:pt x="3695677" y="627748"/>
                  </a:lnTo>
                  <a:lnTo>
                    <a:pt x="3695016" y="627748"/>
                  </a:lnTo>
                  <a:lnTo>
                    <a:pt x="3694356" y="627748"/>
                  </a:lnTo>
                  <a:lnTo>
                    <a:pt x="3693695" y="627748"/>
                  </a:lnTo>
                  <a:lnTo>
                    <a:pt x="3693035" y="627748"/>
                  </a:lnTo>
                  <a:lnTo>
                    <a:pt x="3692374" y="627748"/>
                  </a:lnTo>
                  <a:lnTo>
                    <a:pt x="3691713" y="627748"/>
                  </a:lnTo>
                  <a:lnTo>
                    <a:pt x="3691053" y="627748"/>
                  </a:lnTo>
                  <a:lnTo>
                    <a:pt x="3690392" y="627748"/>
                  </a:lnTo>
                  <a:lnTo>
                    <a:pt x="3689732" y="627748"/>
                  </a:lnTo>
                  <a:lnTo>
                    <a:pt x="3689071" y="627748"/>
                  </a:lnTo>
                  <a:lnTo>
                    <a:pt x="3688411" y="627748"/>
                  </a:lnTo>
                  <a:lnTo>
                    <a:pt x="3687750" y="627748"/>
                  </a:lnTo>
                  <a:lnTo>
                    <a:pt x="3687090" y="627748"/>
                  </a:lnTo>
                  <a:lnTo>
                    <a:pt x="3686429" y="627748"/>
                  </a:lnTo>
                  <a:lnTo>
                    <a:pt x="3685769" y="627748"/>
                  </a:lnTo>
                  <a:lnTo>
                    <a:pt x="3685108" y="627748"/>
                  </a:lnTo>
                  <a:lnTo>
                    <a:pt x="3684448" y="627748"/>
                  </a:lnTo>
                  <a:lnTo>
                    <a:pt x="3683787" y="627748"/>
                  </a:lnTo>
                  <a:lnTo>
                    <a:pt x="3683127" y="627748"/>
                  </a:lnTo>
                  <a:lnTo>
                    <a:pt x="3682466" y="627748"/>
                  </a:lnTo>
                  <a:lnTo>
                    <a:pt x="3681805" y="627748"/>
                  </a:lnTo>
                  <a:lnTo>
                    <a:pt x="3681145" y="627748"/>
                  </a:lnTo>
                  <a:lnTo>
                    <a:pt x="3680484" y="627748"/>
                  </a:lnTo>
                  <a:lnTo>
                    <a:pt x="3679824" y="627748"/>
                  </a:lnTo>
                  <a:lnTo>
                    <a:pt x="3679163" y="627748"/>
                  </a:lnTo>
                  <a:lnTo>
                    <a:pt x="3678503" y="627748"/>
                  </a:lnTo>
                  <a:lnTo>
                    <a:pt x="3677842" y="627748"/>
                  </a:lnTo>
                  <a:lnTo>
                    <a:pt x="3677182" y="627748"/>
                  </a:lnTo>
                  <a:lnTo>
                    <a:pt x="3676521" y="627748"/>
                  </a:lnTo>
                  <a:lnTo>
                    <a:pt x="3675861" y="627748"/>
                  </a:lnTo>
                  <a:lnTo>
                    <a:pt x="3675200" y="627748"/>
                  </a:lnTo>
                  <a:lnTo>
                    <a:pt x="3674540" y="627748"/>
                  </a:lnTo>
                  <a:lnTo>
                    <a:pt x="3673879" y="627748"/>
                  </a:lnTo>
                  <a:lnTo>
                    <a:pt x="3673219" y="627748"/>
                  </a:lnTo>
                  <a:lnTo>
                    <a:pt x="3672558" y="627748"/>
                  </a:lnTo>
                  <a:lnTo>
                    <a:pt x="3671897" y="627748"/>
                  </a:lnTo>
                  <a:lnTo>
                    <a:pt x="3671237" y="627748"/>
                  </a:lnTo>
                  <a:lnTo>
                    <a:pt x="3670576" y="627748"/>
                  </a:lnTo>
                  <a:lnTo>
                    <a:pt x="3669916" y="627748"/>
                  </a:lnTo>
                  <a:lnTo>
                    <a:pt x="3669255" y="627748"/>
                  </a:lnTo>
                  <a:lnTo>
                    <a:pt x="3668595" y="627748"/>
                  </a:lnTo>
                  <a:lnTo>
                    <a:pt x="3667934" y="627748"/>
                  </a:lnTo>
                  <a:lnTo>
                    <a:pt x="3667274" y="627748"/>
                  </a:lnTo>
                  <a:lnTo>
                    <a:pt x="3666613" y="627748"/>
                  </a:lnTo>
                  <a:lnTo>
                    <a:pt x="3665953" y="627748"/>
                  </a:lnTo>
                  <a:lnTo>
                    <a:pt x="3665292" y="627748"/>
                  </a:lnTo>
                  <a:lnTo>
                    <a:pt x="3664632" y="627748"/>
                  </a:lnTo>
                  <a:lnTo>
                    <a:pt x="3663971" y="627748"/>
                  </a:lnTo>
                  <a:lnTo>
                    <a:pt x="3663311" y="627748"/>
                  </a:lnTo>
                  <a:lnTo>
                    <a:pt x="3662650" y="627748"/>
                  </a:lnTo>
                  <a:lnTo>
                    <a:pt x="3661989" y="627748"/>
                  </a:lnTo>
                  <a:lnTo>
                    <a:pt x="3661329" y="627748"/>
                  </a:lnTo>
                  <a:lnTo>
                    <a:pt x="3660668" y="627748"/>
                  </a:lnTo>
                  <a:lnTo>
                    <a:pt x="3660008" y="627748"/>
                  </a:lnTo>
                  <a:lnTo>
                    <a:pt x="3659347" y="627748"/>
                  </a:lnTo>
                  <a:lnTo>
                    <a:pt x="3658687" y="627748"/>
                  </a:lnTo>
                  <a:lnTo>
                    <a:pt x="3658026" y="627748"/>
                  </a:lnTo>
                  <a:lnTo>
                    <a:pt x="3657366" y="627748"/>
                  </a:lnTo>
                  <a:lnTo>
                    <a:pt x="3656705" y="627748"/>
                  </a:lnTo>
                  <a:lnTo>
                    <a:pt x="3656045" y="627748"/>
                  </a:lnTo>
                  <a:lnTo>
                    <a:pt x="3655384" y="627748"/>
                  </a:lnTo>
                  <a:lnTo>
                    <a:pt x="3654724" y="627748"/>
                  </a:lnTo>
                  <a:lnTo>
                    <a:pt x="3654063" y="627748"/>
                  </a:lnTo>
                  <a:lnTo>
                    <a:pt x="3653403" y="627748"/>
                  </a:lnTo>
                  <a:lnTo>
                    <a:pt x="3652742" y="627748"/>
                  </a:lnTo>
                  <a:lnTo>
                    <a:pt x="3652082" y="627748"/>
                  </a:lnTo>
                  <a:lnTo>
                    <a:pt x="3651421" y="627748"/>
                  </a:lnTo>
                  <a:lnTo>
                    <a:pt x="3650760" y="627748"/>
                  </a:lnTo>
                  <a:lnTo>
                    <a:pt x="3650100" y="627748"/>
                  </a:lnTo>
                  <a:lnTo>
                    <a:pt x="3649439" y="627748"/>
                  </a:lnTo>
                  <a:lnTo>
                    <a:pt x="3648779" y="627748"/>
                  </a:lnTo>
                  <a:lnTo>
                    <a:pt x="3648118" y="627748"/>
                  </a:lnTo>
                  <a:lnTo>
                    <a:pt x="3647458" y="627748"/>
                  </a:lnTo>
                  <a:lnTo>
                    <a:pt x="3646797" y="627748"/>
                  </a:lnTo>
                  <a:lnTo>
                    <a:pt x="3646137" y="627748"/>
                  </a:lnTo>
                  <a:lnTo>
                    <a:pt x="3645476" y="627748"/>
                  </a:lnTo>
                  <a:lnTo>
                    <a:pt x="3644816" y="627748"/>
                  </a:lnTo>
                  <a:lnTo>
                    <a:pt x="3644155" y="627748"/>
                  </a:lnTo>
                  <a:lnTo>
                    <a:pt x="3643495" y="627748"/>
                  </a:lnTo>
                  <a:lnTo>
                    <a:pt x="3642834" y="627748"/>
                  </a:lnTo>
                  <a:lnTo>
                    <a:pt x="3642174" y="627748"/>
                  </a:lnTo>
                  <a:lnTo>
                    <a:pt x="3641513" y="627748"/>
                  </a:lnTo>
                  <a:lnTo>
                    <a:pt x="3640852" y="627748"/>
                  </a:lnTo>
                  <a:lnTo>
                    <a:pt x="3640192" y="627748"/>
                  </a:lnTo>
                  <a:lnTo>
                    <a:pt x="3639531" y="627748"/>
                  </a:lnTo>
                  <a:lnTo>
                    <a:pt x="3638871" y="627748"/>
                  </a:lnTo>
                  <a:lnTo>
                    <a:pt x="3638210" y="627748"/>
                  </a:lnTo>
                  <a:lnTo>
                    <a:pt x="3637550" y="627748"/>
                  </a:lnTo>
                  <a:lnTo>
                    <a:pt x="3636889" y="627748"/>
                  </a:lnTo>
                  <a:lnTo>
                    <a:pt x="3636229" y="627748"/>
                  </a:lnTo>
                  <a:lnTo>
                    <a:pt x="3635568" y="627748"/>
                  </a:lnTo>
                  <a:lnTo>
                    <a:pt x="3634908" y="627748"/>
                  </a:lnTo>
                  <a:lnTo>
                    <a:pt x="3634247" y="627748"/>
                  </a:lnTo>
                  <a:lnTo>
                    <a:pt x="3633587" y="627748"/>
                  </a:lnTo>
                  <a:lnTo>
                    <a:pt x="3632926" y="627748"/>
                  </a:lnTo>
                  <a:lnTo>
                    <a:pt x="3632266" y="627748"/>
                  </a:lnTo>
                  <a:lnTo>
                    <a:pt x="3631605" y="627748"/>
                  </a:lnTo>
                  <a:lnTo>
                    <a:pt x="3630944" y="627748"/>
                  </a:lnTo>
                  <a:lnTo>
                    <a:pt x="3630284" y="627748"/>
                  </a:lnTo>
                  <a:lnTo>
                    <a:pt x="3629623" y="627748"/>
                  </a:lnTo>
                  <a:lnTo>
                    <a:pt x="3628963" y="627748"/>
                  </a:lnTo>
                  <a:lnTo>
                    <a:pt x="3628302" y="627748"/>
                  </a:lnTo>
                  <a:lnTo>
                    <a:pt x="3627642" y="627748"/>
                  </a:lnTo>
                  <a:lnTo>
                    <a:pt x="3626981" y="627748"/>
                  </a:lnTo>
                  <a:lnTo>
                    <a:pt x="3626321" y="627748"/>
                  </a:lnTo>
                  <a:lnTo>
                    <a:pt x="3625660" y="627748"/>
                  </a:lnTo>
                  <a:lnTo>
                    <a:pt x="3625000" y="627748"/>
                  </a:lnTo>
                  <a:lnTo>
                    <a:pt x="3624339" y="627748"/>
                  </a:lnTo>
                  <a:lnTo>
                    <a:pt x="3623679" y="627748"/>
                  </a:lnTo>
                  <a:lnTo>
                    <a:pt x="3623018" y="627748"/>
                  </a:lnTo>
                  <a:lnTo>
                    <a:pt x="3622358" y="627748"/>
                  </a:lnTo>
                  <a:lnTo>
                    <a:pt x="3621697" y="627748"/>
                  </a:lnTo>
                  <a:lnTo>
                    <a:pt x="3621037" y="627748"/>
                  </a:lnTo>
                  <a:lnTo>
                    <a:pt x="3620376" y="627748"/>
                  </a:lnTo>
                  <a:lnTo>
                    <a:pt x="3619715" y="627748"/>
                  </a:lnTo>
                  <a:lnTo>
                    <a:pt x="3619055" y="627748"/>
                  </a:lnTo>
                  <a:lnTo>
                    <a:pt x="3618394" y="627748"/>
                  </a:lnTo>
                  <a:lnTo>
                    <a:pt x="3617734" y="627748"/>
                  </a:lnTo>
                  <a:lnTo>
                    <a:pt x="3617073" y="627748"/>
                  </a:lnTo>
                  <a:lnTo>
                    <a:pt x="3616413" y="627748"/>
                  </a:lnTo>
                  <a:lnTo>
                    <a:pt x="3615752" y="627748"/>
                  </a:lnTo>
                  <a:lnTo>
                    <a:pt x="3615092" y="627748"/>
                  </a:lnTo>
                  <a:lnTo>
                    <a:pt x="3614431" y="627748"/>
                  </a:lnTo>
                  <a:lnTo>
                    <a:pt x="3613771" y="627748"/>
                  </a:lnTo>
                  <a:lnTo>
                    <a:pt x="3613110" y="627748"/>
                  </a:lnTo>
                  <a:lnTo>
                    <a:pt x="3612450" y="627748"/>
                  </a:lnTo>
                  <a:lnTo>
                    <a:pt x="3611789" y="627748"/>
                  </a:lnTo>
                  <a:lnTo>
                    <a:pt x="3611129" y="627748"/>
                  </a:lnTo>
                  <a:lnTo>
                    <a:pt x="3610468" y="627748"/>
                  </a:lnTo>
                  <a:lnTo>
                    <a:pt x="3609807" y="627748"/>
                  </a:lnTo>
                  <a:lnTo>
                    <a:pt x="3609147" y="627748"/>
                  </a:lnTo>
                  <a:lnTo>
                    <a:pt x="3608486" y="627748"/>
                  </a:lnTo>
                  <a:lnTo>
                    <a:pt x="3607826" y="627748"/>
                  </a:lnTo>
                  <a:lnTo>
                    <a:pt x="3607165" y="627748"/>
                  </a:lnTo>
                  <a:lnTo>
                    <a:pt x="3606505" y="627748"/>
                  </a:lnTo>
                  <a:lnTo>
                    <a:pt x="3605844" y="627748"/>
                  </a:lnTo>
                  <a:lnTo>
                    <a:pt x="3605184" y="627748"/>
                  </a:lnTo>
                  <a:lnTo>
                    <a:pt x="3604523" y="627748"/>
                  </a:lnTo>
                  <a:lnTo>
                    <a:pt x="3603863" y="627748"/>
                  </a:lnTo>
                  <a:lnTo>
                    <a:pt x="3603202" y="627748"/>
                  </a:lnTo>
                  <a:lnTo>
                    <a:pt x="3602542" y="627748"/>
                  </a:lnTo>
                  <a:lnTo>
                    <a:pt x="3601881" y="627748"/>
                  </a:lnTo>
                  <a:lnTo>
                    <a:pt x="3601221" y="627748"/>
                  </a:lnTo>
                  <a:lnTo>
                    <a:pt x="3600560" y="627748"/>
                  </a:lnTo>
                  <a:lnTo>
                    <a:pt x="3599899" y="627748"/>
                  </a:lnTo>
                  <a:lnTo>
                    <a:pt x="3599239" y="627748"/>
                  </a:lnTo>
                  <a:lnTo>
                    <a:pt x="3598578" y="627748"/>
                  </a:lnTo>
                  <a:lnTo>
                    <a:pt x="3597918" y="627748"/>
                  </a:lnTo>
                  <a:lnTo>
                    <a:pt x="3597257" y="627748"/>
                  </a:lnTo>
                  <a:lnTo>
                    <a:pt x="3596597" y="627748"/>
                  </a:lnTo>
                  <a:lnTo>
                    <a:pt x="3595936" y="627748"/>
                  </a:lnTo>
                  <a:lnTo>
                    <a:pt x="3595276" y="627748"/>
                  </a:lnTo>
                  <a:lnTo>
                    <a:pt x="3594615" y="627748"/>
                  </a:lnTo>
                  <a:lnTo>
                    <a:pt x="3593955" y="627748"/>
                  </a:lnTo>
                  <a:lnTo>
                    <a:pt x="3593294" y="627748"/>
                  </a:lnTo>
                  <a:lnTo>
                    <a:pt x="3592634" y="627748"/>
                  </a:lnTo>
                  <a:lnTo>
                    <a:pt x="3591973" y="627748"/>
                  </a:lnTo>
                  <a:lnTo>
                    <a:pt x="3591313" y="627748"/>
                  </a:lnTo>
                  <a:lnTo>
                    <a:pt x="3590652" y="627748"/>
                  </a:lnTo>
                  <a:lnTo>
                    <a:pt x="3589991" y="627748"/>
                  </a:lnTo>
                  <a:lnTo>
                    <a:pt x="3589331" y="627748"/>
                  </a:lnTo>
                  <a:lnTo>
                    <a:pt x="3588670" y="627748"/>
                  </a:lnTo>
                  <a:lnTo>
                    <a:pt x="3588010" y="627748"/>
                  </a:lnTo>
                  <a:lnTo>
                    <a:pt x="3587349" y="627748"/>
                  </a:lnTo>
                  <a:lnTo>
                    <a:pt x="3586689" y="627748"/>
                  </a:lnTo>
                  <a:lnTo>
                    <a:pt x="3586028" y="627748"/>
                  </a:lnTo>
                  <a:lnTo>
                    <a:pt x="3585368" y="627748"/>
                  </a:lnTo>
                  <a:lnTo>
                    <a:pt x="3584707" y="627748"/>
                  </a:lnTo>
                  <a:lnTo>
                    <a:pt x="3584047" y="627748"/>
                  </a:lnTo>
                  <a:lnTo>
                    <a:pt x="3583386" y="627748"/>
                  </a:lnTo>
                  <a:lnTo>
                    <a:pt x="3582726" y="627748"/>
                  </a:lnTo>
                  <a:lnTo>
                    <a:pt x="3582065" y="627748"/>
                  </a:lnTo>
                  <a:lnTo>
                    <a:pt x="3581405" y="627748"/>
                  </a:lnTo>
                  <a:lnTo>
                    <a:pt x="3580744" y="627748"/>
                  </a:lnTo>
                  <a:lnTo>
                    <a:pt x="3580084" y="627748"/>
                  </a:lnTo>
                  <a:lnTo>
                    <a:pt x="3579423" y="627748"/>
                  </a:lnTo>
                  <a:lnTo>
                    <a:pt x="3578762" y="627748"/>
                  </a:lnTo>
                  <a:lnTo>
                    <a:pt x="3578102" y="627748"/>
                  </a:lnTo>
                  <a:lnTo>
                    <a:pt x="3577441" y="627748"/>
                  </a:lnTo>
                  <a:lnTo>
                    <a:pt x="3576781" y="627748"/>
                  </a:lnTo>
                  <a:lnTo>
                    <a:pt x="3576120" y="627748"/>
                  </a:lnTo>
                  <a:lnTo>
                    <a:pt x="3575460" y="627748"/>
                  </a:lnTo>
                  <a:lnTo>
                    <a:pt x="3574799" y="627748"/>
                  </a:lnTo>
                  <a:lnTo>
                    <a:pt x="3574139" y="627748"/>
                  </a:lnTo>
                  <a:lnTo>
                    <a:pt x="3573478" y="627748"/>
                  </a:lnTo>
                  <a:lnTo>
                    <a:pt x="3572818" y="627748"/>
                  </a:lnTo>
                  <a:lnTo>
                    <a:pt x="3572157" y="627748"/>
                  </a:lnTo>
                  <a:lnTo>
                    <a:pt x="3571497" y="627748"/>
                  </a:lnTo>
                  <a:lnTo>
                    <a:pt x="3570836" y="627748"/>
                  </a:lnTo>
                  <a:lnTo>
                    <a:pt x="3570176" y="627748"/>
                  </a:lnTo>
                  <a:lnTo>
                    <a:pt x="3569515" y="627748"/>
                  </a:lnTo>
                  <a:lnTo>
                    <a:pt x="3568854" y="627748"/>
                  </a:lnTo>
                  <a:lnTo>
                    <a:pt x="3568194" y="627748"/>
                  </a:lnTo>
                  <a:lnTo>
                    <a:pt x="3567533" y="627748"/>
                  </a:lnTo>
                  <a:lnTo>
                    <a:pt x="3566873" y="627748"/>
                  </a:lnTo>
                  <a:lnTo>
                    <a:pt x="3566212" y="627748"/>
                  </a:lnTo>
                  <a:lnTo>
                    <a:pt x="3565552" y="627748"/>
                  </a:lnTo>
                  <a:lnTo>
                    <a:pt x="3564891" y="627748"/>
                  </a:lnTo>
                  <a:lnTo>
                    <a:pt x="3564231" y="627748"/>
                  </a:lnTo>
                  <a:lnTo>
                    <a:pt x="3563570" y="627748"/>
                  </a:lnTo>
                  <a:lnTo>
                    <a:pt x="3562910" y="627748"/>
                  </a:lnTo>
                  <a:lnTo>
                    <a:pt x="3562249" y="627748"/>
                  </a:lnTo>
                  <a:lnTo>
                    <a:pt x="3561589" y="627748"/>
                  </a:lnTo>
                  <a:lnTo>
                    <a:pt x="3560928" y="627748"/>
                  </a:lnTo>
                  <a:lnTo>
                    <a:pt x="3560268" y="627748"/>
                  </a:lnTo>
                  <a:lnTo>
                    <a:pt x="3559607" y="627748"/>
                  </a:lnTo>
                  <a:lnTo>
                    <a:pt x="3558946" y="627748"/>
                  </a:lnTo>
                  <a:lnTo>
                    <a:pt x="3558286" y="627748"/>
                  </a:lnTo>
                  <a:lnTo>
                    <a:pt x="3557625" y="627748"/>
                  </a:lnTo>
                  <a:lnTo>
                    <a:pt x="3556965" y="627748"/>
                  </a:lnTo>
                  <a:lnTo>
                    <a:pt x="3556304" y="627748"/>
                  </a:lnTo>
                  <a:lnTo>
                    <a:pt x="3555644" y="627748"/>
                  </a:lnTo>
                  <a:lnTo>
                    <a:pt x="3554983" y="627748"/>
                  </a:lnTo>
                  <a:lnTo>
                    <a:pt x="3554323" y="627748"/>
                  </a:lnTo>
                  <a:lnTo>
                    <a:pt x="3553662" y="627748"/>
                  </a:lnTo>
                  <a:lnTo>
                    <a:pt x="3553002" y="627748"/>
                  </a:lnTo>
                  <a:lnTo>
                    <a:pt x="3552341" y="627748"/>
                  </a:lnTo>
                  <a:lnTo>
                    <a:pt x="3551681" y="627748"/>
                  </a:lnTo>
                  <a:lnTo>
                    <a:pt x="3551020" y="627748"/>
                  </a:lnTo>
                  <a:lnTo>
                    <a:pt x="3550360" y="627748"/>
                  </a:lnTo>
                  <a:lnTo>
                    <a:pt x="3549699" y="627748"/>
                  </a:lnTo>
                  <a:lnTo>
                    <a:pt x="3549039" y="627748"/>
                  </a:lnTo>
                  <a:lnTo>
                    <a:pt x="3548378" y="627748"/>
                  </a:lnTo>
                  <a:lnTo>
                    <a:pt x="3547717" y="627748"/>
                  </a:lnTo>
                  <a:lnTo>
                    <a:pt x="3547057" y="627748"/>
                  </a:lnTo>
                  <a:lnTo>
                    <a:pt x="3546396" y="627748"/>
                  </a:lnTo>
                  <a:lnTo>
                    <a:pt x="3545736" y="627748"/>
                  </a:lnTo>
                  <a:lnTo>
                    <a:pt x="3545075" y="627748"/>
                  </a:lnTo>
                  <a:lnTo>
                    <a:pt x="3544415" y="627748"/>
                  </a:lnTo>
                  <a:lnTo>
                    <a:pt x="3543754" y="627748"/>
                  </a:lnTo>
                  <a:lnTo>
                    <a:pt x="3543094" y="627748"/>
                  </a:lnTo>
                  <a:lnTo>
                    <a:pt x="3542433" y="627748"/>
                  </a:lnTo>
                  <a:lnTo>
                    <a:pt x="3541773" y="627748"/>
                  </a:lnTo>
                  <a:lnTo>
                    <a:pt x="3541112" y="627748"/>
                  </a:lnTo>
                  <a:lnTo>
                    <a:pt x="3540452" y="627748"/>
                  </a:lnTo>
                  <a:lnTo>
                    <a:pt x="3539791" y="627748"/>
                  </a:lnTo>
                  <a:lnTo>
                    <a:pt x="3539131" y="627748"/>
                  </a:lnTo>
                  <a:lnTo>
                    <a:pt x="3538470" y="627748"/>
                  </a:lnTo>
                  <a:lnTo>
                    <a:pt x="3537809" y="627748"/>
                  </a:lnTo>
                  <a:lnTo>
                    <a:pt x="3537149" y="627748"/>
                  </a:lnTo>
                  <a:lnTo>
                    <a:pt x="3536488" y="627748"/>
                  </a:lnTo>
                  <a:lnTo>
                    <a:pt x="3535828" y="627748"/>
                  </a:lnTo>
                  <a:lnTo>
                    <a:pt x="3535167" y="627748"/>
                  </a:lnTo>
                  <a:lnTo>
                    <a:pt x="3534507" y="627748"/>
                  </a:lnTo>
                  <a:lnTo>
                    <a:pt x="3533846" y="627748"/>
                  </a:lnTo>
                  <a:lnTo>
                    <a:pt x="3533186" y="627748"/>
                  </a:lnTo>
                  <a:lnTo>
                    <a:pt x="3532525" y="627748"/>
                  </a:lnTo>
                  <a:lnTo>
                    <a:pt x="3531865" y="627748"/>
                  </a:lnTo>
                  <a:lnTo>
                    <a:pt x="3531204" y="627748"/>
                  </a:lnTo>
                  <a:lnTo>
                    <a:pt x="3530544" y="627748"/>
                  </a:lnTo>
                  <a:lnTo>
                    <a:pt x="3529883" y="627748"/>
                  </a:lnTo>
                  <a:lnTo>
                    <a:pt x="3529223" y="627748"/>
                  </a:lnTo>
                  <a:lnTo>
                    <a:pt x="3528562" y="627748"/>
                  </a:lnTo>
                  <a:lnTo>
                    <a:pt x="3527901" y="627748"/>
                  </a:lnTo>
                  <a:lnTo>
                    <a:pt x="3527241" y="627748"/>
                  </a:lnTo>
                  <a:lnTo>
                    <a:pt x="3526580" y="627748"/>
                  </a:lnTo>
                  <a:lnTo>
                    <a:pt x="3525920" y="627748"/>
                  </a:lnTo>
                  <a:lnTo>
                    <a:pt x="3525259" y="627748"/>
                  </a:lnTo>
                  <a:lnTo>
                    <a:pt x="3524599" y="627748"/>
                  </a:lnTo>
                  <a:lnTo>
                    <a:pt x="3523938" y="627748"/>
                  </a:lnTo>
                  <a:lnTo>
                    <a:pt x="3523278" y="627748"/>
                  </a:lnTo>
                  <a:lnTo>
                    <a:pt x="3522617" y="627748"/>
                  </a:lnTo>
                  <a:lnTo>
                    <a:pt x="3521957" y="627748"/>
                  </a:lnTo>
                  <a:lnTo>
                    <a:pt x="3521296" y="627748"/>
                  </a:lnTo>
                  <a:lnTo>
                    <a:pt x="3520636" y="627748"/>
                  </a:lnTo>
                  <a:lnTo>
                    <a:pt x="3519975" y="627748"/>
                  </a:lnTo>
                  <a:lnTo>
                    <a:pt x="3519315" y="627748"/>
                  </a:lnTo>
                  <a:lnTo>
                    <a:pt x="3518654" y="627748"/>
                  </a:lnTo>
                  <a:lnTo>
                    <a:pt x="3517993" y="627748"/>
                  </a:lnTo>
                  <a:lnTo>
                    <a:pt x="3517333" y="627748"/>
                  </a:lnTo>
                  <a:lnTo>
                    <a:pt x="3516672" y="627748"/>
                  </a:lnTo>
                  <a:lnTo>
                    <a:pt x="3516012" y="627748"/>
                  </a:lnTo>
                  <a:lnTo>
                    <a:pt x="3515351" y="627748"/>
                  </a:lnTo>
                  <a:lnTo>
                    <a:pt x="3514691" y="627748"/>
                  </a:lnTo>
                  <a:lnTo>
                    <a:pt x="3514030" y="627748"/>
                  </a:lnTo>
                  <a:lnTo>
                    <a:pt x="3513370" y="627748"/>
                  </a:lnTo>
                  <a:lnTo>
                    <a:pt x="3512709" y="627748"/>
                  </a:lnTo>
                  <a:lnTo>
                    <a:pt x="3512049" y="627748"/>
                  </a:lnTo>
                  <a:lnTo>
                    <a:pt x="3511388" y="627748"/>
                  </a:lnTo>
                  <a:lnTo>
                    <a:pt x="3510728" y="627748"/>
                  </a:lnTo>
                  <a:lnTo>
                    <a:pt x="3510067" y="627748"/>
                  </a:lnTo>
                  <a:lnTo>
                    <a:pt x="3509407" y="627748"/>
                  </a:lnTo>
                  <a:lnTo>
                    <a:pt x="3508746" y="627748"/>
                  </a:lnTo>
                  <a:lnTo>
                    <a:pt x="3508086" y="627748"/>
                  </a:lnTo>
                  <a:lnTo>
                    <a:pt x="3507425" y="627748"/>
                  </a:lnTo>
                  <a:lnTo>
                    <a:pt x="3506764" y="627748"/>
                  </a:lnTo>
                  <a:lnTo>
                    <a:pt x="3506104" y="627748"/>
                  </a:lnTo>
                  <a:lnTo>
                    <a:pt x="3505443" y="627748"/>
                  </a:lnTo>
                  <a:lnTo>
                    <a:pt x="3504783" y="627748"/>
                  </a:lnTo>
                  <a:lnTo>
                    <a:pt x="3504122" y="627748"/>
                  </a:lnTo>
                  <a:lnTo>
                    <a:pt x="3503462" y="627748"/>
                  </a:lnTo>
                  <a:lnTo>
                    <a:pt x="3502801" y="627748"/>
                  </a:lnTo>
                  <a:lnTo>
                    <a:pt x="3502141" y="627748"/>
                  </a:lnTo>
                  <a:lnTo>
                    <a:pt x="3501480" y="627748"/>
                  </a:lnTo>
                  <a:lnTo>
                    <a:pt x="3500820" y="627748"/>
                  </a:lnTo>
                  <a:lnTo>
                    <a:pt x="3500159" y="627748"/>
                  </a:lnTo>
                  <a:lnTo>
                    <a:pt x="3499499" y="627748"/>
                  </a:lnTo>
                  <a:lnTo>
                    <a:pt x="3498838" y="627748"/>
                  </a:lnTo>
                  <a:lnTo>
                    <a:pt x="3498178" y="627748"/>
                  </a:lnTo>
                  <a:lnTo>
                    <a:pt x="3497517" y="627748"/>
                  </a:lnTo>
                  <a:lnTo>
                    <a:pt x="3496856" y="627748"/>
                  </a:lnTo>
                  <a:lnTo>
                    <a:pt x="3496196" y="627748"/>
                  </a:lnTo>
                  <a:lnTo>
                    <a:pt x="3495535" y="627748"/>
                  </a:lnTo>
                  <a:lnTo>
                    <a:pt x="3494875" y="627748"/>
                  </a:lnTo>
                  <a:lnTo>
                    <a:pt x="3494214" y="627748"/>
                  </a:lnTo>
                  <a:lnTo>
                    <a:pt x="3493554" y="627748"/>
                  </a:lnTo>
                  <a:lnTo>
                    <a:pt x="3492893" y="627748"/>
                  </a:lnTo>
                  <a:lnTo>
                    <a:pt x="3492233" y="627748"/>
                  </a:lnTo>
                  <a:lnTo>
                    <a:pt x="3491572" y="627748"/>
                  </a:lnTo>
                  <a:lnTo>
                    <a:pt x="3490912" y="627748"/>
                  </a:lnTo>
                  <a:lnTo>
                    <a:pt x="3490251" y="627748"/>
                  </a:lnTo>
                  <a:lnTo>
                    <a:pt x="3489591" y="627748"/>
                  </a:lnTo>
                  <a:lnTo>
                    <a:pt x="3488930" y="627748"/>
                  </a:lnTo>
                  <a:lnTo>
                    <a:pt x="3488270" y="627748"/>
                  </a:lnTo>
                  <a:lnTo>
                    <a:pt x="3487609" y="627748"/>
                  </a:lnTo>
                  <a:lnTo>
                    <a:pt x="3486948" y="627748"/>
                  </a:lnTo>
                  <a:lnTo>
                    <a:pt x="3486288" y="627748"/>
                  </a:lnTo>
                  <a:lnTo>
                    <a:pt x="3485627" y="627748"/>
                  </a:lnTo>
                  <a:lnTo>
                    <a:pt x="3484967" y="627748"/>
                  </a:lnTo>
                  <a:lnTo>
                    <a:pt x="3484306" y="627748"/>
                  </a:lnTo>
                  <a:lnTo>
                    <a:pt x="3483646" y="627748"/>
                  </a:lnTo>
                  <a:lnTo>
                    <a:pt x="3482985" y="627748"/>
                  </a:lnTo>
                  <a:lnTo>
                    <a:pt x="3482325" y="627748"/>
                  </a:lnTo>
                  <a:lnTo>
                    <a:pt x="3481664" y="627748"/>
                  </a:lnTo>
                  <a:lnTo>
                    <a:pt x="3481004" y="627748"/>
                  </a:lnTo>
                  <a:lnTo>
                    <a:pt x="3480343" y="627748"/>
                  </a:lnTo>
                  <a:lnTo>
                    <a:pt x="3479683" y="627748"/>
                  </a:lnTo>
                  <a:lnTo>
                    <a:pt x="3479022" y="627748"/>
                  </a:lnTo>
                  <a:lnTo>
                    <a:pt x="3478362" y="627748"/>
                  </a:lnTo>
                  <a:lnTo>
                    <a:pt x="3477701" y="627748"/>
                  </a:lnTo>
                  <a:lnTo>
                    <a:pt x="3477041" y="627748"/>
                  </a:lnTo>
                  <a:lnTo>
                    <a:pt x="3476380" y="627748"/>
                  </a:lnTo>
                  <a:lnTo>
                    <a:pt x="3475719" y="627748"/>
                  </a:lnTo>
                  <a:lnTo>
                    <a:pt x="3475059" y="627748"/>
                  </a:lnTo>
                  <a:lnTo>
                    <a:pt x="3474398" y="627748"/>
                  </a:lnTo>
                  <a:lnTo>
                    <a:pt x="3473738" y="627748"/>
                  </a:lnTo>
                  <a:lnTo>
                    <a:pt x="3473077" y="627748"/>
                  </a:lnTo>
                  <a:lnTo>
                    <a:pt x="3472417" y="627748"/>
                  </a:lnTo>
                  <a:lnTo>
                    <a:pt x="3471756" y="627748"/>
                  </a:lnTo>
                  <a:lnTo>
                    <a:pt x="3471096" y="627748"/>
                  </a:lnTo>
                  <a:lnTo>
                    <a:pt x="3470435" y="627748"/>
                  </a:lnTo>
                  <a:lnTo>
                    <a:pt x="3469775" y="627748"/>
                  </a:lnTo>
                  <a:lnTo>
                    <a:pt x="3469114" y="627748"/>
                  </a:lnTo>
                  <a:lnTo>
                    <a:pt x="3468454" y="627748"/>
                  </a:lnTo>
                  <a:lnTo>
                    <a:pt x="3467793" y="627748"/>
                  </a:lnTo>
                  <a:lnTo>
                    <a:pt x="3467133" y="627748"/>
                  </a:lnTo>
                  <a:lnTo>
                    <a:pt x="3466472" y="627748"/>
                  </a:lnTo>
                  <a:lnTo>
                    <a:pt x="3465811" y="627748"/>
                  </a:lnTo>
                  <a:lnTo>
                    <a:pt x="3465151" y="627748"/>
                  </a:lnTo>
                  <a:lnTo>
                    <a:pt x="3464490" y="627748"/>
                  </a:lnTo>
                  <a:lnTo>
                    <a:pt x="3463830" y="627748"/>
                  </a:lnTo>
                  <a:lnTo>
                    <a:pt x="3463169" y="627748"/>
                  </a:lnTo>
                  <a:lnTo>
                    <a:pt x="3462509" y="627748"/>
                  </a:lnTo>
                  <a:lnTo>
                    <a:pt x="3461848" y="627748"/>
                  </a:lnTo>
                  <a:lnTo>
                    <a:pt x="3461188" y="627748"/>
                  </a:lnTo>
                  <a:lnTo>
                    <a:pt x="3460527" y="627748"/>
                  </a:lnTo>
                  <a:lnTo>
                    <a:pt x="3459867" y="627748"/>
                  </a:lnTo>
                  <a:lnTo>
                    <a:pt x="3459206" y="627748"/>
                  </a:lnTo>
                  <a:lnTo>
                    <a:pt x="3458546" y="627748"/>
                  </a:lnTo>
                  <a:lnTo>
                    <a:pt x="3457885" y="627748"/>
                  </a:lnTo>
                  <a:lnTo>
                    <a:pt x="3457225" y="627748"/>
                  </a:lnTo>
                  <a:lnTo>
                    <a:pt x="3456564" y="627748"/>
                  </a:lnTo>
                  <a:lnTo>
                    <a:pt x="3455903" y="627748"/>
                  </a:lnTo>
                  <a:lnTo>
                    <a:pt x="3455243" y="627748"/>
                  </a:lnTo>
                  <a:lnTo>
                    <a:pt x="3454582" y="627748"/>
                  </a:lnTo>
                  <a:lnTo>
                    <a:pt x="3453922" y="627748"/>
                  </a:lnTo>
                  <a:lnTo>
                    <a:pt x="3453261" y="627748"/>
                  </a:lnTo>
                  <a:lnTo>
                    <a:pt x="3452601" y="627748"/>
                  </a:lnTo>
                  <a:lnTo>
                    <a:pt x="3451940" y="627748"/>
                  </a:lnTo>
                  <a:lnTo>
                    <a:pt x="3451280" y="627748"/>
                  </a:lnTo>
                  <a:lnTo>
                    <a:pt x="3450619" y="627748"/>
                  </a:lnTo>
                  <a:lnTo>
                    <a:pt x="3449959" y="627748"/>
                  </a:lnTo>
                  <a:lnTo>
                    <a:pt x="3449298" y="627748"/>
                  </a:lnTo>
                  <a:lnTo>
                    <a:pt x="3448638" y="627748"/>
                  </a:lnTo>
                  <a:lnTo>
                    <a:pt x="3447977" y="627748"/>
                  </a:lnTo>
                  <a:lnTo>
                    <a:pt x="3447317" y="627748"/>
                  </a:lnTo>
                  <a:lnTo>
                    <a:pt x="3446656" y="627748"/>
                  </a:lnTo>
                  <a:lnTo>
                    <a:pt x="3445995" y="627748"/>
                  </a:lnTo>
                  <a:lnTo>
                    <a:pt x="3445335" y="627748"/>
                  </a:lnTo>
                  <a:lnTo>
                    <a:pt x="3444674" y="627748"/>
                  </a:lnTo>
                  <a:lnTo>
                    <a:pt x="3444014" y="627748"/>
                  </a:lnTo>
                  <a:lnTo>
                    <a:pt x="3443353" y="627748"/>
                  </a:lnTo>
                  <a:lnTo>
                    <a:pt x="3442693" y="627748"/>
                  </a:lnTo>
                  <a:lnTo>
                    <a:pt x="3442032" y="627748"/>
                  </a:lnTo>
                  <a:lnTo>
                    <a:pt x="3441372" y="627748"/>
                  </a:lnTo>
                  <a:lnTo>
                    <a:pt x="3440711" y="627748"/>
                  </a:lnTo>
                  <a:lnTo>
                    <a:pt x="3440051" y="627748"/>
                  </a:lnTo>
                  <a:lnTo>
                    <a:pt x="3439390" y="627748"/>
                  </a:lnTo>
                  <a:lnTo>
                    <a:pt x="3438730" y="627748"/>
                  </a:lnTo>
                  <a:lnTo>
                    <a:pt x="3438069" y="627748"/>
                  </a:lnTo>
                  <a:lnTo>
                    <a:pt x="3437409" y="627748"/>
                  </a:lnTo>
                  <a:lnTo>
                    <a:pt x="3436748" y="627748"/>
                  </a:lnTo>
                  <a:lnTo>
                    <a:pt x="3436088" y="627748"/>
                  </a:lnTo>
                  <a:lnTo>
                    <a:pt x="3435427" y="627748"/>
                  </a:lnTo>
                  <a:lnTo>
                    <a:pt x="3434766" y="627748"/>
                  </a:lnTo>
                  <a:lnTo>
                    <a:pt x="3434106" y="627748"/>
                  </a:lnTo>
                  <a:lnTo>
                    <a:pt x="3433445" y="627748"/>
                  </a:lnTo>
                  <a:lnTo>
                    <a:pt x="3432785" y="627748"/>
                  </a:lnTo>
                  <a:lnTo>
                    <a:pt x="3432124" y="627748"/>
                  </a:lnTo>
                  <a:lnTo>
                    <a:pt x="3431464" y="627748"/>
                  </a:lnTo>
                  <a:lnTo>
                    <a:pt x="3430803" y="627748"/>
                  </a:lnTo>
                  <a:lnTo>
                    <a:pt x="3430143" y="627748"/>
                  </a:lnTo>
                  <a:lnTo>
                    <a:pt x="3429482" y="627748"/>
                  </a:lnTo>
                  <a:lnTo>
                    <a:pt x="3428822" y="627748"/>
                  </a:lnTo>
                  <a:lnTo>
                    <a:pt x="3428161" y="627748"/>
                  </a:lnTo>
                  <a:lnTo>
                    <a:pt x="3427501" y="627748"/>
                  </a:lnTo>
                  <a:lnTo>
                    <a:pt x="3426840" y="627748"/>
                  </a:lnTo>
                  <a:lnTo>
                    <a:pt x="3426180" y="627748"/>
                  </a:lnTo>
                  <a:lnTo>
                    <a:pt x="3425519" y="627748"/>
                  </a:lnTo>
                  <a:lnTo>
                    <a:pt x="3424858" y="627748"/>
                  </a:lnTo>
                  <a:lnTo>
                    <a:pt x="3424198" y="627748"/>
                  </a:lnTo>
                  <a:lnTo>
                    <a:pt x="3423537" y="627748"/>
                  </a:lnTo>
                  <a:lnTo>
                    <a:pt x="3422877" y="627748"/>
                  </a:lnTo>
                  <a:lnTo>
                    <a:pt x="3422216" y="627748"/>
                  </a:lnTo>
                  <a:lnTo>
                    <a:pt x="3421556" y="627748"/>
                  </a:lnTo>
                  <a:lnTo>
                    <a:pt x="3420895" y="627748"/>
                  </a:lnTo>
                  <a:lnTo>
                    <a:pt x="3420235" y="627748"/>
                  </a:lnTo>
                  <a:lnTo>
                    <a:pt x="3419574" y="627748"/>
                  </a:lnTo>
                  <a:lnTo>
                    <a:pt x="3418914" y="627748"/>
                  </a:lnTo>
                  <a:lnTo>
                    <a:pt x="3418253" y="627748"/>
                  </a:lnTo>
                  <a:lnTo>
                    <a:pt x="3417593" y="627748"/>
                  </a:lnTo>
                  <a:lnTo>
                    <a:pt x="3416932" y="627748"/>
                  </a:lnTo>
                  <a:lnTo>
                    <a:pt x="3416272" y="627748"/>
                  </a:lnTo>
                  <a:lnTo>
                    <a:pt x="3415611" y="627748"/>
                  </a:lnTo>
                  <a:lnTo>
                    <a:pt x="3414950" y="627748"/>
                  </a:lnTo>
                  <a:lnTo>
                    <a:pt x="3414290" y="627748"/>
                  </a:lnTo>
                  <a:lnTo>
                    <a:pt x="3413629" y="627748"/>
                  </a:lnTo>
                  <a:lnTo>
                    <a:pt x="3412969" y="627748"/>
                  </a:lnTo>
                  <a:lnTo>
                    <a:pt x="3412308" y="627748"/>
                  </a:lnTo>
                  <a:lnTo>
                    <a:pt x="3411648" y="627748"/>
                  </a:lnTo>
                  <a:lnTo>
                    <a:pt x="3410987" y="627748"/>
                  </a:lnTo>
                  <a:lnTo>
                    <a:pt x="3410327" y="627748"/>
                  </a:lnTo>
                  <a:lnTo>
                    <a:pt x="3409666" y="627748"/>
                  </a:lnTo>
                  <a:lnTo>
                    <a:pt x="3409006" y="627748"/>
                  </a:lnTo>
                  <a:lnTo>
                    <a:pt x="3408345" y="627748"/>
                  </a:lnTo>
                  <a:lnTo>
                    <a:pt x="3407685" y="627748"/>
                  </a:lnTo>
                  <a:lnTo>
                    <a:pt x="3407024" y="627748"/>
                  </a:lnTo>
                  <a:lnTo>
                    <a:pt x="3406364" y="627748"/>
                  </a:lnTo>
                  <a:lnTo>
                    <a:pt x="3405703" y="627748"/>
                  </a:lnTo>
                  <a:lnTo>
                    <a:pt x="3405043" y="627748"/>
                  </a:lnTo>
                  <a:lnTo>
                    <a:pt x="3404382" y="627748"/>
                  </a:lnTo>
                  <a:lnTo>
                    <a:pt x="3403721" y="627748"/>
                  </a:lnTo>
                  <a:lnTo>
                    <a:pt x="3403061" y="627748"/>
                  </a:lnTo>
                  <a:lnTo>
                    <a:pt x="3402400" y="627748"/>
                  </a:lnTo>
                  <a:lnTo>
                    <a:pt x="3401740" y="627748"/>
                  </a:lnTo>
                  <a:lnTo>
                    <a:pt x="3401079" y="627748"/>
                  </a:lnTo>
                  <a:lnTo>
                    <a:pt x="3400419" y="627748"/>
                  </a:lnTo>
                  <a:lnTo>
                    <a:pt x="3399758" y="627748"/>
                  </a:lnTo>
                  <a:lnTo>
                    <a:pt x="3399098" y="627748"/>
                  </a:lnTo>
                  <a:lnTo>
                    <a:pt x="3398437" y="627748"/>
                  </a:lnTo>
                  <a:lnTo>
                    <a:pt x="3397777" y="627748"/>
                  </a:lnTo>
                  <a:lnTo>
                    <a:pt x="3397116" y="627748"/>
                  </a:lnTo>
                  <a:lnTo>
                    <a:pt x="3396456" y="627748"/>
                  </a:lnTo>
                  <a:lnTo>
                    <a:pt x="3395795" y="627748"/>
                  </a:lnTo>
                  <a:lnTo>
                    <a:pt x="3395135" y="627748"/>
                  </a:lnTo>
                  <a:lnTo>
                    <a:pt x="3394474" y="627748"/>
                  </a:lnTo>
                  <a:lnTo>
                    <a:pt x="3393813" y="627748"/>
                  </a:lnTo>
                  <a:lnTo>
                    <a:pt x="3393153" y="627748"/>
                  </a:lnTo>
                  <a:lnTo>
                    <a:pt x="3392492" y="627748"/>
                  </a:lnTo>
                  <a:lnTo>
                    <a:pt x="3391832" y="627748"/>
                  </a:lnTo>
                  <a:lnTo>
                    <a:pt x="3391171" y="627748"/>
                  </a:lnTo>
                  <a:lnTo>
                    <a:pt x="3390511" y="627748"/>
                  </a:lnTo>
                  <a:lnTo>
                    <a:pt x="3389850" y="627748"/>
                  </a:lnTo>
                  <a:lnTo>
                    <a:pt x="3389190" y="627748"/>
                  </a:lnTo>
                  <a:lnTo>
                    <a:pt x="3388529" y="627748"/>
                  </a:lnTo>
                  <a:lnTo>
                    <a:pt x="3387869" y="627748"/>
                  </a:lnTo>
                  <a:lnTo>
                    <a:pt x="3387208" y="627748"/>
                  </a:lnTo>
                  <a:lnTo>
                    <a:pt x="3386548" y="627748"/>
                  </a:lnTo>
                  <a:lnTo>
                    <a:pt x="3385887" y="627748"/>
                  </a:lnTo>
                  <a:lnTo>
                    <a:pt x="3385227" y="627748"/>
                  </a:lnTo>
                  <a:lnTo>
                    <a:pt x="3384566" y="627748"/>
                  </a:lnTo>
                  <a:lnTo>
                    <a:pt x="3383905" y="627748"/>
                  </a:lnTo>
                  <a:lnTo>
                    <a:pt x="3383245" y="627748"/>
                  </a:lnTo>
                  <a:lnTo>
                    <a:pt x="3382584" y="627748"/>
                  </a:lnTo>
                  <a:lnTo>
                    <a:pt x="3381924" y="627748"/>
                  </a:lnTo>
                  <a:lnTo>
                    <a:pt x="3381263" y="627748"/>
                  </a:lnTo>
                  <a:lnTo>
                    <a:pt x="3380603" y="627748"/>
                  </a:lnTo>
                  <a:lnTo>
                    <a:pt x="3379942" y="627748"/>
                  </a:lnTo>
                  <a:lnTo>
                    <a:pt x="3379282" y="627748"/>
                  </a:lnTo>
                  <a:lnTo>
                    <a:pt x="3378621" y="627748"/>
                  </a:lnTo>
                  <a:lnTo>
                    <a:pt x="3377961" y="627748"/>
                  </a:lnTo>
                  <a:lnTo>
                    <a:pt x="3377300" y="627748"/>
                  </a:lnTo>
                  <a:lnTo>
                    <a:pt x="3376640" y="627748"/>
                  </a:lnTo>
                  <a:lnTo>
                    <a:pt x="3375979" y="627748"/>
                  </a:lnTo>
                  <a:lnTo>
                    <a:pt x="3375319" y="627748"/>
                  </a:lnTo>
                  <a:lnTo>
                    <a:pt x="3374658" y="627748"/>
                  </a:lnTo>
                  <a:lnTo>
                    <a:pt x="3373997" y="627748"/>
                  </a:lnTo>
                  <a:lnTo>
                    <a:pt x="3373337" y="627748"/>
                  </a:lnTo>
                  <a:lnTo>
                    <a:pt x="3372676" y="627748"/>
                  </a:lnTo>
                  <a:lnTo>
                    <a:pt x="3372016" y="627748"/>
                  </a:lnTo>
                  <a:lnTo>
                    <a:pt x="3371355" y="627748"/>
                  </a:lnTo>
                  <a:lnTo>
                    <a:pt x="3370695" y="627748"/>
                  </a:lnTo>
                  <a:lnTo>
                    <a:pt x="3370034" y="627748"/>
                  </a:lnTo>
                  <a:lnTo>
                    <a:pt x="3369374" y="627748"/>
                  </a:lnTo>
                  <a:lnTo>
                    <a:pt x="3368713" y="627748"/>
                  </a:lnTo>
                  <a:lnTo>
                    <a:pt x="3368053" y="627748"/>
                  </a:lnTo>
                  <a:lnTo>
                    <a:pt x="3367392" y="627748"/>
                  </a:lnTo>
                  <a:lnTo>
                    <a:pt x="3366732" y="627748"/>
                  </a:lnTo>
                  <a:lnTo>
                    <a:pt x="3366071" y="627748"/>
                  </a:lnTo>
                  <a:lnTo>
                    <a:pt x="3365411" y="627748"/>
                  </a:lnTo>
                  <a:lnTo>
                    <a:pt x="3364750" y="627748"/>
                  </a:lnTo>
                  <a:lnTo>
                    <a:pt x="3364090" y="627748"/>
                  </a:lnTo>
                  <a:lnTo>
                    <a:pt x="3363429" y="627748"/>
                  </a:lnTo>
                  <a:lnTo>
                    <a:pt x="3362768" y="627748"/>
                  </a:lnTo>
                  <a:lnTo>
                    <a:pt x="3362108" y="627748"/>
                  </a:lnTo>
                  <a:lnTo>
                    <a:pt x="3361447" y="627748"/>
                  </a:lnTo>
                  <a:lnTo>
                    <a:pt x="3360787" y="627748"/>
                  </a:lnTo>
                  <a:lnTo>
                    <a:pt x="3360126" y="627748"/>
                  </a:lnTo>
                  <a:lnTo>
                    <a:pt x="3359466" y="627748"/>
                  </a:lnTo>
                  <a:lnTo>
                    <a:pt x="3358805" y="627748"/>
                  </a:lnTo>
                  <a:lnTo>
                    <a:pt x="3358145" y="627748"/>
                  </a:lnTo>
                  <a:lnTo>
                    <a:pt x="3357484" y="627748"/>
                  </a:lnTo>
                  <a:lnTo>
                    <a:pt x="3356824" y="627748"/>
                  </a:lnTo>
                  <a:lnTo>
                    <a:pt x="3356163" y="627748"/>
                  </a:lnTo>
                  <a:lnTo>
                    <a:pt x="3355503" y="627748"/>
                  </a:lnTo>
                  <a:lnTo>
                    <a:pt x="3354842" y="627748"/>
                  </a:lnTo>
                  <a:lnTo>
                    <a:pt x="3354182" y="627748"/>
                  </a:lnTo>
                  <a:lnTo>
                    <a:pt x="3353521" y="627748"/>
                  </a:lnTo>
                  <a:lnTo>
                    <a:pt x="3352860" y="627748"/>
                  </a:lnTo>
                  <a:lnTo>
                    <a:pt x="3352200" y="627748"/>
                  </a:lnTo>
                  <a:lnTo>
                    <a:pt x="3351539" y="627748"/>
                  </a:lnTo>
                  <a:lnTo>
                    <a:pt x="3350879" y="627748"/>
                  </a:lnTo>
                  <a:lnTo>
                    <a:pt x="3350218" y="627748"/>
                  </a:lnTo>
                  <a:lnTo>
                    <a:pt x="3349558" y="627748"/>
                  </a:lnTo>
                  <a:lnTo>
                    <a:pt x="3348897" y="627748"/>
                  </a:lnTo>
                  <a:lnTo>
                    <a:pt x="3348237" y="627748"/>
                  </a:lnTo>
                  <a:lnTo>
                    <a:pt x="3347576" y="627748"/>
                  </a:lnTo>
                  <a:lnTo>
                    <a:pt x="3346916" y="627748"/>
                  </a:lnTo>
                  <a:lnTo>
                    <a:pt x="3346255" y="627748"/>
                  </a:lnTo>
                  <a:lnTo>
                    <a:pt x="3345595" y="627748"/>
                  </a:lnTo>
                  <a:lnTo>
                    <a:pt x="3344934" y="627748"/>
                  </a:lnTo>
                  <a:lnTo>
                    <a:pt x="3344274" y="627748"/>
                  </a:lnTo>
                  <a:lnTo>
                    <a:pt x="3343613" y="627748"/>
                  </a:lnTo>
                  <a:lnTo>
                    <a:pt x="3342952" y="627748"/>
                  </a:lnTo>
                  <a:lnTo>
                    <a:pt x="3342292" y="627748"/>
                  </a:lnTo>
                  <a:lnTo>
                    <a:pt x="3341631" y="627748"/>
                  </a:lnTo>
                  <a:lnTo>
                    <a:pt x="3340971" y="627748"/>
                  </a:lnTo>
                  <a:lnTo>
                    <a:pt x="3340310" y="627748"/>
                  </a:lnTo>
                  <a:lnTo>
                    <a:pt x="3339650" y="627748"/>
                  </a:lnTo>
                  <a:lnTo>
                    <a:pt x="3338989" y="627748"/>
                  </a:lnTo>
                  <a:lnTo>
                    <a:pt x="3338329" y="627748"/>
                  </a:lnTo>
                  <a:lnTo>
                    <a:pt x="3337668" y="627748"/>
                  </a:lnTo>
                  <a:lnTo>
                    <a:pt x="3337008" y="627748"/>
                  </a:lnTo>
                  <a:lnTo>
                    <a:pt x="3336347" y="627748"/>
                  </a:lnTo>
                  <a:lnTo>
                    <a:pt x="3335687" y="627748"/>
                  </a:lnTo>
                  <a:lnTo>
                    <a:pt x="3335026" y="627748"/>
                  </a:lnTo>
                  <a:lnTo>
                    <a:pt x="3334366" y="627748"/>
                  </a:lnTo>
                  <a:lnTo>
                    <a:pt x="3333705" y="627748"/>
                  </a:lnTo>
                  <a:lnTo>
                    <a:pt x="3333045" y="627748"/>
                  </a:lnTo>
                  <a:lnTo>
                    <a:pt x="3332384" y="627748"/>
                  </a:lnTo>
                  <a:lnTo>
                    <a:pt x="3331723" y="627748"/>
                  </a:lnTo>
                  <a:lnTo>
                    <a:pt x="3331063" y="627748"/>
                  </a:lnTo>
                  <a:lnTo>
                    <a:pt x="3330402" y="627748"/>
                  </a:lnTo>
                  <a:lnTo>
                    <a:pt x="3329742" y="627748"/>
                  </a:lnTo>
                  <a:lnTo>
                    <a:pt x="3329081" y="627748"/>
                  </a:lnTo>
                  <a:lnTo>
                    <a:pt x="3328421" y="627748"/>
                  </a:lnTo>
                  <a:lnTo>
                    <a:pt x="3327760" y="627748"/>
                  </a:lnTo>
                  <a:lnTo>
                    <a:pt x="3327100" y="627748"/>
                  </a:lnTo>
                  <a:lnTo>
                    <a:pt x="3326439" y="627748"/>
                  </a:lnTo>
                  <a:lnTo>
                    <a:pt x="3325779" y="627748"/>
                  </a:lnTo>
                  <a:lnTo>
                    <a:pt x="3325118" y="627748"/>
                  </a:lnTo>
                  <a:lnTo>
                    <a:pt x="3324458" y="627748"/>
                  </a:lnTo>
                  <a:lnTo>
                    <a:pt x="3323797" y="627748"/>
                  </a:lnTo>
                  <a:lnTo>
                    <a:pt x="3323137" y="627748"/>
                  </a:lnTo>
                  <a:lnTo>
                    <a:pt x="3322476" y="627748"/>
                  </a:lnTo>
                  <a:lnTo>
                    <a:pt x="3321815" y="627748"/>
                  </a:lnTo>
                  <a:lnTo>
                    <a:pt x="3321155" y="627748"/>
                  </a:lnTo>
                  <a:lnTo>
                    <a:pt x="3320494" y="627748"/>
                  </a:lnTo>
                  <a:lnTo>
                    <a:pt x="3319834" y="627748"/>
                  </a:lnTo>
                  <a:lnTo>
                    <a:pt x="3319173" y="627748"/>
                  </a:lnTo>
                  <a:lnTo>
                    <a:pt x="3318513" y="627748"/>
                  </a:lnTo>
                  <a:lnTo>
                    <a:pt x="3317852" y="627748"/>
                  </a:lnTo>
                  <a:lnTo>
                    <a:pt x="3317192" y="627748"/>
                  </a:lnTo>
                  <a:lnTo>
                    <a:pt x="3316531" y="627748"/>
                  </a:lnTo>
                  <a:lnTo>
                    <a:pt x="3315871" y="627748"/>
                  </a:lnTo>
                  <a:lnTo>
                    <a:pt x="3315210" y="627748"/>
                  </a:lnTo>
                  <a:lnTo>
                    <a:pt x="3314550" y="627748"/>
                  </a:lnTo>
                  <a:lnTo>
                    <a:pt x="3313889" y="627748"/>
                  </a:lnTo>
                  <a:lnTo>
                    <a:pt x="3313229" y="627748"/>
                  </a:lnTo>
                  <a:lnTo>
                    <a:pt x="3312568" y="627748"/>
                  </a:lnTo>
                  <a:lnTo>
                    <a:pt x="3311907" y="627748"/>
                  </a:lnTo>
                  <a:lnTo>
                    <a:pt x="3311247" y="627748"/>
                  </a:lnTo>
                  <a:lnTo>
                    <a:pt x="3310586" y="627748"/>
                  </a:lnTo>
                  <a:lnTo>
                    <a:pt x="3309926" y="627748"/>
                  </a:lnTo>
                  <a:lnTo>
                    <a:pt x="3309265" y="627748"/>
                  </a:lnTo>
                  <a:lnTo>
                    <a:pt x="3308605" y="627748"/>
                  </a:lnTo>
                  <a:lnTo>
                    <a:pt x="3307944" y="627748"/>
                  </a:lnTo>
                  <a:lnTo>
                    <a:pt x="3307284" y="627748"/>
                  </a:lnTo>
                  <a:lnTo>
                    <a:pt x="3306623" y="627748"/>
                  </a:lnTo>
                  <a:lnTo>
                    <a:pt x="3305963" y="627748"/>
                  </a:lnTo>
                  <a:lnTo>
                    <a:pt x="3305302" y="627748"/>
                  </a:lnTo>
                  <a:lnTo>
                    <a:pt x="3304642" y="627748"/>
                  </a:lnTo>
                  <a:lnTo>
                    <a:pt x="3303981" y="627748"/>
                  </a:lnTo>
                  <a:lnTo>
                    <a:pt x="3303321" y="627748"/>
                  </a:lnTo>
                  <a:lnTo>
                    <a:pt x="3302660" y="627748"/>
                  </a:lnTo>
                  <a:lnTo>
                    <a:pt x="3301999" y="627748"/>
                  </a:lnTo>
                  <a:lnTo>
                    <a:pt x="3301339" y="627748"/>
                  </a:lnTo>
                  <a:lnTo>
                    <a:pt x="3300678" y="627748"/>
                  </a:lnTo>
                  <a:lnTo>
                    <a:pt x="3300018" y="627748"/>
                  </a:lnTo>
                  <a:lnTo>
                    <a:pt x="3299357" y="627748"/>
                  </a:lnTo>
                  <a:lnTo>
                    <a:pt x="3298697" y="627748"/>
                  </a:lnTo>
                  <a:lnTo>
                    <a:pt x="3298036" y="627748"/>
                  </a:lnTo>
                  <a:lnTo>
                    <a:pt x="3297376" y="627748"/>
                  </a:lnTo>
                  <a:lnTo>
                    <a:pt x="3296715" y="627748"/>
                  </a:lnTo>
                  <a:lnTo>
                    <a:pt x="3296055" y="627748"/>
                  </a:lnTo>
                  <a:lnTo>
                    <a:pt x="3295394" y="627748"/>
                  </a:lnTo>
                  <a:lnTo>
                    <a:pt x="3294734" y="627748"/>
                  </a:lnTo>
                  <a:lnTo>
                    <a:pt x="3294073" y="627748"/>
                  </a:lnTo>
                  <a:lnTo>
                    <a:pt x="3293413" y="627748"/>
                  </a:lnTo>
                  <a:lnTo>
                    <a:pt x="3292752" y="627748"/>
                  </a:lnTo>
                  <a:lnTo>
                    <a:pt x="3292092" y="627748"/>
                  </a:lnTo>
                  <a:lnTo>
                    <a:pt x="3291431" y="627748"/>
                  </a:lnTo>
                  <a:lnTo>
                    <a:pt x="3290770" y="627748"/>
                  </a:lnTo>
                  <a:lnTo>
                    <a:pt x="3290110" y="627748"/>
                  </a:lnTo>
                  <a:lnTo>
                    <a:pt x="3289449" y="627748"/>
                  </a:lnTo>
                  <a:lnTo>
                    <a:pt x="3288789" y="627748"/>
                  </a:lnTo>
                  <a:lnTo>
                    <a:pt x="3288128" y="627748"/>
                  </a:lnTo>
                  <a:lnTo>
                    <a:pt x="3287468" y="627748"/>
                  </a:lnTo>
                  <a:lnTo>
                    <a:pt x="3286807" y="627748"/>
                  </a:lnTo>
                  <a:lnTo>
                    <a:pt x="3286147" y="627748"/>
                  </a:lnTo>
                  <a:lnTo>
                    <a:pt x="3285486" y="627748"/>
                  </a:lnTo>
                  <a:lnTo>
                    <a:pt x="3284826" y="627748"/>
                  </a:lnTo>
                  <a:lnTo>
                    <a:pt x="3284165" y="627748"/>
                  </a:lnTo>
                  <a:lnTo>
                    <a:pt x="3283505" y="627748"/>
                  </a:lnTo>
                  <a:lnTo>
                    <a:pt x="3282844" y="627748"/>
                  </a:lnTo>
                  <a:lnTo>
                    <a:pt x="3282184" y="627748"/>
                  </a:lnTo>
                  <a:lnTo>
                    <a:pt x="3281523" y="627748"/>
                  </a:lnTo>
                  <a:lnTo>
                    <a:pt x="3280862" y="627748"/>
                  </a:lnTo>
                  <a:lnTo>
                    <a:pt x="3280202" y="627748"/>
                  </a:lnTo>
                  <a:lnTo>
                    <a:pt x="3279541" y="627748"/>
                  </a:lnTo>
                  <a:lnTo>
                    <a:pt x="3278881" y="627748"/>
                  </a:lnTo>
                  <a:lnTo>
                    <a:pt x="3278220" y="627748"/>
                  </a:lnTo>
                  <a:lnTo>
                    <a:pt x="3277560" y="627748"/>
                  </a:lnTo>
                  <a:lnTo>
                    <a:pt x="3276899" y="627748"/>
                  </a:lnTo>
                  <a:lnTo>
                    <a:pt x="3276239" y="627748"/>
                  </a:lnTo>
                  <a:lnTo>
                    <a:pt x="3275578" y="627748"/>
                  </a:lnTo>
                  <a:lnTo>
                    <a:pt x="3274918" y="627748"/>
                  </a:lnTo>
                  <a:lnTo>
                    <a:pt x="3274257" y="627748"/>
                  </a:lnTo>
                  <a:lnTo>
                    <a:pt x="3273597" y="627748"/>
                  </a:lnTo>
                  <a:lnTo>
                    <a:pt x="3272936" y="627748"/>
                  </a:lnTo>
                  <a:lnTo>
                    <a:pt x="3272276" y="627748"/>
                  </a:lnTo>
                  <a:lnTo>
                    <a:pt x="3271615" y="627748"/>
                  </a:lnTo>
                  <a:lnTo>
                    <a:pt x="3270954" y="627748"/>
                  </a:lnTo>
                  <a:lnTo>
                    <a:pt x="3270294" y="627748"/>
                  </a:lnTo>
                  <a:lnTo>
                    <a:pt x="3269633" y="627748"/>
                  </a:lnTo>
                  <a:lnTo>
                    <a:pt x="3268973" y="627748"/>
                  </a:lnTo>
                  <a:lnTo>
                    <a:pt x="3268312" y="627748"/>
                  </a:lnTo>
                  <a:lnTo>
                    <a:pt x="3267652" y="627748"/>
                  </a:lnTo>
                  <a:lnTo>
                    <a:pt x="3266991" y="627748"/>
                  </a:lnTo>
                  <a:lnTo>
                    <a:pt x="3266331" y="627748"/>
                  </a:lnTo>
                  <a:lnTo>
                    <a:pt x="3265670" y="627748"/>
                  </a:lnTo>
                  <a:lnTo>
                    <a:pt x="3265010" y="627748"/>
                  </a:lnTo>
                  <a:lnTo>
                    <a:pt x="3264349" y="627748"/>
                  </a:lnTo>
                  <a:lnTo>
                    <a:pt x="3263689" y="627748"/>
                  </a:lnTo>
                  <a:lnTo>
                    <a:pt x="3263028" y="627748"/>
                  </a:lnTo>
                  <a:lnTo>
                    <a:pt x="3262368" y="627748"/>
                  </a:lnTo>
                  <a:lnTo>
                    <a:pt x="3261707" y="627748"/>
                  </a:lnTo>
                  <a:lnTo>
                    <a:pt x="3261047" y="627748"/>
                  </a:lnTo>
                  <a:lnTo>
                    <a:pt x="3260386" y="627748"/>
                  </a:lnTo>
                  <a:lnTo>
                    <a:pt x="3259725" y="627748"/>
                  </a:lnTo>
                  <a:lnTo>
                    <a:pt x="3259065" y="627748"/>
                  </a:lnTo>
                  <a:lnTo>
                    <a:pt x="3258404" y="627748"/>
                  </a:lnTo>
                  <a:lnTo>
                    <a:pt x="3257744" y="627748"/>
                  </a:lnTo>
                  <a:lnTo>
                    <a:pt x="3257083" y="627748"/>
                  </a:lnTo>
                  <a:lnTo>
                    <a:pt x="3256423" y="627748"/>
                  </a:lnTo>
                  <a:lnTo>
                    <a:pt x="3255762" y="627748"/>
                  </a:lnTo>
                  <a:lnTo>
                    <a:pt x="3255102" y="627748"/>
                  </a:lnTo>
                  <a:lnTo>
                    <a:pt x="3254441" y="627748"/>
                  </a:lnTo>
                  <a:lnTo>
                    <a:pt x="3253781" y="627748"/>
                  </a:lnTo>
                  <a:lnTo>
                    <a:pt x="3253120" y="627748"/>
                  </a:lnTo>
                  <a:lnTo>
                    <a:pt x="3252460" y="627748"/>
                  </a:lnTo>
                  <a:lnTo>
                    <a:pt x="3251799" y="627748"/>
                  </a:lnTo>
                  <a:lnTo>
                    <a:pt x="3251139" y="627748"/>
                  </a:lnTo>
                  <a:lnTo>
                    <a:pt x="3250478" y="627748"/>
                  </a:lnTo>
                  <a:lnTo>
                    <a:pt x="3249817" y="627748"/>
                  </a:lnTo>
                  <a:lnTo>
                    <a:pt x="3249157" y="627748"/>
                  </a:lnTo>
                  <a:lnTo>
                    <a:pt x="3248496" y="627748"/>
                  </a:lnTo>
                  <a:lnTo>
                    <a:pt x="3247836" y="627748"/>
                  </a:lnTo>
                  <a:lnTo>
                    <a:pt x="3247175" y="627748"/>
                  </a:lnTo>
                  <a:lnTo>
                    <a:pt x="3246515" y="627748"/>
                  </a:lnTo>
                  <a:lnTo>
                    <a:pt x="3245854" y="627748"/>
                  </a:lnTo>
                  <a:lnTo>
                    <a:pt x="3245194" y="627748"/>
                  </a:lnTo>
                  <a:lnTo>
                    <a:pt x="3244533" y="627748"/>
                  </a:lnTo>
                  <a:lnTo>
                    <a:pt x="3243873" y="627748"/>
                  </a:lnTo>
                  <a:lnTo>
                    <a:pt x="3243212" y="627748"/>
                  </a:lnTo>
                  <a:lnTo>
                    <a:pt x="3242552" y="627748"/>
                  </a:lnTo>
                  <a:lnTo>
                    <a:pt x="3241891" y="627748"/>
                  </a:lnTo>
                  <a:lnTo>
                    <a:pt x="3241231" y="627748"/>
                  </a:lnTo>
                  <a:lnTo>
                    <a:pt x="3240570" y="627748"/>
                  </a:lnTo>
                  <a:lnTo>
                    <a:pt x="3239909" y="627748"/>
                  </a:lnTo>
                  <a:lnTo>
                    <a:pt x="3239249" y="627748"/>
                  </a:lnTo>
                  <a:lnTo>
                    <a:pt x="3238588" y="627748"/>
                  </a:lnTo>
                  <a:lnTo>
                    <a:pt x="3237928" y="627748"/>
                  </a:lnTo>
                  <a:lnTo>
                    <a:pt x="3237267" y="627748"/>
                  </a:lnTo>
                  <a:lnTo>
                    <a:pt x="3236607" y="627748"/>
                  </a:lnTo>
                  <a:lnTo>
                    <a:pt x="3235946" y="627748"/>
                  </a:lnTo>
                  <a:lnTo>
                    <a:pt x="3235286" y="627748"/>
                  </a:lnTo>
                  <a:lnTo>
                    <a:pt x="3234625" y="627748"/>
                  </a:lnTo>
                  <a:lnTo>
                    <a:pt x="3233965" y="627748"/>
                  </a:lnTo>
                  <a:lnTo>
                    <a:pt x="3233304" y="627748"/>
                  </a:lnTo>
                  <a:lnTo>
                    <a:pt x="3232644" y="627748"/>
                  </a:lnTo>
                  <a:lnTo>
                    <a:pt x="3231983" y="627748"/>
                  </a:lnTo>
                  <a:lnTo>
                    <a:pt x="3231323" y="627748"/>
                  </a:lnTo>
                  <a:lnTo>
                    <a:pt x="3230662" y="627748"/>
                  </a:lnTo>
                  <a:lnTo>
                    <a:pt x="3230002" y="627748"/>
                  </a:lnTo>
                  <a:lnTo>
                    <a:pt x="3229341" y="627748"/>
                  </a:lnTo>
                  <a:lnTo>
                    <a:pt x="3228680" y="627748"/>
                  </a:lnTo>
                  <a:lnTo>
                    <a:pt x="3228020" y="627748"/>
                  </a:lnTo>
                  <a:lnTo>
                    <a:pt x="3227359" y="627748"/>
                  </a:lnTo>
                  <a:lnTo>
                    <a:pt x="3226699" y="627748"/>
                  </a:lnTo>
                  <a:lnTo>
                    <a:pt x="3226038" y="627748"/>
                  </a:lnTo>
                  <a:lnTo>
                    <a:pt x="3225378" y="627748"/>
                  </a:lnTo>
                  <a:lnTo>
                    <a:pt x="3224717" y="627748"/>
                  </a:lnTo>
                  <a:lnTo>
                    <a:pt x="3224057" y="627748"/>
                  </a:lnTo>
                  <a:lnTo>
                    <a:pt x="3223396" y="627748"/>
                  </a:lnTo>
                  <a:lnTo>
                    <a:pt x="3222736" y="627748"/>
                  </a:lnTo>
                  <a:lnTo>
                    <a:pt x="3222075" y="627748"/>
                  </a:lnTo>
                  <a:lnTo>
                    <a:pt x="3221415" y="627748"/>
                  </a:lnTo>
                  <a:lnTo>
                    <a:pt x="3220754" y="627748"/>
                  </a:lnTo>
                  <a:lnTo>
                    <a:pt x="3220094" y="627748"/>
                  </a:lnTo>
                  <a:lnTo>
                    <a:pt x="3219433" y="627748"/>
                  </a:lnTo>
                  <a:lnTo>
                    <a:pt x="3218772" y="627748"/>
                  </a:lnTo>
                  <a:lnTo>
                    <a:pt x="3218112" y="627748"/>
                  </a:lnTo>
                  <a:lnTo>
                    <a:pt x="3217451" y="627748"/>
                  </a:lnTo>
                  <a:lnTo>
                    <a:pt x="3216791" y="627748"/>
                  </a:lnTo>
                  <a:lnTo>
                    <a:pt x="3216130" y="627748"/>
                  </a:lnTo>
                  <a:lnTo>
                    <a:pt x="3215470" y="627748"/>
                  </a:lnTo>
                  <a:lnTo>
                    <a:pt x="3214809" y="627748"/>
                  </a:lnTo>
                  <a:lnTo>
                    <a:pt x="3214149" y="627748"/>
                  </a:lnTo>
                  <a:lnTo>
                    <a:pt x="3213488" y="627748"/>
                  </a:lnTo>
                  <a:lnTo>
                    <a:pt x="3212828" y="627748"/>
                  </a:lnTo>
                  <a:lnTo>
                    <a:pt x="3212167" y="627748"/>
                  </a:lnTo>
                  <a:lnTo>
                    <a:pt x="3211507" y="627748"/>
                  </a:lnTo>
                  <a:lnTo>
                    <a:pt x="3210846" y="627748"/>
                  </a:lnTo>
                  <a:lnTo>
                    <a:pt x="3210186" y="627748"/>
                  </a:lnTo>
                  <a:lnTo>
                    <a:pt x="3209525" y="627748"/>
                  </a:lnTo>
                  <a:lnTo>
                    <a:pt x="3208864" y="627748"/>
                  </a:lnTo>
                  <a:lnTo>
                    <a:pt x="3208204" y="627748"/>
                  </a:lnTo>
                  <a:lnTo>
                    <a:pt x="3207543" y="627748"/>
                  </a:lnTo>
                  <a:lnTo>
                    <a:pt x="3206883" y="627748"/>
                  </a:lnTo>
                  <a:lnTo>
                    <a:pt x="3206222" y="627748"/>
                  </a:lnTo>
                  <a:lnTo>
                    <a:pt x="3205562" y="627748"/>
                  </a:lnTo>
                  <a:lnTo>
                    <a:pt x="3204901" y="627748"/>
                  </a:lnTo>
                  <a:lnTo>
                    <a:pt x="3204241" y="627748"/>
                  </a:lnTo>
                  <a:lnTo>
                    <a:pt x="3203580" y="627748"/>
                  </a:lnTo>
                  <a:lnTo>
                    <a:pt x="3202920" y="627748"/>
                  </a:lnTo>
                  <a:lnTo>
                    <a:pt x="3202259" y="627748"/>
                  </a:lnTo>
                  <a:lnTo>
                    <a:pt x="3201599" y="627748"/>
                  </a:lnTo>
                  <a:lnTo>
                    <a:pt x="3200938" y="627748"/>
                  </a:lnTo>
                  <a:lnTo>
                    <a:pt x="3200278" y="627748"/>
                  </a:lnTo>
                  <a:lnTo>
                    <a:pt x="3199617" y="627748"/>
                  </a:lnTo>
                  <a:lnTo>
                    <a:pt x="3198956" y="627748"/>
                  </a:lnTo>
                  <a:lnTo>
                    <a:pt x="3198296" y="627748"/>
                  </a:lnTo>
                  <a:lnTo>
                    <a:pt x="3197635" y="627748"/>
                  </a:lnTo>
                  <a:lnTo>
                    <a:pt x="3196975" y="627748"/>
                  </a:lnTo>
                  <a:lnTo>
                    <a:pt x="3196314" y="627748"/>
                  </a:lnTo>
                  <a:lnTo>
                    <a:pt x="3195654" y="627748"/>
                  </a:lnTo>
                  <a:lnTo>
                    <a:pt x="3194993" y="627748"/>
                  </a:lnTo>
                  <a:lnTo>
                    <a:pt x="3194333" y="627748"/>
                  </a:lnTo>
                  <a:lnTo>
                    <a:pt x="3193672" y="627748"/>
                  </a:lnTo>
                  <a:lnTo>
                    <a:pt x="3193012" y="627748"/>
                  </a:lnTo>
                  <a:lnTo>
                    <a:pt x="3192351" y="627748"/>
                  </a:lnTo>
                  <a:lnTo>
                    <a:pt x="3191691" y="627748"/>
                  </a:lnTo>
                  <a:lnTo>
                    <a:pt x="3191030" y="627748"/>
                  </a:lnTo>
                  <a:lnTo>
                    <a:pt x="3190370" y="627748"/>
                  </a:lnTo>
                  <a:lnTo>
                    <a:pt x="3189709" y="627748"/>
                  </a:lnTo>
                  <a:lnTo>
                    <a:pt x="3189049" y="627748"/>
                  </a:lnTo>
                  <a:lnTo>
                    <a:pt x="3188388" y="627748"/>
                  </a:lnTo>
                  <a:lnTo>
                    <a:pt x="3187727" y="627748"/>
                  </a:lnTo>
                  <a:lnTo>
                    <a:pt x="3187067" y="627748"/>
                  </a:lnTo>
                  <a:lnTo>
                    <a:pt x="3186406" y="627748"/>
                  </a:lnTo>
                  <a:lnTo>
                    <a:pt x="3185746" y="627748"/>
                  </a:lnTo>
                  <a:lnTo>
                    <a:pt x="3185085" y="627748"/>
                  </a:lnTo>
                  <a:lnTo>
                    <a:pt x="3184425" y="627748"/>
                  </a:lnTo>
                  <a:lnTo>
                    <a:pt x="3183764" y="627748"/>
                  </a:lnTo>
                  <a:lnTo>
                    <a:pt x="3183104" y="627748"/>
                  </a:lnTo>
                  <a:lnTo>
                    <a:pt x="3182443" y="627748"/>
                  </a:lnTo>
                  <a:lnTo>
                    <a:pt x="3181783" y="627748"/>
                  </a:lnTo>
                  <a:lnTo>
                    <a:pt x="3181122" y="627748"/>
                  </a:lnTo>
                  <a:lnTo>
                    <a:pt x="3180462" y="627748"/>
                  </a:lnTo>
                  <a:lnTo>
                    <a:pt x="3179801" y="627748"/>
                  </a:lnTo>
                  <a:lnTo>
                    <a:pt x="3179141" y="627748"/>
                  </a:lnTo>
                  <a:lnTo>
                    <a:pt x="3178480" y="627748"/>
                  </a:lnTo>
                  <a:lnTo>
                    <a:pt x="3177819" y="627748"/>
                  </a:lnTo>
                  <a:lnTo>
                    <a:pt x="3177159" y="627748"/>
                  </a:lnTo>
                  <a:lnTo>
                    <a:pt x="3176498" y="627748"/>
                  </a:lnTo>
                  <a:lnTo>
                    <a:pt x="3175838" y="627748"/>
                  </a:lnTo>
                  <a:lnTo>
                    <a:pt x="3175177" y="627748"/>
                  </a:lnTo>
                  <a:lnTo>
                    <a:pt x="3174517" y="627748"/>
                  </a:lnTo>
                  <a:lnTo>
                    <a:pt x="3173856" y="627748"/>
                  </a:lnTo>
                  <a:lnTo>
                    <a:pt x="3173196" y="627748"/>
                  </a:lnTo>
                  <a:lnTo>
                    <a:pt x="3172535" y="627748"/>
                  </a:lnTo>
                  <a:lnTo>
                    <a:pt x="3171875" y="627748"/>
                  </a:lnTo>
                  <a:lnTo>
                    <a:pt x="3171214" y="627748"/>
                  </a:lnTo>
                  <a:lnTo>
                    <a:pt x="3170554" y="627748"/>
                  </a:lnTo>
                  <a:lnTo>
                    <a:pt x="3169893" y="627748"/>
                  </a:lnTo>
                  <a:lnTo>
                    <a:pt x="3169233" y="627748"/>
                  </a:lnTo>
                  <a:lnTo>
                    <a:pt x="3168572" y="627748"/>
                  </a:lnTo>
                  <a:lnTo>
                    <a:pt x="3167911" y="627748"/>
                  </a:lnTo>
                  <a:lnTo>
                    <a:pt x="3167251" y="627748"/>
                  </a:lnTo>
                  <a:lnTo>
                    <a:pt x="3166590" y="627748"/>
                  </a:lnTo>
                  <a:lnTo>
                    <a:pt x="3165930" y="627748"/>
                  </a:lnTo>
                  <a:lnTo>
                    <a:pt x="3165269" y="627748"/>
                  </a:lnTo>
                  <a:lnTo>
                    <a:pt x="3164609" y="627748"/>
                  </a:lnTo>
                  <a:lnTo>
                    <a:pt x="3163948" y="627748"/>
                  </a:lnTo>
                  <a:lnTo>
                    <a:pt x="3163288" y="627748"/>
                  </a:lnTo>
                  <a:lnTo>
                    <a:pt x="3162627" y="627748"/>
                  </a:lnTo>
                  <a:lnTo>
                    <a:pt x="3161967" y="627748"/>
                  </a:lnTo>
                  <a:lnTo>
                    <a:pt x="3161306" y="627748"/>
                  </a:lnTo>
                  <a:lnTo>
                    <a:pt x="3160646" y="627748"/>
                  </a:lnTo>
                  <a:lnTo>
                    <a:pt x="3159985" y="627748"/>
                  </a:lnTo>
                  <a:lnTo>
                    <a:pt x="3159325" y="627748"/>
                  </a:lnTo>
                  <a:lnTo>
                    <a:pt x="3158664" y="627748"/>
                  </a:lnTo>
                  <a:lnTo>
                    <a:pt x="3158004" y="627748"/>
                  </a:lnTo>
                  <a:lnTo>
                    <a:pt x="3157343" y="627748"/>
                  </a:lnTo>
                  <a:lnTo>
                    <a:pt x="3156682" y="627748"/>
                  </a:lnTo>
                  <a:lnTo>
                    <a:pt x="3156022" y="627748"/>
                  </a:lnTo>
                  <a:lnTo>
                    <a:pt x="3155361" y="627748"/>
                  </a:lnTo>
                  <a:lnTo>
                    <a:pt x="3154701" y="627748"/>
                  </a:lnTo>
                  <a:lnTo>
                    <a:pt x="3154040" y="627748"/>
                  </a:lnTo>
                  <a:lnTo>
                    <a:pt x="3153380" y="627748"/>
                  </a:lnTo>
                  <a:lnTo>
                    <a:pt x="3152719" y="627748"/>
                  </a:lnTo>
                  <a:lnTo>
                    <a:pt x="3152059" y="627748"/>
                  </a:lnTo>
                  <a:lnTo>
                    <a:pt x="3151398" y="627748"/>
                  </a:lnTo>
                  <a:lnTo>
                    <a:pt x="3150738" y="627748"/>
                  </a:lnTo>
                  <a:lnTo>
                    <a:pt x="3150077" y="627748"/>
                  </a:lnTo>
                  <a:lnTo>
                    <a:pt x="3149417" y="627748"/>
                  </a:lnTo>
                  <a:lnTo>
                    <a:pt x="3148756" y="627748"/>
                  </a:lnTo>
                  <a:lnTo>
                    <a:pt x="3148096" y="627748"/>
                  </a:lnTo>
                  <a:lnTo>
                    <a:pt x="3147435" y="627748"/>
                  </a:lnTo>
                  <a:lnTo>
                    <a:pt x="3146774" y="627748"/>
                  </a:lnTo>
                  <a:lnTo>
                    <a:pt x="3146114" y="627748"/>
                  </a:lnTo>
                  <a:lnTo>
                    <a:pt x="3145453" y="627748"/>
                  </a:lnTo>
                  <a:lnTo>
                    <a:pt x="3144793" y="627748"/>
                  </a:lnTo>
                  <a:lnTo>
                    <a:pt x="3144132" y="627748"/>
                  </a:lnTo>
                  <a:lnTo>
                    <a:pt x="3143472" y="627748"/>
                  </a:lnTo>
                  <a:lnTo>
                    <a:pt x="3142811" y="627748"/>
                  </a:lnTo>
                  <a:lnTo>
                    <a:pt x="3142151" y="627748"/>
                  </a:lnTo>
                  <a:lnTo>
                    <a:pt x="3141490" y="627748"/>
                  </a:lnTo>
                  <a:lnTo>
                    <a:pt x="3140830" y="627748"/>
                  </a:lnTo>
                  <a:lnTo>
                    <a:pt x="3140169" y="627748"/>
                  </a:lnTo>
                  <a:lnTo>
                    <a:pt x="3139509" y="627748"/>
                  </a:lnTo>
                  <a:lnTo>
                    <a:pt x="3138848" y="627748"/>
                  </a:lnTo>
                  <a:lnTo>
                    <a:pt x="3138188" y="627748"/>
                  </a:lnTo>
                  <a:lnTo>
                    <a:pt x="3137527" y="627748"/>
                  </a:lnTo>
                  <a:lnTo>
                    <a:pt x="3136866" y="627748"/>
                  </a:lnTo>
                  <a:lnTo>
                    <a:pt x="3136206" y="627748"/>
                  </a:lnTo>
                  <a:lnTo>
                    <a:pt x="3135545" y="627748"/>
                  </a:lnTo>
                  <a:lnTo>
                    <a:pt x="3134885" y="627748"/>
                  </a:lnTo>
                  <a:lnTo>
                    <a:pt x="3134224" y="627748"/>
                  </a:lnTo>
                  <a:lnTo>
                    <a:pt x="3133564" y="627748"/>
                  </a:lnTo>
                  <a:lnTo>
                    <a:pt x="3132903" y="627748"/>
                  </a:lnTo>
                  <a:lnTo>
                    <a:pt x="3132243" y="627748"/>
                  </a:lnTo>
                  <a:lnTo>
                    <a:pt x="3131582" y="627748"/>
                  </a:lnTo>
                  <a:lnTo>
                    <a:pt x="3130922" y="627748"/>
                  </a:lnTo>
                  <a:lnTo>
                    <a:pt x="3130261" y="627748"/>
                  </a:lnTo>
                  <a:lnTo>
                    <a:pt x="3129601" y="627748"/>
                  </a:lnTo>
                  <a:lnTo>
                    <a:pt x="3128940" y="627748"/>
                  </a:lnTo>
                  <a:lnTo>
                    <a:pt x="3128280" y="627748"/>
                  </a:lnTo>
                  <a:lnTo>
                    <a:pt x="3127619" y="627748"/>
                  </a:lnTo>
                  <a:lnTo>
                    <a:pt x="3126958" y="627748"/>
                  </a:lnTo>
                  <a:lnTo>
                    <a:pt x="3126298" y="627748"/>
                  </a:lnTo>
                  <a:lnTo>
                    <a:pt x="3125637" y="627748"/>
                  </a:lnTo>
                  <a:lnTo>
                    <a:pt x="3124977" y="627748"/>
                  </a:lnTo>
                  <a:lnTo>
                    <a:pt x="3124316" y="627748"/>
                  </a:lnTo>
                  <a:lnTo>
                    <a:pt x="3123656" y="627748"/>
                  </a:lnTo>
                  <a:lnTo>
                    <a:pt x="3122995" y="627748"/>
                  </a:lnTo>
                  <a:lnTo>
                    <a:pt x="3122335" y="627748"/>
                  </a:lnTo>
                  <a:lnTo>
                    <a:pt x="3121674" y="627748"/>
                  </a:lnTo>
                  <a:lnTo>
                    <a:pt x="3121014" y="627748"/>
                  </a:lnTo>
                  <a:lnTo>
                    <a:pt x="3120353" y="627748"/>
                  </a:lnTo>
                  <a:lnTo>
                    <a:pt x="3119693" y="627748"/>
                  </a:lnTo>
                  <a:lnTo>
                    <a:pt x="3119032" y="627748"/>
                  </a:lnTo>
                  <a:lnTo>
                    <a:pt x="3118372" y="627748"/>
                  </a:lnTo>
                  <a:lnTo>
                    <a:pt x="3117711" y="627748"/>
                  </a:lnTo>
                  <a:lnTo>
                    <a:pt x="3117051" y="627748"/>
                  </a:lnTo>
                  <a:lnTo>
                    <a:pt x="3116390" y="627748"/>
                  </a:lnTo>
                  <a:lnTo>
                    <a:pt x="3115729" y="627748"/>
                  </a:lnTo>
                  <a:lnTo>
                    <a:pt x="3115069" y="627748"/>
                  </a:lnTo>
                  <a:lnTo>
                    <a:pt x="3114408" y="627748"/>
                  </a:lnTo>
                  <a:lnTo>
                    <a:pt x="3113748" y="627748"/>
                  </a:lnTo>
                  <a:lnTo>
                    <a:pt x="3113087" y="627748"/>
                  </a:lnTo>
                  <a:lnTo>
                    <a:pt x="3112427" y="627748"/>
                  </a:lnTo>
                  <a:lnTo>
                    <a:pt x="3111766" y="627748"/>
                  </a:lnTo>
                  <a:lnTo>
                    <a:pt x="3111106" y="627748"/>
                  </a:lnTo>
                  <a:lnTo>
                    <a:pt x="3110445" y="627748"/>
                  </a:lnTo>
                  <a:lnTo>
                    <a:pt x="3109785" y="627748"/>
                  </a:lnTo>
                  <a:lnTo>
                    <a:pt x="3109124" y="627748"/>
                  </a:lnTo>
                  <a:lnTo>
                    <a:pt x="3108464" y="627748"/>
                  </a:lnTo>
                  <a:lnTo>
                    <a:pt x="3107803" y="627748"/>
                  </a:lnTo>
                  <a:lnTo>
                    <a:pt x="3107143" y="627748"/>
                  </a:lnTo>
                  <a:lnTo>
                    <a:pt x="3106482" y="627748"/>
                  </a:lnTo>
                  <a:lnTo>
                    <a:pt x="3105821" y="627748"/>
                  </a:lnTo>
                  <a:lnTo>
                    <a:pt x="3105161" y="627748"/>
                  </a:lnTo>
                  <a:lnTo>
                    <a:pt x="3104500" y="627748"/>
                  </a:lnTo>
                  <a:lnTo>
                    <a:pt x="3103840" y="627748"/>
                  </a:lnTo>
                  <a:lnTo>
                    <a:pt x="3103179" y="627748"/>
                  </a:lnTo>
                  <a:lnTo>
                    <a:pt x="3102519" y="627748"/>
                  </a:lnTo>
                  <a:lnTo>
                    <a:pt x="3101858" y="627748"/>
                  </a:lnTo>
                  <a:lnTo>
                    <a:pt x="3101198" y="627748"/>
                  </a:lnTo>
                  <a:lnTo>
                    <a:pt x="3100537" y="627748"/>
                  </a:lnTo>
                  <a:lnTo>
                    <a:pt x="3099877" y="627748"/>
                  </a:lnTo>
                  <a:lnTo>
                    <a:pt x="3099216" y="627748"/>
                  </a:lnTo>
                  <a:lnTo>
                    <a:pt x="3098556" y="627748"/>
                  </a:lnTo>
                  <a:lnTo>
                    <a:pt x="3097895" y="627748"/>
                  </a:lnTo>
                  <a:lnTo>
                    <a:pt x="3097235" y="627748"/>
                  </a:lnTo>
                  <a:lnTo>
                    <a:pt x="3096574" y="627748"/>
                  </a:lnTo>
                  <a:lnTo>
                    <a:pt x="3095913" y="627748"/>
                  </a:lnTo>
                  <a:lnTo>
                    <a:pt x="3095253" y="627748"/>
                  </a:lnTo>
                  <a:lnTo>
                    <a:pt x="3094592" y="627748"/>
                  </a:lnTo>
                  <a:lnTo>
                    <a:pt x="3093932" y="627748"/>
                  </a:lnTo>
                  <a:lnTo>
                    <a:pt x="3093271" y="627748"/>
                  </a:lnTo>
                  <a:lnTo>
                    <a:pt x="3092611" y="627748"/>
                  </a:lnTo>
                  <a:lnTo>
                    <a:pt x="3091950" y="627748"/>
                  </a:lnTo>
                  <a:lnTo>
                    <a:pt x="3091290" y="627748"/>
                  </a:lnTo>
                  <a:lnTo>
                    <a:pt x="3090629" y="627748"/>
                  </a:lnTo>
                  <a:lnTo>
                    <a:pt x="3089969" y="627748"/>
                  </a:lnTo>
                  <a:lnTo>
                    <a:pt x="3089308" y="627748"/>
                  </a:lnTo>
                  <a:lnTo>
                    <a:pt x="3088648" y="627748"/>
                  </a:lnTo>
                  <a:lnTo>
                    <a:pt x="3087987" y="627748"/>
                  </a:lnTo>
                  <a:lnTo>
                    <a:pt x="3087327" y="627748"/>
                  </a:lnTo>
                  <a:lnTo>
                    <a:pt x="3086666" y="627748"/>
                  </a:lnTo>
                  <a:lnTo>
                    <a:pt x="3086006" y="627748"/>
                  </a:lnTo>
                  <a:lnTo>
                    <a:pt x="3085345" y="627748"/>
                  </a:lnTo>
                  <a:lnTo>
                    <a:pt x="3084684" y="627748"/>
                  </a:lnTo>
                  <a:lnTo>
                    <a:pt x="3084024" y="627748"/>
                  </a:lnTo>
                  <a:lnTo>
                    <a:pt x="3083363" y="627748"/>
                  </a:lnTo>
                  <a:lnTo>
                    <a:pt x="3082703" y="627748"/>
                  </a:lnTo>
                  <a:lnTo>
                    <a:pt x="3082042" y="627748"/>
                  </a:lnTo>
                  <a:lnTo>
                    <a:pt x="3081382" y="627748"/>
                  </a:lnTo>
                  <a:lnTo>
                    <a:pt x="3080721" y="627748"/>
                  </a:lnTo>
                  <a:lnTo>
                    <a:pt x="3080061" y="627748"/>
                  </a:lnTo>
                  <a:lnTo>
                    <a:pt x="3079400" y="627748"/>
                  </a:lnTo>
                  <a:lnTo>
                    <a:pt x="3078740" y="627748"/>
                  </a:lnTo>
                  <a:lnTo>
                    <a:pt x="3078079" y="627748"/>
                  </a:lnTo>
                  <a:lnTo>
                    <a:pt x="3077419" y="627748"/>
                  </a:lnTo>
                  <a:lnTo>
                    <a:pt x="3076758" y="627748"/>
                  </a:lnTo>
                  <a:lnTo>
                    <a:pt x="3076098" y="627748"/>
                  </a:lnTo>
                  <a:lnTo>
                    <a:pt x="3075437" y="627748"/>
                  </a:lnTo>
                  <a:lnTo>
                    <a:pt x="3074776" y="627748"/>
                  </a:lnTo>
                  <a:lnTo>
                    <a:pt x="3074116" y="627748"/>
                  </a:lnTo>
                  <a:lnTo>
                    <a:pt x="3073455" y="627748"/>
                  </a:lnTo>
                  <a:lnTo>
                    <a:pt x="3072795" y="627748"/>
                  </a:lnTo>
                  <a:lnTo>
                    <a:pt x="3072134" y="627748"/>
                  </a:lnTo>
                  <a:lnTo>
                    <a:pt x="3071474" y="627748"/>
                  </a:lnTo>
                  <a:lnTo>
                    <a:pt x="3070813" y="627748"/>
                  </a:lnTo>
                  <a:lnTo>
                    <a:pt x="3070153" y="627748"/>
                  </a:lnTo>
                  <a:lnTo>
                    <a:pt x="3069492" y="627748"/>
                  </a:lnTo>
                  <a:lnTo>
                    <a:pt x="3068832" y="627748"/>
                  </a:lnTo>
                  <a:lnTo>
                    <a:pt x="3068171" y="627748"/>
                  </a:lnTo>
                  <a:lnTo>
                    <a:pt x="3067511" y="627748"/>
                  </a:lnTo>
                  <a:lnTo>
                    <a:pt x="3066850" y="627748"/>
                  </a:lnTo>
                  <a:lnTo>
                    <a:pt x="3066190" y="627748"/>
                  </a:lnTo>
                  <a:lnTo>
                    <a:pt x="3065529" y="627748"/>
                  </a:lnTo>
                  <a:lnTo>
                    <a:pt x="3064868" y="627748"/>
                  </a:lnTo>
                  <a:lnTo>
                    <a:pt x="3064208" y="627748"/>
                  </a:lnTo>
                  <a:lnTo>
                    <a:pt x="3063547" y="627748"/>
                  </a:lnTo>
                  <a:lnTo>
                    <a:pt x="3062887" y="627748"/>
                  </a:lnTo>
                  <a:lnTo>
                    <a:pt x="3062226" y="627748"/>
                  </a:lnTo>
                  <a:lnTo>
                    <a:pt x="3061566" y="627748"/>
                  </a:lnTo>
                  <a:lnTo>
                    <a:pt x="3060905" y="627748"/>
                  </a:lnTo>
                  <a:lnTo>
                    <a:pt x="3060245" y="627748"/>
                  </a:lnTo>
                  <a:lnTo>
                    <a:pt x="3059584" y="627748"/>
                  </a:lnTo>
                  <a:lnTo>
                    <a:pt x="3058924" y="627748"/>
                  </a:lnTo>
                  <a:lnTo>
                    <a:pt x="3058263" y="627748"/>
                  </a:lnTo>
                  <a:lnTo>
                    <a:pt x="3057603" y="627748"/>
                  </a:lnTo>
                  <a:lnTo>
                    <a:pt x="3056942" y="627748"/>
                  </a:lnTo>
                  <a:lnTo>
                    <a:pt x="3056282" y="627748"/>
                  </a:lnTo>
                  <a:lnTo>
                    <a:pt x="3055621" y="627748"/>
                  </a:lnTo>
                  <a:lnTo>
                    <a:pt x="3054960" y="627748"/>
                  </a:lnTo>
                  <a:lnTo>
                    <a:pt x="3054300" y="627748"/>
                  </a:lnTo>
                  <a:lnTo>
                    <a:pt x="3053639" y="627748"/>
                  </a:lnTo>
                  <a:lnTo>
                    <a:pt x="3052979" y="627748"/>
                  </a:lnTo>
                  <a:lnTo>
                    <a:pt x="3052318" y="627748"/>
                  </a:lnTo>
                  <a:lnTo>
                    <a:pt x="3051658" y="627748"/>
                  </a:lnTo>
                  <a:lnTo>
                    <a:pt x="3050997" y="627748"/>
                  </a:lnTo>
                  <a:lnTo>
                    <a:pt x="3050337" y="627748"/>
                  </a:lnTo>
                  <a:lnTo>
                    <a:pt x="3049676" y="627748"/>
                  </a:lnTo>
                  <a:lnTo>
                    <a:pt x="3049016" y="627748"/>
                  </a:lnTo>
                  <a:lnTo>
                    <a:pt x="3048355" y="627748"/>
                  </a:lnTo>
                  <a:lnTo>
                    <a:pt x="3047695" y="627748"/>
                  </a:lnTo>
                  <a:lnTo>
                    <a:pt x="3047034" y="627748"/>
                  </a:lnTo>
                  <a:lnTo>
                    <a:pt x="3046374" y="627748"/>
                  </a:lnTo>
                  <a:lnTo>
                    <a:pt x="3045713" y="627748"/>
                  </a:lnTo>
                  <a:lnTo>
                    <a:pt x="3045053" y="627748"/>
                  </a:lnTo>
                  <a:lnTo>
                    <a:pt x="3044392" y="627748"/>
                  </a:lnTo>
                  <a:lnTo>
                    <a:pt x="3043731" y="627748"/>
                  </a:lnTo>
                  <a:lnTo>
                    <a:pt x="3043071" y="627748"/>
                  </a:lnTo>
                  <a:lnTo>
                    <a:pt x="3042410" y="627748"/>
                  </a:lnTo>
                  <a:lnTo>
                    <a:pt x="3041750" y="627748"/>
                  </a:lnTo>
                  <a:lnTo>
                    <a:pt x="3041089" y="627748"/>
                  </a:lnTo>
                  <a:lnTo>
                    <a:pt x="3040429" y="627748"/>
                  </a:lnTo>
                  <a:lnTo>
                    <a:pt x="3039768" y="627748"/>
                  </a:lnTo>
                  <a:lnTo>
                    <a:pt x="3039108" y="627748"/>
                  </a:lnTo>
                  <a:lnTo>
                    <a:pt x="3038447" y="627748"/>
                  </a:lnTo>
                  <a:lnTo>
                    <a:pt x="3037787" y="627748"/>
                  </a:lnTo>
                  <a:lnTo>
                    <a:pt x="3037126" y="627748"/>
                  </a:lnTo>
                  <a:lnTo>
                    <a:pt x="3036466" y="627748"/>
                  </a:lnTo>
                  <a:lnTo>
                    <a:pt x="3035805" y="627748"/>
                  </a:lnTo>
                  <a:lnTo>
                    <a:pt x="3035145" y="627748"/>
                  </a:lnTo>
                  <a:lnTo>
                    <a:pt x="3034484" y="627748"/>
                  </a:lnTo>
                  <a:lnTo>
                    <a:pt x="3033823" y="627748"/>
                  </a:lnTo>
                  <a:lnTo>
                    <a:pt x="3033163" y="627748"/>
                  </a:lnTo>
                  <a:lnTo>
                    <a:pt x="3032502" y="627748"/>
                  </a:lnTo>
                  <a:lnTo>
                    <a:pt x="3031842" y="627748"/>
                  </a:lnTo>
                  <a:lnTo>
                    <a:pt x="3031181" y="627748"/>
                  </a:lnTo>
                  <a:lnTo>
                    <a:pt x="3030521" y="627748"/>
                  </a:lnTo>
                  <a:lnTo>
                    <a:pt x="3029860" y="627748"/>
                  </a:lnTo>
                  <a:lnTo>
                    <a:pt x="3029200" y="627748"/>
                  </a:lnTo>
                  <a:lnTo>
                    <a:pt x="3028539" y="627748"/>
                  </a:lnTo>
                  <a:lnTo>
                    <a:pt x="3027879" y="627748"/>
                  </a:lnTo>
                  <a:lnTo>
                    <a:pt x="3027218" y="627748"/>
                  </a:lnTo>
                  <a:lnTo>
                    <a:pt x="3026558" y="627748"/>
                  </a:lnTo>
                  <a:lnTo>
                    <a:pt x="3025897" y="627748"/>
                  </a:lnTo>
                  <a:lnTo>
                    <a:pt x="3025237" y="627748"/>
                  </a:lnTo>
                  <a:lnTo>
                    <a:pt x="3024576" y="627748"/>
                  </a:lnTo>
                  <a:lnTo>
                    <a:pt x="3023915" y="627748"/>
                  </a:lnTo>
                  <a:lnTo>
                    <a:pt x="3023255" y="627748"/>
                  </a:lnTo>
                  <a:lnTo>
                    <a:pt x="3022594" y="627748"/>
                  </a:lnTo>
                  <a:lnTo>
                    <a:pt x="3021934" y="627748"/>
                  </a:lnTo>
                  <a:lnTo>
                    <a:pt x="3021273" y="627748"/>
                  </a:lnTo>
                  <a:lnTo>
                    <a:pt x="3020613" y="627748"/>
                  </a:lnTo>
                  <a:lnTo>
                    <a:pt x="3019952" y="627748"/>
                  </a:lnTo>
                  <a:lnTo>
                    <a:pt x="3019292" y="627748"/>
                  </a:lnTo>
                  <a:lnTo>
                    <a:pt x="3018631" y="627748"/>
                  </a:lnTo>
                  <a:lnTo>
                    <a:pt x="3017971" y="627748"/>
                  </a:lnTo>
                  <a:lnTo>
                    <a:pt x="3017310" y="627748"/>
                  </a:lnTo>
                  <a:lnTo>
                    <a:pt x="3016650" y="627748"/>
                  </a:lnTo>
                  <a:lnTo>
                    <a:pt x="3015989" y="627748"/>
                  </a:lnTo>
                  <a:lnTo>
                    <a:pt x="3015329" y="627748"/>
                  </a:lnTo>
                  <a:lnTo>
                    <a:pt x="3014668" y="627748"/>
                  </a:lnTo>
                  <a:lnTo>
                    <a:pt x="3014008" y="627748"/>
                  </a:lnTo>
                  <a:lnTo>
                    <a:pt x="3013347" y="627748"/>
                  </a:lnTo>
                  <a:lnTo>
                    <a:pt x="3012686" y="627748"/>
                  </a:lnTo>
                  <a:lnTo>
                    <a:pt x="3012026" y="627748"/>
                  </a:lnTo>
                  <a:lnTo>
                    <a:pt x="3011365" y="627748"/>
                  </a:lnTo>
                  <a:lnTo>
                    <a:pt x="3010705" y="627748"/>
                  </a:lnTo>
                  <a:lnTo>
                    <a:pt x="3010044" y="627748"/>
                  </a:lnTo>
                  <a:lnTo>
                    <a:pt x="3009384" y="627748"/>
                  </a:lnTo>
                  <a:lnTo>
                    <a:pt x="3008723" y="627748"/>
                  </a:lnTo>
                  <a:lnTo>
                    <a:pt x="3008063" y="627748"/>
                  </a:lnTo>
                  <a:lnTo>
                    <a:pt x="3007402" y="627748"/>
                  </a:lnTo>
                  <a:lnTo>
                    <a:pt x="3006742" y="627748"/>
                  </a:lnTo>
                  <a:lnTo>
                    <a:pt x="3006081" y="627748"/>
                  </a:lnTo>
                  <a:lnTo>
                    <a:pt x="3005421" y="627748"/>
                  </a:lnTo>
                  <a:lnTo>
                    <a:pt x="3004760" y="627748"/>
                  </a:lnTo>
                  <a:lnTo>
                    <a:pt x="3004100" y="627748"/>
                  </a:lnTo>
                  <a:lnTo>
                    <a:pt x="3003439" y="627748"/>
                  </a:lnTo>
                  <a:lnTo>
                    <a:pt x="3002778" y="627748"/>
                  </a:lnTo>
                  <a:lnTo>
                    <a:pt x="3002118" y="627748"/>
                  </a:lnTo>
                  <a:lnTo>
                    <a:pt x="3001457" y="627748"/>
                  </a:lnTo>
                  <a:lnTo>
                    <a:pt x="3000797" y="627748"/>
                  </a:lnTo>
                  <a:lnTo>
                    <a:pt x="3000136" y="627748"/>
                  </a:lnTo>
                  <a:lnTo>
                    <a:pt x="2999476" y="627748"/>
                  </a:lnTo>
                  <a:lnTo>
                    <a:pt x="2998815" y="627748"/>
                  </a:lnTo>
                  <a:lnTo>
                    <a:pt x="2998155" y="627748"/>
                  </a:lnTo>
                  <a:lnTo>
                    <a:pt x="2997494" y="627748"/>
                  </a:lnTo>
                  <a:lnTo>
                    <a:pt x="2996834" y="627748"/>
                  </a:lnTo>
                  <a:lnTo>
                    <a:pt x="2996173" y="627748"/>
                  </a:lnTo>
                  <a:lnTo>
                    <a:pt x="2995513" y="627748"/>
                  </a:lnTo>
                  <a:lnTo>
                    <a:pt x="2994852" y="627748"/>
                  </a:lnTo>
                  <a:lnTo>
                    <a:pt x="2994192" y="627748"/>
                  </a:lnTo>
                  <a:lnTo>
                    <a:pt x="2993531" y="627748"/>
                  </a:lnTo>
                  <a:lnTo>
                    <a:pt x="2992870" y="627748"/>
                  </a:lnTo>
                  <a:lnTo>
                    <a:pt x="2992210" y="627748"/>
                  </a:lnTo>
                  <a:lnTo>
                    <a:pt x="2991549" y="627748"/>
                  </a:lnTo>
                  <a:lnTo>
                    <a:pt x="2990889" y="627748"/>
                  </a:lnTo>
                  <a:lnTo>
                    <a:pt x="2990228" y="627748"/>
                  </a:lnTo>
                  <a:lnTo>
                    <a:pt x="2989568" y="627748"/>
                  </a:lnTo>
                  <a:lnTo>
                    <a:pt x="2988907" y="627748"/>
                  </a:lnTo>
                  <a:lnTo>
                    <a:pt x="2988247" y="627748"/>
                  </a:lnTo>
                  <a:lnTo>
                    <a:pt x="2987586" y="627748"/>
                  </a:lnTo>
                  <a:lnTo>
                    <a:pt x="2986926" y="627748"/>
                  </a:lnTo>
                  <a:lnTo>
                    <a:pt x="2986265" y="627748"/>
                  </a:lnTo>
                  <a:lnTo>
                    <a:pt x="2985605" y="627748"/>
                  </a:lnTo>
                  <a:lnTo>
                    <a:pt x="2984944" y="627748"/>
                  </a:lnTo>
                  <a:lnTo>
                    <a:pt x="2984284" y="627748"/>
                  </a:lnTo>
                  <a:lnTo>
                    <a:pt x="2983623" y="627748"/>
                  </a:lnTo>
                  <a:lnTo>
                    <a:pt x="2982962" y="627748"/>
                  </a:lnTo>
                  <a:lnTo>
                    <a:pt x="2982302" y="627748"/>
                  </a:lnTo>
                  <a:lnTo>
                    <a:pt x="2981641" y="627748"/>
                  </a:lnTo>
                  <a:lnTo>
                    <a:pt x="2980981" y="627748"/>
                  </a:lnTo>
                  <a:lnTo>
                    <a:pt x="2980320" y="627748"/>
                  </a:lnTo>
                  <a:lnTo>
                    <a:pt x="2979660" y="627748"/>
                  </a:lnTo>
                  <a:lnTo>
                    <a:pt x="2978999" y="627748"/>
                  </a:lnTo>
                  <a:lnTo>
                    <a:pt x="2978339" y="627748"/>
                  </a:lnTo>
                  <a:lnTo>
                    <a:pt x="2977678" y="627748"/>
                  </a:lnTo>
                  <a:lnTo>
                    <a:pt x="2977018" y="627748"/>
                  </a:lnTo>
                  <a:lnTo>
                    <a:pt x="2976357" y="627748"/>
                  </a:lnTo>
                  <a:lnTo>
                    <a:pt x="2975697" y="627748"/>
                  </a:lnTo>
                  <a:lnTo>
                    <a:pt x="2975036" y="627748"/>
                  </a:lnTo>
                  <a:lnTo>
                    <a:pt x="2974376" y="627748"/>
                  </a:lnTo>
                  <a:lnTo>
                    <a:pt x="2973715" y="627748"/>
                  </a:lnTo>
                  <a:lnTo>
                    <a:pt x="2973055" y="627748"/>
                  </a:lnTo>
                  <a:lnTo>
                    <a:pt x="2972394" y="627748"/>
                  </a:lnTo>
                  <a:lnTo>
                    <a:pt x="2971733" y="627748"/>
                  </a:lnTo>
                  <a:lnTo>
                    <a:pt x="2971073" y="627748"/>
                  </a:lnTo>
                  <a:lnTo>
                    <a:pt x="2970412" y="627748"/>
                  </a:lnTo>
                  <a:lnTo>
                    <a:pt x="2969752" y="627748"/>
                  </a:lnTo>
                  <a:lnTo>
                    <a:pt x="2969091" y="627748"/>
                  </a:lnTo>
                  <a:lnTo>
                    <a:pt x="2968431" y="627748"/>
                  </a:lnTo>
                  <a:lnTo>
                    <a:pt x="2967770" y="627748"/>
                  </a:lnTo>
                  <a:lnTo>
                    <a:pt x="2967110" y="627748"/>
                  </a:lnTo>
                  <a:lnTo>
                    <a:pt x="2966449" y="627748"/>
                  </a:lnTo>
                  <a:lnTo>
                    <a:pt x="2965789" y="627748"/>
                  </a:lnTo>
                  <a:lnTo>
                    <a:pt x="2965128" y="627748"/>
                  </a:lnTo>
                  <a:lnTo>
                    <a:pt x="2964468" y="627748"/>
                  </a:lnTo>
                  <a:lnTo>
                    <a:pt x="2963807" y="627748"/>
                  </a:lnTo>
                  <a:lnTo>
                    <a:pt x="2963147" y="627748"/>
                  </a:lnTo>
                  <a:lnTo>
                    <a:pt x="2962486" y="627748"/>
                  </a:lnTo>
                  <a:lnTo>
                    <a:pt x="2961825" y="627748"/>
                  </a:lnTo>
                  <a:lnTo>
                    <a:pt x="2961165" y="627748"/>
                  </a:lnTo>
                  <a:lnTo>
                    <a:pt x="2960504" y="627748"/>
                  </a:lnTo>
                  <a:lnTo>
                    <a:pt x="2959844" y="627748"/>
                  </a:lnTo>
                  <a:lnTo>
                    <a:pt x="2959183" y="627748"/>
                  </a:lnTo>
                  <a:lnTo>
                    <a:pt x="2958523" y="627748"/>
                  </a:lnTo>
                  <a:lnTo>
                    <a:pt x="2957862" y="627748"/>
                  </a:lnTo>
                  <a:lnTo>
                    <a:pt x="2957202" y="627748"/>
                  </a:lnTo>
                  <a:lnTo>
                    <a:pt x="2956541" y="627748"/>
                  </a:lnTo>
                  <a:lnTo>
                    <a:pt x="2955881" y="627748"/>
                  </a:lnTo>
                  <a:lnTo>
                    <a:pt x="2955220" y="627748"/>
                  </a:lnTo>
                  <a:lnTo>
                    <a:pt x="2954560" y="627748"/>
                  </a:lnTo>
                  <a:lnTo>
                    <a:pt x="2953899" y="627748"/>
                  </a:lnTo>
                  <a:lnTo>
                    <a:pt x="2953239" y="627748"/>
                  </a:lnTo>
                  <a:lnTo>
                    <a:pt x="2952578" y="627748"/>
                  </a:lnTo>
                  <a:lnTo>
                    <a:pt x="2951917" y="627748"/>
                  </a:lnTo>
                  <a:lnTo>
                    <a:pt x="2951257" y="627748"/>
                  </a:lnTo>
                  <a:lnTo>
                    <a:pt x="2950596" y="627748"/>
                  </a:lnTo>
                  <a:lnTo>
                    <a:pt x="2949936" y="627748"/>
                  </a:lnTo>
                  <a:lnTo>
                    <a:pt x="2949275" y="627748"/>
                  </a:lnTo>
                  <a:lnTo>
                    <a:pt x="2948615" y="627748"/>
                  </a:lnTo>
                  <a:lnTo>
                    <a:pt x="2947954" y="627748"/>
                  </a:lnTo>
                  <a:lnTo>
                    <a:pt x="2947294" y="627748"/>
                  </a:lnTo>
                  <a:lnTo>
                    <a:pt x="2946633" y="627748"/>
                  </a:lnTo>
                  <a:lnTo>
                    <a:pt x="2945973" y="627748"/>
                  </a:lnTo>
                  <a:lnTo>
                    <a:pt x="2945312" y="627748"/>
                  </a:lnTo>
                  <a:lnTo>
                    <a:pt x="2944652" y="627748"/>
                  </a:lnTo>
                  <a:lnTo>
                    <a:pt x="2943991" y="627748"/>
                  </a:lnTo>
                  <a:lnTo>
                    <a:pt x="2943331" y="627748"/>
                  </a:lnTo>
                  <a:lnTo>
                    <a:pt x="2942670" y="627748"/>
                  </a:lnTo>
                  <a:lnTo>
                    <a:pt x="2942010" y="627748"/>
                  </a:lnTo>
                  <a:lnTo>
                    <a:pt x="2941349" y="627748"/>
                  </a:lnTo>
                  <a:lnTo>
                    <a:pt x="2940688" y="627748"/>
                  </a:lnTo>
                  <a:lnTo>
                    <a:pt x="2940028" y="627748"/>
                  </a:lnTo>
                  <a:lnTo>
                    <a:pt x="2939367" y="627748"/>
                  </a:lnTo>
                  <a:lnTo>
                    <a:pt x="2938707" y="627748"/>
                  </a:lnTo>
                  <a:lnTo>
                    <a:pt x="2938046" y="627748"/>
                  </a:lnTo>
                  <a:lnTo>
                    <a:pt x="2937386" y="627748"/>
                  </a:lnTo>
                  <a:lnTo>
                    <a:pt x="2936725" y="627748"/>
                  </a:lnTo>
                  <a:lnTo>
                    <a:pt x="2936065" y="627748"/>
                  </a:lnTo>
                  <a:lnTo>
                    <a:pt x="2935404" y="627748"/>
                  </a:lnTo>
                  <a:lnTo>
                    <a:pt x="2934744" y="627748"/>
                  </a:lnTo>
                  <a:lnTo>
                    <a:pt x="2934083" y="627748"/>
                  </a:lnTo>
                  <a:lnTo>
                    <a:pt x="2933423" y="627748"/>
                  </a:lnTo>
                  <a:lnTo>
                    <a:pt x="2932762" y="627748"/>
                  </a:lnTo>
                  <a:lnTo>
                    <a:pt x="2932102" y="627748"/>
                  </a:lnTo>
                  <a:lnTo>
                    <a:pt x="2931441" y="627748"/>
                  </a:lnTo>
                  <a:lnTo>
                    <a:pt x="2930780" y="627748"/>
                  </a:lnTo>
                  <a:lnTo>
                    <a:pt x="2930120" y="627748"/>
                  </a:lnTo>
                  <a:lnTo>
                    <a:pt x="2929459" y="627748"/>
                  </a:lnTo>
                  <a:lnTo>
                    <a:pt x="2928799" y="627748"/>
                  </a:lnTo>
                  <a:lnTo>
                    <a:pt x="2928138" y="627748"/>
                  </a:lnTo>
                  <a:lnTo>
                    <a:pt x="2927478" y="627748"/>
                  </a:lnTo>
                  <a:lnTo>
                    <a:pt x="2926817" y="627748"/>
                  </a:lnTo>
                  <a:lnTo>
                    <a:pt x="2926157" y="627748"/>
                  </a:lnTo>
                  <a:lnTo>
                    <a:pt x="2925496" y="627748"/>
                  </a:lnTo>
                  <a:lnTo>
                    <a:pt x="2924836" y="627748"/>
                  </a:lnTo>
                  <a:lnTo>
                    <a:pt x="2924175" y="627748"/>
                  </a:lnTo>
                  <a:lnTo>
                    <a:pt x="2923515" y="627748"/>
                  </a:lnTo>
                  <a:lnTo>
                    <a:pt x="2922854" y="627748"/>
                  </a:lnTo>
                  <a:lnTo>
                    <a:pt x="2922194" y="627748"/>
                  </a:lnTo>
                  <a:lnTo>
                    <a:pt x="2921533" y="627748"/>
                  </a:lnTo>
                  <a:lnTo>
                    <a:pt x="2920872" y="627748"/>
                  </a:lnTo>
                  <a:lnTo>
                    <a:pt x="2920212" y="627748"/>
                  </a:lnTo>
                  <a:lnTo>
                    <a:pt x="2919551" y="627748"/>
                  </a:lnTo>
                  <a:lnTo>
                    <a:pt x="2918891" y="627748"/>
                  </a:lnTo>
                  <a:lnTo>
                    <a:pt x="2918230" y="627748"/>
                  </a:lnTo>
                  <a:lnTo>
                    <a:pt x="2917570" y="627748"/>
                  </a:lnTo>
                  <a:lnTo>
                    <a:pt x="2916909" y="627748"/>
                  </a:lnTo>
                  <a:lnTo>
                    <a:pt x="2916249" y="627748"/>
                  </a:lnTo>
                  <a:lnTo>
                    <a:pt x="2915588" y="627748"/>
                  </a:lnTo>
                  <a:lnTo>
                    <a:pt x="2914928" y="627748"/>
                  </a:lnTo>
                  <a:lnTo>
                    <a:pt x="2914267" y="627748"/>
                  </a:lnTo>
                  <a:lnTo>
                    <a:pt x="2913607" y="627748"/>
                  </a:lnTo>
                  <a:lnTo>
                    <a:pt x="2912946" y="627748"/>
                  </a:lnTo>
                  <a:lnTo>
                    <a:pt x="2912286" y="627748"/>
                  </a:lnTo>
                  <a:lnTo>
                    <a:pt x="2911625" y="627748"/>
                  </a:lnTo>
                  <a:lnTo>
                    <a:pt x="2910964" y="627748"/>
                  </a:lnTo>
                  <a:lnTo>
                    <a:pt x="2910304" y="627748"/>
                  </a:lnTo>
                  <a:lnTo>
                    <a:pt x="2909643" y="627748"/>
                  </a:lnTo>
                  <a:lnTo>
                    <a:pt x="2908983" y="627748"/>
                  </a:lnTo>
                  <a:lnTo>
                    <a:pt x="2908322" y="627748"/>
                  </a:lnTo>
                  <a:lnTo>
                    <a:pt x="2907662" y="627748"/>
                  </a:lnTo>
                  <a:lnTo>
                    <a:pt x="2907001" y="627748"/>
                  </a:lnTo>
                  <a:lnTo>
                    <a:pt x="2906341" y="627748"/>
                  </a:lnTo>
                  <a:lnTo>
                    <a:pt x="2905680" y="627748"/>
                  </a:lnTo>
                  <a:lnTo>
                    <a:pt x="2905020" y="627748"/>
                  </a:lnTo>
                  <a:lnTo>
                    <a:pt x="2904359" y="627748"/>
                  </a:lnTo>
                  <a:lnTo>
                    <a:pt x="2903699" y="627748"/>
                  </a:lnTo>
                  <a:lnTo>
                    <a:pt x="2903038" y="627748"/>
                  </a:lnTo>
                  <a:lnTo>
                    <a:pt x="2902378" y="627748"/>
                  </a:lnTo>
                  <a:lnTo>
                    <a:pt x="2901717" y="627748"/>
                  </a:lnTo>
                  <a:lnTo>
                    <a:pt x="2901057" y="627748"/>
                  </a:lnTo>
                  <a:lnTo>
                    <a:pt x="2900396" y="627748"/>
                  </a:lnTo>
                  <a:lnTo>
                    <a:pt x="2899735" y="627748"/>
                  </a:lnTo>
                  <a:lnTo>
                    <a:pt x="2899075" y="627748"/>
                  </a:lnTo>
                  <a:lnTo>
                    <a:pt x="2898414" y="627748"/>
                  </a:lnTo>
                  <a:lnTo>
                    <a:pt x="2897754" y="627748"/>
                  </a:lnTo>
                  <a:lnTo>
                    <a:pt x="2897093" y="627748"/>
                  </a:lnTo>
                  <a:lnTo>
                    <a:pt x="2896433" y="627748"/>
                  </a:lnTo>
                  <a:lnTo>
                    <a:pt x="2895772" y="627748"/>
                  </a:lnTo>
                  <a:lnTo>
                    <a:pt x="2895112" y="627748"/>
                  </a:lnTo>
                  <a:lnTo>
                    <a:pt x="2894451" y="627748"/>
                  </a:lnTo>
                  <a:lnTo>
                    <a:pt x="2893791" y="627748"/>
                  </a:lnTo>
                  <a:lnTo>
                    <a:pt x="2893130" y="627748"/>
                  </a:lnTo>
                  <a:lnTo>
                    <a:pt x="2892470" y="627748"/>
                  </a:lnTo>
                  <a:lnTo>
                    <a:pt x="2891809" y="627748"/>
                  </a:lnTo>
                  <a:lnTo>
                    <a:pt x="2891149" y="627748"/>
                  </a:lnTo>
                  <a:lnTo>
                    <a:pt x="2890488" y="627748"/>
                  </a:lnTo>
                  <a:lnTo>
                    <a:pt x="2889827" y="627748"/>
                  </a:lnTo>
                  <a:lnTo>
                    <a:pt x="2889167" y="627748"/>
                  </a:lnTo>
                  <a:lnTo>
                    <a:pt x="2888506" y="627748"/>
                  </a:lnTo>
                  <a:lnTo>
                    <a:pt x="2887846" y="627748"/>
                  </a:lnTo>
                  <a:lnTo>
                    <a:pt x="2887185" y="627748"/>
                  </a:lnTo>
                  <a:lnTo>
                    <a:pt x="2886525" y="627748"/>
                  </a:lnTo>
                  <a:lnTo>
                    <a:pt x="2885864" y="627748"/>
                  </a:lnTo>
                  <a:lnTo>
                    <a:pt x="2885204" y="627748"/>
                  </a:lnTo>
                  <a:lnTo>
                    <a:pt x="2884543" y="627748"/>
                  </a:lnTo>
                  <a:lnTo>
                    <a:pt x="2883883" y="627748"/>
                  </a:lnTo>
                  <a:lnTo>
                    <a:pt x="2883222" y="627748"/>
                  </a:lnTo>
                  <a:lnTo>
                    <a:pt x="2882562" y="627748"/>
                  </a:lnTo>
                  <a:lnTo>
                    <a:pt x="2881901" y="627748"/>
                  </a:lnTo>
                  <a:lnTo>
                    <a:pt x="2881241" y="627748"/>
                  </a:lnTo>
                  <a:lnTo>
                    <a:pt x="2880580" y="627748"/>
                  </a:lnTo>
                  <a:lnTo>
                    <a:pt x="2879919" y="627748"/>
                  </a:lnTo>
                  <a:lnTo>
                    <a:pt x="2879259" y="627748"/>
                  </a:lnTo>
                  <a:lnTo>
                    <a:pt x="2878598" y="627748"/>
                  </a:lnTo>
                  <a:lnTo>
                    <a:pt x="2877938" y="627748"/>
                  </a:lnTo>
                  <a:lnTo>
                    <a:pt x="2877277" y="627748"/>
                  </a:lnTo>
                  <a:lnTo>
                    <a:pt x="2876617" y="627748"/>
                  </a:lnTo>
                  <a:lnTo>
                    <a:pt x="2875956" y="627748"/>
                  </a:lnTo>
                  <a:lnTo>
                    <a:pt x="2875296" y="627748"/>
                  </a:lnTo>
                  <a:lnTo>
                    <a:pt x="2874635" y="627748"/>
                  </a:lnTo>
                  <a:lnTo>
                    <a:pt x="2873975" y="627748"/>
                  </a:lnTo>
                  <a:lnTo>
                    <a:pt x="2873314" y="627748"/>
                  </a:lnTo>
                  <a:lnTo>
                    <a:pt x="2872654" y="627748"/>
                  </a:lnTo>
                  <a:lnTo>
                    <a:pt x="2871993" y="627748"/>
                  </a:lnTo>
                  <a:lnTo>
                    <a:pt x="2871333" y="627748"/>
                  </a:lnTo>
                  <a:lnTo>
                    <a:pt x="2870672" y="627748"/>
                  </a:lnTo>
                  <a:lnTo>
                    <a:pt x="2870012" y="627748"/>
                  </a:lnTo>
                  <a:lnTo>
                    <a:pt x="2869351" y="627748"/>
                  </a:lnTo>
                  <a:lnTo>
                    <a:pt x="2868690" y="627748"/>
                  </a:lnTo>
                  <a:lnTo>
                    <a:pt x="2868030" y="627748"/>
                  </a:lnTo>
                  <a:lnTo>
                    <a:pt x="2867369" y="627748"/>
                  </a:lnTo>
                  <a:lnTo>
                    <a:pt x="2866709" y="627748"/>
                  </a:lnTo>
                  <a:lnTo>
                    <a:pt x="2866048" y="627748"/>
                  </a:lnTo>
                  <a:lnTo>
                    <a:pt x="2865388" y="627748"/>
                  </a:lnTo>
                  <a:lnTo>
                    <a:pt x="2864727" y="627748"/>
                  </a:lnTo>
                  <a:lnTo>
                    <a:pt x="2864067" y="627748"/>
                  </a:lnTo>
                  <a:lnTo>
                    <a:pt x="2863406" y="627748"/>
                  </a:lnTo>
                  <a:lnTo>
                    <a:pt x="2862746" y="627748"/>
                  </a:lnTo>
                  <a:lnTo>
                    <a:pt x="2862085" y="627748"/>
                  </a:lnTo>
                  <a:lnTo>
                    <a:pt x="2861425" y="627748"/>
                  </a:lnTo>
                  <a:lnTo>
                    <a:pt x="2860764" y="627748"/>
                  </a:lnTo>
                  <a:lnTo>
                    <a:pt x="2860104" y="627748"/>
                  </a:lnTo>
                  <a:lnTo>
                    <a:pt x="2859443" y="627748"/>
                  </a:lnTo>
                  <a:lnTo>
                    <a:pt x="2858782" y="627748"/>
                  </a:lnTo>
                  <a:lnTo>
                    <a:pt x="2858122" y="627748"/>
                  </a:lnTo>
                  <a:lnTo>
                    <a:pt x="2857461" y="627748"/>
                  </a:lnTo>
                  <a:lnTo>
                    <a:pt x="2856801" y="627748"/>
                  </a:lnTo>
                  <a:lnTo>
                    <a:pt x="2856140" y="627748"/>
                  </a:lnTo>
                  <a:lnTo>
                    <a:pt x="2855480" y="627748"/>
                  </a:lnTo>
                  <a:lnTo>
                    <a:pt x="2854819" y="627748"/>
                  </a:lnTo>
                  <a:lnTo>
                    <a:pt x="2854159" y="627748"/>
                  </a:lnTo>
                  <a:lnTo>
                    <a:pt x="2853498" y="627748"/>
                  </a:lnTo>
                  <a:lnTo>
                    <a:pt x="2852838" y="627748"/>
                  </a:lnTo>
                  <a:lnTo>
                    <a:pt x="2852177" y="627748"/>
                  </a:lnTo>
                  <a:lnTo>
                    <a:pt x="2851517" y="627748"/>
                  </a:lnTo>
                  <a:lnTo>
                    <a:pt x="2850856" y="627748"/>
                  </a:lnTo>
                  <a:lnTo>
                    <a:pt x="2850196" y="627748"/>
                  </a:lnTo>
                  <a:lnTo>
                    <a:pt x="2849535" y="627748"/>
                  </a:lnTo>
                  <a:lnTo>
                    <a:pt x="2848874" y="627748"/>
                  </a:lnTo>
                  <a:lnTo>
                    <a:pt x="2848214" y="627748"/>
                  </a:lnTo>
                  <a:lnTo>
                    <a:pt x="2847553" y="627748"/>
                  </a:lnTo>
                  <a:lnTo>
                    <a:pt x="2846893" y="627748"/>
                  </a:lnTo>
                  <a:lnTo>
                    <a:pt x="2846232" y="627748"/>
                  </a:lnTo>
                  <a:lnTo>
                    <a:pt x="2845572" y="627748"/>
                  </a:lnTo>
                  <a:lnTo>
                    <a:pt x="2844911" y="627748"/>
                  </a:lnTo>
                  <a:lnTo>
                    <a:pt x="2844251" y="627748"/>
                  </a:lnTo>
                  <a:lnTo>
                    <a:pt x="2843590" y="627748"/>
                  </a:lnTo>
                  <a:lnTo>
                    <a:pt x="2842930" y="627748"/>
                  </a:lnTo>
                  <a:lnTo>
                    <a:pt x="2842269" y="627748"/>
                  </a:lnTo>
                  <a:lnTo>
                    <a:pt x="2841609" y="627748"/>
                  </a:lnTo>
                  <a:lnTo>
                    <a:pt x="2840948" y="627748"/>
                  </a:lnTo>
                  <a:lnTo>
                    <a:pt x="2840288" y="627748"/>
                  </a:lnTo>
                  <a:lnTo>
                    <a:pt x="2839627" y="627748"/>
                  </a:lnTo>
                  <a:lnTo>
                    <a:pt x="2838966" y="627748"/>
                  </a:lnTo>
                  <a:lnTo>
                    <a:pt x="2838306" y="627748"/>
                  </a:lnTo>
                  <a:lnTo>
                    <a:pt x="2837645" y="627748"/>
                  </a:lnTo>
                  <a:lnTo>
                    <a:pt x="2836985" y="627748"/>
                  </a:lnTo>
                  <a:lnTo>
                    <a:pt x="2836324" y="627748"/>
                  </a:lnTo>
                  <a:lnTo>
                    <a:pt x="2835664" y="627748"/>
                  </a:lnTo>
                  <a:lnTo>
                    <a:pt x="2835003" y="627748"/>
                  </a:lnTo>
                  <a:lnTo>
                    <a:pt x="2834343" y="627748"/>
                  </a:lnTo>
                  <a:lnTo>
                    <a:pt x="2833682" y="627748"/>
                  </a:lnTo>
                  <a:lnTo>
                    <a:pt x="2833022" y="627748"/>
                  </a:lnTo>
                  <a:lnTo>
                    <a:pt x="2832361" y="627748"/>
                  </a:lnTo>
                  <a:lnTo>
                    <a:pt x="2831701" y="627748"/>
                  </a:lnTo>
                  <a:lnTo>
                    <a:pt x="2831040" y="627748"/>
                  </a:lnTo>
                  <a:lnTo>
                    <a:pt x="2830380" y="627748"/>
                  </a:lnTo>
                  <a:lnTo>
                    <a:pt x="2829719" y="627748"/>
                  </a:lnTo>
                  <a:lnTo>
                    <a:pt x="2829059" y="627748"/>
                  </a:lnTo>
                  <a:lnTo>
                    <a:pt x="2828398" y="627748"/>
                  </a:lnTo>
                  <a:lnTo>
                    <a:pt x="2827737" y="627748"/>
                  </a:lnTo>
                  <a:lnTo>
                    <a:pt x="2827077" y="627748"/>
                  </a:lnTo>
                  <a:lnTo>
                    <a:pt x="2826416" y="627748"/>
                  </a:lnTo>
                  <a:lnTo>
                    <a:pt x="2825756" y="627748"/>
                  </a:lnTo>
                  <a:lnTo>
                    <a:pt x="2825095" y="627748"/>
                  </a:lnTo>
                  <a:lnTo>
                    <a:pt x="2824435" y="627748"/>
                  </a:lnTo>
                  <a:lnTo>
                    <a:pt x="2823774" y="627748"/>
                  </a:lnTo>
                  <a:lnTo>
                    <a:pt x="2823114" y="627748"/>
                  </a:lnTo>
                  <a:lnTo>
                    <a:pt x="2822453" y="627748"/>
                  </a:lnTo>
                  <a:lnTo>
                    <a:pt x="2821793" y="627748"/>
                  </a:lnTo>
                  <a:lnTo>
                    <a:pt x="2821132" y="627748"/>
                  </a:lnTo>
                  <a:lnTo>
                    <a:pt x="2820472" y="627748"/>
                  </a:lnTo>
                  <a:lnTo>
                    <a:pt x="2819811" y="627748"/>
                  </a:lnTo>
                  <a:lnTo>
                    <a:pt x="2819151" y="627748"/>
                  </a:lnTo>
                  <a:lnTo>
                    <a:pt x="2818490" y="627748"/>
                  </a:lnTo>
                  <a:lnTo>
                    <a:pt x="2817829" y="627748"/>
                  </a:lnTo>
                  <a:lnTo>
                    <a:pt x="2817169" y="627748"/>
                  </a:lnTo>
                  <a:lnTo>
                    <a:pt x="2816508" y="627748"/>
                  </a:lnTo>
                  <a:lnTo>
                    <a:pt x="2815848" y="627748"/>
                  </a:lnTo>
                  <a:lnTo>
                    <a:pt x="2815187" y="627748"/>
                  </a:lnTo>
                  <a:lnTo>
                    <a:pt x="2814527" y="627748"/>
                  </a:lnTo>
                  <a:lnTo>
                    <a:pt x="2813866" y="627748"/>
                  </a:lnTo>
                  <a:lnTo>
                    <a:pt x="2813206" y="627748"/>
                  </a:lnTo>
                  <a:lnTo>
                    <a:pt x="2812545" y="627748"/>
                  </a:lnTo>
                  <a:lnTo>
                    <a:pt x="2811885" y="627748"/>
                  </a:lnTo>
                  <a:lnTo>
                    <a:pt x="2811224" y="627748"/>
                  </a:lnTo>
                  <a:lnTo>
                    <a:pt x="2810564" y="627748"/>
                  </a:lnTo>
                  <a:lnTo>
                    <a:pt x="2809903" y="627748"/>
                  </a:lnTo>
                  <a:lnTo>
                    <a:pt x="2809243" y="627748"/>
                  </a:lnTo>
                  <a:lnTo>
                    <a:pt x="2808582" y="627748"/>
                  </a:lnTo>
                  <a:lnTo>
                    <a:pt x="2807921" y="627748"/>
                  </a:lnTo>
                  <a:lnTo>
                    <a:pt x="2807261" y="627748"/>
                  </a:lnTo>
                  <a:lnTo>
                    <a:pt x="2806600" y="627748"/>
                  </a:lnTo>
                  <a:lnTo>
                    <a:pt x="2805940" y="627748"/>
                  </a:lnTo>
                  <a:lnTo>
                    <a:pt x="2805279" y="627748"/>
                  </a:lnTo>
                  <a:lnTo>
                    <a:pt x="2804619" y="627748"/>
                  </a:lnTo>
                  <a:lnTo>
                    <a:pt x="2803958" y="627748"/>
                  </a:lnTo>
                  <a:lnTo>
                    <a:pt x="2803298" y="627748"/>
                  </a:lnTo>
                  <a:lnTo>
                    <a:pt x="2802637" y="627748"/>
                  </a:lnTo>
                  <a:lnTo>
                    <a:pt x="2801977" y="627748"/>
                  </a:lnTo>
                  <a:lnTo>
                    <a:pt x="2801316" y="627748"/>
                  </a:lnTo>
                  <a:lnTo>
                    <a:pt x="2800656" y="627748"/>
                  </a:lnTo>
                  <a:lnTo>
                    <a:pt x="2799995" y="627748"/>
                  </a:lnTo>
                  <a:lnTo>
                    <a:pt x="2799335" y="627748"/>
                  </a:lnTo>
                  <a:lnTo>
                    <a:pt x="2798674" y="627748"/>
                  </a:lnTo>
                  <a:lnTo>
                    <a:pt x="2798014" y="627748"/>
                  </a:lnTo>
                  <a:lnTo>
                    <a:pt x="2797353" y="627748"/>
                  </a:lnTo>
                  <a:lnTo>
                    <a:pt x="2796692" y="627748"/>
                  </a:lnTo>
                  <a:lnTo>
                    <a:pt x="2796032" y="627748"/>
                  </a:lnTo>
                  <a:lnTo>
                    <a:pt x="2795371" y="627748"/>
                  </a:lnTo>
                  <a:lnTo>
                    <a:pt x="2794711" y="627748"/>
                  </a:lnTo>
                  <a:lnTo>
                    <a:pt x="2794050" y="627748"/>
                  </a:lnTo>
                  <a:lnTo>
                    <a:pt x="2793390" y="627748"/>
                  </a:lnTo>
                  <a:lnTo>
                    <a:pt x="2792729" y="627748"/>
                  </a:lnTo>
                  <a:lnTo>
                    <a:pt x="2792069" y="627748"/>
                  </a:lnTo>
                  <a:lnTo>
                    <a:pt x="2791408" y="627748"/>
                  </a:lnTo>
                  <a:lnTo>
                    <a:pt x="2790748" y="627748"/>
                  </a:lnTo>
                  <a:lnTo>
                    <a:pt x="2790087" y="627748"/>
                  </a:lnTo>
                  <a:lnTo>
                    <a:pt x="2789427" y="627748"/>
                  </a:lnTo>
                  <a:lnTo>
                    <a:pt x="2788766" y="627748"/>
                  </a:lnTo>
                  <a:lnTo>
                    <a:pt x="2788106" y="627748"/>
                  </a:lnTo>
                  <a:lnTo>
                    <a:pt x="2787445" y="627748"/>
                  </a:lnTo>
                  <a:lnTo>
                    <a:pt x="2786784" y="627748"/>
                  </a:lnTo>
                  <a:lnTo>
                    <a:pt x="2786124" y="627748"/>
                  </a:lnTo>
                  <a:lnTo>
                    <a:pt x="2785463" y="627748"/>
                  </a:lnTo>
                  <a:lnTo>
                    <a:pt x="2784803" y="627748"/>
                  </a:lnTo>
                  <a:lnTo>
                    <a:pt x="2784142" y="627748"/>
                  </a:lnTo>
                  <a:lnTo>
                    <a:pt x="2783482" y="627748"/>
                  </a:lnTo>
                  <a:lnTo>
                    <a:pt x="2782821" y="627748"/>
                  </a:lnTo>
                  <a:lnTo>
                    <a:pt x="2782161" y="627748"/>
                  </a:lnTo>
                  <a:lnTo>
                    <a:pt x="2781500" y="627748"/>
                  </a:lnTo>
                  <a:lnTo>
                    <a:pt x="2780840" y="627748"/>
                  </a:lnTo>
                  <a:lnTo>
                    <a:pt x="2780179" y="627748"/>
                  </a:lnTo>
                  <a:lnTo>
                    <a:pt x="2779519" y="627748"/>
                  </a:lnTo>
                  <a:lnTo>
                    <a:pt x="2778858" y="627748"/>
                  </a:lnTo>
                  <a:lnTo>
                    <a:pt x="2778198" y="627748"/>
                  </a:lnTo>
                  <a:lnTo>
                    <a:pt x="2777537" y="627748"/>
                  </a:lnTo>
                  <a:lnTo>
                    <a:pt x="2776876" y="627748"/>
                  </a:lnTo>
                  <a:lnTo>
                    <a:pt x="2776216" y="627748"/>
                  </a:lnTo>
                  <a:lnTo>
                    <a:pt x="2775555" y="627748"/>
                  </a:lnTo>
                  <a:lnTo>
                    <a:pt x="2774895" y="627748"/>
                  </a:lnTo>
                  <a:lnTo>
                    <a:pt x="2774234" y="627748"/>
                  </a:lnTo>
                  <a:lnTo>
                    <a:pt x="2773574" y="627748"/>
                  </a:lnTo>
                  <a:lnTo>
                    <a:pt x="2772913" y="627748"/>
                  </a:lnTo>
                  <a:lnTo>
                    <a:pt x="2772253" y="627748"/>
                  </a:lnTo>
                  <a:lnTo>
                    <a:pt x="2771592" y="627748"/>
                  </a:lnTo>
                  <a:lnTo>
                    <a:pt x="2770932" y="627748"/>
                  </a:lnTo>
                  <a:lnTo>
                    <a:pt x="2770271" y="627748"/>
                  </a:lnTo>
                  <a:lnTo>
                    <a:pt x="2769611" y="627748"/>
                  </a:lnTo>
                  <a:lnTo>
                    <a:pt x="2768950" y="627748"/>
                  </a:lnTo>
                  <a:lnTo>
                    <a:pt x="2768290" y="627748"/>
                  </a:lnTo>
                  <a:lnTo>
                    <a:pt x="2767629" y="627748"/>
                  </a:lnTo>
                  <a:lnTo>
                    <a:pt x="2766968" y="627748"/>
                  </a:lnTo>
                  <a:lnTo>
                    <a:pt x="2766308" y="627748"/>
                  </a:lnTo>
                  <a:lnTo>
                    <a:pt x="2765647" y="627748"/>
                  </a:lnTo>
                  <a:lnTo>
                    <a:pt x="2764987" y="627748"/>
                  </a:lnTo>
                  <a:lnTo>
                    <a:pt x="2764326" y="627748"/>
                  </a:lnTo>
                  <a:lnTo>
                    <a:pt x="2763666" y="627748"/>
                  </a:lnTo>
                  <a:lnTo>
                    <a:pt x="2763005" y="627748"/>
                  </a:lnTo>
                  <a:lnTo>
                    <a:pt x="2762345" y="627748"/>
                  </a:lnTo>
                  <a:lnTo>
                    <a:pt x="2761684" y="627748"/>
                  </a:lnTo>
                  <a:lnTo>
                    <a:pt x="2761024" y="627748"/>
                  </a:lnTo>
                  <a:lnTo>
                    <a:pt x="2760363" y="627748"/>
                  </a:lnTo>
                  <a:lnTo>
                    <a:pt x="2759703" y="627748"/>
                  </a:lnTo>
                  <a:lnTo>
                    <a:pt x="2759042" y="627748"/>
                  </a:lnTo>
                  <a:lnTo>
                    <a:pt x="2758382" y="627748"/>
                  </a:lnTo>
                  <a:lnTo>
                    <a:pt x="2757721" y="627748"/>
                  </a:lnTo>
                  <a:lnTo>
                    <a:pt x="2757061" y="627748"/>
                  </a:lnTo>
                  <a:lnTo>
                    <a:pt x="2756400" y="627748"/>
                  </a:lnTo>
                  <a:lnTo>
                    <a:pt x="2755739" y="627748"/>
                  </a:lnTo>
                  <a:lnTo>
                    <a:pt x="2755079" y="627748"/>
                  </a:lnTo>
                  <a:lnTo>
                    <a:pt x="2754418" y="627748"/>
                  </a:lnTo>
                  <a:lnTo>
                    <a:pt x="2753758" y="627748"/>
                  </a:lnTo>
                  <a:lnTo>
                    <a:pt x="2753097" y="627748"/>
                  </a:lnTo>
                  <a:lnTo>
                    <a:pt x="2752437" y="627748"/>
                  </a:lnTo>
                  <a:lnTo>
                    <a:pt x="2751776" y="627748"/>
                  </a:lnTo>
                  <a:lnTo>
                    <a:pt x="2751116" y="627748"/>
                  </a:lnTo>
                  <a:lnTo>
                    <a:pt x="2750455" y="627748"/>
                  </a:lnTo>
                  <a:lnTo>
                    <a:pt x="2749795" y="627748"/>
                  </a:lnTo>
                  <a:lnTo>
                    <a:pt x="2749134" y="627748"/>
                  </a:lnTo>
                  <a:lnTo>
                    <a:pt x="2748474" y="627748"/>
                  </a:lnTo>
                  <a:lnTo>
                    <a:pt x="2747813" y="627748"/>
                  </a:lnTo>
                  <a:lnTo>
                    <a:pt x="2747153" y="627748"/>
                  </a:lnTo>
                  <a:lnTo>
                    <a:pt x="2746492" y="627748"/>
                  </a:lnTo>
                  <a:lnTo>
                    <a:pt x="2745831" y="627748"/>
                  </a:lnTo>
                  <a:lnTo>
                    <a:pt x="2745171" y="627748"/>
                  </a:lnTo>
                  <a:lnTo>
                    <a:pt x="2744510" y="627748"/>
                  </a:lnTo>
                  <a:lnTo>
                    <a:pt x="2743850" y="627748"/>
                  </a:lnTo>
                  <a:lnTo>
                    <a:pt x="2743189" y="627748"/>
                  </a:lnTo>
                  <a:lnTo>
                    <a:pt x="2742529" y="627748"/>
                  </a:lnTo>
                  <a:lnTo>
                    <a:pt x="2741868" y="627748"/>
                  </a:lnTo>
                  <a:lnTo>
                    <a:pt x="2741208" y="627748"/>
                  </a:lnTo>
                  <a:lnTo>
                    <a:pt x="2740547" y="627748"/>
                  </a:lnTo>
                  <a:lnTo>
                    <a:pt x="2739887" y="627748"/>
                  </a:lnTo>
                  <a:lnTo>
                    <a:pt x="2739226" y="627748"/>
                  </a:lnTo>
                  <a:lnTo>
                    <a:pt x="2738566" y="627748"/>
                  </a:lnTo>
                  <a:lnTo>
                    <a:pt x="2737905" y="627748"/>
                  </a:lnTo>
                  <a:lnTo>
                    <a:pt x="2737245" y="627748"/>
                  </a:lnTo>
                  <a:lnTo>
                    <a:pt x="2736584" y="627748"/>
                  </a:lnTo>
                  <a:lnTo>
                    <a:pt x="2735923" y="627748"/>
                  </a:lnTo>
                  <a:lnTo>
                    <a:pt x="2735263" y="627748"/>
                  </a:lnTo>
                  <a:lnTo>
                    <a:pt x="2734602" y="627748"/>
                  </a:lnTo>
                  <a:lnTo>
                    <a:pt x="2733942" y="627748"/>
                  </a:lnTo>
                  <a:lnTo>
                    <a:pt x="2733281" y="627748"/>
                  </a:lnTo>
                  <a:lnTo>
                    <a:pt x="2732621" y="627748"/>
                  </a:lnTo>
                  <a:lnTo>
                    <a:pt x="2731960" y="627748"/>
                  </a:lnTo>
                  <a:lnTo>
                    <a:pt x="2731300" y="627748"/>
                  </a:lnTo>
                  <a:lnTo>
                    <a:pt x="2730639" y="627748"/>
                  </a:lnTo>
                  <a:lnTo>
                    <a:pt x="2729979" y="627748"/>
                  </a:lnTo>
                  <a:lnTo>
                    <a:pt x="2729318" y="627748"/>
                  </a:lnTo>
                  <a:lnTo>
                    <a:pt x="2728658" y="627748"/>
                  </a:lnTo>
                  <a:lnTo>
                    <a:pt x="2727997" y="627748"/>
                  </a:lnTo>
                  <a:lnTo>
                    <a:pt x="2727337" y="627748"/>
                  </a:lnTo>
                  <a:lnTo>
                    <a:pt x="2726676" y="627748"/>
                  </a:lnTo>
                  <a:lnTo>
                    <a:pt x="2726016" y="627748"/>
                  </a:lnTo>
                  <a:lnTo>
                    <a:pt x="2725355" y="627748"/>
                  </a:lnTo>
                  <a:lnTo>
                    <a:pt x="2724694" y="627748"/>
                  </a:lnTo>
                  <a:lnTo>
                    <a:pt x="2724034" y="627748"/>
                  </a:lnTo>
                  <a:lnTo>
                    <a:pt x="2723373" y="627748"/>
                  </a:lnTo>
                  <a:lnTo>
                    <a:pt x="2722713" y="627748"/>
                  </a:lnTo>
                  <a:lnTo>
                    <a:pt x="2722052" y="627748"/>
                  </a:lnTo>
                  <a:lnTo>
                    <a:pt x="2721392" y="627748"/>
                  </a:lnTo>
                  <a:lnTo>
                    <a:pt x="2720731" y="627748"/>
                  </a:lnTo>
                  <a:lnTo>
                    <a:pt x="2720071" y="627748"/>
                  </a:lnTo>
                  <a:lnTo>
                    <a:pt x="2719410" y="627748"/>
                  </a:lnTo>
                  <a:lnTo>
                    <a:pt x="2718750" y="627748"/>
                  </a:lnTo>
                  <a:lnTo>
                    <a:pt x="2718089" y="627748"/>
                  </a:lnTo>
                  <a:lnTo>
                    <a:pt x="2717429" y="627748"/>
                  </a:lnTo>
                  <a:lnTo>
                    <a:pt x="2716768" y="627748"/>
                  </a:lnTo>
                  <a:lnTo>
                    <a:pt x="2716108" y="627748"/>
                  </a:lnTo>
                  <a:lnTo>
                    <a:pt x="2715447" y="627748"/>
                  </a:lnTo>
                  <a:lnTo>
                    <a:pt x="2714786" y="627748"/>
                  </a:lnTo>
                  <a:lnTo>
                    <a:pt x="2714126" y="627748"/>
                  </a:lnTo>
                  <a:lnTo>
                    <a:pt x="2713465" y="627748"/>
                  </a:lnTo>
                  <a:lnTo>
                    <a:pt x="2712805" y="627748"/>
                  </a:lnTo>
                  <a:lnTo>
                    <a:pt x="2712144" y="627748"/>
                  </a:lnTo>
                  <a:lnTo>
                    <a:pt x="2711484" y="627748"/>
                  </a:lnTo>
                  <a:lnTo>
                    <a:pt x="2710823" y="627748"/>
                  </a:lnTo>
                  <a:lnTo>
                    <a:pt x="2710163" y="627748"/>
                  </a:lnTo>
                  <a:lnTo>
                    <a:pt x="2709502" y="627748"/>
                  </a:lnTo>
                  <a:lnTo>
                    <a:pt x="2708842" y="627748"/>
                  </a:lnTo>
                  <a:lnTo>
                    <a:pt x="2708181" y="627748"/>
                  </a:lnTo>
                  <a:lnTo>
                    <a:pt x="2707521" y="627748"/>
                  </a:lnTo>
                  <a:lnTo>
                    <a:pt x="2706860" y="627748"/>
                  </a:lnTo>
                  <a:lnTo>
                    <a:pt x="2706200" y="627748"/>
                  </a:lnTo>
                  <a:lnTo>
                    <a:pt x="2705539" y="627748"/>
                  </a:lnTo>
                  <a:lnTo>
                    <a:pt x="2704878" y="627748"/>
                  </a:lnTo>
                  <a:lnTo>
                    <a:pt x="2704218" y="627748"/>
                  </a:lnTo>
                  <a:lnTo>
                    <a:pt x="2703557" y="627748"/>
                  </a:lnTo>
                  <a:lnTo>
                    <a:pt x="2702897" y="627748"/>
                  </a:lnTo>
                  <a:lnTo>
                    <a:pt x="2702236" y="627748"/>
                  </a:lnTo>
                  <a:lnTo>
                    <a:pt x="2701576" y="627748"/>
                  </a:lnTo>
                  <a:lnTo>
                    <a:pt x="2700915" y="627748"/>
                  </a:lnTo>
                  <a:lnTo>
                    <a:pt x="2700255" y="627748"/>
                  </a:lnTo>
                  <a:lnTo>
                    <a:pt x="2699594" y="627748"/>
                  </a:lnTo>
                  <a:lnTo>
                    <a:pt x="2698934" y="627748"/>
                  </a:lnTo>
                  <a:lnTo>
                    <a:pt x="2698273" y="627748"/>
                  </a:lnTo>
                  <a:lnTo>
                    <a:pt x="2697613" y="627748"/>
                  </a:lnTo>
                  <a:lnTo>
                    <a:pt x="2696952" y="627748"/>
                  </a:lnTo>
                  <a:lnTo>
                    <a:pt x="2696292" y="627748"/>
                  </a:lnTo>
                  <a:lnTo>
                    <a:pt x="2695631" y="627748"/>
                  </a:lnTo>
                  <a:lnTo>
                    <a:pt x="2694970" y="627748"/>
                  </a:lnTo>
                  <a:lnTo>
                    <a:pt x="2694310" y="627748"/>
                  </a:lnTo>
                  <a:lnTo>
                    <a:pt x="2693649" y="627748"/>
                  </a:lnTo>
                  <a:lnTo>
                    <a:pt x="2692989" y="627748"/>
                  </a:lnTo>
                  <a:lnTo>
                    <a:pt x="2692328" y="627748"/>
                  </a:lnTo>
                  <a:lnTo>
                    <a:pt x="2691668" y="627748"/>
                  </a:lnTo>
                  <a:lnTo>
                    <a:pt x="2691007" y="627748"/>
                  </a:lnTo>
                  <a:lnTo>
                    <a:pt x="2690347" y="627748"/>
                  </a:lnTo>
                  <a:lnTo>
                    <a:pt x="2689686" y="627748"/>
                  </a:lnTo>
                  <a:lnTo>
                    <a:pt x="2689026" y="627748"/>
                  </a:lnTo>
                  <a:lnTo>
                    <a:pt x="2688365" y="627748"/>
                  </a:lnTo>
                  <a:lnTo>
                    <a:pt x="2687705" y="627748"/>
                  </a:lnTo>
                  <a:lnTo>
                    <a:pt x="2687044" y="627748"/>
                  </a:lnTo>
                  <a:lnTo>
                    <a:pt x="2686384" y="627748"/>
                  </a:lnTo>
                  <a:lnTo>
                    <a:pt x="2685723" y="627748"/>
                  </a:lnTo>
                  <a:lnTo>
                    <a:pt x="2685063" y="627748"/>
                  </a:lnTo>
                  <a:lnTo>
                    <a:pt x="2684402" y="627748"/>
                  </a:lnTo>
                  <a:lnTo>
                    <a:pt x="2683741" y="627748"/>
                  </a:lnTo>
                  <a:lnTo>
                    <a:pt x="2683081" y="627748"/>
                  </a:lnTo>
                  <a:lnTo>
                    <a:pt x="2682420" y="627748"/>
                  </a:lnTo>
                  <a:lnTo>
                    <a:pt x="2681760" y="627748"/>
                  </a:lnTo>
                  <a:lnTo>
                    <a:pt x="2681099" y="627748"/>
                  </a:lnTo>
                  <a:lnTo>
                    <a:pt x="2680439" y="627748"/>
                  </a:lnTo>
                  <a:lnTo>
                    <a:pt x="2679778" y="627748"/>
                  </a:lnTo>
                  <a:lnTo>
                    <a:pt x="2679118" y="627748"/>
                  </a:lnTo>
                  <a:lnTo>
                    <a:pt x="2678457" y="627748"/>
                  </a:lnTo>
                  <a:lnTo>
                    <a:pt x="2677797" y="627748"/>
                  </a:lnTo>
                  <a:lnTo>
                    <a:pt x="2677136" y="627748"/>
                  </a:lnTo>
                  <a:lnTo>
                    <a:pt x="2676476" y="627748"/>
                  </a:lnTo>
                  <a:lnTo>
                    <a:pt x="2675815" y="627748"/>
                  </a:lnTo>
                  <a:lnTo>
                    <a:pt x="2675155" y="627748"/>
                  </a:lnTo>
                  <a:lnTo>
                    <a:pt x="2674494" y="627748"/>
                  </a:lnTo>
                  <a:lnTo>
                    <a:pt x="2673833" y="627748"/>
                  </a:lnTo>
                  <a:lnTo>
                    <a:pt x="2673173" y="627748"/>
                  </a:lnTo>
                  <a:lnTo>
                    <a:pt x="2672512" y="627748"/>
                  </a:lnTo>
                  <a:lnTo>
                    <a:pt x="2671852" y="627748"/>
                  </a:lnTo>
                  <a:lnTo>
                    <a:pt x="2671191" y="627748"/>
                  </a:lnTo>
                  <a:lnTo>
                    <a:pt x="2670531" y="627748"/>
                  </a:lnTo>
                  <a:lnTo>
                    <a:pt x="2669870" y="627748"/>
                  </a:lnTo>
                  <a:lnTo>
                    <a:pt x="2669210" y="627748"/>
                  </a:lnTo>
                  <a:lnTo>
                    <a:pt x="2668549" y="627748"/>
                  </a:lnTo>
                  <a:lnTo>
                    <a:pt x="2667889" y="627748"/>
                  </a:lnTo>
                  <a:lnTo>
                    <a:pt x="2667228" y="627748"/>
                  </a:lnTo>
                  <a:lnTo>
                    <a:pt x="2666568" y="627748"/>
                  </a:lnTo>
                  <a:lnTo>
                    <a:pt x="2665907" y="627748"/>
                  </a:lnTo>
                  <a:lnTo>
                    <a:pt x="2665247" y="627748"/>
                  </a:lnTo>
                  <a:lnTo>
                    <a:pt x="2664586" y="627748"/>
                  </a:lnTo>
                  <a:lnTo>
                    <a:pt x="2663925" y="627748"/>
                  </a:lnTo>
                  <a:lnTo>
                    <a:pt x="2663265" y="627748"/>
                  </a:lnTo>
                  <a:lnTo>
                    <a:pt x="2662604" y="627748"/>
                  </a:lnTo>
                  <a:lnTo>
                    <a:pt x="2661944" y="627748"/>
                  </a:lnTo>
                  <a:lnTo>
                    <a:pt x="2661283" y="627748"/>
                  </a:lnTo>
                  <a:lnTo>
                    <a:pt x="2660623" y="627748"/>
                  </a:lnTo>
                  <a:lnTo>
                    <a:pt x="2659962" y="627748"/>
                  </a:lnTo>
                  <a:lnTo>
                    <a:pt x="2659302" y="627748"/>
                  </a:lnTo>
                  <a:lnTo>
                    <a:pt x="2658641" y="627748"/>
                  </a:lnTo>
                  <a:lnTo>
                    <a:pt x="2657981" y="627748"/>
                  </a:lnTo>
                  <a:lnTo>
                    <a:pt x="2657320" y="627748"/>
                  </a:lnTo>
                  <a:lnTo>
                    <a:pt x="2656660" y="627748"/>
                  </a:lnTo>
                  <a:lnTo>
                    <a:pt x="2655999" y="627748"/>
                  </a:lnTo>
                  <a:lnTo>
                    <a:pt x="2655339" y="627748"/>
                  </a:lnTo>
                  <a:lnTo>
                    <a:pt x="2654678" y="627748"/>
                  </a:lnTo>
                  <a:lnTo>
                    <a:pt x="2654018" y="627748"/>
                  </a:lnTo>
                  <a:lnTo>
                    <a:pt x="2653357" y="627748"/>
                  </a:lnTo>
                  <a:lnTo>
                    <a:pt x="2652696" y="627748"/>
                  </a:lnTo>
                  <a:lnTo>
                    <a:pt x="2652036" y="627748"/>
                  </a:lnTo>
                  <a:lnTo>
                    <a:pt x="2651375" y="627748"/>
                  </a:lnTo>
                  <a:lnTo>
                    <a:pt x="2650715" y="627748"/>
                  </a:lnTo>
                  <a:lnTo>
                    <a:pt x="2650054" y="627748"/>
                  </a:lnTo>
                  <a:lnTo>
                    <a:pt x="2649394" y="627748"/>
                  </a:lnTo>
                  <a:lnTo>
                    <a:pt x="2648733" y="627748"/>
                  </a:lnTo>
                  <a:lnTo>
                    <a:pt x="2648073" y="627748"/>
                  </a:lnTo>
                  <a:lnTo>
                    <a:pt x="2647412" y="627748"/>
                  </a:lnTo>
                  <a:lnTo>
                    <a:pt x="2646752" y="627748"/>
                  </a:lnTo>
                  <a:lnTo>
                    <a:pt x="2646091" y="627748"/>
                  </a:lnTo>
                  <a:lnTo>
                    <a:pt x="2645431" y="627748"/>
                  </a:lnTo>
                  <a:lnTo>
                    <a:pt x="2644770" y="627748"/>
                  </a:lnTo>
                  <a:lnTo>
                    <a:pt x="2644110" y="627748"/>
                  </a:lnTo>
                  <a:lnTo>
                    <a:pt x="2643449" y="627748"/>
                  </a:lnTo>
                  <a:lnTo>
                    <a:pt x="2642788" y="627748"/>
                  </a:lnTo>
                  <a:lnTo>
                    <a:pt x="2642128" y="627748"/>
                  </a:lnTo>
                  <a:lnTo>
                    <a:pt x="2641467" y="627748"/>
                  </a:lnTo>
                  <a:lnTo>
                    <a:pt x="2640807" y="627748"/>
                  </a:lnTo>
                  <a:lnTo>
                    <a:pt x="2640146" y="627748"/>
                  </a:lnTo>
                  <a:lnTo>
                    <a:pt x="2639486" y="627748"/>
                  </a:lnTo>
                  <a:lnTo>
                    <a:pt x="2638825" y="627748"/>
                  </a:lnTo>
                  <a:lnTo>
                    <a:pt x="2638165" y="627748"/>
                  </a:lnTo>
                  <a:lnTo>
                    <a:pt x="2637504" y="627748"/>
                  </a:lnTo>
                  <a:lnTo>
                    <a:pt x="2636844" y="627748"/>
                  </a:lnTo>
                  <a:lnTo>
                    <a:pt x="2636183" y="627748"/>
                  </a:lnTo>
                  <a:lnTo>
                    <a:pt x="2635523" y="627748"/>
                  </a:lnTo>
                  <a:lnTo>
                    <a:pt x="2634862" y="627748"/>
                  </a:lnTo>
                  <a:lnTo>
                    <a:pt x="2634202" y="627748"/>
                  </a:lnTo>
                  <a:lnTo>
                    <a:pt x="2633541" y="627748"/>
                  </a:lnTo>
                  <a:lnTo>
                    <a:pt x="2632880" y="627748"/>
                  </a:lnTo>
                  <a:lnTo>
                    <a:pt x="2632220" y="627748"/>
                  </a:lnTo>
                  <a:lnTo>
                    <a:pt x="2631559" y="627748"/>
                  </a:lnTo>
                  <a:lnTo>
                    <a:pt x="2630899" y="627748"/>
                  </a:lnTo>
                  <a:lnTo>
                    <a:pt x="2630238" y="627748"/>
                  </a:lnTo>
                  <a:lnTo>
                    <a:pt x="2629578" y="627748"/>
                  </a:lnTo>
                  <a:lnTo>
                    <a:pt x="2628917" y="627748"/>
                  </a:lnTo>
                  <a:lnTo>
                    <a:pt x="2628257" y="627748"/>
                  </a:lnTo>
                  <a:lnTo>
                    <a:pt x="2627596" y="627748"/>
                  </a:lnTo>
                  <a:lnTo>
                    <a:pt x="2626936" y="627748"/>
                  </a:lnTo>
                  <a:lnTo>
                    <a:pt x="2626275" y="627748"/>
                  </a:lnTo>
                  <a:lnTo>
                    <a:pt x="2625615" y="627748"/>
                  </a:lnTo>
                  <a:lnTo>
                    <a:pt x="2624954" y="627748"/>
                  </a:lnTo>
                  <a:lnTo>
                    <a:pt x="2624294" y="627748"/>
                  </a:lnTo>
                  <a:lnTo>
                    <a:pt x="2623633" y="627748"/>
                  </a:lnTo>
                  <a:lnTo>
                    <a:pt x="2622972" y="627748"/>
                  </a:lnTo>
                  <a:lnTo>
                    <a:pt x="2622312" y="627748"/>
                  </a:lnTo>
                  <a:lnTo>
                    <a:pt x="2621651" y="627748"/>
                  </a:lnTo>
                  <a:lnTo>
                    <a:pt x="2620991" y="627748"/>
                  </a:lnTo>
                  <a:lnTo>
                    <a:pt x="2620330" y="627748"/>
                  </a:lnTo>
                  <a:lnTo>
                    <a:pt x="2619670" y="627748"/>
                  </a:lnTo>
                  <a:lnTo>
                    <a:pt x="2619009" y="627748"/>
                  </a:lnTo>
                  <a:lnTo>
                    <a:pt x="2618349" y="627748"/>
                  </a:lnTo>
                  <a:lnTo>
                    <a:pt x="2617688" y="627748"/>
                  </a:lnTo>
                  <a:lnTo>
                    <a:pt x="2617028" y="627748"/>
                  </a:lnTo>
                  <a:lnTo>
                    <a:pt x="2616367" y="627748"/>
                  </a:lnTo>
                  <a:lnTo>
                    <a:pt x="2615707" y="627748"/>
                  </a:lnTo>
                  <a:lnTo>
                    <a:pt x="2615046" y="627748"/>
                  </a:lnTo>
                  <a:lnTo>
                    <a:pt x="2614386" y="627748"/>
                  </a:lnTo>
                  <a:lnTo>
                    <a:pt x="2613725" y="627748"/>
                  </a:lnTo>
                  <a:lnTo>
                    <a:pt x="2613065" y="627748"/>
                  </a:lnTo>
                  <a:lnTo>
                    <a:pt x="2612404" y="627748"/>
                  </a:lnTo>
                  <a:lnTo>
                    <a:pt x="2611743" y="627748"/>
                  </a:lnTo>
                  <a:lnTo>
                    <a:pt x="2611083" y="627748"/>
                  </a:lnTo>
                  <a:lnTo>
                    <a:pt x="2610422" y="627748"/>
                  </a:lnTo>
                  <a:lnTo>
                    <a:pt x="2609762" y="627748"/>
                  </a:lnTo>
                  <a:lnTo>
                    <a:pt x="2609101" y="627748"/>
                  </a:lnTo>
                  <a:lnTo>
                    <a:pt x="2608441" y="627748"/>
                  </a:lnTo>
                  <a:lnTo>
                    <a:pt x="2607780" y="627748"/>
                  </a:lnTo>
                  <a:lnTo>
                    <a:pt x="2607120" y="627748"/>
                  </a:lnTo>
                  <a:lnTo>
                    <a:pt x="2606459" y="627748"/>
                  </a:lnTo>
                  <a:lnTo>
                    <a:pt x="2605799" y="627748"/>
                  </a:lnTo>
                  <a:lnTo>
                    <a:pt x="2605138" y="627748"/>
                  </a:lnTo>
                  <a:lnTo>
                    <a:pt x="2604478" y="627748"/>
                  </a:lnTo>
                  <a:lnTo>
                    <a:pt x="2603817" y="627748"/>
                  </a:lnTo>
                  <a:lnTo>
                    <a:pt x="2603157" y="627748"/>
                  </a:lnTo>
                  <a:lnTo>
                    <a:pt x="2602496" y="627748"/>
                  </a:lnTo>
                  <a:lnTo>
                    <a:pt x="2601835" y="627748"/>
                  </a:lnTo>
                  <a:lnTo>
                    <a:pt x="2601175" y="627748"/>
                  </a:lnTo>
                  <a:lnTo>
                    <a:pt x="2600514" y="627748"/>
                  </a:lnTo>
                  <a:lnTo>
                    <a:pt x="2599854" y="627748"/>
                  </a:lnTo>
                  <a:lnTo>
                    <a:pt x="2599193" y="627748"/>
                  </a:lnTo>
                  <a:lnTo>
                    <a:pt x="2598533" y="627748"/>
                  </a:lnTo>
                  <a:lnTo>
                    <a:pt x="2597872" y="627748"/>
                  </a:lnTo>
                  <a:lnTo>
                    <a:pt x="2597212" y="627748"/>
                  </a:lnTo>
                  <a:lnTo>
                    <a:pt x="2596551" y="627748"/>
                  </a:lnTo>
                  <a:lnTo>
                    <a:pt x="2595891" y="627748"/>
                  </a:lnTo>
                  <a:lnTo>
                    <a:pt x="2595230" y="627748"/>
                  </a:lnTo>
                  <a:lnTo>
                    <a:pt x="2594570" y="627748"/>
                  </a:lnTo>
                  <a:lnTo>
                    <a:pt x="2593909" y="627748"/>
                  </a:lnTo>
                  <a:lnTo>
                    <a:pt x="2593249" y="627748"/>
                  </a:lnTo>
                  <a:lnTo>
                    <a:pt x="2592588" y="627748"/>
                  </a:lnTo>
                  <a:lnTo>
                    <a:pt x="2591927" y="627748"/>
                  </a:lnTo>
                  <a:lnTo>
                    <a:pt x="2591267" y="627748"/>
                  </a:lnTo>
                  <a:lnTo>
                    <a:pt x="2590606" y="627748"/>
                  </a:lnTo>
                  <a:lnTo>
                    <a:pt x="2589946" y="627748"/>
                  </a:lnTo>
                  <a:lnTo>
                    <a:pt x="2589285" y="627748"/>
                  </a:lnTo>
                  <a:lnTo>
                    <a:pt x="2588625" y="627748"/>
                  </a:lnTo>
                  <a:lnTo>
                    <a:pt x="2587964" y="627748"/>
                  </a:lnTo>
                  <a:lnTo>
                    <a:pt x="2587304" y="627748"/>
                  </a:lnTo>
                  <a:lnTo>
                    <a:pt x="2586643" y="627748"/>
                  </a:lnTo>
                  <a:lnTo>
                    <a:pt x="2585983" y="627748"/>
                  </a:lnTo>
                  <a:lnTo>
                    <a:pt x="2585322" y="627748"/>
                  </a:lnTo>
                  <a:lnTo>
                    <a:pt x="2584662" y="627748"/>
                  </a:lnTo>
                  <a:lnTo>
                    <a:pt x="2584001" y="627748"/>
                  </a:lnTo>
                  <a:lnTo>
                    <a:pt x="2583341" y="627748"/>
                  </a:lnTo>
                  <a:lnTo>
                    <a:pt x="2582680" y="627748"/>
                  </a:lnTo>
                  <a:lnTo>
                    <a:pt x="2582020" y="627748"/>
                  </a:lnTo>
                  <a:lnTo>
                    <a:pt x="2581359" y="627748"/>
                  </a:lnTo>
                  <a:lnTo>
                    <a:pt x="2580698" y="627748"/>
                  </a:lnTo>
                  <a:lnTo>
                    <a:pt x="2580038" y="627748"/>
                  </a:lnTo>
                  <a:lnTo>
                    <a:pt x="2579377" y="627748"/>
                  </a:lnTo>
                  <a:lnTo>
                    <a:pt x="2578717" y="627748"/>
                  </a:lnTo>
                  <a:lnTo>
                    <a:pt x="2578056" y="627748"/>
                  </a:lnTo>
                  <a:lnTo>
                    <a:pt x="2577396" y="627748"/>
                  </a:lnTo>
                  <a:lnTo>
                    <a:pt x="2576735" y="627748"/>
                  </a:lnTo>
                  <a:lnTo>
                    <a:pt x="2576075" y="627748"/>
                  </a:lnTo>
                  <a:lnTo>
                    <a:pt x="2575414" y="627748"/>
                  </a:lnTo>
                  <a:lnTo>
                    <a:pt x="2574754" y="627748"/>
                  </a:lnTo>
                  <a:lnTo>
                    <a:pt x="2574093" y="627748"/>
                  </a:lnTo>
                  <a:lnTo>
                    <a:pt x="2573433" y="627748"/>
                  </a:lnTo>
                  <a:lnTo>
                    <a:pt x="2572772" y="627748"/>
                  </a:lnTo>
                  <a:lnTo>
                    <a:pt x="2572112" y="627748"/>
                  </a:lnTo>
                  <a:lnTo>
                    <a:pt x="2571451" y="627748"/>
                  </a:lnTo>
                  <a:lnTo>
                    <a:pt x="2570790" y="627748"/>
                  </a:lnTo>
                  <a:lnTo>
                    <a:pt x="2570130" y="627748"/>
                  </a:lnTo>
                  <a:lnTo>
                    <a:pt x="2569469" y="627748"/>
                  </a:lnTo>
                  <a:lnTo>
                    <a:pt x="2568809" y="627748"/>
                  </a:lnTo>
                  <a:lnTo>
                    <a:pt x="2568148" y="627748"/>
                  </a:lnTo>
                  <a:lnTo>
                    <a:pt x="2567488" y="627748"/>
                  </a:lnTo>
                  <a:lnTo>
                    <a:pt x="2566827" y="627748"/>
                  </a:lnTo>
                  <a:lnTo>
                    <a:pt x="2566167" y="627748"/>
                  </a:lnTo>
                  <a:lnTo>
                    <a:pt x="2565506" y="627748"/>
                  </a:lnTo>
                  <a:lnTo>
                    <a:pt x="2564846" y="627748"/>
                  </a:lnTo>
                  <a:lnTo>
                    <a:pt x="2564185" y="627748"/>
                  </a:lnTo>
                  <a:lnTo>
                    <a:pt x="2563525" y="627748"/>
                  </a:lnTo>
                  <a:lnTo>
                    <a:pt x="2562864" y="627748"/>
                  </a:lnTo>
                  <a:lnTo>
                    <a:pt x="2562204" y="627748"/>
                  </a:lnTo>
                  <a:lnTo>
                    <a:pt x="2561543" y="627748"/>
                  </a:lnTo>
                  <a:lnTo>
                    <a:pt x="2560882" y="627748"/>
                  </a:lnTo>
                  <a:lnTo>
                    <a:pt x="2560222" y="627748"/>
                  </a:lnTo>
                  <a:lnTo>
                    <a:pt x="2559561" y="627748"/>
                  </a:lnTo>
                  <a:lnTo>
                    <a:pt x="2558901" y="627748"/>
                  </a:lnTo>
                  <a:lnTo>
                    <a:pt x="2558240" y="627748"/>
                  </a:lnTo>
                  <a:lnTo>
                    <a:pt x="2557580" y="627748"/>
                  </a:lnTo>
                  <a:lnTo>
                    <a:pt x="2556919" y="627748"/>
                  </a:lnTo>
                  <a:lnTo>
                    <a:pt x="2556259" y="627748"/>
                  </a:lnTo>
                  <a:lnTo>
                    <a:pt x="2555598" y="627748"/>
                  </a:lnTo>
                  <a:lnTo>
                    <a:pt x="2554938" y="627748"/>
                  </a:lnTo>
                  <a:lnTo>
                    <a:pt x="2554277" y="627748"/>
                  </a:lnTo>
                  <a:lnTo>
                    <a:pt x="2553617" y="627748"/>
                  </a:lnTo>
                  <a:lnTo>
                    <a:pt x="2552956" y="627748"/>
                  </a:lnTo>
                  <a:lnTo>
                    <a:pt x="2552296" y="627748"/>
                  </a:lnTo>
                  <a:lnTo>
                    <a:pt x="2551635" y="627748"/>
                  </a:lnTo>
                  <a:lnTo>
                    <a:pt x="2550974" y="627748"/>
                  </a:lnTo>
                  <a:lnTo>
                    <a:pt x="2550314" y="627748"/>
                  </a:lnTo>
                  <a:lnTo>
                    <a:pt x="2549653" y="627748"/>
                  </a:lnTo>
                  <a:lnTo>
                    <a:pt x="2548993" y="627748"/>
                  </a:lnTo>
                  <a:lnTo>
                    <a:pt x="2548332" y="627748"/>
                  </a:lnTo>
                  <a:lnTo>
                    <a:pt x="2547672" y="627748"/>
                  </a:lnTo>
                  <a:lnTo>
                    <a:pt x="2547011" y="627748"/>
                  </a:lnTo>
                  <a:lnTo>
                    <a:pt x="2546351" y="627748"/>
                  </a:lnTo>
                  <a:lnTo>
                    <a:pt x="2545690" y="627748"/>
                  </a:lnTo>
                  <a:lnTo>
                    <a:pt x="2545030" y="627748"/>
                  </a:lnTo>
                  <a:lnTo>
                    <a:pt x="2544369" y="627748"/>
                  </a:lnTo>
                  <a:lnTo>
                    <a:pt x="2543709" y="627748"/>
                  </a:lnTo>
                  <a:lnTo>
                    <a:pt x="2543048" y="627748"/>
                  </a:lnTo>
                  <a:lnTo>
                    <a:pt x="2542388" y="627748"/>
                  </a:lnTo>
                  <a:lnTo>
                    <a:pt x="2541727" y="627748"/>
                  </a:lnTo>
                  <a:lnTo>
                    <a:pt x="2541067" y="627748"/>
                  </a:lnTo>
                  <a:lnTo>
                    <a:pt x="2540406" y="627748"/>
                  </a:lnTo>
                  <a:lnTo>
                    <a:pt x="2539745" y="627748"/>
                  </a:lnTo>
                  <a:lnTo>
                    <a:pt x="2539085" y="627748"/>
                  </a:lnTo>
                  <a:lnTo>
                    <a:pt x="2538424" y="627748"/>
                  </a:lnTo>
                  <a:lnTo>
                    <a:pt x="2537764" y="627748"/>
                  </a:lnTo>
                  <a:lnTo>
                    <a:pt x="2537103" y="627748"/>
                  </a:lnTo>
                  <a:lnTo>
                    <a:pt x="2536443" y="627748"/>
                  </a:lnTo>
                  <a:lnTo>
                    <a:pt x="2535782" y="627748"/>
                  </a:lnTo>
                  <a:lnTo>
                    <a:pt x="2535122" y="627748"/>
                  </a:lnTo>
                  <a:lnTo>
                    <a:pt x="2534461" y="627748"/>
                  </a:lnTo>
                  <a:lnTo>
                    <a:pt x="2533801" y="627748"/>
                  </a:lnTo>
                  <a:lnTo>
                    <a:pt x="2533140" y="627748"/>
                  </a:lnTo>
                  <a:lnTo>
                    <a:pt x="2532480" y="627748"/>
                  </a:lnTo>
                  <a:lnTo>
                    <a:pt x="2531819" y="627748"/>
                  </a:lnTo>
                  <a:lnTo>
                    <a:pt x="2531159" y="627748"/>
                  </a:lnTo>
                  <a:lnTo>
                    <a:pt x="2530498" y="627748"/>
                  </a:lnTo>
                  <a:lnTo>
                    <a:pt x="2529837" y="627748"/>
                  </a:lnTo>
                  <a:lnTo>
                    <a:pt x="2529177" y="627748"/>
                  </a:lnTo>
                  <a:lnTo>
                    <a:pt x="2528516" y="627748"/>
                  </a:lnTo>
                  <a:lnTo>
                    <a:pt x="2527856" y="627748"/>
                  </a:lnTo>
                  <a:lnTo>
                    <a:pt x="2527195" y="627748"/>
                  </a:lnTo>
                  <a:lnTo>
                    <a:pt x="2526535" y="627748"/>
                  </a:lnTo>
                  <a:lnTo>
                    <a:pt x="2525874" y="627748"/>
                  </a:lnTo>
                  <a:lnTo>
                    <a:pt x="2525214" y="627748"/>
                  </a:lnTo>
                  <a:lnTo>
                    <a:pt x="2524553" y="627748"/>
                  </a:lnTo>
                  <a:lnTo>
                    <a:pt x="2523893" y="627748"/>
                  </a:lnTo>
                  <a:lnTo>
                    <a:pt x="2523232" y="627748"/>
                  </a:lnTo>
                  <a:lnTo>
                    <a:pt x="2522572" y="627748"/>
                  </a:lnTo>
                  <a:lnTo>
                    <a:pt x="2521911" y="627748"/>
                  </a:lnTo>
                  <a:lnTo>
                    <a:pt x="2521251" y="627748"/>
                  </a:lnTo>
                  <a:lnTo>
                    <a:pt x="2520590" y="627748"/>
                  </a:lnTo>
                  <a:lnTo>
                    <a:pt x="2519929" y="627748"/>
                  </a:lnTo>
                  <a:lnTo>
                    <a:pt x="2519269" y="627748"/>
                  </a:lnTo>
                  <a:lnTo>
                    <a:pt x="2518608" y="627748"/>
                  </a:lnTo>
                  <a:lnTo>
                    <a:pt x="2517948" y="627748"/>
                  </a:lnTo>
                  <a:lnTo>
                    <a:pt x="2517287" y="627748"/>
                  </a:lnTo>
                  <a:lnTo>
                    <a:pt x="2516627" y="627748"/>
                  </a:lnTo>
                  <a:lnTo>
                    <a:pt x="2515966" y="627748"/>
                  </a:lnTo>
                  <a:lnTo>
                    <a:pt x="2515306" y="627748"/>
                  </a:lnTo>
                  <a:lnTo>
                    <a:pt x="2514645" y="627748"/>
                  </a:lnTo>
                  <a:lnTo>
                    <a:pt x="2513985" y="627748"/>
                  </a:lnTo>
                  <a:lnTo>
                    <a:pt x="2513324" y="627748"/>
                  </a:lnTo>
                  <a:lnTo>
                    <a:pt x="2512664" y="627748"/>
                  </a:lnTo>
                  <a:lnTo>
                    <a:pt x="2512003" y="627748"/>
                  </a:lnTo>
                  <a:lnTo>
                    <a:pt x="2511343" y="627748"/>
                  </a:lnTo>
                  <a:lnTo>
                    <a:pt x="2510682" y="627748"/>
                  </a:lnTo>
                  <a:lnTo>
                    <a:pt x="2510022" y="627748"/>
                  </a:lnTo>
                  <a:lnTo>
                    <a:pt x="2509361" y="627748"/>
                  </a:lnTo>
                  <a:lnTo>
                    <a:pt x="2508700" y="627748"/>
                  </a:lnTo>
                  <a:lnTo>
                    <a:pt x="2508040" y="627748"/>
                  </a:lnTo>
                  <a:lnTo>
                    <a:pt x="2507379" y="627748"/>
                  </a:lnTo>
                  <a:lnTo>
                    <a:pt x="2506719" y="627748"/>
                  </a:lnTo>
                  <a:lnTo>
                    <a:pt x="2506058" y="627748"/>
                  </a:lnTo>
                  <a:lnTo>
                    <a:pt x="2505398" y="627748"/>
                  </a:lnTo>
                  <a:lnTo>
                    <a:pt x="2504737" y="627748"/>
                  </a:lnTo>
                  <a:lnTo>
                    <a:pt x="2504077" y="627748"/>
                  </a:lnTo>
                  <a:lnTo>
                    <a:pt x="2503416" y="627748"/>
                  </a:lnTo>
                  <a:lnTo>
                    <a:pt x="2502756" y="627748"/>
                  </a:lnTo>
                  <a:lnTo>
                    <a:pt x="2502095" y="627748"/>
                  </a:lnTo>
                  <a:lnTo>
                    <a:pt x="2501435" y="627748"/>
                  </a:lnTo>
                  <a:lnTo>
                    <a:pt x="2500774" y="627748"/>
                  </a:lnTo>
                  <a:lnTo>
                    <a:pt x="2500114" y="627748"/>
                  </a:lnTo>
                  <a:lnTo>
                    <a:pt x="2499453" y="627748"/>
                  </a:lnTo>
                  <a:lnTo>
                    <a:pt x="2498792" y="627748"/>
                  </a:lnTo>
                  <a:lnTo>
                    <a:pt x="2498132" y="627748"/>
                  </a:lnTo>
                  <a:lnTo>
                    <a:pt x="2497471" y="627748"/>
                  </a:lnTo>
                  <a:lnTo>
                    <a:pt x="2496811" y="627748"/>
                  </a:lnTo>
                  <a:lnTo>
                    <a:pt x="2496150" y="627748"/>
                  </a:lnTo>
                  <a:lnTo>
                    <a:pt x="2495490" y="627748"/>
                  </a:lnTo>
                  <a:lnTo>
                    <a:pt x="2494829" y="627748"/>
                  </a:lnTo>
                  <a:lnTo>
                    <a:pt x="2494169" y="627748"/>
                  </a:lnTo>
                  <a:lnTo>
                    <a:pt x="2493508" y="627748"/>
                  </a:lnTo>
                  <a:lnTo>
                    <a:pt x="2492848" y="627748"/>
                  </a:lnTo>
                  <a:lnTo>
                    <a:pt x="2492187" y="627748"/>
                  </a:lnTo>
                  <a:lnTo>
                    <a:pt x="2491527" y="627748"/>
                  </a:lnTo>
                  <a:lnTo>
                    <a:pt x="2490866" y="627748"/>
                  </a:lnTo>
                  <a:lnTo>
                    <a:pt x="2490206" y="627748"/>
                  </a:lnTo>
                  <a:lnTo>
                    <a:pt x="2489545" y="627748"/>
                  </a:lnTo>
                  <a:lnTo>
                    <a:pt x="2488884" y="627748"/>
                  </a:lnTo>
                  <a:lnTo>
                    <a:pt x="2488224" y="627748"/>
                  </a:lnTo>
                  <a:lnTo>
                    <a:pt x="2487563" y="627748"/>
                  </a:lnTo>
                  <a:lnTo>
                    <a:pt x="2486903" y="627748"/>
                  </a:lnTo>
                  <a:lnTo>
                    <a:pt x="2486242" y="627748"/>
                  </a:lnTo>
                  <a:lnTo>
                    <a:pt x="2485582" y="627748"/>
                  </a:lnTo>
                  <a:lnTo>
                    <a:pt x="2484921" y="627748"/>
                  </a:lnTo>
                  <a:lnTo>
                    <a:pt x="2484261" y="627748"/>
                  </a:lnTo>
                  <a:lnTo>
                    <a:pt x="2483600" y="627748"/>
                  </a:lnTo>
                  <a:lnTo>
                    <a:pt x="2482940" y="627748"/>
                  </a:lnTo>
                  <a:lnTo>
                    <a:pt x="2482279" y="627748"/>
                  </a:lnTo>
                  <a:lnTo>
                    <a:pt x="2481619" y="627748"/>
                  </a:lnTo>
                  <a:lnTo>
                    <a:pt x="2480958" y="627748"/>
                  </a:lnTo>
                  <a:lnTo>
                    <a:pt x="2480298" y="627748"/>
                  </a:lnTo>
                  <a:lnTo>
                    <a:pt x="2479637" y="627748"/>
                  </a:lnTo>
                  <a:lnTo>
                    <a:pt x="2478976" y="627748"/>
                  </a:lnTo>
                  <a:lnTo>
                    <a:pt x="2478316" y="627748"/>
                  </a:lnTo>
                  <a:lnTo>
                    <a:pt x="2477655" y="627748"/>
                  </a:lnTo>
                  <a:lnTo>
                    <a:pt x="2476995" y="627748"/>
                  </a:lnTo>
                  <a:lnTo>
                    <a:pt x="2476334" y="627748"/>
                  </a:lnTo>
                  <a:lnTo>
                    <a:pt x="2475674" y="627748"/>
                  </a:lnTo>
                  <a:lnTo>
                    <a:pt x="2475013" y="627748"/>
                  </a:lnTo>
                  <a:lnTo>
                    <a:pt x="2474353" y="627748"/>
                  </a:lnTo>
                  <a:lnTo>
                    <a:pt x="2473692" y="627748"/>
                  </a:lnTo>
                  <a:lnTo>
                    <a:pt x="2473032" y="627748"/>
                  </a:lnTo>
                  <a:lnTo>
                    <a:pt x="2472371" y="627748"/>
                  </a:lnTo>
                  <a:lnTo>
                    <a:pt x="2471711" y="627748"/>
                  </a:lnTo>
                  <a:lnTo>
                    <a:pt x="2471050" y="627748"/>
                  </a:lnTo>
                  <a:lnTo>
                    <a:pt x="2470390" y="627748"/>
                  </a:lnTo>
                  <a:lnTo>
                    <a:pt x="2469729" y="627748"/>
                  </a:lnTo>
                  <a:lnTo>
                    <a:pt x="2469069" y="627748"/>
                  </a:lnTo>
                  <a:lnTo>
                    <a:pt x="2468408" y="627748"/>
                  </a:lnTo>
                  <a:lnTo>
                    <a:pt x="2467747" y="627748"/>
                  </a:lnTo>
                  <a:lnTo>
                    <a:pt x="2467087" y="627748"/>
                  </a:lnTo>
                  <a:lnTo>
                    <a:pt x="2466426" y="627748"/>
                  </a:lnTo>
                  <a:lnTo>
                    <a:pt x="2465766" y="627748"/>
                  </a:lnTo>
                  <a:lnTo>
                    <a:pt x="2465105" y="627748"/>
                  </a:lnTo>
                  <a:lnTo>
                    <a:pt x="2464445" y="627748"/>
                  </a:lnTo>
                  <a:lnTo>
                    <a:pt x="2463784" y="627748"/>
                  </a:lnTo>
                  <a:lnTo>
                    <a:pt x="2463124" y="627748"/>
                  </a:lnTo>
                  <a:lnTo>
                    <a:pt x="2462463" y="627748"/>
                  </a:lnTo>
                  <a:lnTo>
                    <a:pt x="2461803" y="627748"/>
                  </a:lnTo>
                  <a:lnTo>
                    <a:pt x="2461142" y="627748"/>
                  </a:lnTo>
                  <a:lnTo>
                    <a:pt x="2460482" y="627748"/>
                  </a:lnTo>
                  <a:lnTo>
                    <a:pt x="2459821" y="627748"/>
                  </a:lnTo>
                  <a:lnTo>
                    <a:pt x="2459161" y="627748"/>
                  </a:lnTo>
                  <a:lnTo>
                    <a:pt x="2458500" y="627748"/>
                  </a:lnTo>
                  <a:lnTo>
                    <a:pt x="2457839" y="627748"/>
                  </a:lnTo>
                  <a:lnTo>
                    <a:pt x="2457179" y="627748"/>
                  </a:lnTo>
                  <a:lnTo>
                    <a:pt x="2456518" y="627748"/>
                  </a:lnTo>
                  <a:lnTo>
                    <a:pt x="2455858" y="627748"/>
                  </a:lnTo>
                  <a:lnTo>
                    <a:pt x="2455197" y="627748"/>
                  </a:lnTo>
                  <a:lnTo>
                    <a:pt x="2454537" y="627748"/>
                  </a:lnTo>
                  <a:lnTo>
                    <a:pt x="2453876" y="627748"/>
                  </a:lnTo>
                  <a:lnTo>
                    <a:pt x="2453216" y="627748"/>
                  </a:lnTo>
                  <a:lnTo>
                    <a:pt x="2452555" y="627748"/>
                  </a:lnTo>
                  <a:lnTo>
                    <a:pt x="2451895" y="627748"/>
                  </a:lnTo>
                  <a:lnTo>
                    <a:pt x="2451234" y="627748"/>
                  </a:lnTo>
                  <a:lnTo>
                    <a:pt x="2450574" y="627748"/>
                  </a:lnTo>
                  <a:lnTo>
                    <a:pt x="2449913" y="627748"/>
                  </a:lnTo>
                  <a:lnTo>
                    <a:pt x="2449253" y="627748"/>
                  </a:lnTo>
                  <a:lnTo>
                    <a:pt x="2448592" y="627748"/>
                  </a:lnTo>
                  <a:lnTo>
                    <a:pt x="2447931" y="627748"/>
                  </a:lnTo>
                  <a:lnTo>
                    <a:pt x="2447271" y="627748"/>
                  </a:lnTo>
                  <a:lnTo>
                    <a:pt x="2446610" y="627748"/>
                  </a:lnTo>
                  <a:lnTo>
                    <a:pt x="2445950" y="627748"/>
                  </a:lnTo>
                  <a:lnTo>
                    <a:pt x="2445289" y="627748"/>
                  </a:lnTo>
                  <a:lnTo>
                    <a:pt x="2444629" y="627748"/>
                  </a:lnTo>
                  <a:lnTo>
                    <a:pt x="2443968" y="627748"/>
                  </a:lnTo>
                  <a:lnTo>
                    <a:pt x="2443308" y="627748"/>
                  </a:lnTo>
                  <a:lnTo>
                    <a:pt x="2442647" y="627748"/>
                  </a:lnTo>
                  <a:lnTo>
                    <a:pt x="2441987" y="627748"/>
                  </a:lnTo>
                  <a:lnTo>
                    <a:pt x="2441326" y="627748"/>
                  </a:lnTo>
                  <a:lnTo>
                    <a:pt x="2440666" y="627748"/>
                  </a:lnTo>
                  <a:lnTo>
                    <a:pt x="2440005" y="627748"/>
                  </a:lnTo>
                  <a:lnTo>
                    <a:pt x="2439345" y="627748"/>
                  </a:lnTo>
                  <a:lnTo>
                    <a:pt x="2438684" y="627748"/>
                  </a:lnTo>
                  <a:lnTo>
                    <a:pt x="2438024" y="627748"/>
                  </a:lnTo>
                  <a:lnTo>
                    <a:pt x="2437363" y="627748"/>
                  </a:lnTo>
                  <a:lnTo>
                    <a:pt x="2436702" y="627748"/>
                  </a:lnTo>
                  <a:lnTo>
                    <a:pt x="2436042" y="627748"/>
                  </a:lnTo>
                  <a:lnTo>
                    <a:pt x="2435381" y="627748"/>
                  </a:lnTo>
                  <a:lnTo>
                    <a:pt x="2434721" y="627748"/>
                  </a:lnTo>
                  <a:lnTo>
                    <a:pt x="2434060" y="627748"/>
                  </a:lnTo>
                  <a:lnTo>
                    <a:pt x="2433400" y="627748"/>
                  </a:lnTo>
                  <a:lnTo>
                    <a:pt x="2432739" y="627748"/>
                  </a:lnTo>
                  <a:lnTo>
                    <a:pt x="2432079" y="627748"/>
                  </a:lnTo>
                  <a:lnTo>
                    <a:pt x="2431418" y="627748"/>
                  </a:lnTo>
                  <a:lnTo>
                    <a:pt x="2430758" y="627748"/>
                  </a:lnTo>
                  <a:lnTo>
                    <a:pt x="2430097" y="627748"/>
                  </a:lnTo>
                  <a:lnTo>
                    <a:pt x="2429437" y="627748"/>
                  </a:lnTo>
                  <a:lnTo>
                    <a:pt x="2428776" y="627748"/>
                  </a:lnTo>
                  <a:lnTo>
                    <a:pt x="2428116" y="627748"/>
                  </a:lnTo>
                  <a:lnTo>
                    <a:pt x="2427455" y="627748"/>
                  </a:lnTo>
                  <a:lnTo>
                    <a:pt x="2426794" y="627748"/>
                  </a:lnTo>
                  <a:lnTo>
                    <a:pt x="2426134" y="627748"/>
                  </a:lnTo>
                  <a:lnTo>
                    <a:pt x="2425473" y="627748"/>
                  </a:lnTo>
                  <a:lnTo>
                    <a:pt x="2424813" y="627748"/>
                  </a:lnTo>
                  <a:lnTo>
                    <a:pt x="2424152" y="627748"/>
                  </a:lnTo>
                  <a:lnTo>
                    <a:pt x="2423492" y="627748"/>
                  </a:lnTo>
                  <a:lnTo>
                    <a:pt x="2422831" y="627748"/>
                  </a:lnTo>
                  <a:lnTo>
                    <a:pt x="2422171" y="627748"/>
                  </a:lnTo>
                  <a:lnTo>
                    <a:pt x="2421510" y="627748"/>
                  </a:lnTo>
                  <a:lnTo>
                    <a:pt x="2420850" y="627748"/>
                  </a:lnTo>
                  <a:lnTo>
                    <a:pt x="2420189" y="627748"/>
                  </a:lnTo>
                  <a:lnTo>
                    <a:pt x="2419529" y="627748"/>
                  </a:lnTo>
                  <a:lnTo>
                    <a:pt x="2418868" y="627748"/>
                  </a:lnTo>
                  <a:lnTo>
                    <a:pt x="2418208" y="627748"/>
                  </a:lnTo>
                  <a:lnTo>
                    <a:pt x="2417547" y="627748"/>
                  </a:lnTo>
                  <a:lnTo>
                    <a:pt x="2416886" y="627748"/>
                  </a:lnTo>
                  <a:lnTo>
                    <a:pt x="2416226" y="627748"/>
                  </a:lnTo>
                  <a:lnTo>
                    <a:pt x="2415565" y="627748"/>
                  </a:lnTo>
                  <a:lnTo>
                    <a:pt x="2414905" y="627748"/>
                  </a:lnTo>
                  <a:lnTo>
                    <a:pt x="2414244" y="627748"/>
                  </a:lnTo>
                  <a:lnTo>
                    <a:pt x="2413584" y="627748"/>
                  </a:lnTo>
                  <a:lnTo>
                    <a:pt x="2412923" y="627748"/>
                  </a:lnTo>
                  <a:lnTo>
                    <a:pt x="2412263" y="627748"/>
                  </a:lnTo>
                  <a:lnTo>
                    <a:pt x="2411602" y="627748"/>
                  </a:lnTo>
                  <a:lnTo>
                    <a:pt x="2410942" y="627748"/>
                  </a:lnTo>
                  <a:lnTo>
                    <a:pt x="2410281" y="627748"/>
                  </a:lnTo>
                  <a:lnTo>
                    <a:pt x="2409621" y="627748"/>
                  </a:lnTo>
                  <a:lnTo>
                    <a:pt x="2408960" y="627748"/>
                  </a:lnTo>
                  <a:lnTo>
                    <a:pt x="2408300" y="627748"/>
                  </a:lnTo>
                  <a:lnTo>
                    <a:pt x="2407639" y="627748"/>
                  </a:lnTo>
                  <a:lnTo>
                    <a:pt x="2406978" y="627748"/>
                  </a:lnTo>
                  <a:lnTo>
                    <a:pt x="2406318" y="627748"/>
                  </a:lnTo>
                  <a:lnTo>
                    <a:pt x="2405657" y="627748"/>
                  </a:lnTo>
                  <a:lnTo>
                    <a:pt x="2404997" y="627748"/>
                  </a:lnTo>
                  <a:lnTo>
                    <a:pt x="2404336" y="627748"/>
                  </a:lnTo>
                  <a:lnTo>
                    <a:pt x="2403676" y="627748"/>
                  </a:lnTo>
                  <a:lnTo>
                    <a:pt x="2403015" y="627748"/>
                  </a:lnTo>
                  <a:lnTo>
                    <a:pt x="2402355" y="627748"/>
                  </a:lnTo>
                  <a:lnTo>
                    <a:pt x="2401694" y="627748"/>
                  </a:lnTo>
                  <a:lnTo>
                    <a:pt x="2401034" y="627748"/>
                  </a:lnTo>
                  <a:lnTo>
                    <a:pt x="2400373" y="627748"/>
                  </a:lnTo>
                  <a:lnTo>
                    <a:pt x="2399713" y="627748"/>
                  </a:lnTo>
                  <a:lnTo>
                    <a:pt x="2399052" y="627748"/>
                  </a:lnTo>
                  <a:lnTo>
                    <a:pt x="2398392" y="627748"/>
                  </a:lnTo>
                  <a:lnTo>
                    <a:pt x="2397731" y="627748"/>
                  </a:lnTo>
                  <a:lnTo>
                    <a:pt x="2397071" y="627748"/>
                  </a:lnTo>
                  <a:lnTo>
                    <a:pt x="2396410" y="627748"/>
                  </a:lnTo>
                  <a:lnTo>
                    <a:pt x="2395749" y="627748"/>
                  </a:lnTo>
                  <a:lnTo>
                    <a:pt x="2395089" y="627748"/>
                  </a:lnTo>
                  <a:lnTo>
                    <a:pt x="2394428" y="627748"/>
                  </a:lnTo>
                  <a:lnTo>
                    <a:pt x="2393768" y="627748"/>
                  </a:lnTo>
                  <a:lnTo>
                    <a:pt x="2393107" y="627748"/>
                  </a:lnTo>
                  <a:lnTo>
                    <a:pt x="2392447" y="627748"/>
                  </a:lnTo>
                  <a:lnTo>
                    <a:pt x="2391786" y="627748"/>
                  </a:lnTo>
                  <a:lnTo>
                    <a:pt x="2391126" y="627748"/>
                  </a:lnTo>
                  <a:lnTo>
                    <a:pt x="2390465" y="627748"/>
                  </a:lnTo>
                  <a:lnTo>
                    <a:pt x="2389805" y="627748"/>
                  </a:lnTo>
                  <a:lnTo>
                    <a:pt x="2389144" y="627748"/>
                  </a:lnTo>
                  <a:lnTo>
                    <a:pt x="2388484" y="627748"/>
                  </a:lnTo>
                  <a:lnTo>
                    <a:pt x="2387823" y="627748"/>
                  </a:lnTo>
                  <a:lnTo>
                    <a:pt x="2387163" y="627748"/>
                  </a:lnTo>
                  <a:lnTo>
                    <a:pt x="2386502" y="627748"/>
                  </a:lnTo>
                  <a:lnTo>
                    <a:pt x="2385841" y="627748"/>
                  </a:lnTo>
                  <a:lnTo>
                    <a:pt x="2385181" y="627748"/>
                  </a:lnTo>
                  <a:lnTo>
                    <a:pt x="2384520" y="627748"/>
                  </a:lnTo>
                  <a:lnTo>
                    <a:pt x="2383860" y="627748"/>
                  </a:lnTo>
                  <a:lnTo>
                    <a:pt x="2383199" y="627748"/>
                  </a:lnTo>
                  <a:lnTo>
                    <a:pt x="2382539" y="627748"/>
                  </a:lnTo>
                  <a:lnTo>
                    <a:pt x="2381878" y="627748"/>
                  </a:lnTo>
                  <a:lnTo>
                    <a:pt x="2381218" y="627748"/>
                  </a:lnTo>
                  <a:lnTo>
                    <a:pt x="2380557" y="627748"/>
                  </a:lnTo>
                  <a:lnTo>
                    <a:pt x="2379897" y="627748"/>
                  </a:lnTo>
                  <a:lnTo>
                    <a:pt x="2379236" y="627748"/>
                  </a:lnTo>
                  <a:lnTo>
                    <a:pt x="2378576" y="627748"/>
                  </a:lnTo>
                  <a:lnTo>
                    <a:pt x="2377915" y="627748"/>
                  </a:lnTo>
                  <a:lnTo>
                    <a:pt x="2377255" y="627748"/>
                  </a:lnTo>
                  <a:lnTo>
                    <a:pt x="2376594" y="627748"/>
                  </a:lnTo>
                  <a:lnTo>
                    <a:pt x="2375933" y="627748"/>
                  </a:lnTo>
                  <a:lnTo>
                    <a:pt x="2375273" y="627748"/>
                  </a:lnTo>
                  <a:lnTo>
                    <a:pt x="2374612" y="627748"/>
                  </a:lnTo>
                  <a:lnTo>
                    <a:pt x="2373952" y="627748"/>
                  </a:lnTo>
                  <a:lnTo>
                    <a:pt x="2373291" y="627748"/>
                  </a:lnTo>
                  <a:lnTo>
                    <a:pt x="2372631" y="627748"/>
                  </a:lnTo>
                  <a:lnTo>
                    <a:pt x="2371970" y="627748"/>
                  </a:lnTo>
                  <a:lnTo>
                    <a:pt x="2371310" y="627748"/>
                  </a:lnTo>
                  <a:lnTo>
                    <a:pt x="2370649" y="627748"/>
                  </a:lnTo>
                  <a:lnTo>
                    <a:pt x="2369989" y="627748"/>
                  </a:lnTo>
                  <a:lnTo>
                    <a:pt x="2369328" y="627748"/>
                  </a:lnTo>
                  <a:lnTo>
                    <a:pt x="2368668" y="627748"/>
                  </a:lnTo>
                  <a:lnTo>
                    <a:pt x="2368007" y="627748"/>
                  </a:lnTo>
                  <a:lnTo>
                    <a:pt x="2367347" y="627748"/>
                  </a:lnTo>
                  <a:lnTo>
                    <a:pt x="2366686" y="627748"/>
                  </a:lnTo>
                  <a:lnTo>
                    <a:pt x="2366026" y="627748"/>
                  </a:lnTo>
                  <a:lnTo>
                    <a:pt x="2365365" y="627748"/>
                  </a:lnTo>
                  <a:lnTo>
                    <a:pt x="2364704" y="627748"/>
                  </a:lnTo>
                  <a:lnTo>
                    <a:pt x="2364044" y="627748"/>
                  </a:lnTo>
                  <a:lnTo>
                    <a:pt x="2363383" y="627748"/>
                  </a:lnTo>
                  <a:lnTo>
                    <a:pt x="2362723" y="627748"/>
                  </a:lnTo>
                  <a:lnTo>
                    <a:pt x="2362062" y="627748"/>
                  </a:lnTo>
                  <a:lnTo>
                    <a:pt x="2361402" y="627748"/>
                  </a:lnTo>
                  <a:lnTo>
                    <a:pt x="2360741" y="627748"/>
                  </a:lnTo>
                  <a:lnTo>
                    <a:pt x="2360081" y="627748"/>
                  </a:lnTo>
                  <a:lnTo>
                    <a:pt x="2359420" y="627748"/>
                  </a:lnTo>
                  <a:lnTo>
                    <a:pt x="2358760" y="627748"/>
                  </a:lnTo>
                  <a:lnTo>
                    <a:pt x="2358099" y="627748"/>
                  </a:lnTo>
                  <a:lnTo>
                    <a:pt x="2357439" y="627748"/>
                  </a:lnTo>
                  <a:lnTo>
                    <a:pt x="2356778" y="627748"/>
                  </a:lnTo>
                  <a:lnTo>
                    <a:pt x="2356118" y="627748"/>
                  </a:lnTo>
                  <a:lnTo>
                    <a:pt x="2355457" y="627748"/>
                  </a:lnTo>
                  <a:lnTo>
                    <a:pt x="2354796" y="627748"/>
                  </a:lnTo>
                  <a:lnTo>
                    <a:pt x="2354136" y="627748"/>
                  </a:lnTo>
                  <a:lnTo>
                    <a:pt x="2353475" y="627748"/>
                  </a:lnTo>
                  <a:lnTo>
                    <a:pt x="2352815" y="627748"/>
                  </a:lnTo>
                  <a:lnTo>
                    <a:pt x="2352154" y="627748"/>
                  </a:lnTo>
                  <a:lnTo>
                    <a:pt x="2351494" y="627748"/>
                  </a:lnTo>
                  <a:lnTo>
                    <a:pt x="2350833" y="627748"/>
                  </a:lnTo>
                  <a:lnTo>
                    <a:pt x="2350173" y="627748"/>
                  </a:lnTo>
                  <a:lnTo>
                    <a:pt x="2349512" y="627748"/>
                  </a:lnTo>
                  <a:lnTo>
                    <a:pt x="2348852" y="627748"/>
                  </a:lnTo>
                  <a:lnTo>
                    <a:pt x="2348191" y="627748"/>
                  </a:lnTo>
                  <a:lnTo>
                    <a:pt x="2347531" y="627748"/>
                  </a:lnTo>
                  <a:lnTo>
                    <a:pt x="2346870" y="627748"/>
                  </a:lnTo>
                  <a:lnTo>
                    <a:pt x="2346210" y="627748"/>
                  </a:lnTo>
                  <a:lnTo>
                    <a:pt x="2345549" y="627748"/>
                  </a:lnTo>
                  <a:lnTo>
                    <a:pt x="2344888" y="627748"/>
                  </a:lnTo>
                  <a:lnTo>
                    <a:pt x="2344228" y="627748"/>
                  </a:lnTo>
                  <a:lnTo>
                    <a:pt x="2343567" y="627748"/>
                  </a:lnTo>
                  <a:lnTo>
                    <a:pt x="2342907" y="627748"/>
                  </a:lnTo>
                  <a:lnTo>
                    <a:pt x="2342246" y="627748"/>
                  </a:lnTo>
                  <a:lnTo>
                    <a:pt x="2341586" y="627748"/>
                  </a:lnTo>
                  <a:lnTo>
                    <a:pt x="2340925" y="627748"/>
                  </a:lnTo>
                  <a:lnTo>
                    <a:pt x="2340265" y="627748"/>
                  </a:lnTo>
                  <a:lnTo>
                    <a:pt x="2339604" y="627748"/>
                  </a:lnTo>
                  <a:lnTo>
                    <a:pt x="2338944" y="627748"/>
                  </a:lnTo>
                  <a:lnTo>
                    <a:pt x="2338283" y="627748"/>
                  </a:lnTo>
                  <a:lnTo>
                    <a:pt x="2337623" y="627748"/>
                  </a:lnTo>
                  <a:lnTo>
                    <a:pt x="2336962" y="627748"/>
                  </a:lnTo>
                  <a:lnTo>
                    <a:pt x="2336302" y="627748"/>
                  </a:lnTo>
                  <a:lnTo>
                    <a:pt x="2335641" y="627748"/>
                  </a:lnTo>
                  <a:lnTo>
                    <a:pt x="2334980" y="627748"/>
                  </a:lnTo>
                  <a:lnTo>
                    <a:pt x="2334320" y="627748"/>
                  </a:lnTo>
                  <a:lnTo>
                    <a:pt x="2333659" y="627748"/>
                  </a:lnTo>
                  <a:lnTo>
                    <a:pt x="2332999" y="627748"/>
                  </a:lnTo>
                  <a:lnTo>
                    <a:pt x="2332338" y="627748"/>
                  </a:lnTo>
                  <a:lnTo>
                    <a:pt x="2331678" y="627748"/>
                  </a:lnTo>
                  <a:lnTo>
                    <a:pt x="2331017" y="627748"/>
                  </a:lnTo>
                  <a:lnTo>
                    <a:pt x="2330357" y="627748"/>
                  </a:lnTo>
                  <a:lnTo>
                    <a:pt x="2329696" y="627748"/>
                  </a:lnTo>
                  <a:lnTo>
                    <a:pt x="2329036" y="627748"/>
                  </a:lnTo>
                  <a:lnTo>
                    <a:pt x="2328375" y="627748"/>
                  </a:lnTo>
                  <a:lnTo>
                    <a:pt x="2327715" y="627748"/>
                  </a:lnTo>
                  <a:lnTo>
                    <a:pt x="2327054" y="627748"/>
                  </a:lnTo>
                  <a:lnTo>
                    <a:pt x="2326394" y="627748"/>
                  </a:lnTo>
                  <a:lnTo>
                    <a:pt x="2325733" y="627748"/>
                  </a:lnTo>
                  <a:lnTo>
                    <a:pt x="2325073" y="627748"/>
                  </a:lnTo>
                  <a:lnTo>
                    <a:pt x="2324412" y="627748"/>
                  </a:lnTo>
                  <a:lnTo>
                    <a:pt x="2323751" y="627748"/>
                  </a:lnTo>
                  <a:lnTo>
                    <a:pt x="2323091" y="627748"/>
                  </a:lnTo>
                  <a:lnTo>
                    <a:pt x="2322430" y="627748"/>
                  </a:lnTo>
                  <a:lnTo>
                    <a:pt x="2321770" y="627748"/>
                  </a:lnTo>
                  <a:lnTo>
                    <a:pt x="2321109" y="627748"/>
                  </a:lnTo>
                  <a:lnTo>
                    <a:pt x="2320449" y="627748"/>
                  </a:lnTo>
                  <a:lnTo>
                    <a:pt x="2319788" y="627748"/>
                  </a:lnTo>
                  <a:lnTo>
                    <a:pt x="2319128" y="627748"/>
                  </a:lnTo>
                  <a:lnTo>
                    <a:pt x="2318467" y="627748"/>
                  </a:lnTo>
                  <a:lnTo>
                    <a:pt x="2317807" y="627748"/>
                  </a:lnTo>
                  <a:lnTo>
                    <a:pt x="2317146" y="627748"/>
                  </a:lnTo>
                  <a:lnTo>
                    <a:pt x="2316486" y="627748"/>
                  </a:lnTo>
                  <a:lnTo>
                    <a:pt x="2315825" y="627748"/>
                  </a:lnTo>
                  <a:lnTo>
                    <a:pt x="2315165" y="627748"/>
                  </a:lnTo>
                  <a:lnTo>
                    <a:pt x="2314504" y="627748"/>
                  </a:lnTo>
                  <a:lnTo>
                    <a:pt x="2313843" y="627748"/>
                  </a:lnTo>
                  <a:lnTo>
                    <a:pt x="2313183" y="627748"/>
                  </a:lnTo>
                  <a:lnTo>
                    <a:pt x="2312522" y="627748"/>
                  </a:lnTo>
                  <a:lnTo>
                    <a:pt x="2311862" y="627748"/>
                  </a:lnTo>
                  <a:lnTo>
                    <a:pt x="2311201" y="627748"/>
                  </a:lnTo>
                  <a:lnTo>
                    <a:pt x="2310541" y="627748"/>
                  </a:lnTo>
                  <a:lnTo>
                    <a:pt x="2309880" y="627748"/>
                  </a:lnTo>
                  <a:lnTo>
                    <a:pt x="2309220" y="627748"/>
                  </a:lnTo>
                  <a:lnTo>
                    <a:pt x="2308559" y="627748"/>
                  </a:lnTo>
                  <a:lnTo>
                    <a:pt x="2307899" y="627748"/>
                  </a:lnTo>
                  <a:lnTo>
                    <a:pt x="2307238" y="627748"/>
                  </a:lnTo>
                  <a:lnTo>
                    <a:pt x="2306578" y="627748"/>
                  </a:lnTo>
                  <a:lnTo>
                    <a:pt x="2305917" y="627748"/>
                  </a:lnTo>
                  <a:lnTo>
                    <a:pt x="2305257" y="627748"/>
                  </a:lnTo>
                  <a:lnTo>
                    <a:pt x="2304596" y="627748"/>
                  </a:lnTo>
                  <a:lnTo>
                    <a:pt x="2303935" y="627748"/>
                  </a:lnTo>
                  <a:lnTo>
                    <a:pt x="2303275" y="627748"/>
                  </a:lnTo>
                  <a:lnTo>
                    <a:pt x="2302614" y="627748"/>
                  </a:lnTo>
                  <a:lnTo>
                    <a:pt x="2301954" y="627748"/>
                  </a:lnTo>
                  <a:lnTo>
                    <a:pt x="2301293" y="627748"/>
                  </a:lnTo>
                  <a:lnTo>
                    <a:pt x="2300633" y="627748"/>
                  </a:lnTo>
                  <a:lnTo>
                    <a:pt x="2299972" y="627748"/>
                  </a:lnTo>
                  <a:lnTo>
                    <a:pt x="2299312" y="627748"/>
                  </a:lnTo>
                  <a:lnTo>
                    <a:pt x="2298651" y="627748"/>
                  </a:lnTo>
                  <a:lnTo>
                    <a:pt x="2297991" y="627748"/>
                  </a:lnTo>
                  <a:lnTo>
                    <a:pt x="2297330" y="627748"/>
                  </a:lnTo>
                  <a:lnTo>
                    <a:pt x="2296670" y="627748"/>
                  </a:lnTo>
                  <a:lnTo>
                    <a:pt x="2296009" y="627748"/>
                  </a:lnTo>
                  <a:lnTo>
                    <a:pt x="2295349" y="627748"/>
                  </a:lnTo>
                  <a:lnTo>
                    <a:pt x="2294688" y="627748"/>
                  </a:lnTo>
                  <a:lnTo>
                    <a:pt x="2294028" y="627748"/>
                  </a:lnTo>
                  <a:lnTo>
                    <a:pt x="2293367" y="627748"/>
                  </a:lnTo>
                  <a:lnTo>
                    <a:pt x="2292706" y="627748"/>
                  </a:lnTo>
                  <a:lnTo>
                    <a:pt x="2292046" y="627748"/>
                  </a:lnTo>
                  <a:lnTo>
                    <a:pt x="2291385" y="627748"/>
                  </a:lnTo>
                  <a:lnTo>
                    <a:pt x="2290725" y="627748"/>
                  </a:lnTo>
                  <a:lnTo>
                    <a:pt x="2290064" y="627748"/>
                  </a:lnTo>
                  <a:lnTo>
                    <a:pt x="2289404" y="627748"/>
                  </a:lnTo>
                  <a:lnTo>
                    <a:pt x="2288743" y="627748"/>
                  </a:lnTo>
                  <a:lnTo>
                    <a:pt x="2288083" y="627748"/>
                  </a:lnTo>
                  <a:lnTo>
                    <a:pt x="2287422" y="627748"/>
                  </a:lnTo>
                  <a:lnTo>
                    <a:pt x="2286762" y="627748"/>
                  </a:lnTo>
                  <a:lnTo>
                    <a:pt x="2286101" y="627748"/>
                  </a:lnTo>
                  <a:lnTo>
                    <a:pt x="2285441" y="627748"/>
                  </a:lnTo>
                  <a:lnTo>
                    <a:pt x="2284780" y="627748"/>
                  </a:lnTo>
                  <a:lnTo>
                    <a:pt x="2284120" y="627748"/>
                  </a:lnTo>
                  <a:lnTo>
                    <a:pt x="2283459" y="627748"/>
                  </a:lnTo>
                  <a:lnTo>
                    <a:pt x="2282798" y="627748"/>
                  </a:lnTo>
                  <a:lnTo>
                    <a:pt x="2282138" y="627748"/>
                  </a:lnTo>
                  <a:lnTo>
                    <a:pt x="2281477" y="627748"/>
                  </a:lnTo>
                  <a:lnTo>
                    <a:pt x="2280817" y="627748"/>
                  </a:lnTo>
                  <a:lnTo>
                    <a:pt x="2280156" y="627748"/>
                  </a:lnTo>
                  <a:lnTo>
                    <a:pt x="2279496" y="627748"/>
                  </a:lnTo>
                  <a:lnTo>
                    <a:pt x="2278835" y="627748"/>
                  </a:lnTo>
                  <a:lnTo>
                    <a:pt x="2278175" y="627748"/>
                  </a:lnTo>
                  <a:lnTo>
                    <a:pt x="2277514" y="627748"/>
                  </a:lnTo>
                  <a:lnTo>
                    <a:pt x="2276854" y="627748"/>
                  </a:lnTo>
                  <a:lnTo>
                    <a:pt x="2276193" y="627748"/>
                  </a:lnTo>
                  <a:lnTo>
                    <a:pt x="2275533" y="627748"/>
                  </a:lnTo>
                  <a:lnTo>
                    <a:pt x="2274872" y="627748"/>
                  </a:lnTo>
                  <a:lnTo>
                    <a:pt x="2274212" y="627748"/>
                  </a:lnTo>
                  <a:lnTo>
                    <a:pt x="2273551" y="627748"/>
                  </a:lnTo>
                  <a:lnTo>
                    <a:pt x="2272890" y="627748"/>
                  </a:lnTo>
                  <a:lnTo>
                    <a:pt x="2272230" y="627748"/>
                  </a:lnTo>
                  <a:lnTo>
                    <a:pt x="2271569" y="627748"/>
                  </a:lnTo>
                  <a:lnTo>
                    <a:pt x="2270909" y="627748"/>
                  </a:lnTo>
                  <a:lnTo>
                    <a:pt x="2270248" y="627748"/>
                  </a:lnTo>
                  <a:lnTo>
                    <a:pt x="2269588" y="627748"/>
                  </a:lnTo>
                  <a:lnTo>
                    <a:pt x="2268927" y="627748"/>
                  </a:lnTo>
                  <a:lnTo>
                    <a:pt x="2268267" y="627748"/>
                  </a:lnTo>
                  <a:lnTo>
                    <a:pt x="2267606" y="627748"/>
                  </a:lnTo>
                  <a:lnTo>
                    <a:pt x="2266946" y="627748"/>
                  </a:lnTo>
                  <a:lnTo>
                    <a:pt x="2266285" y="627748"/>
                  </a:lnTo>
                  <a:lnTo>
                    <a:pt x="2265625" y="627748"/>
                  </a:lnTo>
                  <a:lnTo>
                    <a:pt x="2264964" y="627748"/>
                  </a:lnTo>
                  <a:lnTo>
                    <a:pt x="2264304" y="627748"/>
                  </a:lnTo>
                  <a:lnTo>
                    <a:pt x="2263643" y="627748"/>
                  </a:lnTo>
                  <a:lnTo>
                    <a:pt x="2262982" y="627748"/>
                  </a:lnTo>
                  <a:lnTo>
                    <a:pt x="2262322" y="627748"/>
                  </a:lnTo>
                  <a:lnTo>
                    <a:pt x="2261661" y="627748"/>
                  </a:lnTo>
                  <a:lnTo>
                    <a:pt x="2261001" y="627748"/>
                  </a:lnTo>
                  <a:lnTo>
                    <a:pt x="2260340" y="627748"/>
                  </a:lnTo>
                  <a:lnTo>
                    <a:pt x="2259680" y="627748"/>
                  </a:lnTo>
                  <a:lnTo>
                    <a:pt x="2259019" y="627748"/>
                  </a:lnTo>
                  <a:lnTo>
                    <a:pt x="2258359" y="627748"/>
                  </a:lnTo>
                  <a:lnTo>
                    <a:pt x="2257698" y="627748"/>
                  </a:lnTo>
                  <a:lnTo>
                    <a:pt x="2257038" y="627748"/>
                  </a:lnTo>
                  <a:lnTo>
                    <a:pt x="2256377" y="627748"/>
                  </a:lnTo>
                  <a:lnTo>
                    <a:pt x="2255717" y="627748"/>
                  </a:lnTo>
                  <a:lnTo>
                    <a:pt x="2255056" y="627748"/>
                  </a:lnTo>
                  <a:lnTo>
                    <a:pt x="2254396" y="627748"/>
                  </a:lnTo>
                  <a:lnTo>
                    <a:pt x="2253735" y="627748"/>
                  </a:lnTo>
                  <a:lnTo>
                    <a:pt x="2253075" y="627748"/>
                  </a:lnTo>
                  <a:lnTo>
                    <a:pt x="2252414" y="627748"/>
                  </a:lnTo>
                  <a:lnTo>
                    <a:pt x="2251753" y="627748"/>
                  </a:lnTo>
                  <a:lnTo>
                    <a:pt x="2251093" y="627748"/>
                  </a:lnTo>
                  <a:lnTo>
                    <a:pt x="2250432" y="627748"/>
                  </a:lnTo>
                  <a:lnTo>
                    <a:pt x="2249772" y="627748"/>
                  </a:lnTo>
                  <a:lnTo>
                    <a:pt x="2249111" y="627748"/>
                  </a:lnTo>
                  <a:lnTo>
                    <a:pt x="2248451" y="627748"/>
                  </a:lnTo>
                  <a:lnTo>
                    <a:pt x="2247790" y="627748"/>
                  </a:lnTo>
                  <a:lnTo>
                    <a:pt x="2247130" y="627748"/>
                  </a:lnTo>
                  <a:lnTo>
                    <a:pt x="2246469" y="627748"/>
                  </a:lnTo>
                  <a:lnTo>
                    <a:pt x="2245809" y="627748"/>
                  </a:lnTo>
                  <a:lnTo>
                    <a:pt x="2245148" y="627748"/>
                  </a:lnTo>
                  <a:lnTo>
                    <a:pt x="2244488" y="627748"/>
                  </a:lnTo>
                  <a:lnTo>
                    <a:pt x="2243827" y="627748"/>
                  </a:lnTo>
                  <a:lnTo>
                    <a:pt x="2243167" y="627748"/>
                  </a:lnTo>
                  <a:lnTo>
                    <a:pt x="2242506" y="627748"/>
                  </a:lnTo>
                  <a:lnTo>
                    <a:pt x="2241845" y="627748"/>
                  </a:lnTo>
                  <a:lnTo>
                    <a:pt x="2241185" y="627748"/>
                  </a:lnTo>
                  <a:lnTo>
                    <a:pt x="2240524" y="627748"/>
                  </a:lnTo>
                  <a:lnTo>
                    <a:pt x="2239864" y="627748"/>
                  </a:lnTo>
                  <a:lnTo>
                    <a:pt x="2239203" y="627748"/>
                  </a:lnTo>
                  <a:lnTo>
                    <a:pt x="2238543" y="627748"/>
                  </a:lnTo>
                  <a:lnTo>
                    <a:pt x="2237882" y="627748"/>
                  </a:lnTo>
                  <a:lnTo>
                    <a:pt x="2237222" y="627748"/>
                  </a:lnTo>
                  <a:lnTo>
                    <a:pt x="2236561" y="627748"/>
                  </a:lnTo>
                  <a:lnTo>
                    <a:pt x="2235901" y="627748"/>
                  </a:lnTo>
                  <a:lnTo>
                    <a:pt x="2235240" y="627748"/>
                  </a:lnTo>
                  <a:lnTo>
                    <a:pt x="2234580" y="627748"/>
                  </a:lnTo>
                  <a:lnTo>
                    <a:pt x="2233919" y="627748"/>
                  </a:lnTo>
                  <a:lnTo>
                    <a:pt x="2233259" y="627748"/>
                  </a:lnTo>
                  <a:lnTo>
                    <a:pt x="2232598" y="627748"/>
                  </a:lnTo>
                  <a:lnTo>
                    <a:pt x="2231937" y="627748"/>
                  </a:lnTo>
                  <a:lnTo>
                    <a:pt x="2231277" y="627748"/>
                  </a:lnTo>
                  <a:lnTo>
                    <a:pt x="2230616" y="627748"/>
                  </a:lnTo>
                  <a:lnTo>
                    <a:pt x="2229956" y="627748"/>
                  </a:lnTo>
                  <a:lnTo>
                    <a:pt x="2229295" y="627748"/>
                  </a:lnTo>
                  <a:lnTo>
                    <a:pt x="2228635" y="627748"/>
                  </a:lnTo>
                  <a:lnTo>
                    <a:pt x="2227974" y="627748"/>
                  </a:lnTo>
                  <a:lnTo>
                    <a:pt x="2227314" y="627748"/>
                  </a:lnTo>
                  <a:lnTo>
                    <a:pt x="2226653" y="627748"/>
                  </a:lnTo>
                  <a:lnTo>
                    <a:pt x="2225993" y="627748"/>
                  </a:lnTo>
                  <a:lnTo>
                    <a:pt x="2225332" y="627748"/>
                  </a:lnTo>
                  <a:lnTo>
                    <a:pt x="2224672" y="627748"/>
                  </a:lnTo>
                  <a:lnTo>
                    <a:pt x="2224011" y="627748"/>
                  </a:lnTo>
                  <a:lnTo>
                    <a:pt x="2223351" y="627748"/>
                  </a:lnTo>
                  <a:lnTo>
                    <a:pt x="2222690" y="627748"/>
                  </a:lnTo>
                  <a:lnTo>
                    <a:pt x="2222030" y="627748"/>
                  </a:lnTo>
                  <a:lnTo>
                    <a:pt x="2221369" y="627748"/>
                  </a:lnTo>
                  <a:lnTo>
                    <a:pt x="2220708" y="627748"/>
                  </a:lnTo>
                  <a:lnTo>
                    <a:pt x="2220048" y="627748"/>
                  </a:lnTo>
                  <a:lnTo>
                    <a:pt x="2219387" y="627748"/>
                  </a:lnTo>
                  <a:lnTo>
                    <a:pt x="2218727" y="627748"/>
                  </a:lnTo>
                  <a:lnTo>
                    <a:pt x="2218066" y="627748"/>
                  </a:lnTo>
                  <a:lnTo>
                    <a:pt x="2217406" y="627748"/>
                  </a:lnTo>
                  <a:lnTo>
                    <a:pt x="2216745" y="627748"/>
                  </a:lnTo>
                  <a:lnTo>
                    <a:pt x="2216085" y="627748"/>
                  </a:lnTo>
                  <a:lnTo>
                    <a:pt x="2215424" y="627748"/>
                  </a:lnTo>
                  <a:lnTo>
                    <a:pt x="2214764" y="627748"/>
                  </a:lnTo>
                  <a:lnTo>
                    <a:pt x="2214103" y="627748"/>
                  </a:lnTo>
                  <a:lnTo>
                    <a:pt x="2213443" y="627748"/>
                  </a:lnTo>
                  <a:lnTo>
                    <a:pt x="2212782" y="627748"/>
                  </a:lnTo>
                  <a:lnTo>
                    <a:pt x="2212122" y="627748"/>
                  </a:lnTo>
                  <a:lnTo>
                    <a:pt x="2211461" y="627748"/>
                  </a:lnTo>
                  <a:lnTo>
                    <a:pt x="2210800" y="627748"/>
                  </a:lnTo>
                  <a:lnTo>
                    <a:pt x="2210140" y="627748"/>
                  </a:lnTo>
                  <a:lnTo>
                    <a:pt x="2209479" y="627748"/>
                  </a:lnTo>
                  <a:lnTo>
                    <a:pt x="2208819" y="627748"/>
                  </a:lnTo>
                  <a:lnTo>
                    <a:pt x="2208158" y="627748"/>
                  </a:lnTo>
                  <a:lnTo>
                    <a:pt x="2207498" y="627748"/>
                  </a:lnTo>
                  <a:lnTo>
                    <a:pt x="2206837" y="627748"/>
                  </a:lnTo>
                  <a:lnTo>
                    <a:pt x="2206177" y="627748"/>
                  </a:lnTo>
                  <a:lnTo>
                    <a:pt x="2205516" y="627748"/>
                  </a:lnTo>
                  <a:lnTo>
                    <a:pt x="2204856" y="627748"/>
                  </a:lnTo>
                  <a:lnTo>
                    <a:pt x="2204195" y="627748"/>
                  </a:lnTo>
                  <a:lnTo>
                    <a:pt x="2203535" y="627748"/>
                  </a:lnTo>
                  <a:lnTo>
                    <a:pt x="2202874" y="627748"/>
                  </a:lnTo>
                  <a:lnTo>
                    <a:pt x="2202214" y="627748"/>
                  </a:lnTo>
                  <a:lnTo>
                    <a:pt x="2201553" y="627748"/>
                  </a:lnTo>
                  <a:lnTo>
                    <a:pt x="2200892" y="627748"/>
                  </a:lnTo>
                  <a:lnTo>
                    <a:pt x="2200232" y="627748"/>
                  </a:lnTo>
                  <a:lnTo>
                    <a:pt x="2199571" y="627748"/>
                  </a:lnTo>
                  <a:lnTo>
                    <a:pt x="2198911" y="627748"/>
                  </a:lnTo>
                  <a:lnTo>
                    <a:pt x="2198250" y="627748"/>
                  </a:lnTo>
                  <a:lnTo>
                    <a:pt x="2197590" y="627748"/>
                  </a:lnTo>
                  <a:lnTo>
                    <a:pt x="2196929" y="627748"/>
                  </a:lnTo>
                  <a:lnTo>
                    <a:pt x="2196269" y="627748"/>
                  </a:lnTo>
                  <a:lnTo>
                    <a:pt x="2195608" y="627748"/>
                  </a:lnTo>
                  <a:lnTo>
                    <a:pt x="2194948" y="627748"/>
                  </a:lnTo>
                  <a:lnTo>
                    <a:pt x="2194287" y="627748"/>
                  </a:lnTo>
                  <a:lnTo>
                    <a:pt x="2193627" y="627748"/>
                  </a:lnTo>
                  <a:lnTo>
                    <a:pt x="2192966" y="627748"/>
                  </a:lnTo>
                  <a:lnTo>
                    <a:pt x="2192306" y="627748"/>
                  </a:lnTo>
                  <a:lnTo>
                    <a:pt x="2191645" y="627748"/>
                  </a:lnTo>
                  <a:lnTo>
                    <a:pt x="2190984" y="627748"/>
                  </a:lnTo>
                  <a:lnTo>
                    <a:pt x="2190324" y="627748"/>
                  </a:lnTo>
                  <a:lnTo>
                    <a:pt x="2189663" y="627748"/>
                  </a:lnTo>
                  <a:lnTo>
                    <a:pt x="2189003" y="627748"/>
                  </a:lnTo>
                  <a:lnTo>
                    <a:pt x="2188342" y="627748"/>
                  </a:lnTo>
                  <a:lnTo>
                    <a:pt x="2187682" y="627748"/>
                  </a:lnTo>
                  <a:lnTo>
                    <a:pt x="2187021" y="627748"/>
                  </a:lnTo>
                  <a:lnTo>
                    <a:pt x="2186361" y="627748"/>
                  </a:lnTo>
                  <a:lnTo>
                    <a:pt x="2185700" y="627748"/>
                  </a:lnTo>
                  <a:lnTo>
                    <a:pt x="2185040" y="627748"/>
                  </a:lnTo>
                  <a:lnTo>
                    <a:pt x="2184379" y="627748"/>
                  </a:lnTo>
                  <a:lnTo>
                    <a:pt x="2183719" y="627748"/>
                  </a:lnTo>
                  <a:lnTo>
                    <a:pt x="2183058" y="627748"/>
                  </a:lnTo>
                  <a:lnTo>
                    <a:pt x="2182398" y="627748"/>
                  </a:lnTo>
                  <a:lnTo>
                    <a:pt x="2181737" y="627748"/>
                  </a:lnTo>
                  <a:lnTo>
                    <a:pt x="2181077" y="627748"/>
                  </a:lnTo>
                  <a:lnTo>
                    <a:pt x="2180416" y="627748"/>
                  </a:lnTo>
                  <a:lnTo>
                    <a:pt x="2179755" y="627748"/>
                  </a:lnTo>
                  <a:lnTo>
                    <a:pt x="2179095" y="627748"/>
                  </a:lnTo>
                  <a:lnTo>
                    <a:pt x="2178434" y="627748"/>
                  </a:lnTo>
                  <a:lnTo>
                    <a:pt x="2177774" y="627748"/>
                  </a:lnTo>
                  <a:lnTo>
                    <a:pt x="2177113" y="627748"/>
                  </a:lnTo>
                  <a:lnTo>
                    <a:pt x="2176453" y="627748"/>
                  </a:lnTo>
                  <a:lnTo>
                    <a:pt x="2175792" y="627748"/>
                  </a:lnTo>
                  <a:lnTo>
                    <a:pt x="2175132" y="627748"/>
                  </a:lnTo>
                  <a:lnTo>
                    <a:pt x="2174471" y="627748"/>
                  </a:lnTo>
                  <a:lnTo>
                    <a:pt x="2173811" y="627748"/>
                  </a:lnTo>
                  <a:lnTo>
                    <a:pt x="2173150" y="627748"/>
                  </a:lnTo>
                  <a:lnTo>
                    <a:pt x="2172490" y="627748"/>
                  </a:lnTo>
                  <a:lnTo>
                    <a:pt x="2171829" y="627748"/>
                  </a:lnTo>
                  <a:lnTo>
                    <a:pt x="2171169" y="627748"/>
                  </a:lnTo>
                  <a:lnTo>
                    <a:pt x="2170508" y="627748"/>
                  </a:lnTo>
                  <a:lnTo>
                    <a:pt x="2169847" y="627748"/>
                  </a:lnTo>
                  <a:lnTo>
                    <a:pt x="2169187" y="627748"/>
                  </a:lnTo>
                  <a:lnTo>
                    <a:pt x="2168526" y="627748"/>
                  </a:lnTo>
                  <a:lnTo>
                    <a:pt x="2167866" y="627748"/>
                  </a:lnTo>
                  <a:lnTo>
                    <a:pt x="2167205" y="627748"/>
                  </a:lnTo>
                  <a:lnTo>
                    <a:pt x="2166545" y="627748"/>
                  </a:lnTo>
                  <a:lnTo>
                    <a:pt x="2165884" y="627748"/>
                  </a:lnTo>
                  <a:lnTo>
                    <a:pt x="2165224" y="627748"/>
                  </a:lnTo>
                  <a:lnTo>
                    <a:pt x="2164563" y="627748"/>
                  </a:lnTo>
                  <a:lnTo>
                    <a:pt x="2163903" y="627748"/>
                  </a:lnTo>
                  <a:lnTo>
                    <a:pt x="2163242" y="627748"/>
                  </a:lnTo>
                  <a:lnTo>
                    <a:pt x="2162582" y="627748"/>
                  </a:lnTo>
                  <a:lnTo>
                    <a:pt x="2161921" y="627748"/>
                  </a:lnTo>
                  <a:lnTo>
                    <a:pt x="2161261" y="627748"/>
                  </a:lnTo>
                  <a:lnTo>
                    <a:pt x="2160600" y="627748"/>
                  </a:lnTo>
                  <a:lnTo>
                    <a:pt x="2159939" y="627748"/>
                  </a:lnTo>
                  <a:lnTo>
                    <a:pt x="2159279" y="627748"/>
                  </a:lnTo>
                  <a:lnTo>
                    <a:pt x="2158618" y="627748"/>
                  </a:lnTo>
                  <a:lnTo>
                    <a:pt x="2157958" y="627748"/>
                  </a:lnTo>
                  <a:lnTo>
                    <a:pt x="2157297" y="627748"/>
                  </a:lnTo>
                  <a:lnTo>
                    <a:pt x="2156637" y="627748"/>
                  </a:lnTo>
                  <a:lnTo>
                    <a:pt x="2155976" y="627748"/>
                  </a:lnTo>
                  <a:lnTo>
                    <a:pt x="2155316" y="627748"/>
                  </a:lnTo>
                  <a:lnTo>
                    <a:pt x="2154655" y="627748"/>
                  </a:lnTo>
                  <a:lnTo>
                    <a:pt x="2153995" y="627748"/>
                  </a:lnTo>
                  <a:lnTo>
                    <a:pt x="2153334" y="627748"/>
                  </a:lnTo>
                  <a:lnTo>
                    <a:pt x="2152674" y="627748"/>
                  </a:lnTo>
                  <a:lnTo>
                    <a:pt x="2152013" y="627748"/>
                  </a:lnTo>
                  <a:lnTo>
                    <a:pt x="2151353" y="627748"/>
                  </a:lnTo>
                  <a:lnTo>
                    <a:pt x="2150692" y="627748"/>
                  </a:lnTo>
                  <a:lnTo>
                    <a:pt x="2150032" y="627748"/>
                  </a:lnTo>
                  <a:lnTo>
                    <a:pt x="2149371" y="627748"/>
                  </a:lnTo>
                  <a:lnTo>
                    <a:pt x="2148710" y="627748"/>
                  </a:lnTo>
                  <a:lnTo>
                    <a:pt x="2148050" y="627748"/>
                  </a:lnTo>
                  <a:lnTo>
                    <a:pt x="2147389" y="627748"/>
                  </a:lnTo>
                  <a:lnTo>
                    <a:pt x="2146729" y="627748"/>
                  </a:lnTo>
                  <a:lnTo>
                    <a:pt x="2146068" y="627748"/>
                  </a:lnTo>
                  <a:lnTo>
                    <a:pt x="2145408" y="627748"/>
                  </a:lnTo>
                  <a:lnTo>
                    <a:pt x="2144747" y="627748"/>
                  </a:lnTo>
                  <a:lnTo>
                    <a:pt x="2144087" y="627748"/>
                  </a:lnTo>
                  <a:lnTo>
                    <a:pt x="2143426" y="627748"/>
                  </a:lnTo>
                  <a:lnTo>
                    <a:pt x="2142766" y="627748"/>
                  </a:lnTo>
                  <a:lnTo>
                    <a:pt x="2142105" y="627748"/>
                  </a:lnTo>
                  <a:lnTo>
                    <a:pt x="2141445" y="627748"/>
                  </a:lnTo>
                  <a:lnTo>
                    <a:pt x="2140784" y="627748"/>
                  </a:lnTo>
                  <a:lnTo>
                    <a:pt x="2140124" y="627748"/>
                  </a:lnTo>
                  <a:lnTo>
                    <a:pt x="2139463" y="627748"/>
                  </a:lnTo>
                  <a:lnTo>
                    <a:pt x="2138802" y="627748"/>
                  </a:lnTo>
                  <a:lnTo>
                    <a:pt x="2138142" y="627748"/>
                  </a:lnTo>
                  <a:lnTo>
                    <a:pt x="2137481" y="627748"/>
                  </a:lnTo>
                  <a:lnTo>
                    <a:pt x="2136821" y="627748"/>
                  </a:lnTo>
                  <a:lnTo>
                    <a:pt x="2136160" y="627748"/>
                  </a:lnTo>
                  <a:lnTo>
                    <a:pt x="2135500" y="627748"/>
                  </a:lnTo>
                  <a:lnTo>
                    <a:pt x="2134839" y="627748"/>
                  </a:lnTo>
                  <a:lnTo>
                    <a:pt x="2134179" y="627748"/>
                  </a:lnTo>
                  <a:lnTo>
                    <a:pt x="2133518" y="627748"/>
                  </a:lnTo>
                  <a:lnTo>
                    <a:pt x="2132858" y="627748"/>
                  </a:lnTo>
                  <a:lnTo>
                    <a:pt x="2132197" y="627748"/>
                  </a:lnTo>
                  <a:lnTo>
                    <a:pt x="2131537" y="627748"/>
                  </a:lnTo>
                  <a:lnTo>
                    <a:pt x="2130876" y="627748"/>
                  </a:lnTo>
                  <a:lnTo>
                    <a:pt x="2130216" y="627748"/>
                  </a:lnTo>
                  <a:lnTo>
                    <a:pt x="2129555" y="627748"/>
                  </a:lnTo>
                  <a:lnTo>
                    <a:pt x="2128894" y="627748"/>
                  </a:lnTo>
                  <a:lnTo>
                    <a:pt x="2128234" y="627748"/>
                  </a:lnTo>
                  <a:lnTo>
                    <a:pt x="2127573" y="627748"/>
                  </a:lnTo>
                  <a:lnTo>
                    <a:pt x="2126913" y="627748"/>
                  </a:lnTo>
                  <a:lnTo>
                    <a:pt x="2126252" y="627748"/>
                  </a:lnTo>
                  <a:lnTo>
                    <a:pt x="2125592" y="627748"/>
                  </a:lnTo>
                  <a:lnTo>
                    <a:pt x="2124931" y="627748"/>
                  </a:lnTo>
                  <a:lnTo>
                    <a:pt x="2124271" y="627748"/>
                  </a:lnTo>
                  <a:lnTo>
                    <a:pt x="2123610" y="627748"/>
                  </a:lnTo>
                  <a:lnTo>
                    <a:pt x="2122950" y="627748"/>
                  </a:lnTo>
                  <a:lnTo>
                    <a:pt x="2122289" y="627748"/>
                  </a:lnTo>
                  <a:lnTo>
                    <a:pt x="2121629" y="627748"/>
                  </a:lnTo>
                  <a:lnTo>
                    <a:pt x="2120968" y="627748"/>
                  </a:lnTo>
                  <a:lnTo>
                    <a:pt x="2120308" y="627748"/>
                  </a:lnTo>
                  <a:lnTo>
                    <a:pt x="2119647" y="627748"/>
                  </a:lnTo>
                  <a:lnTo>
                    <a:pt x="2118986" y="627748"/>
                  </a:lnTo>
                  <a:lnTo>
                    <a:pt x="2118326" y="627748"/>
                  </a:lnTo>
                  <a:lnTo>
                    <a:pt x="2117665" y="627748"/>
                  </a:lnTo>
                  <a:lnTo>
                    <a:pt x="2117005" y="627748"/>
                  </a:lnTo>
                  <a:lnTo>
                    <a:pt x="2116344" y="627748"/>
                  </a:lnTo>
                  <a:lnTo>
                    <a:pt x="2115684" y="627748"/>
                  </a:lnTo>
                  <a:lnTo>
                    <a:pt x="2115023" y="627748"/>
                  </a:lnTo>
                  <a:lnTo>
                    <a:pt x="2114363" y="627748"/>
                  </a:lnTo>
                  <a:lnTo>
                    <a:pt x="2113702" y="627748"/>
                  </a:lnTo>
                  <a:lnTo>
                    <a:pt x="2113042" y="627748"/>
                  </a:lnTo>
                  <a:lnTo>
                    <a:pt x="2112381" y="627748"/>
                  </a:lnTo>
                  <a:lnTo>
                    <a:pt x="2111721" y="627748"/>
                  </a:lnTo>
                  <a:lnTo>
                    <a:pt x="2111060" y="627748"/>
                  </a:lnTo>
                  <a:lnTo>
                    <a:pt x="2110400" y="627748"/>
                  </a:lnTo>
                  <a:lnTo>
                    <a:pt x="2109739" y="627748"/>
                  </a:lnTo>
                  <a:lnTo>
                    <a:pt x="2109079" y="627748"/>
                  </a:lnTo>
                  <a:lnTo>
                    <a:pt x="2108418" y="627748"/>
                  </a:lnTo>
                  <a:lnTo>
                    <a:pt x="2107757" y="627748"/>
                  </a:lnTo>
                  <a:lnTo>
                    <a:pt x="2107097" y="627748"/>
                  </a:lnTo>
                  <a:lnTo>
                    <a:pt x="2106436" y="627748"/>
                  </a:lnTo>
                  <a:lnTo>
                    <a:pt x="2105776" y="627748"/>
                  </a:lnTo>
                  <a:lnTo>
                    <a:pt x="2105115" y="627748"/>
                  </a:lnTo>
                  <a:lnTo>
                    <a:pt x="2104455" y="627748"/>
                  </a:lnTo>
                  <a:lnTo>
                    <a:pt x="2103794" y="627748"/>
                  </a:lnTo>
                  <a:lnTo>
                    <a:pt x="2103134" y="627748"/>
                  </a:lnTo>
                  <a:lnTo>
                    <a:pt x="2102473" y="627748"/>
                  </a:lnTo>
                  <a:lnTo>
                    <a:pt x="2101813" y="627748"/>
                  </a:lnTo>
                  <a:lnTo>
                    <a:pt x="2101152" y="627748"/>
                  </a:lnTo>
                  <a:lnTo>
                    <a:pt x="2100492" y="627748"/>
                  </a:lnTo>
                  <a:lnTo>
                    <a:pt x="2099831" y="627748"/>
                  </a:lnTo>
                  <a:lnTo>
                    <a:pt x="2099171" y="627748"/>
                  </a:lnTo>
                  <a:lnTo>
                    <a:pt x="2098510" y="627748"/>
                  </a:lnTo>
                  <a:lnTo>
                    <a:pt x="2097849" y="627748"/>
                  </a:lnTo>
                  <a:lnTo>
                    <a:pt x="2097189" y="627748"/>
                  </a:lnTo>
                  <a:lnTo>
                    <a:pt x="2096528" y="627748"/>
                  </a:lnTo>
                  <a:lnTo>
                    <a:pt x="2095868" y="627748"/>
                  </a:lnTo>
                  <a:lnTo>
                    <a:pt x="2095207" y="627748"/>
                  </a:lnTo>
                  <a:lnTo>
                    <a:pt x="2094547" y="627748"/>
                  </a:lnTo>
                  <a:lnTo>
                    <a:pt x="2093886" y="627748"/>
                  </a:lnTo>
                  <a:lnTo>
                    <a:pt x="2093226" y="627748"/>
                  </a:lnTo>
                  <a:lnTo>
                    <a:pt x="2092565" y="627748"/>
                  </a:lnTo>
                  <a:lnTo>
                    <a:pt x="2091905" y="627748"/>
                  </a:lnTo>
                  <a:lnTo>
                    <a:pt x="2091244" y="627748"/>
                  </a:lnTo>
                  <a:lnTo>
                    <a:pt x="2090584" y="627748"/>
                  </a:lnTo>
                  <a:lnTo>
                    <a:pt x="2089923" y="627748"/>
                  </a:lnTo>
                  <a:lnTo>
                    <a:pt x="2089263" y="627748"/>
                  </a:lnTo>
                  <a:lnTo>
                    <a:pt x="2088602" y="627748"/>
                  </a:lnTo>
                  <a:lnTo>
                    <a:pt x="2087941" y="627748"/>
                  </a:lnTo>
                  <a:lnTo>
                    <a:pt x="2087281" y="627748"/>
                  </a:lnTo>
                  <a:lnTo>
                    <a:pt x="2086620" y="627748"/>
                  </a:lnTo>
                  <a:lnTo>
                    <a:pt x="2085960" y="627748"/>
                  </a:lnTo>
                  <a:lnTo>
                    <a:pt x="2085299" y="627748"/>
                  </a:lnTo>
                  <a:lnTo>
                    <a:pt x="2084639" y="627748"/>
                  </a:lnTo>
                  <a:lnTo>
                    <a:pt x="2083978" y="627748"/>
                  </a:lnTo>
                  <a:lnTo>
                    <a:pt x="2083318" y="627748"/>
                  </a:lnTo>
                  <a:lnTo>
                    <a:pt x="2082657" y="627748"/>
                  </a:lnTo>
                  <a:lnTo>
                    <a:pt x="2081997" y="627748"/>
                  </a:lnTo>
                  <a:lnTo>
                    <a:pt x="2081336" y="627748"/>
                  </a:lnTo>
                  <a:lnTo>
                    <a:pt x="2080676" y="627748"/>
                  </a:lnTo>
                  <a:lnTo>
                    <a:pt x="2080015" y="627748"/>
                  </a:lnTo>
                  <a:lnTo>
                    <a:pt x="2079355" y="627748"/>
                  </a:lnTo>
                  <a:lnTo>
                    <a:pt x="2078694" y="627748"/>
                  </a:lnTo>
                  <a:lnTo>
                    <a:pt x="2078034" y="627748"/>
                  </a:lnTo>
                  <a:lnTo>
                    <a:pt x="2077373" y="627748"/>
                  </a:lnTo>
                  <a:lnTo>
                    <a:pt x="2076712" y="627748"/>
                  </a:lnTo>
                  <a:lnTo>
                    <a:pt x="2076052" y="627748"/>
                  </a:lnTo>
                  <a:lnTo>
                    <a:pt x="2075391" y="627748"/>
                  </a:lnTo>
                  <a:lnTo>
                    <a:pt x="2074731" y="627748"/>
                  </a:lnTo>
                  <a:lnTo>
                    <a:pt x="2074070" y="627748"/>
                  </a:lnTo>
                  <a:lnTo>
                    <a:pt x="2073410" y="627748"/>
                  </a:lnTo>
                  <a:lnTo>
                    <a:pt x="2072749" y="627748"/>
                  </a:lnTo>
                  <a:lnTo>
                    <a:pt x="2072089" y="627748"/>
                  </a:lnTo>
                  <a:lnTo>
                    <a:pt x="2071428" y="627748"/>
                  </a:lnTo>
                  <a:lnTo>
                    <a:pt x="2070768" y="627748"/>
                  </a:lnTo>
                  <a:lnTo>
                    <a:pt x="2070107" y="627748"/>
                  </a:lnTo>
                  <a:lnTo>
                    <a:pt x="2069447" y="627748"/>
                  </a:lnTo>
                  <a:lnTo>
                    <a:pt x="2068786" y="627748"/>
                  </a:lnTo>
                  <a:lnTo>
                    <a:pt x="2068126" y="627748"/>
                  </a:lnTo>
                  <a:lnTo>
                    <a:pt x="2067465" y="627748"/>
                  </a:lnTo>
                  <a:lnTo>
                    <a:pt x="2066804" y="627748"/>
                  </a:lnTo>
                  <a:lnTo>
                    <a:pt x="2066144" y="627748"/>
                  </a:lnTo>
                  <a:lnTo>
                    <a:pt x="2065483" y="627748"/>
                  </a:lnTo>
                  <a:lnTo>
                    <a:pt x="2064823" y="627748"/>
                  </a:lnTo>
                  <a:lnTo>
                    <a:pt x="2064162" y="627748"/>
                  </a:lnTo>
                  <a:lnTo>
                    <a:pt x="2063502" y="627748"/>
                  </a:lnTo>
                  <a:lnTo>
                    <a:pt x="2062841" y="627748"/>
                  </a:lnTo>
                  <a:lnTo>
                    <a:pt x="2062181" y="627748"/>
                  </a:lnTo>
                  <a:lnTo>
                    <a:pt x="2061520" y="627748"/>
                  </a:lnTo>
                  <a:lnTo>
                    <a:pt x="2060860" y="627748"/>
                  </a:lnTo>
                  <a:lnTo>
                    <a:pt x="2060199" y="627748"/>
                  </a:lnTo>
                  <a:lnTo>
                    <a:pt x="2059539" y="627748"/>
                  </a:lnTo>
                  <a:lnTo>
                    <a:pt x="2058878" y="627748"/>
                  </a:lnTo>
                  <a:lnTo>
                    <a:pt x="2058218" y="627748"/>
                  </a:lnTo>
                  <a:lnTo>
                    <a:pt x="2057557" y="627748"/>
                  </a:lnTo>
                  <a:lnTo>
                    <a:pt x="2056896" y="627748"/>
                  </a:lnTo>
                  <a:lnTo>
                    <a:pt x="2056236" y="627748"/>
                  </a:lnTo>
                  <a:lnTo>
                    <a:pt x="2055575" y="627748"/>
                  </a:lnTo>
                  <a:lnTo>
                    <a:pt x="2054915" y="627748"/>
                  </a:lnTo>
                  <a:lnTo>
                    <a:pt x="2054254" y="627748"/>
                  </a:lnTo>
                  <a:lnTo>
                    <a:pt x="2053594" y="627748"/>
                  </a:lnTo>
                  <a:lnTo>
                    <a:pt x="2052933" y="627748"/>
                  </a:lnTo>
                  <a:lnTo>
                    <a:pt x="2052273" y="627748"/>
                  </a:lnTo>
                  <a:lnTo>
                    <a:pt x="2051612" y="627748"/>
                  </a:lnTo>
                  <a:lnTo>
                    <a:pt x="2050952" y="627748"/>
                  </a:lnTo>
                  <a:lnTo>
                    <a:pt x="2050291" y="627748"/>
                  </a:lnTo>
                  <a:lnTo>
                    <a:pt x="2049631" y="627748"/>
                  </a:lnTo>
                  <a:lnTo>
                    <a:pt x="2048970" y="627748"/>
                  </a:lnTo>
                  <a:lnTo>
                    <a:pt x="2048310" y="627748"/>
                  </a:lnTo>
                  <a:lnTo>
                    <a:pt x="2047649" y="627748"/>
                  </a:lnTo>
                  <a:lnTo>
                    <a:pt x="2046988" y="627748"/>
                  </a:lnTo>
                  <a:lnTo>
                    <a:pt x="2046328" y="627748"/>
                  </a:lnTo>
                  <a:lnTo>
                    <a:pt x="2045667" y="627748"/>
                  </a:lnTo>
                  <a:lnTo>
                    <a:pt x="2045007" y="627748"/>
                  </a:lnTo>
                  <a:lnTo>
                    <a:pt x="2044346" y="627748"/>
                  </a:lnTo>
                  <a:lnTo>
                    <a:pt x="2043686" y="627748"/>
                  </a:lnTo>
                  <a:lnTo>
                    <a:pt x="2043025" y="627748"/>
                  </a:lnTo>
                  <a:lnTo>
                    <a:pt x="2042365" y="627748"/>
                  </a:lnTo>
                  <a:lnTo>
                    <a:pt x="2041704" y="627748"/>
                  </a:lnTo>
                  <a:lnTo>
                    <a:pt x="2041044" y="627748"/>
                  </a:lnTo>
                  <a:lnTo>
                    <a:pt x="2040383" y="627748"/>
                  </a:lnTo>
                  <a:lnTo>
                    <a:pt x="2039723" y="627748"/>
                  </a:lnTo>
                  <a:lnTo>
                    <a:pt x="2039062" y="627748"/>
                  </a:lnTo>
                  <a:lnTo>
                    <a:pt x="2038402" y="627748"/>
                  </a:lnTo>
                  <a:lnTo>
                    <a:pt x="2037741" y="627748"/>
                  </a:lnTo>
                  <a:lnTo>
                    <a:pt x="2037081" y="627748"/>
                  </a:lnTo>
                  <a:lnTo>
                    <a:pt x="2036420" y="627748"/>
                  </a:lnTo>
                  <a:lnTo>
                    <a:pt x="2035759" y="627748"/>
                  </a:lnTo>
                  <a:lnTo>
                    <a:pt x="2035099" y="627748"/>
                  </a:lnTo>
                  <a:lnTo>
                    <a:pt x="2034438" y="627748"/>
                  </a:lnTo>
                  <a:lnTo>
                    <a:pt x="2033778" y="627748"/>
                  </a:lnTo>
                  <a:lnTo>
                    <a:pt x="2033117" y="627748"/>
                  </a:lnTo>
                  <a:lnTo>
                    <a:pt x="2032457" y="627748"/>
                  </a:lnTo>
                  <a:lnTo>
                    <a:pt x="2031796" y="627748"/>
                  </a:lnTo>
                  <a:lnTo>
                    <a:pt x="2031136" y="627748"/>
                  </a:lnTo>
                  <a:lnTo>
                    <a:pt x="2030475" y="627748"/>
                  </a:lnTo>
                  <a:lnTo>
                    <a:pt x="2029815" y="627748"/>
                  </a:lnTo>
                  <a:lnTo>
                    <a:pt x="2029154" y="627748"/>
                  </a:lnTo>
                  <a:lnTo>
                    <a:pt x="2028494" y="627748"/>
                  </a:lnTo>
                  <a:lnTo>
                    <a:pt x="2027833" y="627748"/>
                  </a:lnTo>
                  <a:lnTo>
                    <a:pt x="2027173" y="627748"/>
                  </a:lnTo>
                  <a:lnTo>
                    <a:pt x="2026512" y="627748"/>
                  </a:lnTo>
                  <a:lnTo>
                    <a:pt x="2025851" y="627748"/>
                  </a:lnTo>
                  <a:lnTo>
                    <a:pt x="2025191" y="627748"/>
                  </a:lnTo>
                  <a:lnTo>
                    <a:pt x="2024530" y="627748"/>
                  </a:lnTo>
                  <a:lnTo>
                    <a:pt x="2023870" y="627748"/>
                  </a:lnTo>
                  <a:lnTo>
                    <a:pt x="2023209" y="627748"/>
                  </a:lnTo>
                  <a:lnTo>
                    <a:pt x="2022549" y="627748"/>
                  </a:lnTo>
                  <a:lnTo>
                    <a:pt x="2021888" y="627748"/>
                  </a:lnTo>
                  <a:lnTo>
                    <a:pt x="2021228" y="627748"/>
                  </a:lnTo>
                  <a:lnTo>
                    <a:pt x="2020567" y="627748"/>
                  </a:lnTo>
                  <a:lnTo>
                    <a:pt x="2019907" y="627748"/>
                  </a:lnTo>
                  <a:lnTo>
                    <a:pt x="2019246" y="627748"/>
                  </a:lnTo>
                  <a:lnTo>
                    <a:pt x="2018586" y="627748"/>
                  </a:lnTo>
                  <a:lnTo>
                    <a:pt x="2017925" y="627748"/>
                  </a:lnTo>
                  <a:lnTo>
                    <a:pt x="2017265" y="627748"/>
                  </a:lnTo>
                  <a:lnTo>
                    <a:pt x="2016604" y="627748"/>
                  </a:lnTo>
                  <a:lnTo>
                    <a:pt x="2015943" y="627748"/>
                  </a:lnTo>
                  <a:lnTo>
                    <a:pt x="2015283" y="627748"/>
                  </a:lnTo>
                  <a:lnTo>
                    <a:pt x="2014622" y="627748"/>
                  </a:lnTo>
                  <a:lnTo>
                    <a:pt x="2013962" y="627748"/>
                  </a:lnTo>
                  <a:lnTo>
                    <a:pt x="2013301" y="627748"/>
                  </a:lnTo>
                  <a:lnTo>
                    <a:pt x="2012641" y="627748"/>
                  </a:lnTo>
                  <a:lnTo>
                    <a:pt x="2011980" y="627748"/>
                  </a:lnTo>
                  <a:lnTo>
                    <a:pt x="2011320" y="627748"/>
                  </a:lnTo>
                  <a:lnTo>
                    <a:pt x="2010659" y="627748"/>
                  </a:lnTo>
                  <a:lnTo>
                    <a:pt x="2009999" y="627748"/>
                  </a:lnTo>
                  <a:lnTo>
                    <a:pt x="2009338" y="627748"/>
                  </a:lnTo>
                  <a:lnTo>
                    <a:pt x="2008678" y="627748"/>
                  </a:lnTo>
                  <a:lnTo>
                    <a:pt x="2008017" y="627748"/>
                  </a:lnTo>
                  <a:lnTo>
                    <a:pt x="2007357" y="627748"/>
                  </a:lnTo>
                  <a:lnTo>
                    <a:pt x="2006696" y="627748"/>
                  </a:lnTo>
                  <a:lnTo>
                    <a:pt x="2006036" y="627748"/>
                  </a:lnTo>
                  <a:lnTo>
                    <a:pt x="2005375" y="627748"/>
                  </a:lnTo>
                  <a:lnTo>
                    <a:pt x="2004714" y="627748"/>
                  </a:lnTo>
                  <a:lnTo>
                    <a:pt x="2004054" y="627748"/>
                  </a:lnTo>
                  <a:lnTo>
                    <a:pt x="2003393" y="627748"/>
                  </a:lnTo>
                  <a:lnTo>
                    <a:pt x="2002733" y="627748"/>
                  </a:lnTo>
                  <a:lnTo>
                    <a:pt x="2002072" y="627748"/>
                  </a:lnTo>
                  <a:lnTo>
                    <a:pt x="2001412" y="627748"/>
                  </a:lnTo>
                  <a:lnTo>
                    <a:pt x="2000751" y="627748"/>
                  </a:lnTo>
                  <a:lnTo>
                    <a:pt x="2000091" y="627748"/>
                  </a:lnTo>
                  <a:lnTo>
                    <a:pt x="1999430" y="627748"/>
                  </a:lnTo>
                  <a:lnTo>
                    <a:pt x="1998770" y="627748"/>
                  </a:lnTo>
                  <a:lnTo>
                    <a:pt x="1998109" y="627748"/>
                  </a:lnTo>
                  <a:lnTo>
                    <a:pt x="1997449" y="627748"/>
                  </a:lnTo>
                  <a:lnTo>
                    <a:pt x="1996788" y="627748"/>
                  </a:lnTo>
                  <a:lnTo>
                    <a:pt x="1996128" y="627748"/>
                  </a:lnTo>
                  <a:lnTo>
                    <a:pt x="1995467" y="627748"/>
                  </a:lnTo>
                  <a:lnTo>
                    <a:pt x="1994806" y="627748"/>
                  </a:lnTo>
                  <a:lnTo>
                    <a:pt x="1994146" y="627748"/>
                  </a:lnTo>
                  <a:lnTo>
                    <a:pt x="1993485" y="627748"/>
                  </a:lnTo>
                  <a:lnTo>
                    <a:pt x="1992825" y="627748"/>
                  </a:lnTo>
                  <a:lnTo>
                    <a:pt x="1992164" y="627748"/>
                  </a:lnTo>
                  <a:lnTo>
                    <a:pt x="1991504" y="627748"/>
                  </a:lnTo>
                  <a:lnTo>
                    <a:pt x="1990843" y="627748"/>
                  </a:lnTo>
                  <a:lnTo>
                    <a:pt x="1990183" y="627748"/>
                  </a:lnTo>
                  <a:lnTo>
                    <a:pt x="1989522" y="627748"/>
                  </a:lnTo>
                  <a:lnTo>
                    <a:pt x="1988862" y="627748"/>
                  </a:lnTo>
                  <a:lnTo>
                    <a:pt x="1988201" y="627748"/>
                  </a:lnTo>
                  <a:lnTo>
                    <a:pt x="1987541" y="627748"/>
                  </a:lnTo>
                  <a:lnTo>
                    <a:pt x="1986880" y="627748"/>
                  </a:lnTo>
                  <a:lnTo>
                    <a:pt x="1986220" y="627748"/>
                  </a:lnTo>
                  <a:lnTo>
                    <a:pt x="1985559" y="627748"/>
                  </a:lnTo>
                  <a:lnTo>
                    <a:pt x="1984898" y="627748"/>
                  </a:lnTo>
                  <a:lnTo>
                    <a:pt x="1984238" y="627748"/>
                  </a:lnTo>
                  <a:lnTo>
                    <a:pt x="1983577" y="627748"/>
                  </a:lnTo>
                  <a:lnTo>
                    <a:pt x="1982917" y="627748"/>
                  </a:lnTo>
                  <a:lnTo>
                    <a:pt x="1982256" y="627748"/>
                  </a:lnTo>
                  <a:lnTo>
                    <a:pt x="1981596" y="627748"/>
                  </a:lnTo>
                  <a:lnTo>
                    <a:pt x="1980935" y="627748"/>
                  </a:lnTo>
                  <a:lnTo>
                    <a:pt x="1980275" y="627748"/>
                  </a:lnTo>
                  <a:lnTo>
                    <a:pt x="1979614" y="627748"/>
                  </a:lnTo>
                  <a:lnTo>
                    <a:pt x="1978954" y="627748"/>
                  </a:lnTo>
                  <a:lnTo>
                    <a:pt x="1978293" y="627748"/>
                  </a:lnTo>
                  <a:lnTo>
                    <a:pt x="1977633" y="627748"/>
                  </a:lnTo>
                  <a:lnTo>
                    <a:pt x="1976972" y="627748"/>
                  </a:lnTo>
                  <a:lnTo>
                    <a:pt x="1976312" y="627748"/>
                  </a:lnTo>
                  <a:lnTo>
                    <a:pt x="1975651" y="627748"/>
                  </a:lnTo>
                  <a:lnTo>
                    <a:pt x="1974990" y="627748"/>
                  </a:lnTo>
                  <a:lnTo>
                    <a:pt x="1974330" y="627748"/>
                  </a:lnTo>
                  <a:lnTo>
                    <a:pt x="1973669" y="627748"/>
                  </a:lnTo>
                  <a:lnTo>
                    <a:pt x="1973009" y="627748"/>
                  </a:lnTo>
                  <a:lnTo>
                    <a:pt x="1972348" y="627748"/>
                  </a:lnTo>
                  <a:lnTo>
                    <a:pt x="1971688" y="627748"/>
                  </a:lnTo>
                  <a:lnTo>
                    <a:pt x="1971027" y="627748"/>
                  </a:lnTo>
                  <a:lnTo>
                    <a:pt x="1970367" y="627748"/>
                  </a:lnTo>
                  <a:lnTo>
                    <a:pt x="1969706" y="627748"/>
                  </a:lnTo>
                  <a:lnTo>
                    <a:pt x="1969046" y="627748"/>
                  </a:lnTo>
                  <a:lnTo>
                    <a:pt x="1968385" y="627748"/>
                  </a:lnTo>
                  <a:lnTo>
                    <a:pt x="1967725" y="627748"/>
                  </a:lnTo>
                  <a:lnTo>
                    <a:pt x="1967064" y="627748"/>
                  </a:lnTo>
                  <a:lnTo>
                    <a:pt x="1966404" y="627748"/>
                  </a:lnTo>
                  <a:lnTo>
                    <a:pt x="1965743" y="627748"/>
                  </a:lnTo>
                  <a:lnTo>
                    <a:pt x="1965083" y="627748"/>
                  </a:lnTo>
                  <a:lnTo>
                    <a:pt x="1964422" y="627748"/>
                  </a:lnTo>
                  <a:lnTo>
                    <a:pt x="1963761" y="627748"/>
                  </a:lnTo>
                  <a:lnTo>
                    <a:pt x="1963101" y="627748"/>
                  </a:lnTo>
                  <a:lnTo>
                    <a:pt x="1962440" y="627748"/>
                  </a:lnTo>
                  <a:lnTo>
                    <a:pt x="1961780" y="627748"/>
                  </a:lnTo>
                  <a:lnTo>
                    <a:pt x="1961119" y="627748"/>
                  </a:lnTo>
                  <a:lnTo>
                    <a:pt x="1960459" y="627748"/>
                  </a:lnTo>
                  <a:lnTo>
                    <a:pt x="1959798" y="627748"/>
                  </a:lnTo>
                  <a:lnTo>
                    <a:pt x="1959138" y="627748"/>
                  </a:lnTo>
                  <a:lnTo>
                    <a:pt x="1958477" y="627748"/>
                  </a:lnTo>
                  <a:lnTo>
                    <a:pt x="1957817" y="627748"/>
                  </a:lnTo>
                  <a:lnTo>
                    <a:pt x="1957156" y="627748"/>
                  </a:lnTo>
                  <a:lnTo>
                    <a:pt x="1956496" y="627748"/>
                  </a:lnTo>
                  <a:lnTo>
                    <a:pt x="1955835" y="627748"/>
                  </a:lnTo>
                  <a:lnTo>
                    <a:pt x="1955175" y="627748"/>
                  </a:lnTo>
                  <a:lnTo>
                    <a:pt x="1954514" y="627748"/>
                  </a:lnTo>
                  <a:lnTo>
                    <a:pt x="1953853" y="627748"/>
                  </a:lnTo>
                  <a:lnTo>
                    <a:pt x="1953193" y="627748"/>
                  </a:lnTo>
                  <a:lnTo>
                    <a:pt x="1952532" y="627748"/>
                  </a:lnTo>
                  <a:lnTo>
                    <a:pt x="1951872" y="627748"/>
                  </a:lnTo>
                  <a:lnTo>
                    <a:pt x="1951211" y="627748"/>
                  </a:lnTo>
                  <a:lnTo>
                    <a:pt x="1950551" y="627748"/>
                  </a:lnTo>
                  <a:lnTo>
                    <a:pt x="1949890" y="627748"/>
                  </a:lnTo>
                  <a:lnTo>
                    <a:pt x="1949230" y="627748"/>
                  </a:lnTo>
                  <a:lnTo>
                    <a:pt x="1948569" y="627748"/>
                  </a:lnTo>
                  <a:lnTo>
                    <a:pt x="1947909" y="627748"/>
                  </a:lnTo>
                  <a:lnTo>
                    <a:pt x="1947248" y="627748"/>
                  </a:lnTo>
                  <a:lnTo>
                    <a:pt x="1946588" y="627748"/>
                  </a:lnTo>
                  <a:lnTo>
                    <a:pt x="1945927" y="627748"/>
                  </a:lnTo>
                  <a:lnTo>
                    <a:pt x="1945267" y="627748"/>
                  </a:lnTo>
                  <a:lnTo>
                    <a:pt x="1944606" y="627748"/>
                  </a:lnTo>
                  <a:lnTo>
                    <a:pt x="1943945" y="627748"/>
                  </a:lnTo>
                  <a:lnTo>
                    <a:pt x="1943285" y="627748"/>
                  </a:lnTo>
                  <a:lnTo>
                    <a:pt x="1942624" y="627748"/>
                  </a:lnTo>
                  <a:lnTo>
                    <a:pt x="1941964" y="627748"/>
                  </a:lnTo>
                  <a:lnTo>
                    <a:pt x="1941303" y="627748"/>
                  </a:lnTo>
                  <a:lnTo>
                    <a:pt x="1940643" y="627748"/>
                  </a:lnTo>
                  <a:lnTo>
                    <a:pt x="1939982" y="627748"/>
                  </a:lnTo>
                  <a:lnTo>
                    <a:pt x="1939322" y="627748"/>
                  </a:lnTo>
                  <a:lnTo>
                    <a:pt x="1938661" y="627748"/>
                  </a:lnTo>
                  <a:lnTo>
                    <a:pt x="1938001" y="627748"/>
                  </a:lnTo>
                  <a:lnTo>
                    <a:pt x="1937340" y="627748"/>
                  </a:lnTo>
                  <a:lnTo>
                    <a:pt x="1936680" y="627748"/>
                  </a:lnTo>
                  <a:lnTo>
                    <a:pt x="1936019" y="627748"/>
                  </a:lnTo>
                  <a:lnTo>
                    <a:pt x="1935359" y="627748"/>
                  </a:lnTo>
                  <a:lnTo>
                    <a:pt x="1934698" y="627748"/>
                  </a:lnTo>
                  <a:lnTo>
                    <a:pt x="1934038" y="627748"/>
                  </a:lnTo>
                  <a:lnTo>
                    <a:pt x="1933377" y="627748"/>
                  </a:lnTo>
                  <a:lnTo>
                    <a:pt x="1932716" y="627748"/>
                  </a:lnTo>
                  <a:lnTo>
                    <a:pt x="1932056" y="627748"/>
                  </a:lnTo>
                  <a:lnTo>
                    <a:pt x="1931395" y="627748"/>
                  </a:lnTo>
                  <a:lnTo>
                    <a:pt x="1930735" y="627748"/>
                  </a:lnTo>
                  <a:lnTo>
                    <a:pt x="1930074" y="627748"/>
                  </a:lnTo>
                  <a:lnTo>
                    <a:pt x="1929414" y="627748"/>
                  </a:lnTo>
                  <a:lnTo>
                    <a:pt x="1928753" y="627748"/>
                  </a:lnTo>
                  <a:lnTo>
                    <a:pt x="1928093" y="627748"/>
                  </a:lnTo>
                  <a:lnTo>
                    <a:pt x="1927432" y="627748"/>
                  </a:lnTo>
                  <a:lnTo>
                    <a:pt x="1926772" y="627748"/>
                  </a:lnTo>
                  <a:lnTo>
                    <a:pt x="1926111" y="627748"/>
                  </a:lnTo>
                  <a:lnTo>
                    <a:pt x="1925451" y="627748"/>
                  </a:lnTo>
                  <a:lnTo>
                    <a:pt x="1924790" y="627748"/>
                  </a:lnTo>
                  <a:lnTo>
                    <a:pt x="1924130" y="627748"/>
                  </a:lnTo>
                  <a:lnTo>
                    <a:pt x="1923469" y="627748"/>
                  </a:lnTo>
                  <a:lnTo>
                    <a:pt x="1922808" y="627748"/>
                  </a:lnTo>
                  <a:lnTo>
                    <a:pt x="1922148" y="627748"/>
                  </a:lnTo>
                  <a:lnTo>
                    <a:pt x="1921487" y="627748"/>
                  </a:lnTo>
                  <a:lnTo>
                    <a:pt x="1920827" y="627748"/>
                  </a:lnTo>
                  <a:lnTo>
                    <a:pt x="1920166" y="627748"/>
                  </a:lnTo>
                  <a:lnTo>
                    <a:pt x="1919506" y="627748"/>
                  </a:lnTo>
                  <a:lnTo>
                    <a:pt x="1918845" y="627748"/>
                  </a:lnTo>
                  <a:lnTo>
                    <a:pt x="1918185" y="627748"/>
                  </a:lnTo>
                  <a:lnTo>
                    <a:pt x="1917524" y="627748"/>
                  </a:lnTo>
                  <a:lnTo>
                    <a:pt x="1916864" y="627748"/>
                  </a:lnTo>
                  <a:lnTo>
                    <a:pt x="1916203" y="627748"/>
                  </a:lnTo>
                  <a:lnTo>
                    <a:pt x="1915543" y="627748"/>
                  </a:lnTo>
                  <a:lnTo>
                    <a:pt x="1914882" y="627748"/>
                  </a:lnTo>
                  <a:lnTo>
                    <a:pt x="1914222" y="627748"/>
                  </a:lnTo>
                  <a:lnTo>
                    <a:pt x="1913561" y="627748"/>
                  </a:lnTo>
                  <a:lnTo>
                    <a:pt x="1912900" y="627748"/>
                  </a:lnTo>
                  <a:lnTo>
                    <a:pt x="1912240" y="627748"/>
                  </a:lnTo>
                  <a:lnTo>
                    <a:pt x="1911579" y="627748"/>
                  </a:lnTo>
                  <a:lnTo>
                    <a:pt x="1910919" y="627748"/>
                  </a:lnTo>
                  <a:lnTo>
                    <a:pt x="1910258" y="627748"/>
                  </a:lnTo>
                  <a:lnTo>
                    <a:pt x="1909598" y="627748"/>
                  </a:lnTo>
                  <a:lnTo>
                    <a:pt x="1908937" y="627748"/>
                  </a:lnTo>
                  <a:lnTo>
                    <a:pt x="1908277" y="627748"/>
                  </a:lnTo>
                  <a:lnTo>
                    <a:pt x="1907616" y="627748"/>
                  </a:lnTo>
                  <a:lnTo>
                    <a:pt x="1906956" y="627748"/>
                  </a:lnTo>
                  <a:lnTo>
                    <a:pt x="1906295" y="627748"/>
                  </a:lnTo>
                  <a:lnTo>
                    <a:pt x="1905635" y="627748"/>
                  </a:lnTo>
                  <a:lnTo>
                    <a:pt x="1904974" y="627748"/>
                  </a:lnTo>
                  <a:lnTo>
                    <a:pt x="1904314" y="627748"/>
                  </a:lnTo>
                  <a:lnTo>
                    <a:pt x="1903653" y="627748"/>
                  </a:lnTo>
                  <a:lnTo>
                    <a:pt x="1902992" y="627748"/>
                  </a:lnTo>
                  <a:lnTo>
                    <a:pt x="1902332" y="627748"/>
                  </a:lnTo>
                  <a:lnTo>
                    <a:pt x="1901671" y="627748"/>
                  </a:lnTo>
                  <a:lnTo>
                    <a:pt x="1901011" y="627748"/>
                  </a:lnTo>
                  <a:lnTo>
                    <a:pt x="1900350" y="627748"/>
                  </a:lnTo>
                  <a:lnTo>
                    <a:pt x="1899690" y="627748"/>
                  </a:lnTo>
                  <a:lnTo>
                    <a:pt x="1899029" y="627748"/>
                  </a:lnTo>
                  <a:lnTo>
                    <a:pt x="1898369" y="627748"/>
                  </a:lnTo>
                  <a:lnTo>
                    <a:pt x="1897708" y="627748"/>
                  </a:lnTo>
                  <a:lnTo>
                    <a:pt x="1897048" y="627748"/>
                  </a:lnTo>
                  <a:lnTo>
                    <a:pt x="1896387" y="627748"/>
                  </a:lnTo>
                  <a:lnTo>
                    <a:pt x="1895727" y="627748"/>
                  </a:lnTo>
                  <a:lnTo>
                    <a:pt x="1895066" y="627748"/>
                  </a:lnTo>
                  <a:lnTo>
                    <a:pt x="1894406" y="627748"/>
                  </a:lnTo>
                  <a:lnTo>
                    <a:pt x="1893745" y="627748"/>
                  </a:lnTo>
                  <a:lnTo>
                    <a:pt x="1893085" y="627748"/>
                  </a:lnTo>
                  <a:lnTo>
                    <a:pt x="1892424" y="627748"/>
                  </a:lnTo>
                  <a:lnTo>
                    <a:pt x="1891763" y="627748"/>
                  </a:lnTo>
                  <a:lnTo>
                    <a:pt x="1891103" y="627748"/>
                  </a:lnTo>
                  <a:lnTo>
                    <a:pt x="1890442" y="627748"/>
                  </a:lnTo>
                  <a:lnTo>
                    <a:pt x="1889782" y="627748"/>
                  </a:lnTo>
                  <a:lnTo>
                    <a:pt x="1889121" y="627748"/>
                  </a:lnTo>
                  <a:lnTo>
                    <a:pt x="1888461" y="627748"/>
                  </a:lnTo>
                  <a:lnTo>
                    <a:pt x="1887800" y="627748"/>
                  </a:lnTo>
                  <a:lnTo>
                    <a:pt x="1887140" y="627748"/>
                  </a:lnTo>
                  <a:lnTo>
                    <a:pt x="1886479" y="627748"/>
                  </a:lnTo>
                  <a:lnTo>
                    <a:pt x="1885819" y="627748"/>
                  </a:lnTo>
                  <a:lnTo>
                    <a:pt x="1885158" y="627748"/>
                  </a:lnTo>
                  <a:lnTo>
                    <a:pt x="1884498" y="627748"/>
                  </a:lnTo>
                  <a:lnTo>
                    <a:pt x="1883837" y="627748"/>
                  </a:lnTo>
                  <a:lnTo>
                    <a:pt x="1883177" y="627748"/>
                  </a:lnTo>
                  <a:lnTo>
                    <a:pt x="1882516" y="627748"/>
                  </a:lnTo>
                  <a:lnTo>
                    <a:pt x="1881855" y="627748"/>
                  </a:lnTo>
                  <a:lnTo>
                    <a:pt x="1881195" y="627748"/>
                  </a:lnTo>
                  <a:lnTo>
                    <a:pt x="1880534" y="627748"/>
                  </a:lnTo>
                  <a:lnTo>
                    <a:pt x="1879874" y="627748"/>
                  </a:lnTo>
                  <a:lnTo>
                    <a:pt x="1879213" y="627748"/>
                  </a:lnTo>
                  <a:lnTo>
                    <a:pt x="1878553" y="627748"/>
                  </a:lnTo>
                  <a:lnTo>
                    <a:pt x="1877892" y="627748"/>
                  </a:lnTo>
                  <a:lnTo>
                    <a:pt x="1877232" y="627748"/>
                  </a:lnTo>
                  <a:lnTo>
                    <a:pt x="1876571" y="627748"/>
                  </a:lnTo>
                  <a:lnTo>
                    <a:pt x="1875911" y="627748"/>
                  </a:lnTo>
                  <a:lnTo>
                    <a:pt x="1875250" y="627748"/>
                  </a:lnTo>
                  <a:lnTo>
                    <a:pt x="1874590" y="627748"/>
                  </a:lnTo>
                  <a:lnTo>
                    <a:pt x="1873929" y="627748"/>
                  </a:lnTo>
                  <a:lnTo>
                    <a:pt x="1873269" y="627748"/>
                  </a:lnTo>
                  <a:lnTo>
                    <a:pt x="1872608" y="627748"/>
                  </a:lnTo>
                  <a:lnTo>
                    <a:pt x="1871947" y="627748"/>
                  </a:lnTo>
                  <a:lnTo>
                    <a:pt x="1871287" y="627748"/>
                  </a:lnTo>
                  <a:lnTo>
                    <a:pt x="1870626" y="627748"/>
                  </a:lnTo>
                  <a:lnTo>
                    <a:pt x="1869966" y="627748"/>
                  </a:lnTo>
                  <a:lnTo>
                    <a:pt x="1869305" y="627748"/>
                  </a:lnTo>
                  <a:lnTo>
                    <a:pt x="1868645" y="627748"/>
                  </a:lnTo>
                  <a:lnTo>
                    <a:pt x="1867984" y="627748"/>
                  </a:lnTo>
                  <a:lnTo>
                    <a:pt x="1867324" y="627748"/>
                  </a:lnTo>
                  <a:lnTo>
                    <a:pt x="1866663" y="627748"/>
                  </a:lnTo>
                  <a:lnTo>
                    <a:pt x="1866003" y="627748"/>
                  </a:lnTo>
                  <a:lnTo>
                    <a:pt x="1865342" y="627748"/>
                  </a:lnTo>
                  <a:lnTo>
                    <a:pt x="1864682" y="627748"/>
                  </a:lnTo>
                  <a:lnTo>
                    <a:pt x="1864021" y="627748"/>
                  </a:lnTo>
                  <a:lnTo>
                    <a:pt x="1863361" y="627748"/>
                  </a:lnTo>
                  <a:lnTo>
                    <a:pt x="1862700" y="627748"/>
                  </a:lnTo>
                  <a:lnTo>
                    <a:pt x="1862040" y="627748"/>
                  </a:lnTo>
                  <a:lnTo>
                    <a:pt x="1861379" y="627748"/>
                  </a:lnTo>
                  <a:lnTo>
                    <a:pt x="1860718" y="627748"/>
                  </a:lnTo>
                  <a:lnTo>
                    <a:pt x="1860058" y="627748"/>
                  </a:lnTo>
                  <a:lnTo>
                    <a:pt x="1859397" y="627748"/>
                  </a:lnTo>
                  <a:lnTo>
                    <a:pt x="1858737" y="627748"/>
                  </a:lnTo>
                  <a:lnTo>
                    <a:pt x="1858076" y="627748"/>
                  </a:lnTo>
                  <a:lnTo>
                    <a:pt x="1857416" y="627748"/>
                  </a:lnTo>
                  <a:lnTo>
                    <a:pt x="1856755" y="627748"/>
                  </a:lnTo>
                  <a:lnTo>
                    <a:pt x="1856095" y="627748"/>
                  </a:lnTo>
                  <a:lnTo>
                    <a:pt x="1855434" y="627748"/>
                  </a:lnTo>
                  <a:lnTo>
                    <a:pt x="1854774" y="627748"/>
                  </a:lnTo>
                  <a:lnTo>
                    <a:pt x="1854113" y="627748"/>
                  </a:lnTo>
                  <a:lnTo>
                    <a:pt x="1853453" y="627748"/>
                  </a:lnTo>
                  <a:lnTo>
                    <a:pt x="1852792" y="627748"/>
                  </a:lnTo>
                  <a:lnTo>
                    <a:pt x="1852132" y="627748"/>
                  </a:lnTo>
                  <a:lnTo>
                    <a:pt x="1851471" y="627748"/>
                  </a:lnTo>
                  <a:lnTo>
                    <a:pt x="1850810" y="627748"/>
                  </a:lnTo>
                  <a:lnTo>
                    <a:pt x="1850150" y="627748"/>
                  </a:lnTo>
                  <a:lnTo>
                    <a:pt x="1849489" y="627748"/>
                  </a:lnTo>
                  <a:lnTo>
                    <a:pt x="1848829" y="627748"/>
                  </a:lnTo>
                  <a:lnTo>
                    <a:pt x="1848168" y="627748"/>
                  </a:lnTo>
                  <a:lnTo>
                    <a:pt x="1847508" y="627748"/>
                  </a:lnTo>
                  <a:lnTo>
                    <a:pt x="1846847" y="627748"/>
                  </a:lnTo>
                  <a:lnTo>
                    <a:pt x="1846187" y="627748"/>
                  </a:lnTo>
                  <a:lnTo>
                    <a:pt x="1845526" y="627748"/>
                  </a:lnTo>
                  <a:lnTo>
                    <a:pt x="1844866" y="627748"/>
                  </a:lnTo>
                  <a:lnTo>
                    <a:pt x="1844205" y="627748"/>
                  </a:lnTo>
                  <a:lnTo>
                    <a:pt x="1843545" y="627748"/>
                  </a:lnTo>
                  <a:lnTo>
                    <a:pt x="1842884" y="627748"/>
                  </a:lnTo>
                  <a:lnTo>
                    <a:pt x="1842224" y="627748"/>
                  </a:lnTo>
                  <a:lnTo>
                    <a:pt x="1841563" y="627748"/>
                  </a:lnTo>
                  <a:lnTo>
                    <a:pt x="1840902" y="627748"/>
                  </a:lnTo>
                  <a:lnTo>
                    <a:pt x="1840242" y="627748"/>
                  </a:lnTo>
                  <a:lnTo>
                    <a:pt x="1839581" y="627748"/>
                  </a:lnTo>
                  <a:lnTo>
                    <a:pt x="1838921" y="627748"/>
                  </a:lnTo>
                  <a:lnTo>
                    <a:pt x="1838260" y="627748"/>
                  </a:lnTo>
                  <a:lnTo>
                    <a:pt x="1837600" y="627748"/>
                  </a:lnTo>
                  <a:lnTo>
                    <a:pt x="1836939" y="627748"/>
                  </a:lnTo>
                  <a:lnTo>
                    <a:pt x="1836279" y="627748"/>
                  </a:lnTo>
                  <a:lnTo>
                    <a:pt x="1835618" y="627748"/>
                  </a:lnTo>
                  <a:lnTo>
                    <a:pt x="1834958" y="627748"/>
                  </a:lnTo>
                  <a:lnTo>
                    <a:pt x="1834297" y="627748"/>
                  </a:lnTo>
                  <a:lnTo>
                    <a:pt x="1833637" y="627748"/>
                  </a:lnTo>
                  <a:lnTo>
                    <a:pt x="1832976" y="627748"/>
                  </a:lnTo>
                  <a:lnTo>
                    <a:pt x="1832316" y="627748"/>
                  </a:lnTo>
                  <a:lnTo>
                    <a:pt x="1831655" y="627748"/>
                  </a:lnTo>
                  <a:lnTo>
                    <a:pt x="1830994" y="627748"/>
                  </a:lnTo>
                  <a:lnTo>
                    <a:pt x="1830334" y="627748"/>
                  </a:lnTo>
                  <a:lnTo>
                    <a:pt x="1829673" y="627748"/>
                  </a:lnTo>
                  <a:lnTo>
                    <a:pt x="1829013" y="627748"/>
                  </a:lnTo>
                  <a:lnTo>
                    <a:pt x="1828352" y="627748"/>
                  </a:lnTo>
                  <a:lnTo>
                    <a:pt x="1827692" y="627748"/>
                  </a:lnTo>
                  <a:lnTo>
                    <a:pt x="1827031" y="627748"/>
                  </a:lnTo>
                  <a:lnTo>
                    <a:pt x="1826371" y="627748"/>
                  </a:lnTo>
                  <a:lnTo>
                    <a:pt x="1825710" y="627748"/>
                  </a:lnTo>
                  <a:lnTo>
                    <a:pt x="1825050" y="627748"/>
                  </a:lnTo>
                  <a:lnTo>
                    <a:pt x="1824389" y="627748"/>
                  </a:lnTo>
                  <a:lnTo>
                    <a:pt x="1823729" y="627748"/>
                  </a:lnTo>
                  <a:lnTo>
                    <a:pt x="1823068" y="627748"/>
                  </a:lnTo>
                  <a:lnTo>
                    <a:pt x="1822408" y="627748"/>
                  </a:lnTo>
                  <a:lnTo>
                    <a:pt x="1821747" y="627748"/>
                  </a:lnTo>
                  <a:lnTo>
                    <a:pt x="1821087" y="627748"/>
                  </a:lnTo>
                  <a:lnTo>
                    <a:pt x="1820426" y="627748"/>
                  </a:lnTo>
                  <a:lnTo>
                    <a:pt x="1819765" y="627748"/>
                  </a:lnTo>
                  <a:lnTo>
                    <a:pt x="1819105" y="627748"/>
                  </a:lnTo>
                  <a:lnTo>
                    <a:pt x="1818444" y="627748"/>
                  </a:lnTo>
                  <a:lnTo>
                    <a:pt x="1817784" y="627748"/>
                  </a:lnTo>
                  <a:lnTo>
                    <a:pt x="1817123" y="627748"/>
                  </a:lnTo>
                  <a:lnTo>
                    <a:pt x="1816463" y="627748"/>
                  </a:lnTo>
                  <a:lnTo>
                    <a:pt x="1815802" y="627748"/>
                  </a:lnTo>
                  <a:lnTo>
                    <a:pt x="1815142" y="627748"/>
                  </a:lnTo>
                  <a:lnTo>
                    <a:pt x="1814481" y="627748"/>
                  </a:lnTo>
                  <a:lnTo>
                    <a:pt x="1813821" y="627748"/>
                  </a:lnTo>
                  <a:lnTo>
                    <a:pt x="1813160" y="627748"/>
                  </a:lnTo>
                  <a:lnTo>
                    <a:pt x="1812500" y="627748"/>
                  </a:lnTo>
                  <a:lnTo>
                    <a:pt x="1811839" y="627748"/>
                  </a:lnTo>
                  <a:lnTo>
                    <a:pt x="1811179" y="627748"/>
                  </a:lnTo>
                  <a:lnTo>
                    <a:pt x="1810518" y="627748"/>
                  </a:lnTo>
                  <a:lnTo>
                    <a:pt x="1809857" y="627748"/>
                  </a:lnTo>
                  <a:lnTo>
                    <a:pt x="1809197" y="627748"/>
                  </a:lnTo>
                  <a:lnTo>
                    <a:pt x="1808536" y="627748"/>
                  </a:lnTo>
                  <a:lnTo>
                    <a:pt x="1807876" y="627748"/>
                  </a:lnTo>
                  <a:lnTo>
                    <a:pt x="1807215" y="627748"/>
                  </a:lnTo>
                  <a:lnTo>
                    <a:pt x="1806555" y="627748"/>
                  </a:lnTo>
                  <a:lnTo>
                    <a:pt x="1805894" y="627748"/>
                  </a:lnTo>
                  <a:lnTo>
                    <a:pt x="1805234" y="627748"/>
                  </a:lnTo>
                  <a:lnTo>
                    <a:pt x="1804573" y="627748"/>
                  </a:lnTo>
                  <a:lnTo>
                    <a:pt x="1803913" y="627748"/>
                  </a:lnTo>
                  <a:lnTo>
                    <a:pt x="1803252" y="627748"/>
                  </a:lnTo>
                  <a:lnTo>
                    <a:pt x="1802592" y="627748"/>
                  </a:lnTo>
                  <a:lnTo>
                    <a:pt x="1801931" y="627748"/>
                  </a:lnTo>
                  <a:lnTo>
                    <a:pt x="1801271" y="627748"/>
                  </a:lnTo>
                  <a:lnTo>
                    <a:pt x="1800610" y="627748"/>
                  </a:lnTo>
                  <a:lnTo>
                    <a:pt x="1799949" y="627748"/>
                  </a:lnTo>
                  <a:lnTo>
                    <a:pt x="1799289" y="627748"/>
                  </a:lnTo>
                  <a:lnTo>
                    <a:pt x="1798628" y="627748"/>
                  </a:lnTo>
                  <a:lnTo>
                    <a:pt x="1797968" y="627748"/>
                  </a:lnTo>
                  <a:lnTo>
                    <a:pt x="1797307" y="627748"/>
                  </a:lnTo>
                  <a:lnTo>
                    <a:pt x="1796647" y="627748"/>
                  </a:lnTo>
                  <a:lnTo>
                    <a:pt x="1795986" y="627748"/>
                  </a:lnTo>
                  <a:lnTo>
                    <a:pt x="1795326" y="627748"/>
                  </a:lnTo>
                  <a:lnTo>
                    <a:pt x="1794665" y="627748"/>
                  </a:lnTo>
                  <a:lnTo>
                    <a:pt x="1794005" y="627748"/>
                  </a:lnTo>
                  <a:lnTo>
                    <a:pt x="1793344" y="627748"/>
                  </a:lnTo>
                  <a:lnTo>
                    <a:pt x="1792684" y="627748"/>
                  </a:lnTo>
                  <a:lnTo>
                    <a:pt x="1792023" y="627748"/>
                  </a:lnTo>
                  <a:lnTo>
                    <a:pt x="1791363" y="627748"/>
                  </a:lnTo>
                  <a:lnTo>
                    <a:pt x="1790702" y="627748"/>
                  </a:lnTo>
                  <a:lnTo>
                    <a:pt x="1790042" y="627748"/>
                  </a:lnTo>
                  <a:lnTo>
                    <a:pt x="1789381" y="627748"/>
                  </a:lnTo>
                  <a:lnTo>
                    <a:pt x="1788720" y="627748"/>
                  </a:lnTo>
                  <a:lnTo>
                    <a:pt x="1788060" y="627748"/>
                  </a:lnTo>
                  <a:lnTo>
                    <a:pt x="1787399" y="627748"/>
                  </a:lnTo>
                  <a:lnTo>
                    <a:pt x="1786739" y="627748"/>
                  </a:lnTo>
                  <a:lnTo>
                    <a:pt x="1786078" y="627748"/>
                  </a:lnTo>
                  <a:lnTo>
                    <a:pt x="1785418" y="627748"/>
                  </a:lnTo>
                  <a:lnTo>
                    <a:pt x="1784757" y="627748"/>
                  </a:lnTo>
                  <a:lnTo>
                    <a:pt x="1784097" y="627748"/>
                  </a:lnTo>
                  <a:lnTo>
                    <a:pt x="1783436" y="627748"/>
                  </a:lnTo>
                  <a:lnTo>
                    <a:pt x="1782776" y="627748"/>
                  </a:lnTo>
                  <a:lnTo>
                    <a:pt x="1782115" y="627748"/>
                  </a:lnTo>
                  <a:lnTo>
                    <a:pt x="1781455" y="627748"/>
                  </a:lnTo>
                  <a:lnTo>
                    <a:pt x="1780794" y="627748"/>
                  </a:lnTo>
                  <a:lnTo>
                    <a:pt x="1780134" y="627748"/>
                  </a:lnTo>
                  <a:lnTo>
                    <a:pt x="1779473" y="627748"/>
                  </a:lnTo>
                  <a:lnTo>
                    <a:pt x="1778812" y="627748"/>
                  </a:lnTo>
                  <a:lnTo>
                    <a:pt x="1778152" y="627748"/>
                  </a:lnTo>
                  <a:lnTo>
                    <a:pt x="1777491" y="627748"/>
                  </a:lnTo>
                  <a:lnTo>
                    <a:pt x="1776831" y="627748"/>
                  </a:lnTo>
                  <a:lnTo>
                    <a:pt x="1776170" y="627748"/>
                  </a:lnTo>
                  <a:lnTo>
                    <a:pt x="1775510" y="627748"/>
                  </a:lnTo>
                  <a:lnTo>
                    <a:pt x="1774849" y="627748"/>
                  </a:lnTo>
                  <a:lnTo>
                    <a:pt x="1774189" y="627748"/>
                  </a:lnTo>
                  <a:lnTo>
                    <a:pt x="1773528" y="627748"/>
                  </a:lnTo>
                  <a:lnTo>
                    <a:pt x="1772868" y="627748"/>
                  </a:lnTo>
                  <a:lnTo>
                    <a:pt x="1772207" y="627748"/>
                  </a:lnTo>
                  <a:lnTo>
                    <a:pt x="1771547" y="627748"/>
                  </a:lnTo>
                  <a:lnTo>
                    <a:pt x="1770886" y="627748"/>
                  </a:lnTo>
                  <a:lnTo>
                    <a:pt x="1770226" y="627748"/>
                  </a:lnTo>
                  <a:lnTo>
                    <a:pt x="1769565" y="627748"/>
                  </a:lnTo>
                  <a:lnTo>
                    <a:pt x="1768904" y="627748"/>
                  </a:lnTo>
                  <a:lnTo>
                    <a:pt x="1768244" y="627748"/>
                  </a:lnTo>
                  <a:lnTo>
                    <a:pt x="1767583" y="627748"/>
                  </a:lnTo>
                  <a:lnTo>
                    <a:pt x="1766923" y="627748"/>
                  </a:lnTo>
                  <a:lnTo>
                    <a:pt x="1766262" y="627748"/>
                  </a:lnTo>
                  <a:lnTo>
                    <a:pt x="1765602" y="627748"/>
                  </a:lnTo>
                  <a:lnTo>
                    <a:pt x="1764941" y="627748"/>
                  </a:lnTo>
                  <a:lnTo>
                    <a:pt x="1764281" y="627748"/>
                  </a:lnTo>
                  <a:lnTo>
                    <a:pt x="1763620" y="627748"/>
                  </a:lnTo>
                  <a:lnTo>
                    <a:pt x="1762960" y="627748"/>
                  </a:lnTo>
                  <a:lnTo>
                    <a:pt x="1762299" y="627748"/>
                  </a:lnTo>
                  <a:lnTo>
                    <a:pt x="1761639" y="627748"/>
                  </a:lnTo>
                  <a:lnTo>
                    <a:pt x="1760978" y="627748"/>
                  </a:lnTo>
                  <a:lnTo>
                    <a:pt x="1760318" y="627748"/>
                  </a:lnTo>
                  <a:lnTo>
                    <a:pt x="1759657" y="627748"/>
                  </a:lnTo>
                  <a:lnTo>
                    <a:pt x="1758996" y="627748"/>
                  </a:lnTo>
                  <a:lnTo>
                    <a:pt x="1758336" y="627748"/>
                  </a:lnTo>
                  <a:lnTo>
                    <a:pt x="1757675" y="627748"/>
                  </a:lnTo>
                  <a:lnTo>
                    <a:pt x="1757015" y="627748"/>
                  </a:lnTo>
                  <a:lnTo>
                    <a:pt x="1756354" y="627748"/>
                  </a:lnTo>
                  <a:lnTo>
                    <a:pt x="1755694" y="627748"/>
                  </a:lnTo>
                  <a:lnTo>
                    <a:pt x="1755033" y="627748"/>
                  </a:lnTo>
                  <a:lnTo>
                    <a:pt x="1754373" y="627748"/>
                  </a:lnTo>
                  <a:lnTo>
                    <a:pt x="1753712" y="627748"/>
                  </a:lnTo>
                  <a:lnTo>
                    <a:pt x="1753052" y="627748"/>
                  </a:lnTo>
                  <a:lnTo>
                    <a:pt x="1752391" y="627748"/>
                  </a:lnTo>
                  <a:lnTo>
                    <a:pt x="1751731" y="627748"/>
                  </a:lnTo>
                  <a:lnTo>
                    <a:pt x="1751070" y="627748"/>
                  </a:lnTo>
                  <a:lnTo>
                    <a:pt x="1750410" y="627748"/>
                  </a:lnTo>
                  <a:lnTo>
                    <a:pt x="1749749" y="627748"/>
                  </a:lnTo>
                  <a:lnTo>
                    <a:pt x="1749089" y="627748"/>
                  </a:lnTo>
                  <a:lnTo>
                    <a:pt x="1748428" y="627748"/>
                  </a:lnTo>
                  <a:lnTo>
                    <a:pt x="1747767" y="627748"/>
                  </a:lnTo>
                  <a:lnTo>
                    <a:pt x="1747107" y="627748"/>
                  </a:lnTo>
                  <a:lnTo>
                    <a:pt x="1746446" y="627748"/>
                  </a:lnTo>
                  <a:lnTo>
                    <a:pt x="1745786" y="627748"/>
                  </a:lnTo>
                  <a:lnTo>
                    <a:pt x="1745125" y="627748"/>
                  </a:lnTo>
                  <a:lnTo>
                    <a:pt x="1744465" y="627748"/>
                  </a:lnTo>
                  <a:lnTo>
                    <a:pt x="1743804" y="627748"/>
                  </a:lnTo>
                  <a:lnTo>
                    <a:pt x="1743144" y="627748"/>
                  </a:lnTo>
                  <a:lnTo>
                    <a:pt x="1742483" y="627748"/>
                  </a:lnTo>
                  <a:lnTo>
                    <a:pt x="1741823" y="627748"/>
                  </a:lnTo>
                  <a:lnTo>
                    <a:pt x="1741162" y="627748"/>
                  </a:lnTo>
                  <a:lnTo>
                    <a:pt x="1740502" y="627748"/>
                  </a:lnTo>
                  <a:lnTo>
                    <a:pt x="1739841" y="627748"/>
                  </a:lnTo>
                  <a:lnTo>
                    <a:pt x="1739181" y="627748"/>
                  </a:lnTo>
                  <a:lnTo>
                    <a:pt x="1738520" y="627748"/>
                  </a:lnTo>
                  <a:lnTo>
                    <a:pt x="1737859" y="627748"/>
                  </a:lnTo>
                  <a:lnTo>
                    <a:pt x="1737199" y="627748"/>
                  </a:lnTo>
                  <a:lnTo>
                    <a:pt x="1736538" y="627748"/>
                  </a:lnTo>
                  <a:lnTo>
                    <a:pt x="1735878" y="627748"/>
                  </a:lnTo>
                  <a:lnTo>
                    <a:pt x="1735217" y="627748"/>
                  </a:lnTo>
                  <a:lnTo>
                    <a:pt x="1734557" y="627748"/>
                  </a:lnTo>
                  <a:lnTo>
                    <a:pt x="1733896" y="627748"/>
                  </a:lnTo>
                  <a:lnTo>
                    <a:pt x="1733236" y="627748"/>
                  </a:lnTo>
                  <a:lnTo>
                    <a:pt x="1732575" y="627748"/>
                  </a:lnTo>
                  <a:lnTo>
                    <a:pt x="1731915" y="627748"/>
                  </a:lnTo>
                  <a:lnTo>
                    <a:pt x="1731254" y="627748"/>
                  </a:lnTo>
                  <a:lnTo>
                    <a:pt x="1730594" y="627748"/>
                  </a:lnTo>
                  <a:lnTo>
                    <a:pt x="1729933" y="627748"/>
                  </a:lnTo>
                  <a:lnTo>
                    <a:pt x="1729273" y="627748"/>
                  </a:lnTo>
                  <a:lnTo>
                    <a:pt x="1728612" y="627748"/>
                  </a:lnTo>
                  <a:lnTo>
                    <a:pt x="1727951" y="627748"/>
                  </a:lnTo>
                  <a:lnTo>
                    <a:pt x="1727291" y="627748"/>
                  </a:lnTo>
                  <a:lnTo>
                    <a:pt x="1726630" y="627748"/>
                  </a:lnTo>
                  <a:lnTo>
                    <a:pt x="1725970" y="627748"/>
                  </a:lnTo>
                  <a:lnTo>
                    <a:pt x="1725309" y="627748"/>
                  </a:lnTo>
                  <a:lnTo>
                    <a:pt x="1724649" y="627748"/>
                  </a:lnTo>
                  <a:lnTo>
                    <a:pt x="1723988" y="627748"/>
                  </a:lnTo>
                  <a:lnTo>
                    <a:pt x="1723328" y="627748"/>
                  </a:lnTo>
                  <a:lnTo>
                    <a:pt x="1722667" y="627748"/>
                  </a:lnTo>
                  <a:lnTo>
                    <a:pt x="1722007" y="627748"/>
                  </a:lnTo>
                  <a:lnTo>
                    <a:pt x="1721346" y="627748"/>
                  </a:lnTo>
                  <a:lnTo>
                    <a:pt x="1720686" y="627748"/>
                  </a:lnTo>
                  <a:lnTo>
                    <a:pt x="1720025" y="627748"/>
                  </a:lnTo>
                  <a:lnTo>
                    <a:pt x="1719365" y="627748"/>
                  </a:lnTo>
                  <a:lnTo>
                    <a:pt x="1718704" y="627748"/>
                  </a:lnTo>
                  <a:lnTo>
                    <a:pt x="1718044" y="627748"/>
                  </a:lnTo>
                  <a:lnTo>
                    <a:pt x="1717383" y="627748"/>
                  </a:lnTo>
                  <a:lnTo>
                    <a:pt x="1716722" y="627748"/>
                  </a:lnTo>
                  <a:lnTo>
                    <a:pt x="1716062" y="627748"/>
                  </a:lnTo>
                  <a:lnTo>
                    <a:pt x="1715401" y="627748"/>
                  </a:lnTo>
                  <a:lnTo>
                    <a:pt x="1714741" y="627748"/>
                  </a:lnTo>
                  <a:lnTo>
                    <a:pt x="1714080" y="627748"/>
                  </a:lnTo>
                  <a:lnTo>
                    <a:pt x="1713420" y="627748"/>
                  </a:lnTo>
                  <a:lnTo>
                    <a:pt x="1712759" y="627748"/>
                  </a:lnTo>
                  <a:lnTo>
                    <a:pt x="1712099" y="627748"/>
                  </a:lnTo>
                  <a:lnTo>
                    <a:pt x="1711438" y="627748"/>
                  </a:lnTo>
                  <a:lnTo>
                    <a:pt x="1710778" y="627748"/>
                  </a:lnTo>
                  <a:lnTo>
                    <a:pt x="1710117" y="627748"/>
                  </a:lnTo>
                  <a:lnTo>
                    <a:pt x="1709457" y="627748"/>
                  </a:lnTo>
                  <a:lnTo>
                    <a:pt x="1708796" y="627748"/>
                  </a:lnTo>
                  <a:lnTo>
                    <a:pt x="1708136" y="627748"/>
                  </a:lnTo>
                  <a:lnTo>
                    <a:pt x="1707475" y="627748"/>
                  </a:lnTo>
                  <a:lnTo>
                    <a:pt x="1706814" y="627748"/>
                  </a:lnTo>
                  <a:lnTo>
                    <a:pt x="1706154" y="627748"/>
                  </a:lnTo>
                  <a:lnTo>
                    <a:pt x="1705493" y="627748"/>
                  </a:lnTo>
                  <a:lnTo>
                    <a:pt x="1704833" y="627748"/>
                  </a:lnTo>
                  <a:lnTo>
                    <a:pt x="1704172" y="627748"/>
                  </a:lnTo>
                  <a:lnTo>
                    <a:pt x="1703512" y="627748"/>
                  </a:lnTo>
                  <a:lnTo>
                    <a:pt x="1702851" y="627748"/>
                  </a:lnTo>
                  <a:lnTo>
                    <a:pt x="1702191" y="627748"/>
                  </a:lnTo>
                  <a:lnTo>
                    <a:pt x="1701530" y="627748"/>
                  </a:lnTo>
                  <a:lnTo>
                    <a:pt x="1700870" y="627748"/>
                  </a:lnTo>
                  <a:lnTo>
                    <a:pt x="1700209" y="627748"/>
                  </a:lnTo>
                  <a:lnTo>
                    <a:pt x="1699549" y="627748"/>
                  </a:lnTo>
                  <a:lnTo>
                    <a:pt x="1698888" y="627748"/>
                  </a:lnTo>
                  <a:lnTo>
                    <a:pt x="1698228" y="627748"/>
                  </a:lnTo>
                  <a:lnTo>
                    <a:pt x="1697567" y="627748"/>
                  </a:lnTo>
                  <a:lnTo>
                    <a:pt x="1696906" y="627748"/>
                  </a:lnTo>
                  <a:lnTo>
                    <a:pt x="1696246" y="627748"/>
                  </a:lnTo>
                  <a:lnTo>
                    <a:pt x="1695585" y="627748"/>
                  </a:lnTo>
                  <a:lnTo>
                    <a:pt x="1694925" y="627748"/>
                  </a:lnTo>
                  <a:lnTo>
                    <a:pt x="1694264" y="627748"/>
                  </a:lnTo>
                  <a:lnTo>
                    <a:pt x="1693604" y="627748"/>
                  </a:lnTo>
                  <a:lnTo>
                    <a:pt x="1692943" y="627748"/>
                  </a:lnTo>
                  <a:lnTo>
                    <a:pt x="1692283" y="627748"/>
                  </a:lnTo>
                  <a:lnTo>
                    <a:pt x="1691622" y="627748"/>
                  </a:lnTo>
                  <a:lnTo>
                    <a:pt x="1690962" y="627748"/>
                  </a:lnTo>
                  <a:lnTo>
                    <a:pt x="1690301" y="627748"/>
                  </a:lnTo>
                  <a:lnTo>
                    <a:pt x="1689641" y="627748"/>
                  </a:lnTo>
                  <a:lnTo>
                    <a:pt x="1688980" y="627748"/>
                  </a:lnTo>
                  <a:lnTo>
                    <a:pt x="1688320" y="627748"/>
                  </a:lnTo>
                  <a:lnTo>
                    <a:pt x="1687659" y="627748"/>
                  </a:lnTo>
                  <a:lnTo>
                    <a:pt x="1686998" y="627748"/>
                  </a:lnTo>
                  <a:lnTo>
                    <a:pt x="1686338" y="627748"/>
                  </a:lnTo>
                  <a:lnTo>
                    <a:pt x="1685677" y="627748"/>
                  </a:lnTo>
                  <a:lnTo>
                    <a:pt x="1685017" y="627748"/>
                  </a:lnTo>
                  <a:lnTo>
                    <a:pt x="1684356" y="627748"/>
                  </a:lnTo>
                  <a:lnTo>
                    <a:pt x="1683696" y="627748"/>
                  </a:lnTo>
                  <a:lnTo>
                    <a:pt x="1683035" y="627748"/>
                  </a:lnTo>
                  <a:lnTo>
                    <a:pt x="1682375" y="627748"/>
                  </a:lnTo>
                  <a:lnTo>
                    <a:pt x="1681714" y="627748"/>
                  </a:lnTo>
                  <a:lnTo>
                    <a:pt x="1681054" y="627748"/>
                  </a:lnTo>
                  <a:lnTo>
                    <a:pt x="1680393" y="627748"/>
                  </a:lnTo>
                  <a:lnTo>
                    <a:pt x="1679733" y="627748"/>
                  </a:lnTo>
                  <a:lnTo>
                    <a:pt x="1679072" y="627748"/>
                  </a:lnTo>
                  <a:lnTo>
                    <a:pt x="1678412" y="627748"/>
                  </a:lnTo>
                  <a:lnTo>
                    <a:pt x="1677751" y="627748"/>
                  </a:lnTo>
                  <a:lnTo>
                    <a:pt x="1677091" y="627748"/>
                  </a:lnTo>
                  <a:lnTo>
                    <a:pt x="1676430" y="627748"/>
                  </a:lnTo>
                  <a:lnTo>
                    <a:pt x="1675769" y="627748"/>
                  </a:lnTo>
                  <a:lnTo>
                    <a:pt x="1675109" y="627748"/>
                  </a:lnTo>
                  <a:lnTo>
                    <a:pt x="1674448" y="627748"/>
                  </a:lnTo>
                  <a:lnTo>
                    <a:pt x="1673788" y="627748"/>
                  </a:lnTo>
                  <a:lnTo>
                    <a:pt x="1673127" y="627748"/>
                  </a:lnTo>
                  <a:lnTo>
                    <a:pt x="1672467" y="627748"/>
                  </a:lnTo>
                  <a:lnTo>
                    <a:pt x="1671806" y="627748"/>
                  </a:lnTo>
                  <a:lnTo>
                    <a:pt x="1671146" y="627748"/>
                  </a:lnTo>
                  <a:lnTo>
                    <a:pt x="1670485" y="627748"/>
                  </a:lnTo>
                  <a:lnTo>
                    <a:pt x="1669825" y="627748"/>
                  </a:lnTo>
                  <a:lnTo>
                    <a:pt x="1669164" y="627748"/>
                  </a:lnTo>
                  <a:lnTo>
                    <a:pt x="1668504" y="627748"/>
                  </a:lnTo>
                  <a:lnTo>
                    <a:pt x="1667843" y="627748"/>
                  </a:lnTo>
                  <a:lnTo>
                    <a:pt x="1667183" y="627748"/>
                  </a:lnTo>
                  <a:lnTo>
                    <a:pt x="1666522" y="627748"/>
                  </a:lnTo>
                  <a:lnTo>
                    <a:pt x="1665861" y="627748"/>
                  </a:lnTo>
                  <a:lnTo>
                    <a:pt x="1665201" y="627748"/>
                  </a:lnTo>
                  <a:lnTo>
                    <a:pt x="1664540" y="627748"/>
                  </a:lnTo>
                  <a:lnTo>
                    <a:pt x="1663880" y="627748"/>
                  </a:lnTo>
                  <a:lnTo>
                    <a:pt x="1663219" y="627748"/>
                  </a:lnTo>
                  <a:lnTo>
                    <a:pt x="1662559" y="627748"/>
                  </a:lnTo>
                  <a:lnTo>
                    <a:pt x="1661898" y="627748"/>
                  </a:lnTo>
                  <a:lnTo>
                    <a:pt x="1661238" y="627748"/>
                  </a:lnTo>
                  <a:lnTo>
                    <a:pt x="1660577" y="627748"/>
                  </a:lnTo>
                  <a:lnTo>
                    <a:pt x="1659917" y="627748"/>
                  </a:lnTo>
                  <a:lnTo>
                    <a:pt x="1659256" y="627748"/>
                  </a:lnTo>
                  <a:lnTo>
                    <a:pt x="1658596" y="627748"/>
                  </a:lnTo>
                  <a:lnTo>
                    <a:pt x="1657935" y="627748"/>
                  </a:lnTo>
                  <a:lnTo>
                    <a:pt x="1657275" y="627748"/>
                  </a:lnTo>
                  <a:lnTo>
                    <a:pt x="1656614" y="627748"/>
                  </a:lnTo>
                  <a:lnTo>
                    <a:pt x="1655953" y="627748"/>
                  </a:lnTo>
                  <a:lnTo>
                    <a:pt x="1655293" y="627748"/>
                  </a:lnTo>
                  <a:lnTo>
                    <a:pt x="1654632" y="627748"/>
                  </a:lnTo>
                  <a:lnTo>
                    <a:pt x="1653972" y="627748"/>
                  </a:lnTo>
                  <a:lnTo>
                    <a:pt x="1653311" y="627748"/>
                  </a:lnTo>
                  <a:lnTo>
                    <a:pt x="1652651" y="627748"/>
                  </a:lnTo>
                  <a:lnTo>
                    <a:pt x="1651990" y="627748"/>
                  </a:lnTo>
                  <a:lnTo>
                    <a:pt x="1651330" y="627748"/>
                  </a:lnTo>
                  <a:lnTo>
                    <a:pt x="1650669" y="627748"/>
                  </a:lnTo>
                  <a:lnTo>
                    <a:pt x="1650009" y="627748"/>
                  </a:lnTo>
                  <a:lnTo>
                    <a:pt x="1649348" y="627748"/>
                  </a:lnTo>
                  <a:lnTo>
                    <a:pt x="1648688" y="627748"/>
                  </a:lnTo>
                  <a:lnTo>
                    <a:pt x="1648027" y="627748"/>
                  </a:lnTo>
                  <a:lnTo>
                    <a:pt x="1647367" y="627748"/>
                  </a:lnTo>
                  <a:lnTo>
                    <a:pt x="1646706" y="627748"/>
                  </a:lnTo>
                  <a:lnTo>
                    <a:pt x="1646046" y="627748"/>
                  </a:lnTo>
                  <a:lnTo>
                    <a:pt x="1645385" y="627748"/>
                  </a:lnTo>
                  <a:lnTo>
                    <a:pt x="1644724" y="627748"/>
                  </a:lnTo>
                  <a:lnTo>
                    <a:pt x="1644064" y="627748"/>
                  </a:lnTo>
                  <a:lnTo>
                    <a:pt x="1643403" y="627748"/>
                  </a:lnTo>
                  <a:lnTo>
                    <a:pt x="1642743" y="627748"/>
                  </a:lnTo>
                  <a:lnTo>
                    <a:pt x="1642082" y="627748"/>
                  </a:lnTo>
                  <a:lnTo>
                    <a:pt x="1641422" y="627748"/>
                  </a:lnTo>
                  <a:lnTo>
                    <a:pt x="1640761" y="627748"/>
                  </a:lnTo>
                  <a:lnTo>
                    <a:pt x="1640101" y="627748"/>
                  </a:lnTo>
                  <a:lnTo>
                    <a:pt x="1639440" y="627748"/>
                  </a:lnTo>
                  <a:lnTo>
                    <a:pt x="1638780" y="627748"/>
                  </a:lnTo>
                  <a:lnTo>
                    <a:pt x="1638119" y="627748"/>
                  </a:lnTo>
                  <a:lnTo>
                    <a:pt x="1637459" y="627748"/>
                  </a:lnTo>
                  <a:lnTo>
                    <a:pt x="1636798" y="627748"/>
                  </a:lnTo>
                  <a:lnTo>
                    <a:pt x="1636138" y="627748"/>
                  </a:lnTo>
                  <a:lnTo>
                    <a:pt x="1635477" y="627748"/>
                  </a:lnTo>
                  <a:lnTo>
                    <a:pt x="1634816" y="627748"/>
                  </a:lnTo>
                  <a:lnTo>
                    <a:pt x="1634156" y="627748"/>
                  </a:lnTo>
                  <a:lnTo>
                    <a:pt x="1633495" y="627748"/>
                  </a:lnTo>
                  <a:lnTo>
                    <a:pt x="1632835" y="627748"/>
                  </a:lnTo>
                  <a:lnTo>
                    <a:pt x="1632174" y="627748"/>
                  </a:lnTo>
                  <a:lnTo>
                    <a:pt x="1631514" y="627748"/>
                  </a:lnTo>
                  <a:lnTo>
                    <a:pt x="1630853" y="627748"/>
                  </a:lnTo>
                  <a:lnTo>
                    <a:pt x="1630193" y="627748"/>
                  </a:lnTo>
                  <a:lnTo>
                    <a:pt x="1629532" y="627748"/>
                  </a:lnTo>
                  <a:lnTo>
                    <a:pt x="1628872" y="627748"/>
                  </a:lnTo>
                  <a:lnTo>
                    <a:pt x="1628211" y="627748"/>
                  </a:lnTo>
                  <a:lnTo>
                    <a:pt x="1627551" y="627748"/>
                  </a:lnTo>
                  <a:lnTo>
                    <a:pt x="1626890" y="627748"/>
                  </a:lnTo>
                  <a:lnTo>
                    <a:pt x="1626230" y="627748"/>
                  </a:lnTo>
                  <a:lnTo>
                    <a:pt x="1625569" y="627748"/>
                  </a:lnTo>
                  <a:lnTo>
                    <a:pt x="1624908" y="627748"/>
                  </a:lnTo>
                  <a:lnTo>
                    <a:pt x="1624248" y="627748"/>
                  </a:lnTo>
                  <a:lnTo>
                    <a:pt x="1623587" y="627748"/>
                  </a:lnTo>
                  <a:lnTo>
                    <a:pt x="1622927" y="627748"/>
                  </a:lnTo>
                  <a:lnTo>
                    <a:pt x="1622266" y="627748"/>
                  </a:lnTo>
                  <a:lnTo>
                    <a:pt x="1621606" y="627748"/>
                  </a:lnTo>
                  <a:lnTo>
                    <a:pt x="1620945" y="627748"/>
                  </a:lnTo>
                  <a:lnTo>
                    <a:pt x="1620285" y="627748"/>
                  </a:lnTo>
                  <a:lnTo>
                    <a:pt x="1619624" y="627748"/>
                  </a:lnTo>
                  <a:lnTo>
                    <a:pt x="1618964" y="627748"/>
                  </a:lnTo>
                  <a:lnTo>
                    <a:pt x="1618303" y="627748"/>
                  </a:lnTo>
                  <a:lnTo>
                    <a:pt x="1617643" y="627748"/>
                  </a:lnTo>
                  <a:lnTo>
                    <a:pt x="1616982" y="627748"/>
                  </a:lnTo>
                  <a:lnTo>
                    <a:pt x="1616322" y="627748"/>
                  </a:lnTo>
                  <a:lnTo>
                    <a:pt x="1615661" y="627748"/>
                  </a:lnTo>
                  <a:lnTo>
                    <a:pt x="1615001" y="627748"/>
                  </a:lnTo>
                  <a:lnTo>
                    <a:pt x="1614340" y="627748"/>
                  </a:lnTo>
                  <a:lnTo>
                    <a:pt x="1613679" y="627748"/>
                  </a:lnTo>
                  <a:lnTo>
                    <a:pt x="1613019" y="627748"/>
                  </a:lnTo>
                  <a:lnTo>
                    <a:pt x="1612358" y="627748"/>
                  </a:lnTo>
                  <a:lnTo>
                    <a:pt x="1611698" y="627748"/>
                  </a:lnTo>
                  <a:lnTo>
                    <a:pt x="1611037" y="627748"/>
                  </a:lnTo>
                  <a:lnTo>
                    <a:pt x="1610377" y="627748"/>
                  </a:lnTo>
                  <a:lnTo>
                    <a:pt x="1609716" y="627748"/>
                  </a:lnTo>
                  <a:lnTo>
                    <a:pt x="1609056" y="627748"/>
                  </a:lnTo>
                  <a:lnTo>
                    <a:pt x="1608395" y="627748"/>
                  </a:lnTo>
                  <a:lnTo>
                    <a:pt x="1607735" y="627748"/>
                  </a:lnTo>
                  <a:lnTo>
                    <a:pt x="1607074" y="627748"/>
                  </a:lnTo>
                  <a:lnTo>
                    <a:pt x="1606414" y="627748"/>
                  </a:lnTo>
                  <a:lnTo>
                    <a:pt x="1605753" y="627748"/>
                  </a:lnTo>
                  <a:lnTo>
                    <a:pt x="1605093" y="627748"/>
                  </a:lnTo>
                  <a:lnTo>
                    <a:pt x="1604432" y="627748"/>
                  </a:lnTo>
                  <a:lnTo>
                    <a:pt x="1603771" y="627748"/>
                  </a:lnTo>
                  <a:lnTo>
                    <a:pt x="1603111" y="627748"/>
                  </a:lnTo>
                  <a:lnTo>
                    <a:pt x="1602450" y="627748"/>
                  </a:lnTo>
                  <a:lnTo>
                    <a:pt x="1601790" y="627748"/>
                  </a:lnTo>
                  <a:lnTo>
                    <a:pt x="1601129" y="627748"/>
                  </a:lnTo>
                  <a:lnTo>
                    <a:pt x="1600469" y="627748"/>
                  </a:lnTo>
                  <a:lnTo>
                    <a:pt x="1599808" y="627748"/>
                  </a:lnTo>
                  <a:lnTo>
                    <a:pt x="1599148" y="627748"/>
                  </a:lnTo>
                  <a:lnTo>
                    <a:pt x="1598487" y="627748"/>
                  </a:lnTo>
                  <a:lnTo>
                    <a:pt x="1597827" y="627748"/>
                  </a:lnTo>
                  <a:lnTo>
                    <a:pt x="1597166" y="627748"/>
                  </a:lnTo>
                  <a:lnTo>
                    <a:pt x="1596506" y="627748"/>
                  </a:lnTo>
                  <a:lnTo>
                    <a:pt x="1595845" y="627748"/>
                  </a:lnTo>
                  <a:lnTo>
                    <a:pt x="1595185" y="627748"/>
                  </a:lnTo>
                  <a:lnTo>
                    <a:pt x="1594524" y="627748"/>
                  </a:lnTo>
                  <a:lnTo>
                    <a:pt x="1593863" y="627748"/>
                  </a:lnTo>
                  <a:lnTo>
                    <a:pt x="1593203" y="627748"/>
                  </a:lnTo>
                  <a:lnTo>
                    <a:pt x="1592542" y="627748"/>
                  </a:lnTo>
                  <a:lnTo>
                    <a:pt x="1591882" y="627748"/>
                  </a:lnTo>
                  <a:lnTo>
                    <a:pt x="1591221" y="627748"/>
                  </a:lnTo>
                  <a:lnTo>
                    <a:pt x="1590561" y="627748"/>
                  </a:lnTo>
                  <a:lnTo>
                    <a:pt x="1589900" y="627748"/>
                  </a:lnTo>
                  <a:lnTo>
                    <a:pt x="1589240" y="627748"/>
                  </a:lnTo>
                  <a:lnTo>
                    <a:pt x="1588579" y="627748"/>
                  </a:lnTo>
                  <a:lnTo>
                    <a:pt x="1587919" y="627748"/>
                  </a:lnTo>
                  <a:lnTo>
                    <a:pt x="1587258" y="627748"/>
                  </a:lnTo>
                  <a:lnTo>
                    <a:pt x="1586598" y="627748"/>
                  </a:lnTo>
                  <a:lnTo>
                    <a:pt x="1585937" y="627748"/>
                  </a:lnTo>
                  <a:lnTo>
                    <a:pt x="1585277" y="627748"/>
                  </a:lnTo>
                  <a:lnTo>
                    <a:pt x="1584616" y="627748"/>
                  </a:lnTo>
                  <a:lnTo>
                    <a:pt x="1583955" y="627748"/>
                  </a:lnTo>
                  <a:lnTo>
                    <a:pt x="1583295" y="627748"/>
                  </a:lnTo>
                  <a:lnTo>
                    <a:pt x="1582634" y="627748"/>
                  </a:lnTo>
                  <a:lnTo>
                    <a:pt x="1581974" y="627748"/>
                  </a:lnTo>
                  <a:lnTo>
                    <a:pt x="1581313" y="627748"/>
                  </a:lnTo>
                  <a:lnTo>
                    <a:pt x="1580653" y="627748"/>
                  </a:lnTo>
                  <a:lnTo>
                    <a:pt x="1579992" y="627748"/>
                  </a:lnTo>
                  <a:lnTo>
                    <a:pt x="1579332" y="627748"/>
                  </a:lnTo>
                  <a:lnTo>
                    <a:pt x="1578671" y="627748"/>
                  </a:lnTo>
                  <a:lnTo>
                    <a:pt x="1578011" y="627748"/>
                  </a:lnTo>
                  <a:lnTo>
                    <a:pt x="1577350" y="627748"/>
                  </a:lnTo>
                  <a:lnTo>
                    <a:pt x="1576690" y="627748"/>
                  </a:lnTo>
                  <a:lnTo>
                    <a:pt x="1576029" y="627748"/>
                  </a:lnTo>
                  <a:lnTo>
                    <a:pt x="1575369" y="627748"/>
                  </a:lnTo>
                  <a:lnTo>
                    <a:pt x="1574708" y="627748"/>
                  </a:lnTo>
                  <a:lnTo>
                    <a:pt x="1574048" y="627748"/>
                  </a:lnTo>
                  <a:lnTo>
                    <a:pt x="1573387" y="627748"/>
                  </a:lnTo>
                  <a:lnTo>
                    <a:pt x="1572726" y="627748"/>
                  </a:lnTo>
                  <a:lnTo>
                    <a:pt x="1572066" y="627748"/>
                  </a:lnTo>
                  <a:lnTo>
                    <a:pt x="1571405" y="627748"/>
                  </a:lnTo>
                  <a:lnTo>
                    <a:pt x="1570745" y="627748"/>
                  </a:lnTo>
                  <a:lnTo>
                    <a:pt x="1570084" y="627748"/>
                  </a:lnTo>
                  <a:lnTo>
                    <a:pt x="1569424" y="627748"/>
                  </a:lnTo>
                  <a:lnTo>
                    <a:pt x="1568763" y="627748"/>
                  </a:lnTo>
                  <a:lnTo>
                    <a:pt x="1568103" y="627748"/>
                  </a:lnTo>
                  <a:lnTo>
                    <a:pt x="1567442" y="627748"/>
                  </a:lnTo>
                  <a:lnTo>
                    <a:pt x="1566782" y="627748"/>
                  </a:lnTo>
                  <a:lnTo>
                    <a:pt x="1566121" y="627748"/>
                  </a:lnTo>
                  <a:lnTo>
                    <a:pt x="1565461" y="627748"/>
                  </a:lnTo>
                  <a:lnTo>
                    <a:pt x="1564800" y="627748"/>
                  </a:lnTo>
                  <a:lnTo>
                    <a:pt x="1564140" y="627748"/>
                  </a:lnTo>
                  <a:lnTo>
                    <a:pt x="1563479" y="627748"/>
                  </a:lnTo>
                  <a:lnTo>
                    <a:pt x="1562818" y="627748"/>
                  </a:lnTo>
                  <a:lnTo>
                    <a:pt x="1562158" y="627748"/>
                  </a:lnTo>
                  <a:lnTo>
                    <a:pt x="1561497" y="627748"/>
                  </a:lnTo>
                  <a:lnTo>
                    <a:pt x="1560837" y="627748"/>
                  </a:lnTo>
                  <a:lnTo>
                    <a:pt x="1560176" y="627748"/>
                  </a:lnTo>
                  <a:lnTo>
                    <a:pt x="1559516" y="627748"/>
                  </a:lnTo>
                  <a:lnTo>
                    <a:pt x="1558855" y="627748"/>
                  </a:lnTo>
                  <a:lnTo>
                    <a:pt x="1558195" y="627748"/>
                  </a:lnTo>
                  <a:lnTo>
                    <a:pt x="1557534" y="627748"/>
                  </a:lnTo>
                  <a:lnTo>
                    <a:pt x="1556874" y="627748"/>
                  </a:lnTo>
                  <a:lnTo>
                    <a:pt x="1556213" y="627748"/>
                  </a:lnTo>
                  <a:lnTo>
                    <a:pt x="1555553" y="627748"/>
                  </a:lnTo>
                  <a:lnTo>
                    <a:pt x="1554892" y="627748"/>
                  </a:lnTo>
                  <a:lnTo>
                    <a:pt x="1554232" y="627748"/>
                  </a:lnTo>
                  <a:lnTo>
                    <a:pt x="1553571" y="627748"/>
                  </a:lnTo>
                  <a:lnTo>
                    <a:pt x="1552910" y="627748"/>
                  </a:lnTo>
                  <a:lnTo>
                    <a:pt x="1552250" y="627748"/>
                  </a:lnTo>
                  <a:lnTo>
                    <a:pt x="1551589" y="627748"/>
                  </a:lnTo>
                  <a:lnTo>
                    <a:pt x="1550929" y="627748"/>
                  </a:lnTo>
                  <a:lnTo>
                    <a:pt x="1550268" y="627748"/>
                  </a:lnTo>
                  <a:lnTo>
                    <a:pt x="1549608" y="627748"/>
                  </a:lnTo>
                  <a:lnTo>
                    <a:pt x="1548947" y="627748"/>
                  </a:lnTo>
                  <a:lnTo>
                    <a:pt x="1548287" y="627748"/>
                  </a:lnTo>
                  <a:lnTo>
                    <a:pt x="1547626" y="627748"/>
                  </a:lnTo>
                  <a:lnTo>
                    <a:pt x="1546966" y="627748"/>
                  </a:lnTo>
                  <a:lnTo>
                    <a:pt x="1546305" y="627748"/>
                  </a:lnTo>
                  <a:lnTo>
                    <a:pt x="1545645" y="627748"/>
                  </a:lnTo>
                  <a:lnTo>
                    <a:pt x="1544984" y="627748"/>
                  </a:lnTo>
                  <a:lnTo>
                    <a:pt x="1544324" y="627748"/>
                  </a:lnTo>
                  <a:lnTo>
                    <a:pt x="1543663" y="627748"/>
                  </a:lnTo>
                  <a:lnTo>
                    <a:pt x="1543003" y="627748"/>
                  </a:lnTo>
                  <a:lnTo>
                    <a:pt x="1542342" y="627748"/>
                  </a:lnTo>
                  <a:lnTo>
                    <a:pt x="1541681" y="627748"/>
                  </a:lnTo>
                  <a:lnTo>
                    <a:pt x="1541021" y="627748"/>
                  </a:lnTo>
                  <a:lnTo>
                    <a:pt x="1540360" y="627748"/>
                  </a:lnTo>
                  <a:lnTo>
                    <a:pt x="1539700" y="627748"/>
                  </a:lnTo>
                  <a:lnTo>
                    <a:pt x="1539039" y="627748"/>
                  </a:lnTo>
                  <a:lnTo>
                    <a:pt x="1538379" y="627748"/>
                  </a:lnTo>
                  <a:lnTo>
                    <a:pt x="1537718" y="627748"/>
                  </a:lnTo>
                  <a:lnTo>
                    <a:pt x="1537058" y="627748"/>
                  </a:lnTo>
                  <a:lnTo>
                    <a:pt x="1536397" y="627748"/>
                  </a:lnTo>
                  <a:lnTo>
                    <a:pt x="1535737" y="627748"/>
                  </a:lnTo>
                  <a:lnTo>
                    <a:pt x="1535076" y="627748"/>
                  </a:lnTo>
                  <a:lnTo>
                    <a:pt x="1534416" y="627748"/>
                  </a:lnTo>
                  <a:lnTo>
                    <a:pt x="1533755" y="627748"/>
                  </a:lnTo>
                  <a:lnTo>
                    <a:pt x="1533095" y="627748"/>
                  </a:lnTo>
                  <a:lnTo>
                    <a:pt x="1532434" y="627748"/>
                  </a:lnTo>
                  <a:lnTo>
                    <a:pt x="1531773" y="627748"/>
                  </a:lnTo>
                  <a:lnTo>
                    <a:pt x="1531113" y="627748"/>
                  </a:lnTo>
                  <a:lnTo>
                    <a:pt x="1530452" y="627748"/>
                  </a:lnTo>
                  <a:lnTo>
                    <a:pt x="1529792" y="627748"/>
                  </a:lnTo>
                  <a:lnTo>
                    <a:pt x="1529131" y="627748"/>
                  </a:lnTo>
                  <a:lnTo>
                    <a:pt x="1528471" y="627748"/>
                  </a:lnTo>
                  <a:lnTo>
                    <a:pt x="1527810" y="627748"/>
                  </a:lnTo>
                  <a:lnTo>
                    <a:pt x="1527150" y="627748"/>
                  </a:lnTo>
                  <a:lnTo>
                    <a:pt x="1526489" y="627748"/>
                  </a:lnTo>
                  <a:lnTo>
                    <a:pt x="1525829" y="627748"/>
                  </a:lnTo>
                  <a:lnTo>
                    <a:pt x="1525168" y="627748"/>
                  </a:lnTo>
                  <a:lnTo>
                    <a:pt x="1524508" y="627748"/>
                  </a:lnTo>
                  <a:lnTo>
                    <a:pt x="1523847" y="627748"/>
                  </a:lnTo>
                  <a:lnTo>
                    <a:pt x="1523187" y="627748"/>
                  </a:lnTo>
                  <a:lnTo>
                    <a:pt x="1522526" y="627748"/>
                  </a:lnTo>
                  <a:lnTo>
                    <a:pt x="1521865" y="627748"/>
                  </a:lnTo>
                  <a:lnTo>
                    <a:pt x="1521205" y="627748"/>
                  </a:lnTo>
                  <a:lnTo>
                    <a:pt x="1520544" y="627748"/>
                  </a:lnTo>
                  <a:lnTo>
                    <a:pt x="1519884" y="627748"/>
                  </a:lnTo>
                  <a:lnTo>
                    <a:pt x="1519223" y="627748"/>
                  </a:lnTo>
                  <a:lnTo>
                    <a:pt x="1518563" y="627748"/>
                  </a:lnTo>
                  <a:lnTo>
                    <a:pt x="1517902" y="627748"/>
                  </a:lnTo>
                  <a:lnTo>
                    <a:pt x="1517242" y="627748"/>
                  </a:lnTo>
                  <a:lnTo>
                    <a:pt x="1516581" y="627748"/>
                  </a:lnTo>
                  <a:lnTo>
                    <a:pt x="1515921" y="627748"/>
                  </a:lnTo>
                  <a:lnTo>
                    <a:pt x="1515260" y="627748"/>
                  </a:lnTo>
                  <a:lnTo>
                    <a:pt x="1514600" y="627748"/>
                  </a:lnTo>
                  <a:lnTo>
                    <a:pt x="1513939" y="627748"/>
                  </a:lnTo>
                  <a:lnTo>
                    <a:pt x="1513279" y="627748"/>
                  </a:lnTo>
                  <a:lnTo>
                    <a:pt x="1512618" y="627748"/>
                  </a:lnTo>
                  <a:lnTo>
                    <a:pt x="1511957" y="627748"/>
                  </a:lnTo>
                  <a:lnTo>
                    <a:pt x="1511297" y="627748"/>
                  </a:lnTo>
                  <a:lnTo>
                    <a:pt x="1510636" y="627748"/>
                  </a:lnTo>
                  <a:lnTo>
                    <a:pt x="1509976" y="627748"/>
                  </a:lnTo>
                  <a:lnTo>
                    <a:pt x="1509315" y="627748"/>
                  </a:lnTo>
                  <a:lnTo>
                    <a:pt x="1508655" y="627748"/>
                  </a:lnTo>
                  <a:lnTo>
                    <a:pt x="1507994" y="627748"/>
                  </a:lnTo>
                  <a:lnTo>
                    <a:pt x="1507334" y="627748"/>
                  </a:lnTo>
                  <a:lnTo>
                    <a:pt x="1506673" y="627748"/>
                  </a:lnTo>
                  <a:lnTo>
                    <a:pt x="1506013" y="627748"/>
                  </a:lnTo>
                  <a:lnTo>
                    <a:pt x="1505352" y="627748"/>
                  </a:lnTo>
                  <a:lnTo>
                    <a:pt x="1504692" y="627748"/>
                  </a:lnTo>
                  <a:lnTo>
                    <a:pt x="1504031" y="627748"/>
                  </a:lnTo>
                  <a:lnTo>
                    <a:pt x="1503371" y="627748"/>
                  </a:lnTo>
                  <a:lnTo>
                    <a:pt x="1502710" y="627748"/>
                  </a:lnTo>
                  <a:lnTo>
                    <a:pt x="1502050" y="627748"/>
                  </a:lnTo>
                  <a:lnTo>
                    <a:pt x="1501389" y="627748"/>
                  </a:lnTo>
                  <a:lnTo>
                    <a:pt x="1500728" y="627748"/>
                  </a:lnTo>
                  <a:lnTo>
                    <a:pt x="1500068" y="627748"/>
                  </a:lnTo>
                  <a:lnTo>
                    <a:pt x="1499407" y="627748"/>
                  </a:lnTo>
                  <a:lnTo>
                    <a:pt x="1498747" y="627748"/>
                  </a:lnTo>
                  <a:lnTo>
                    <a:pt x="1498086" y="627748"/>
                  </a:lnTo>
                  <a:lnTo>
                    <a:pt x="1497426" y="627748"/>
                  </a:lnTo>
                  <a:lnTo>
                    <a:pt x="1496765" y="627748"/>
                  </a:lnTo>
                  <a:lnTo>
                    <a:pt x="1496105" y="627748"/>
                  </a:lnTo>
                  <a:lnTo>
                    <a:pt x="1495444" y="627748"/>
                  </a:lnTo>
                  <a:lnTo>
                    <a:pt x="1494784" y="627748"/>
                  </a:lnTo>
                  <a:lnTo>
                    <a:pt x="1494123" y="627748"/>
                  </a:lnTo>
                  <a:lnTo>
                    <a:pt x="1493463" y="627748"/>
                  </a:lnTo>
                  <a:lnTo>
                    <a:pt x="1492802" y="627748"/>
                  </a:lnTo>
                  <a:lnTo>
                    <a:pt x="1492142" y="627748"/>
                  </a:lnTo>
                  <a:lnTo>
                    <a:pt x="1491481" y="627748"/>
                  </a:lnTo>
                  <a:lnTo>
                    <a:pt x="1490820" y="627748"/>
                  </a:lnTo>
                  <a:lnTo>
                    <a:pt x="1490160" y="627748"/>
                  </a:lnTo>
                  <a:lnTo>
                    <a:pt x="1489499" y="627748"/>
                  </a:lnTo>
                  <a:lnTo>
                    <a:pt x="1488839" y="627748"/>
                  </a:lnTo>
                  <a:lnTo>
                    <a:pt x="1488178" y="627748"/>
                  </a:lnTo>
                  <a:lnTo>
                    <a:pt x="1487518" y="627748"/>
                  </a:lnTo>
                  <a:lnTo>
                    <a:pt x="1486857" y="627748"/>
                  </a:lnTo>
                  <a:lnTo>
                    <a:pt x="1486197" y="627748"/>
                  </a:lnTo>
                  <a:lnTo>
                    <a:pt x="1485536" y="627748"/>
                  </a:lnTo>
                  <a:lnTo>
                    <a:pt x="1484876" y="627748"/>
                  </a:lnTo>
                  <a:lnTo>
                    <a:pt x="1484215" y="627748"/>
                  </a:lnTo>
                  <a:lnTo>
                    <a:pt x="1483555" y="627748"/>
                  </a:lnTo>
                  <a:lnTo>
                    <a:pt x="1482894" y="627748"/>
                  </a:lnTo>
                  <a:lnTo>
                    <a:pt x="1482234" y="627748"/>
                  </a:lnTo>
                  <a:lnTo>
                    <a:pt x="1481573" y="627748"/>
                  </a:lnTo>
                  <a:lnTo>
                    <a:pt x="1480912" y="627748"/>
                  </a:lnTo>
                  <a:lnTo>
                    <a:pt x="1480252" y="627748"/>
                  </a:lnTo>
                  <a:lnTo>
                    <a:pt x="1479591" y="627748"/>
                  </a:lnTo>
                  <a:lnTo>
                    <a:pt x="1478931" y="627748"/>
                  </a:lnTo>
                  <a:lnTo>
                    <a:pt x="1478270" y="627748"/>
                  </a:lnTo>
                  <a:lnTo>
                    <a:pt x="1477610" y="627748"/>
                  </a:lnTo>
                  <a:lnTo>
                    <a:pt x="1476949" y="627748"/>
                  </a:lnTo>
                  <a:lnTo>
                    <a:pt x="1476289" y="627748"/>
                  </a:lnTo>
                  <a:lnTo>
                    <a:pt x="1475628" y="627748"/>
                  </a:lnTo>
                  <a:lnTo>
                    <a:pt x="1474968" y="627748"/>
                  </a:lnTo>
                  <a:lnTo>
                    <a:pt x="1474307" y="627748"/>
                  </a:lnTo>
                  <a:lnTo>
                    <a:pt x="1473647" y="627748"/>
                  </a:lnTo>
                  <a:lnTo>
                    <a:pt x="1472986" y="627748"/>
                  </a:lnTo>
                  <a:lnTo>
                    <a:pt x="1472326" y="627748"/>
                  </a:lnTo>
                  <a:lnTo>
                    <a:pt x="1471665" y="627748"/>
                  </a:lnTo>
                  <a:lnTo>
                    <a:pt x="1471005" y="627748"/>
                  </a:lnTo>
                  <a:lnTo>
                    <a:pt x="1470344" y="627748"/>
                  </a:lnTo>
                  <a:lnTo>
                    <a:pt x="1469683" y="627748"/>
                  </a:lnTo>
                  <a:lnTo>
                    <a:pt x="1469023" y="627748"/>
                  </a:lnTo>
                  <a:lnTo>
                    <a:pt x="1468362" y="627748"/>
                  </a:lnTo>
                  <a:lnTo>
                    <a:pt x="1467702" y="627748"/>
                  </a:lnTo>
                  <a:lnTo>
                    <a:pt x="1467041" y="627748"/>
                  </a:lnTo>
                  <a:lnTo>
                    <a:pt x="1466381" y="627748"/>
                  </a:lnTo>
                  <a:lnTo>
                    <a:pt x="1465720" y="627748"/>
                  </a:lnTo>
                  <a:lnTo>
                    <a:pt x="1465060" y="627748"/>
                  </a:lnTo>
                  <a:lnTo>
                    <a:pt x="1464399" y="627748"/>
                  </a:lnTo>
                  <a:lnTo>
                    <a:pt x="1463739" y="627748"/>
                  </a:lnTo>
                  <a:lnTo>
                    <a:pt x="1463078" y="627748"/>
                  </a:lnTo>
                  <a:lnTo>
                    <a:pt x="1462418" y="627748"/>
                  </a:lnTo>
                  <a:lnTo>
                    <a:pt x="1461757" y="627748"/>
                  </a:lnTo>
                  <a:lnTo>
                    <a:pt x="1461097" y="627748"/>
                  </a:lnTo>
                  <a:lnTo>
                    <a:pt x="1460436" y="627748"/>
                  </a:lnTo>
                  <a:lnTo>
                    <a:pt x="1459775" y="627748"/>
                  </a:lnTo>
                  <a:lnTo>
                    <a:pt x="1459115" y="627748"/>
                  </a:lnTo>
                  <a:lnTo>
                    <a:pt x="1458454" y="627748"/>
                  </a:lnTo>
                  <a:lnTo>
                    <a:pt x="1457794" y="627748"/>
                  </a:lnTo>
                  <a:lnTo>
                    <a:pt x="1457133" y="627748"/>
                  </a:lnTo>
                  <a:lnTo>
                    <a:pt x="1456473" y="627748"/>
                  </a:lnTo>
                  <a:lnTo>
                    <a:pt x="1455812" y="627748"/>
                  </a:lnTo>
                  <a:lnTo>
                    <a:pt x="1455152" y="627748"/>
                  </a:lnTo>
                  <a:lnTo>
                    <a:pt x="1454491" y="627748"/>
                  </a:lnTo>
                  <a:lnTo>
                    <a:pt x="1453831" y="627748"/>
                  </a:lnTo>
                  <a:lnTo>
                    <a:pt x="1453170" y="627748"/>
                  </a:lnTo>
                  <a:lnTo>
                    <a:pt x="1452510" y="627748"/>
                  </a:lnTo>
                  <a:lnTo>
                    <a:pt x="1451849" y="627748"/>
                  </a:lnTo>
                  <a:lnTo>
                    <a:pt x="1451189" y="627748"/>
                  </a:lnTo>
                  <a:lnTo>
                    <a:pt x="1450528" y="627748"/>
                  </a:lnTo>
                  <a:lnTo>
                    <a:pt x="1449867" y="627748"/>
                  </a:lnTo>
                  <a:lnTo>
                    <a:pt x="1449207" y="627748"/>
                  </a:lnTo>
                  <a:lnTo>
                    <a:pt x="1448546" y="627748"/>
                  </a:lnTo>
                  <a:lnTo>
                    <a:pt x="1447886" y="627748"/>
                  </a:lnTo>
                  <a:lnTo>
                    <a:pt x="1447225" y="627748"/>
                  </a:lnTo>
                  <a:lnTo>
                    <a:pt x="1446565" y="627748"/>
                  </a:lnTo>
                  <a:lnTo>
                    <a:pt x="1445904" y="627748"/>
                  </a:lnTo>
                  <a:lnTo>
                    <a:pt x="1445244" y="627748"/>
                  </a:lnTo>
                  <a:lnTo>
                    <a:pt x="1444583" y="627748"/>
                  </a:lnTo>
                  <a:lnTo>
                    <a:pt x="1443923" y="627748"/>
                  </a:lnTo>
                  <a:lnTo>
                    <a:pt x="1443262" y="627748"/>
                  </a:lnTo>
                  <a:lnTo>
                    <a:pt x="1442602" y="627748"/>
                  </a:lnTo>
                  <a:lnTo>
                    <a:pt x="1441941" y="627748"/>
                  </a:lnTo>
                  <a:lnTo>
                    <a:pt x="1441281" y="627748"/>
                  </a:lnTo>
                  <a:lnTo>
                    <a:pt x="1440620" y="627748"/>
                  </a:lnTo>
                  <a:lnTo>
                    <a:pt x="1439959" y="627748"/>
                  </a:lnTo>
                  <a:lnTo>
                    <a:pt x="1439299" y="627748"/>
                  </a:lnTo>
                  <a:lnTo>
                    <a:pt x="1438638" y="627748"/>
                  </a:lnTo>
                  <a:lnTo>
                    <a:pt x="1437978" y="627748"/>
                  </a:lnTo>
                  <a:lnTo>
                    <a:pt x="1437317" y="627748"/>
                  </a:lnTo>
                  <a:lnTo>
                    <a:pt x="1436657" y="627748"/>
                  </a:lnTo>
                  <a:lnTo>
                    <a:pt x="1435996" y="627748"/>
                  </a:lnTo>
                  <a:lnTo>
                    <a:pt x="1435336" y="627748"/>
                  </a:lnTo>
                  <a:lnTo>
                    <a:pt x="1434675" y="627748"/>
                  </a:lnTo>
                  <a:lnTo>
                    <a:pt x="1434015" y="627748"/>
                  </a:lnTo>
                  <a:lnTo>
                    <a:pt x="1433354" y="627748"/>
                  </a:lnTo>
                  <a:lnTo>
                    <a:pt x="1432694" y="627748"/>
                  </a:lnTo>
                  <a:lnTo>
                    <a:pt x="1432033" y="627748"/>
                  </a:lnTo>
                  <a:lnTo>
                    <a:pt x="1431373" y="627748"/>
                  </a:lnTo>
                  <a:lnTo>
                    <a:pt x="1430712" y="627748"/>
                  </a:lnTo>
                  <a:lnTo>
                    <a:pt x="1430052" y="627748"/>
                  </a:lnTo>
                  <a:lnTo>
                    <a:pt x="1429391" y="627748"/>
                  </a:lnTo>
                  <a:lnTo>
                    <a:pt x="1428730" y="627748"/>
                  </a:lnTo>
                  <a:lnTo>
                    <a:pt x="1428070" y="627748"/>
                  </a:lnTo>
                  <a:lnTo>
                    <a:pt x="1427409" y="627748"/>
                  </a:lnTo>
                  <a:lnTo>
                    <a:pt x="1426749" y="627748"/>
                  </a:lnTo>
                  <a:lnTo>
                    <a:pt x="1426088" y="627748"/>
                  </a:lnTo>
                  <a:lnTo>
                    <a:pt x="1425428" y="627748"/>
                  </a:lnTo>
                  <a:lnTo>
                    <a:pt x="1424767" y="627748"/>
                  </a:lnTo>
                  <a:lnTo>
                    <a:pt x="1424107" y="627748"/>
                  </a:lnTo>
                  <a:lnTo>
                    <a:pt x="1423446" y="627748"/>
                  </a:lnTo>
                  <a:lnTo>
                    <a:pt x="1422786" y="627748"/>
                  </a:lnTo>
                  <a:lnTo>
                    <a:pt x="1422125" y="627748"/>
                  </a:lnTo>
                  <a:lnTo>
                    <a:pt x="1421465" y="627748"/>
                  </a:lnTo>
                  <a:lnTo>
                    <a:pt x="1420804" y="627748"/>
                  </a:lnTo>
                  <a:lnTo>
                    <a:pt x="1420144" y="627748"/>
                  </a:lnTo>
                  <a:lnTo>
                    <a:pt x="1419483" y="627748"/>
                  </a:lnTo>
                  <a:lnTo>
                    <a:pt x="1418822" y="627748"/>
                  </a:lnTo>
                  <a:lnTo>
                    <a:pt x="1418162" y="627748"/>
                  </a:lnTo>
                  <a:lnTo>
                    <a:pt x="1417501" y="627748"/>
                  </a:lnTo>
                  <a:lnTo>
                    <a:pt x="1416841" y="627748"/>
                  </a:lnTo>
                  <a:lnTo>
                    <a:pt x="1416180" y="627748"/>
                  </a:lnTo>
                  <a:lnTo>
                    <a:pt x="1415520" y="627748"/>
                  </a:lnTo>
                  <a:lnTo>
                    <a:pt x="1414859" y="627748"/>
                  </a:lnTo>
                  <a:lnTo>
                    <a:pt x="1414199" y="627748"/>
                  </a:lnTo>
                  <a:lnTo>
                    <a:pt x="1413538" y="627748"/>
                  </a:lnTo>
                  <a:lnTo>
                    <a:pt x="1412878" y="627748"/>
                  </a:lnTo>
                  <a:lnTo>
                    <a:pt x="1412217" y="627748"/>
                  </a:lnTo>
                  <a:lnTo>
                    <a:pt x="1411557" y="627748"/>
                  </a:lnTo>
                  <a:lnTo>
                    <a:pt x="1410896" y="627748"/>
                  </a:lnTo>
                  <a:lnTo>
                    <a:pt x="1410236" y="627748"/>
                  </a:lnTo>
                  <a:lnTo>
                    <a:pt x="1409575" y="627748"/>
                  </a:lnTo>
                  <a:lnTo>
                    <a:pt x="1408914" y="627748"/>
                  </a:lnTo>
                  <a:lnTo>
                    <a:pt x="1408254" y="627748"/>
                  </a:lnTo>
                  <a:lnTo>
                    <a:pt x="1407593" y="627748"/>
                  </a:lnTo>
                  <a:lnTo>
                    <a:pt x="1406933" y="627748"/>
                  </a:lnTo>
                  <a:lnTo>
                    <a:pt x="1406272" y="627748"/>
                  </a:lnTo>
                  <a:lnTo>
                    <a:pt x="1405612" y="627748"/>
                  </a:lnTo>
                  <a:lnTo>
                    <a:pt x="1404951" y="627748"/>
                  </a:lnTo>
                  <a:lnTo>
                    <a:pt x="1404291" y="627748"/>
                  </a:lnTo>
                  <a:lnTo>
                    <a:pt x="1403630" y="627748"/>
                  </a:lnTo>
                  <a:lnTo>
                    <a:pt x="1402970" y="627748"/>
                  </a:lnTo>
                  <a:lnTo>
                    <a:pt x="1402309" y="627748"/>
                  </a:lnTo>
                  <a:lnTo>
                    <a:pt x="1401649" y="627748"/>
                  </a:lnTo>
                  <a:lnTo>
                    <a:pt x="1400988" y="627748"/>
                  </a:lnTo>
                  <a:lnTo>
                    <a:pt x="1400328" y="627748"/>
                  </a:lnTo>
                  <a:lnTo>
                    <a:pt x="1399667" y="627748"/>
                  </a:lnTo>
                  <a:lnTo>
                    <a:pt x="1399007" y="627748"/>
                  </a:lnTo>
                  <a:lnTo>
                    <a:pt x="1398346" y="627748"/>
                  </a:lnTo>
                  <a:lnTo>
                    <a:pt x="1397685" y="627748"/>
                  </a:lnTo>
                  <a:lnTo>
                    <a:pt x="1397025" y="627748"/>
                  </a:lnTo>
                  <a:lnTo>
                    <a:pt x="1396364" y="627748"/>
                  </a:lnTo>
                  <a:lnTo>
                    <a:pt x="1395704" y="627748"/>
                  </a:lnTo>
                  <a:lnTo>
                    <a:pt x="1395043" y="627748"/>
                  </a:lnTo>
                  <a:lnTo>
                    <a:pt x="1394383" y="627748"/>
                  </a:lnTo>
                  <a:lnTo>
                    <a:pt x="1393722" y="627748"/>
                  </a:lnTo>
                  <a:lnTo>
                    <a:pt x="1393062" y="627748"/>
                  </a:lnTo>
                  <a:lnTo>
                    <a:pt x="1392401" y="627748"/>
                  </a:lnTo>
                  <a:lnTo>
                    <a:pt x="1391741" y="627748"/>
                  </a:lnTo>
                  <a:lnTo>
                    <a:pt x="1391080" y="627748"/>
                  </a:lnTo>
                  <a:lnTo>
                    <a:pt x="1390420" y="627748"/>
                  </a:lnTo>
                  <a:lnTo>
                    <a:pt x="1389759" y="627748"/>
                  </a:lnTo>
                  <a:lnTo>
                    <a:pt x="1389099" y="627748"/>
                  </a:lnTo>
                  <a:lnTo>
                    <a:pt x="1388438" y="627748"/>
                  </a:lnTo>
                  <a:lnTo>
                    <a:pt x="1387777" y="627748"/>
                  </a:lnTo>
                  <a:lnTo>
                    <a:pt x="1387117" y="627748"/>
                  </a:lnTo>
                  <a:lnTo>
                    <a:pt x="1386456" y="627748"/>
                  </a:lnTo>
                  <a:lnTo>
                    <a:pt x="1385796" y="627748"/>
                  </a:lnTo>
                  <a:lnTo>
                    <a:pt x="1385135" y="627748"/>
                  </a:lnTo>
                  <a:lnTo>
                    <a:pt x="1384475" y="627748"/>
                  </a:lnTo>
                  <a:lnTo>
                    <a:pt x="1383814" y="627748"/>
                  </a:lnTo>
                  <a:lnTo>
                    <a:pt x="1383154" y="627748"/>
                  </a:lnTo>
                  <a:lnTo>
                    <a:pt x="1382493" y="627748"/>
                  </a:lnTo>
                  <a:lnTo>
                    <a:pt x="1381833" y="627748"/>
                  </a:lnTo>
                  <a:lnTo>
                    <a:pt x="1381172" y="627748"/>
                  </a:lnTo>
                  <a:lnTo>
                    <a:pt x="1380512" y="627748"/>
                  </a:lnTo>
                  <a:lnTo>
                    <a:pt x="1379851" y="627748"/>
                  </a:lnTo>
                  <a:lnTo>
                    <a:pt x="1379191" y="627748"/>
                  </a:lnTo>
                  <a:lnTo>
                    <a:pt x="1378530" y="627748"/>
                  </a:lnTo>
                  <a:lnTo>
                    <a:pt x="1377869" y="627748"/>
                  </a:lnTo>
                  <a:lnTo>
                    <a:pt x="1377209" y="627748"/>
                  </a:lnTo>
                  <a:lnTo>
                    <a:pt x="1376548" y="627748"/>
                  </a:lnTo>
                  <a:lnTo>
                    <a:pt x="1375888" y="627748"/>
                  </a:lnTo>
                  <a:lnTo>
                    <a:pt x="1375227" y="627748"/>
                  </a:lnTo>
                  <a:lnTo>
                    <a:pt x="1374567" y="627748"/>
                  </a:lnTo>
                  <a:lnTo>
                    <a:pt x="1373906" y="627748"/>
                  </a:lnTo>
                  <a:lnTo>
                    <a:pt x="1373246" y="627748"/>
                  </a:lnTo>
                  <a:lnTo>
                    <a:pt x="1372585" y="627748"/>
                  </a:lnTo>
                  <a:lnTo>
                    <a:pt x="1371925" y="627748"/>
                  </a:lnTo>
                  <a:lnTo>
                    <a:pt x="1371264" y="627748"/>
                  </a:lnTo>
                  <a:lnTo>
                    <a:pt x="1370604" y="627748"/>
                  </a:lnTo>
                  <a:lnTo>
                    <a:pt x="1369943" y="627748"/>
                  </a:lnTo>
                  <a:lnTo>
                    <a:pt x="1369283" y="627748"/>
                  </a:lnTo>
                  <a:lnTo>
                    <a:pt x="1368622" y="627748"/>
                  </a:lnTo>
                  <a:lnTo>
                    <a:pt x="1367961" y="627748"/>
                  </a:lnTo>
                  <a:lnTo>
                    <a:pt x="1367301" y="627748"/>
                  </a:lnTo>
                  <a:lnTo>
                    <a:pt x="1366640" y="627748"/>
                  </a:lnTo>
                  <a:lnTo>
                    <a:pt x="1365980" y="627748"/>
                  </a:lnTo>
                  <a:lnTo>
                    <a:pt x="1365319" y="627748"/>
                  </a:lnTo>
                  <a:lnTo>
                    <a:pt x="1364659" y="627748"/>
                  </a:lnTo>
                  <a:lnTo>
                    <a:pt x="1363998" y="627748"/>
                  </a:lnTo>
                  <a:lnTo>
                    <a:pt x="1363338" y="627748"/>
                  </a:lnTo>
                  <a:lnTo>
                    <a:pt x="1362677" y="627748"/>
                  </a:lnTo>
                  <a:lnTo>
                    <a:pt x="1362017" y="627748"/>
                  </a:lnTo>
                  <a:lnTo>
                    <a:pt x="1361356" y="627748"/>
                  </a:lnTo>
                  <a:lnTo>
                    <a:pt x="1360696" y="627748"/>
                  </a:lnTo>
                  <a:lnTo>
                    <a:pt x="1360035" y="627748"/>
                  </a:lnTo>
                  <a:lnTo>
                    <a:pt x="1359375" y="627748"/>
                  </a:lnTo>
                  <a:lnTo>
                    <a:pt x="1358714" y="627748"/>
                  </a:lnTo>
                  <a:lnTo>
                    <a:pt x="1358054" y="627748"/>
                  </a:lnTo>
                  <a:lnTo>
                    <a:pt x="1357393" y="627748"/>
                  </a:lnTo>
                  <a:lnTo>
                    <a:pt x="1356732" y="627748"/>
                  </a:lnTo>
                  <a:lnTo>
                    <a:pt x="1356072" y="627748"/>
                  </a:lnTo>
                  <a:lnTo>
                    <a:pt x="1355411" y="627748"/>
                  </a:lnTo>
                  <a:lnTo>
                    <a:pt x="1354751" y="627748"/>
                  </a:lnTo>
                  <a:lnTo>
                    <a:pt x="1354090" y="627748"/>
                  </a:lnTo>
                  <a:lnTo>
                    <a:pt x="1353430" y="627748"/>
                  </a:lnTo>
                  <a:lnTo>
                    <a:pt x="1352769" y="627748"/>
                  </a:lnTo>
                  <a:lnTo>
                    <a:pt x="1352109" y="627748"/>
                  </a:lnTo>
                  <a:lnTo>
                    <a:pt x="1351448" y="627748"/>
                  </a:lnTo>
                  <a:lnTo>
                    <a:pt x="1350788" y="627748"/>
                  </a:lnTo>
                  <a:lnTo>
                    <a:pt x="1350127" y="627748"/>
                  </a:lnTo>
                  <a:lnTo>
                    <a:pt x="1349467" y="627748"/>
                  </a:lnTo>
                  <a:lnTo>
                    <a:pt x="1348806" y="627748"/>
                  </a:lnTo>
                  <a:lnTo>
                    <a:pt x="1348146" y="627748"/>
                  </a:lnTo>
                  <a:lnTo>
                    <a:pt x="1347485" y="627748"/>
                  </a:lnTo>
                  <a:lnTo>
                    <a:pt x="1346824" y="627748"/>
                  </a:lnTo>
                  <a:lnTo>
                    <a:pt x="1346164" y="627748"/>
                  </a:lnTo>
                  <a:lnTo>
                    <a:pt x="1345503" y="627748"/>
                  </a:lnTo>
                  <a:lnTo>
                    <a:pt x="1344843" y="627748"/>
                  </a:lnTo>
                  <a:lnTo>
                    <a:pt x="1344182" y="627748"/>
                  </a:lnTo>
                  <a:lnTo>
                    <a:pt x="1343522" y="627748"/>
                  </a:lnTo>
                  <a:lnTo>
                    <a:pt x="1342861" y="627748"/>
                  </a:lnTo>
                  <a:lnTo>
                    <a:pt x="1342201" y="627748"/>
                  </a:lnTo>
                  <a:lnTo>
                    <a:pt x="1341540" y="627748"/>
                  </a:lnTo>
                  <a:lnTo>
                    <a:pt x="1340880" y="627748"/>
                  </a:lnTo>
                  <a:lnTo>
                    <a:pt x="1340219" y="627748"/>
                  </a:lnTo>
                  <a:lnTo>
                    <a:pt x="1339559" y="627748"/>
                  </a:lnTo>
                  <a:lnTo>
                    <a:pt x="1338898" y="627748"/>
                  </a:lnTo>
                  <a:lnTo>
                    <a:pt x="1338238" y="627748"/>
                  </a:lnTo>
                  <a:lnTo>
                    <a:pt x="1337577" y="627748"/>
                  </a:lnTo>
                  <a:lnTo>
                    <a:pt x="1336916" y="627748"/>
                  </a:lnTo>
                  <a:lnTo>
                    <a:pt x="1336256" y="627748"/>
                  </a:lnTo>
                  <a:lnTo>
                    <a:pt x="1335595" y="627748"/>
                  </a:lnTo>
                  <a:lnTo>
                    <a:pt x="1334935" y="627748"/>
                  </a:lnTo>
                  <a:lnTo>
                    <a:pt x="1334274" y="627748"/>
                  </a:lnTo>
                  <a:lnTo>
                    <a:pt x="1333614" y="627748"/>
                  </a:lnTo>
                  <a:lnTo>
                    <a:pt x="1332953" y="627748"/>
                  </a:lnTo>
                  <a:lnTo>
                    <a:pt x="1332293" y="627748"/>
                  </a:lnTo>
                  <a:lnTo>
                    <a:pt x="1331632" y="627748"/>
                  </a:lnTo>
                  <a:lnTo>
                    <a:pt x="1330972" y="627748"/>
                  </a:lnTo>
                  <a:lnTo>
                    <a:pt x="1330311" y="627748"/>
                  </a:lnTo>
                  <a:lnTo>
                    <a:pt x="1329651" y="627748"/>
                  </a:lnTo>
                  <a:lnTo>
                    <a:pt x="1328990" y="627748"/>
                  </a:lnTo>
                  <a:lnTo>
                    <a:pt x="1328330" y="627748"/>
                  </a:lnTo>
                  <a:lnTo>
                    <a:pt x="1327669" y="627748"/>
                  </a:lnTo>
                  <a:lnTo>
                    <a:pt x="1327009" y="627748"/>
                  </a:lnTo>
                  <a:lnTo>
                    <a:pt x="1326348" y="627748"/>
                  </a:lnTo>
                  <a:lnTo>
                    <a:pt x="1325687" y="627748"/>
                  </a:lnTo>
                  <a:lnTo>
                    <a:pt x="1325027" y="627748"/>
                  </a:lnTo>
                  <a:lnTo>
                    <a:pt x="1324366" y="627748"/>
                  </a:lnTo>
                  <a:lnTo>
                    <a:pt x="1323706" y="627748"/>
                  </a:lnTo>
                  <a:lnTo>
                    <a:pt x="1323045" y="627748"/>
                  </a:lnTo>
                  <a:lnTo>
                    <a:pt x="1322385" y="627748"/>
                  </a:lnTo>
                  <a:lnTo>
                    <a:pt x="1321724" y="627748"/>
                  </a:lnTo>
                  <a:lnTo>
                    <a:pt x="1321064" y="627748"/>
                  </a:lnTo>
                  <a:lnTo>
                    <a:pt x="1320403" y="627748"/>
                  </a:lnTo>
                  <a:lnTo>
                    <a:pt x="1319743" y="627748"/>
                  </a:lnTo>
                  <a:lnTo>
                    <a:pt x="1319082" y="627748"/>
                  </a:lnTo>
                  <a:lnTo>
                    <a:pt x="1318422" y="627748"/>
                  </a:lnTo>
                  <a:lnTo>
                    <a:pt x="1317761" y="627748"/>
                  </a:lnTo>
                  <a:lnTo>
                    <a:pt x="1317101" y="627748"/>
                  </a:lnTo>
                  <a:lnTo>
                    <a:pt x="1316440" y="627748"/>
                  </a:lnTo>
                  <a:lnTo>
                    <a:pt x="1315779" y="627748"/>
                  </a:lnTo>
                  <a:lnTo>
                    <a:pt x="1315119" y="627748"/>
                  </a:lnTo>
                  <a:lnTo>
                    <a:pt x="1314458" y="627748"/>
                  </a:lnTo>
                  <a:lnTo>
                    <a:pt x="1313798" y="627748"/>
                  </a:lnTo>
                  <a:lnTo>
                    <a:pt x="1313137" y="627748"/>
                  </a:lnTo>
                  <a:lnTo>
                    <a:pt x="1312477" y="627748"/>
                  </a:lnTo>
                  <a:lnTo>
                    <a:pt x="1311816" y="627748"/>
                  </a:lnTo>
                  <a:lnTo>
                    <a:pt x="1311156" y="627748"/>
                  </a:lnTo>
                  <a:lnTo>
                    <a:pt x="1310495" y="627748"/>
                  </a:lnTo>
                  <a:lnTo>
                    <a:pt x="1309835" y="627748"/>
                  </a:lnTo>
                  <a:lnTo>
                    <a:pt x="1309174" y="627748"/>
                  </a:lnTo>
                  <a:lnTo>
                    <a:pt x="1308514" y="627748"/>
                  </a:lnTo>
                  <a:lnTo>
                    <a:pt x="1307853" y="627748"/>
                  </a:lnTo>
                  <a:lnTo>
                    <a:pt x="1307193" y="627748"/>
                  </a:lnTo>
                  <a:lnTo>
                    <a:pt x="1306532" y="627748"/>
                  </a:lnTo>
                  <a:lnTo>
                    <a:pt x="1305871" y="627748"/>
                  </a:lnTo>
                  <a:lnTo>
                    <a:pt x="1305211" y="627748"/>
                  </a:lnTo>
                  <a:lnTo>
                    <a:pt x="1304550" y="627748"/>
                  </a:lnTo>
                  <a:lnTo>
                    <a:pt x="1303890" y="627748"/>
                  </a:lnTo>
                  <a:lnTo>
                    <a:pt x="1303229" y="627748"/>
                  </a:lnTo>
                  <a:lnTo>
                    <a:pt x="1302569" y="627748"/>
                  </a:lnTo>
                  <a:lnTo>
                    <a:pt x="1301908" y="627748"/>
                  </a:lnTo>
                  <a:lnTo>
                    <a:pt x="1301248" y="627748"/>
                  </a:lnTo>
                  <a:lnTo>
                    <a:pt x="1300587" y="627748"/>
                  </a:lnTo>
                  <a:lnTo>
                    <a:pt x="1299927" y="627748"/>
                  </a:lnTo>
                  <a:lnTo>
                    <a:pt x="1299266" y="627748"/>
                  </a:lnTo>
                  <a:lnTo>
                    <a:pt x="1298606" y="627748"/>
                  </a:lnTo>
                  <a:lnTo>
                    <a:pt x="1297945" y="627748"/>
                  </a:lnTo>
                  <a:lnTo>
                    <a:pt x="1297285" y="627748"/>
                  </a:lnTo>
                  <a:lnTo>
                    <a:pt x="1296624" y="627748"/>
                  </a:lnTo>
                  <a:lnTo>
                    <a:pt x="1295963" y="627748"/>
                  </a:lnTo>
                  <a:lnTo>
                    <a:pt x="1295303" y="627748"/>
                  </a:lnTo>
                  <a:lnTo>
                    <a:pt x="1294642" y="627748"/>
                  </a:lnTo>
                  <a:lnTo>
                    <a:pt x="1293982" y="627748"/>
                  </a:lnTo>
                  <a:lnTo>
                    <a:pt x="1293321" y="627748"/>
                  </a:lnTo>
                  <a:lnTo>
                    <a:pt x="1292661" y="627748"/>
                  </a:lnTo>
                  <a:lnTo>
                    <a:pt x="1292000" y="627748"/>
                  </a:lnTo>
                  <a:lnTo>
                    <a:pt x="1291340" y="627748"/>
                  </a:lnTo>
                  <a:lnTo>
                    <a:pt x="1290679" y="627748"/>
                  </a:lnTo>
                  <a:lnTo>
                    <a:pt x="1290019" y="627748"/>
                  </a:lnTo>
                  <a:lnTo>
                    <a:pt x="1289358" y="627748"/>
                  </a:lnTo>
                  <a:lnTo>
                    <a:pt x="1288698" y="627748"/>
                  </a:lnTo>
                  <a:lnTo>
                    <a:pt x="1288037" y="627748"/>
                  </a:lnTo>
                  <a:lnTo>
                    <a:pt x="1287377" y="627748"/>
                  </a:lnTo>
                  <a:lnTo>
                    <a:pt x="1286716" y="627748"/>
                  </a:lnTo>
                  <a:lnTo>
                    <a:pt x="1286056" y="627748"/>
                  </a:lnTo>
                  <a:lnTo>
                    <a:pt x="1285395" y="627748"/>
                  </a:lnTo>
                  <a:lnTo>
                    <a:pt x="1284734" y="627748"/>
                  </a:lnTo>
                  <a:lnTo>
                    <a:pt x="1284074" y="627748"/>
                  </a:lnTo>
                  <a:lnTo>
                    <a:pt x="1283413" y="627748"/>
                  </a:lnTo>
                  <a:lnTo>
                    <a:pt x="1282753" y="627748"/>
                  </a:lnTo>
                  <a:lnTo>
                    <a:pt x="1282092" y="627748"/>
                  </a:lnTo>
                  <a:lnTo>
                    <a:pt x="1281432" y="627748"/>
                  </a:lnTo>
                  <a:lnTo>
                    <a:pt x="1280771" y="627748"/>
                  </a:lnTo>
                  <a:lnTo>
                    <a:pt x="1280111" y="627748"/>
                  </a:lnTo>
                  <a:lnTo>
                    <a:pt x="1279450" y="627748"/>
                  </a:lnTo>
                  <a:lnTo>
                    <a:pt x="1278790" y="627748"/>
                  </a:lnTo>
                  <a:lnTo>
                    <a:pt x="1278129" y="627748"/>
                  </a:lnTo>
                  <a:lnTo>
                    <a:pt x="1277469" y="627748"/>
                  </a:lnTo>
                  <a:lnTo>
                    <a:pt x="1276808" y="627748"/>
                  </a:lnTo>
                  <a:lnTo>
                    <a:pt x="1276148" y="627748"/>
                  </a:lnTo>
                  <a:lnTo>
                    <a:pt x="1275487" y="627748"/>
                  </a:lnTo>
                  <a:lnTo>
                    <a:pt x="1274826" y="627748"/>
                  </a:lnTo>
                  <a:lnTo>
                    <a:pt x="1274166" y="627748"/>
                  </a:lnTo>
                  <a:lnTo>
                    <a:pt x="1273505" y="627748"/>
                  </a:lnTo>
                  <a:lnTo>
                    <a:pt x="1272845" y="627748"/>
                  </a:lnTo>
                  <a:lnTo>
                    <a:pt x="1272184" y="627748"/>
                  </a:lnTo>
                  <a:lnTo>
                    <a:pt x="1271524" y="627748"/>
                  </a:lnTo>
                  <a:lnTo>
                    <a:pt x="1270863" y="627748"/>
                  </a:lnTo>
                  <a:lnTo>
                    <a:pt x="1270203" y="627748"/>
                  </a:lnTo>
                  <a:lnTo>
                    <a:pt x="1269542" y="627748"/>
                  </a:lnTo>
                  <a:lnTo>
                    <a:pt x="1268882" y="627748"/>
                  </a:lnTo>
                  <a:lnTo>
                    <a:pt x="1268221" y="627748"/>
                  </a:lnTo>
                  <a:lnTo>
                    <a:pt x="1267561" y="627748"/>
                  </a:lnTo>
                  <a:lnTo>
                    <a:pt x="1266900" y="627748"/>
                  </a:lnTo>
                  <a:lnTo>
                    <a:pt x="1266240" y="627748"/>
                  </a:lnTo>
                  <a:lnTo>
                    <a:pt x="1265579" y="627748"/>
                  </a:lnTo>
                  <a:lnTo>
                    <a:pt x="1264918" y="627748"/>
                  </a:lnTo>
                  <a:lnTo>
                    <a:pt x="1264258" y="627748"/>
                  </a:lnTo>
                  <a:lnTo>
                    <a:pt x="1263597" y="627748"/>
                  </a:lnTo>
                  <a:lnTo>
                    <a:pt x="1262937" y="627748"/>
                  </a:lnTo>
                  <a:lnTo>
                    <a:pt x="1262276" y="627748"/>
                  </a:lnTo>
                  <a:lnTo>
                    <a:pt x="1261616" y="627748"/>
                  </a:lnTo>
                  <a:lnTo>
                    <a:pt x="1260955" y="627748"/>
                  </a:lnTo>
                  <a:lnTo>
                    <a:pt x="1260295" y="627748"/>
                  </a:lnTo>
                  <a:lnTo>
                    <a:pt x="1259634" y="627748"/>
                  </a:lnTo>
                  <a:lnTo>
                    <a:pt x="1258974" y="627748"/>
                  </a:lnTo>
                  <a:lnTo>
                    <a:pt x="1258313" y="627748"/>
                  </a:lnTo>
                  <a:lnTo>
                    <a:pt x="1257653" y="627748"/>
                  </a:lnTo>
                  <a:lnTo>
                    <a:pt x="1256992" y="627748"/>
                  </a:lnTo>
                  <a:lnTo>
                    <a:pt x="1256332" y="627748"/>
                  </a:lnTo>
                  <a:lnTo>
                    <a:pt x="1255671" y="627748"/>
                  </a:lnTo>
                  <a:lnTo>
                    <a:pt x="1255011" y="627748"/>
                  </a:lnTo>
                  <a:lnTo>
                    <a:pt x="1254350" y="627748"/>
                  </a:lnTo>
                  <a:lnTo>
                    <a:pt x="1253689" y="627748"/>
                  </a:lnTo>
                  <a:lnTo>
                    <a:pt x="1253029" y="627748"/>
                  </a:lnTo>
                  <a:lnTo>
                    <a:pt x="1252368" y="627748"/>
                  </a:lnTo>
                  <a:lnTo>
                    <a:pt x="1251708" y="627748"/>
                  </a:lnTo>
                  <a:lnTo>
                    <a:pt x="1251047" y="627748"/>
                  </a:lnTo>
                  <a:lnTo>
                    <a:pt x="1250387" y="627748"/>
                  </a:lnTo>
                  <a:lnTo>
                    <a:pt x="1249726" y="627748"/>
                  </a:lnTo>
                  <a:lnTo>
                    <a:pt x="1249066" y="627748"/>
                  </a:lnTo>
                  <a:lnTo>
                    <a:pt x="1248405" y="627748"/>
                  </a:lnTo>
                  <a:lnTo>
                    <a:pt x="1247745" y="627748"/>
                  </a:lnTo>
                  <a:lnTo>
                    <a:pt x="1247084" y="627748"/>
                  </a:lnTo>
                  <a:lnTo>
                    <a:pt x="1246424" y="627748"/>
                  </a:lnTo>
                  <a:lnTo>
                    <a:pt x="1245763" y="627748"/>
                  </a:lnTo>
                  <a:lnTo>
                    <a:pt x="1245103" y="627748"/>
                  </a:lnTo>
                  <a:lnTo>
                    <a:pt x="1244442" y="627748"/>
                  </a:lnTo>
                  <a:lnTo>
                    <a:pt x="1243781" y="627748"/>
                  </a:lnTo>
                  <a:lnTo>
                    <a:pt x="1243121" y="627748"/>
                  </a:lnTo>
                  <a:lnTo>
                    <a:pt x="1242460" y="627748"/>
                  </a:lnTo>
                  <a:lnTo>
                    <a:pt x="1241800" y="627748"/>
                  </a:lnTo>
                  <a:lnTo>
                    <a:pt x="1241139" y="627748"/>
                  </a:lnTo>
                  <a:lnTo>
                    <a:pt x="1240479" y="627748"/>
                  </a:lnTo>
                  <a:lnTo>
                    <a:pt x="1239818" y="627748"/>
                  </a:lnTo>
                  <a:lnTo>
                    <a:pt x="1239158" y="627748"/>
                  </a:lnTo>
                  <a:lnTo>
                    <a:pt x="1238497" y="627748"/>
                  </a:lnTo>
                  <a:lnTo>
                    <a:pt x="1237837" y="627748"/>
                  </a:lnTo>
                  <a:lnTo>
                    <a:pt x="1237176" y="627748"/>
                  </a:lnTo>
                  <a:lnTo>
                    <a:pt x="1236516" y="627748"/>
                  </a:lnTo>
                  <a:lnTo>
                    <a:pt x="1235855" y="627748"/>
                  </a:lnTo>
                  <a:lnTo>
                    <a:pt x="1235195" y="627748"/>
                  </a:lnTo>
                  <a:lnTo>
                    <a:pt x="1234534" y="627748"/>
                  </a:lnTo>
                  <a:lnTo>
                    <a:pt x="1233873" y="627748"/>
                  </a:lnTo>
                  <a:lnTo>
                    <a:pt x="1233213" y="627748"/>
                  </a:lnTo>
                  <a:lnTo>
                    <a:pt x="1232552" y="627748"/>
                  </a:lnTo>
                  <a:lnTo>
                    <a:pt x="1231892" y="627748"/>
                  </a:lnTo>
                  <a:lnTo>
                    <a:pt x="1231231" y="627748"/>
                  </a:lnTo>
                  <a:lnTo>
                    <a:pt x="1230571" y="627748"/>
                  </a:lnTo>
                  <a:lnTo>
                    <a:pt x="1229910" y="627748"/>
                  </a:lnTo>
                  <a:lnTo>
                    <a:pt x="1229250" y="627748"/>
                  </a:lnTo>
                  <a:lnTo>
                    <a:pt x="1228589" y="627748"/>
                  </a:lnTo>
                  <a:lnTo>
                    <a:pt x="1227929" y="627748"/>
                  </a:lnTo>
                  <a:lnTo>
                    <a:pt x="1227268" y="627748"/>
                  </a:lnTo>
                  <a:lnTo>
                    <a:pt x="1226608" y="627748"/>
                  </a:lnTo>
                  <a:lnTo>
                    <a:pt x="1225947" y="627748"/>
                  </a:lnTo>
                  <a:lnTo>
                    <a:pt x="1225287" y="627748"/>
                  </a:lnTo>
                  <a:lnTo>
                    <a:pt x="1224626" y="627748"/>
                  </a:lnTo>
                  <a:lnTo>
                    <a:pt x="1223965" y="627748"/>
                  </a:lnTo>
                  <a:lnTo>
                    <a:pt x="1223305" y="627748"/>
                  </a:lnTo>
                  <a:lnTo>
                    <a:pt x="1222644" y="627748"/>
                  </a:lnTo>
                  <a:lnTo>
                    <a:pt x="1221984" y="627748"/>
                  </a:lnTo>
                  <a:lnTo>
                    <a:pt x="1221323" y="627748"/>
                  </a:lnTo>
                  <a:lnTo>
                    <a:pt x="1220663" y="627748"/>
                  </a:lnTo>
                  <a:lnTo>
                    <a:pt x="1220002" y="627748"/>
                  </a:lnTo>
                  <a:lnTo>
                    <a:pt x="1219342" y="627748"/>
                  </a:lnTo>
                  <a:lnTo>
                    <a:pt x="1218681" y="627748"/>
                  </a:lnTo>
                  <a:lnTo>
                    <a:pt x="1218021" y="627748"/>
                  </a:lnTo>
                  <a:lnTo>
                    <a:pt x="1217360" y="627748"/>
                  </a:lnTo>
                  <a:lnTo>
                    <a:pt x="1216700" y="627748"/>
                  </a:lnTo>
                  <a:lnTo>
                    <a:pt x="1216039" y="627748"/>
                  </a:lnTo>
                  <a:lnTo>
                    <a:pt x="1215379" y="627748"/>
                  </a:lnTo>
                  <a:lnTo>
                    <a:pt x="1214718" y="627748"/>
                  </a:lnTo>
                  <a:lnTo>
                    <a:pt x="1214058" y="627748"/>
                  </a:lnTo>
                  <a:lnTo>
                    <a:pt x="1213397" y="627748"/>
                  </a:lnTo>
                  <a:lnTo>
                    <a:pt x="1212736" y="627748"/>
                  </a:lnTo>
                  <a:lnTo>
                    <a:pt x="1212076" y="627748"/>
                  </a:lnTo>
                  <a:lnTo>
                    <a:pt x="1211415" y="627748"/>
                  </a:lnTo>
                  <a:lnTo>
                    <a:pt x="1210755" y="627748"/>
                  </a:lnTo>
                  <a:lnTo>
                    <a:pt x="1210094" y="627748"/>
                  </a:lnTo>
                  <a:lnTo>
                    <a:pt x="1209434" y="627748"/>
                  </a:lnTo>
                  <a:lnTo>
                    <a:pt x="1208773" y="627748"/>
                  </a:lnTo>
                  <a:lnTo>
                    <a:pt x="1208113" y="627748"/>
                  </a:lnTo>
                  <a:lnTo>
                    <a:pt x="1207452" y="627748"/>
                  </a:lnTo>
                  <a:lnTo>
                    <a:pt x="1206792" y="627748"/>
                  </a:lnTo>
                  <a:lnTo>
                    <a:pt x="1206131" y="627748"/>
                  </a:lnTo>
                  <a:lnTo>
                    <a:pt x="1205471" y="627748"/>
                  </a:lnTo>
                  <a:lnTo>
                    <a:pt x="1204810" y="627748"/>
                  </a:lnTo>
                  <a:lnTo>
                    <a:pt x="1204150" y="627748"/>
                  </a:lnTo>
                  <a:lnTo>
                    <a:pt x="1203489" y="627748"/>
                  </a:lnTo>
                  <a:lnTo>
                    <a:pt x="1202828" y="627748"/>
                  </a:lnTo>
                  <a:lnTo>
                    <a:pt x="1202168" y="627748"/>
                  </a:lnTo>
                  <a:lnTo>
                    <a:pt x="1201507" y="627748"/>
                  </a:lnTo>
                  <a:lnTo>
                    <a:pt x="1200847" y="627748"/>
                  </a:lnTo>
                  <a:lnTo>
                    <a:pt x="1200186" y="627748"/>
                  </a:lnTo>
                  <a:lnTo>
                    <a:pt x="1199526" y="627748"/>
                  </a:lnTo>
                  <a:lnTo>
                    <a:pt x="1198865" y="627748"/>
                  </a:lnTo>
                  <a:lnTo>
                    <a:pt x="1198205" y="627748"/>
                  </a:lnTo>
                  <a:lnTo>
                    <a:pt x="1197544" y="627748"/>
                  </a:lnTo>
                  <a:lnTo>
                    <a:pt x="1196884" y="627748"/>
                  </a:lnTo>
                  <a:lnTo>
                    <a:pt x="1196223" y="627748"/>
                  </a:lnTo>
                  <a:lnTo>
                    <a:pt x="1195563" y="627748"/>
                  </a:lnTo>
                  <a:lnTo>
                    <a:pt x="1194902" y="627748"/>
                  </a:lnTo>
                  <a:lnTo>
                    <a:pt x="1194242" y="627748"/>
                  </a:lnTo>
                  <a:lnTo>
                    <a:pt x="1193581" y="627748"/>
                  </a:lnTo>
                  <a:lnTo>
                    <a:pt x="1192920" y="627748"/>
                  </a:lnTo>
                  <a:lnTo>
                    <a:pt x="1192260" y="627748"/>
                  </a:lnTo>
                  <a:lnTo>
                    <a:pt x="1191599" y="627748"/>
                  </a:lnTo>
                  <a:lnTo>
                    <a:pt x="1190939" y="627748"/>
                  </a:lnTo>
                  <a:lnTo>
                    <a:pt x="1190278" y="627748"/>
                  </a:lnTo>
                  <a:lnTo>
                    <a:pt x="1189618" y="627748"/>
                  </a:lnTo>
                  <a:lnTo>
                    <a:pt x="1188957" y="627748"/>
                  </a:lnTo>
                  <a:lnTo>
                    <a:pt x="1188297" y="627748"/>
                  </a:lnTo>
                  <a:lnTo>
                    <a:pt x="1187636" y="627748"/>
                  </a:lnTo>
                  <a:lnTo>
                    <a:pt x="1186976" y="627748"/>
                  </a:lnTo>
                  <a:lnTo>
                    <a:pt x="1186315" y="627748"/>
                  </a:lnTo>
                  <a:lnTo>
                    <a:pt x="1185655" y="627748"/>
                  </a:lnTo>
                  <a:lnTo>
                    <a:pt x="1184994" y="627748"/>
                  </a:lnTo>
                  <a:lnTo>
                    <a:pt x="1184334" y="627748"/>
                  </a:lnTo>
                  <a:lnTo>
                    <a:pt x="1183673" y="627748"/>
                  </a:lnTo>
                  <a:lnTo>
                    <a:pt x="1183013" y="627748"/>
                  </a:lnTo>
                  <a:lnTo>
                    <a:pt x="1182352" y="627748"/>
                  </a:lnTo>
                  <a:lnTo>
                    <a:pt x="1181691" y="627748"/>
                  </a:lnTo>
                  <a:lnTo>
                    <a:pt x="1181031" y="627748"/>
                  </a:lnTo>
                  <a:lnTo>
                    <a:pt x="1180370" y="627748"/>
                  </a:lnTo>
                  <a:lnTo>
                    <a:pt x="1179710" y="627748"/>
                  </a:lnTo>
                  <a:lnTo>
                    <a:pt x="1179049" y="627748"/>
                  </a:lnTo>
                  <a:lnTo>
                    <a:pt x="1178389" y="627748"/>
                  </a:lnTo>
                  <a:lnTo>
                    <a:pt x="1177728" y="627748"/>
                  </a:lnTo>
                  <a:lnTo>
                    <a:pt x="1177068" y="627748"/>
                  </a:lnTo>
                  <a:lnTo>
                    <a:pt x="1176407" y="627748"/>
                  </a:lnTo>
                  <a:lnTo>
                    <a:pt x="1175747" y="627748"/>
                  </a:lnTo>
                  <a:lnTo>
                    <a:pt x="1175086" y="627748"/>
                  </a:lnTo>
                  <a:lnTo>
                    <a:pt x="1174426" y="627748"/>
                  </a:lnTo>
                  <a:lnTo>
                    <a:pt x="1173765" y="627748"/>
                  </a:lnTo>
                  <a:lnTo>
                    <a:pt x="1173105" y="627748"/>
                  </a:lnTo>
                  <a:lnTo>
                    <a:pt x="1172444" y="627748"/>
                  </a:lnTo>
                  <a:lnTo>
                    <a:pt x="1171783" y="627748"/>
                  </a:lnTo>
                  <a:lnTo>
                    <a:pt x="1171123" y="627748"/>
                  </a:lnTo>
                  <a:lnTo>
                    <a:pt x="1170462" y="627748"/>
                  </a:lnTo>
                  <a:lnTo>
                    <a:pt x="1169802" y="627748"/>
                  </a:lnTo>
                  <a:lnTo>
                    <a:pt x="1169141" y="627748"/>
                  </a:lnTo>
                  <a:lnTo>
                    <a:pt x="1168481" y="627748"/>
                  </a:lnTo>
                  <a:lnTo>
                    <a:pt x="1167820" y="627748"/>
                  </a:lnTo>
                  <a:lnTo>
                    <a:pt x="1167160" y="627748"/>
                  </a:lnTo>
                  <a:lnTo>
                    <a:pt x="1166499" y="627748"/>
                  </a:lnTo>
                  <a:lnTo>
                    <a:pt x="1165839" y="627748"/>
                  </a:lnTo>
                  <a:lnTo>
                    <a:pt x="1165178" y="627748"/>
                  </a:lnTo>
                  <a:lnTo>
                    <a:pt x="1164518" y="627748"/>
                  </a:lnTo>
                  <a:lnTo>
                    <a:pt x="1163857" y="627748"/>
                  </a:lnTo>
                  <a:lnTo>
                    <a:pt x="1163197" y="627748"/>
                  </a:lnTo>
                  <a:lnTo>
                    <a:pt x="1162536" y="627748"/>
                  </a:lnTo>
                  <a:lnTo>
                    <a:pt x="1161875" y="627748"/>
                  </a:lnTo>
                  <a:lnTo>
                    <a:pt x="1161215" y="627748"/>
                  </a:lnTo>
                  <a:lnTo>
                    <a:pt x="1160554" y="627748"/>
                  </a:lnTo>
                  <a:lnTo>
                    <a:pt x="1159894" y="627748"/>
                  </a:lnTo>
                  <a:lnTo>
                    <a:pt x="1159233" y="627748"/>
                  </a:lnTo>
                  <a:lnTo>
                    <a:pt x="1158573" y="627748"/>
                  </a:lnTo>
                  <a:lnTo>
                    <a:pt x="1157912" y="627748"/>
                  </a:lnTo>
                  <a:lnTo>
                    <a:pt x="1157252" y="627748"/>
                  </a:lnTo>
                  <a:lnTo>
                    <a:pt x="1156591" y="627748"/>
                  </a:lnTo>
                  <a:lnTo>
                    <a:pt x="1155931" y="627748"/>
                  </a:lnTo>
                  <a:lnTo>
                    <a:pt x="1155270" y="627748"/>
                  </a:lnTo>
                  <a:lnTo>
                    <a:pt x="1154610" y="627748"/>
                  </a:lnTo>
                  <a:lnTo>
                    <a:pt x="1153949" y="627748"/>
                  </a:lnTo>
                  <a:lnTo>
                    <a:pt x="1153289" y="627748"/>
                  </a:lnTo>
                  <a:lnTo>
                    <a:pt x="1152628" y="627748"/>
                  </a:lnTo>
                  <a:lnTo>
                    <a:pt x="1151967" y="627748"/>
                  </a:lnTo>
                  <a:lnTo>
                    <a:pt x="1151307" y="627748"/>
                  </a:lnTo>
                  <a:lnTo>
                    <a:pt x="1150646" y="627748"/>
                  </a:lnTo>
                  <a:lnTo>
                    <a:pt x="1149986" y="627748"/>
                  </a:lnTo>
                  <a:lnTo>
                    <a:pt x="1149325" y="627748"/>
                  </a:lnTo>
                  <a:lnTo>
                    <a:pt x="1148665" y="627748"/>
                  </a:lnTo>
                  <a:lnTo>
                    <a:pt x="1148004" y="627748"/>
                  </a:lnTo>
                  <a:lnTo>
                    <a:pt x="1147344" y="627748"/>
                  </a:lnTo>
                  <a:lnTo>
                    <a:pt x="1146683" y="627748"/>
                  </a:lnTo>
                  <a:lnTo>
                    <a:pt x="1146023" y="627748"/>
                  </a:lnTo>
                  <a:lnTo>
                    <a:pt x="1145362" y="627748"/>
                  </a:lnTo>
                  <a:lnTo>
                    <a:pt x="1144702" y="627748"/>
                  </a:lnTo>
                  <a:lnTo>
                    <a:pt x="1144041" y="627748"/>
                  </a:lnTo>
                  <a:lnTo>
                    <a:pt x="1143381" y="627748"/>
                  </a:lnTo>
                  <a:lnTo>
                    <a:pt x="1142720" y="627748"/>
                  </a:lnTo>
                  <a:lnTo>
                    <a:pt x="1142060" y="627748"/>
                  </a:lnTo>
                  <a:lnTo>
                    <a:pt x="1141399" y="627748"/>
                  </a:lnTo>
                  <a:lnTo>
                    <a:pt x="1140738" y="627748"/>
                  </a:lnTo>
                  <a:lnTo>
                    <a:pt x="1140078" y="627748"/>
                  </a:lnTo>
                  <a:lnTo>
                    <a:pt x="1139417" y="627748"/>
                  </a:lnTo>
                  <a:lnTo>
                    <a:pt x="1138757" y="627748"/>
                  </a:lnTo>
                  <a:lnTo>
                    <a:pt x="1138096" y="627748"/>
                  </a:lnTo>
                  <a:lnTo>
                    <a:pt x="1137436" y="627748"/>
                  </a:lnTo>
                  <a:lnTo>
                    <a:pt x="1136775" y="627748"/>
                  </a:lnTo>
                  <a:lnTo>
                    <a:pt x="1136115" y="627748"/>
                  </a:lnTo>
                  <a:lnTo>
                    <a:pt x="1135454" y="627748"/>
                  </a:lnTo>
                  <a:lnTo>
                    <a:pt x="1134794" y="627748"/>
                  </a:lnTo>
                  <a:lnTo>
                    <a:pt x="1134133" y="627748"/>
                  </a:lnTo>
                  <a:lnTo>
                    <a:pt x="1133473" y="627748"/>
                  </a:lnTo>
                  <a:lnTo>
                    <a:pt x="1132812" y="627748"/>
                  </a:lnTo>
                  <a:lnTo>
                    <a:pt x="1132152" y="627748"/>
                  </a:lnTo>
                  <a:lnTo>
                    <a:pt x="1131491" y="627748"/>
                  </a:lnTo>
                  <a:lnTo>
                    <a:pt x="1130830" y="627748"/>
                  </a:lnTo>
                  <a:lnTo>
                    <a:pt x="1130170" y="627748"/>
                  </a:lnTo>
                  <a:lnTo>
                    <a:pt x="1129509" y="627748"/>
                  </a:lnTo>
                  <a:lnTo>
                    <a:pt x="1128849" y="627748"/>
                  </a:lnTo>
                  <a:lnTo>
                    <a:pt x="1128188" y="627748"/>
                  </a:lnTo>
                  <a:lnTo>
                    <a:pt x="1127528" y="627748"/>
                  </a:lnTo>
                  <a:lnTo>
                    <a:pt x="1126867" y="627748"/>
                  </a:lnTo>
                  <a:lnTo>
                    <a:pt x="1126207" y="627748"/>
                  </a:lnTo>
                  <a:lnTo>
                    <a:pt x="1125546" y="627748"/>
                  </a:lnTo>
                  <a:lnTo>
                    <a:pt x="1124886" y="627748"/>
                  </a:lnTo>
                  <a:lnTo>
                    <a:pt x="1124225" y="627748"/>
                  </a:lnTo>
                  <a:lnTo>
                    <a:pt x="1123565" y="627748"/>
                  </a:lnTo>
                  <a:lnTo>
                    <a:pt x="1122904" y="627748"/>
                  </a:lnTo>
                  <a:lnTo>
                    <a:pt x="1122244" y="627748"/>
                  </a:lnTo>
                  <a:lnTo>
                    <a:pt x="1121583" y="627748"/>
                  </a:lnTo>
                  <a:lnTo>
                    <a:pt x="1120922" y="627748"/>
                  </a:lnTo>
                  <a:lnTo>
                    <a:pt x="1120262" y="627748"/>
                  </a:lnTo>
                  <a:lnTo>
                    <a:pt x="1119601" y="627748"/>
                  </a:lnTo>
                  <a:lnTo>
                    <a:pt x="1118941" y="627748"/>
                  </a:lnTo>
                  <a:lnTo>
                    <a:pt x="1118280" y="627748"/>
                  </a:lnTo>
                  <a:lnTo>
                    <a:pt x="1117620" y="627748"/>
                  </a:lnTo>
                  <a:lnTo>
                    <a:pt x="1116959" y="627748"/>
                  </a:lnTo>
                  <a:lnTo>
                    <a:pt x="1116299" y="627748"/>
                  </a:lnTo>
                  <a:lnTo>
                    <a:pt x="1115638" y="627748"/>
                  </a:lnTo>
                  <a:lnTo>
                    <a:pt x="1114978" y="627748"/>
                  </a:lnTo>
                  <a:lnTo>
                    <a:pt x="1114317" y="627748"/>
                  </a:lnTo>
                  <a:lnTo>
                    <a:pt x="1113657" y="627748"/>
                  </a:lnTo>
                  <a:lnTo>
                    <a:pt x="1112996" y="627748"/>
                  </a:lnTo>
                  <a:lnTo>
                    <a:pt x="1112336" y="627748"/>
                  </a:lnTo>
                  <a:lnTo>
                    <a:pt x="1111675" y="627748"/>
                  </a:lnTo>
                  <a:lnTo>
                    <a:pt x="1111015" y="627748"/>
                  </a:lnTo>
                  <a:lnTo>
                    <a:pt x="1110354" y="627748"/>
                  </a:lnTo>
                  <a:lnTo>
                    <a:pt x="1109693" y="627748"/>
                  </a:lnTo>
                  <a:lnTo>
                    <a:pt x="1109033" y="627748"/>
                  </a:lnTo>
                  <a:lnTo>
                    <a:pt x="1108372" y="627748"/>
                  </a:lnTo>
                  <a:lnTo>
                    <a:pt x="1107712" y="627748"/>
                  </a:lnTo>
                  <a:lnTo>
                    <a:pt x="1107051" y="627748"/>
                  </a:lnTo>
                  <a:lnTo>
                    <a:pt x="1106391" y="627748"/>
                  </a:lnTo>
                  <a:lnTo>
                    <a:pt x="1105730" y="627748"/>
                  </a:lnTo>
                  <a:lnTo>
                    <a:pt x="1105070" y="627748"/>
                  </a:lnTo>
                  <a:lnTo>
                    <a:pt x="1104409" y="627748"/>
                  </a:lnTo>
                  <a:lnTo>
                    <a:pt x="1103749" y="627748"/>
                  </a:lnTo>
                  <a:lnTo>
                    <a:pt x="1103088" y="627748"/>
                  </a:lnTo>
                  <a:lnTo>
                    <a:pt x="1102428" y="627748"/>
                  </a:lnTo>
                  <a:lnTo>
                    <a:pt x="1101767" y="627748"/>
                  </a:lnTo>
                  <a:lnTo>
                    <a:pt x="1101107" y="627748"/>
                  </a:lnTo>
                  <a:lnTo>
                    <a:pt x="1100446" y="627748"/>
                  </a:lnTo>
                  <a:lnTo>
                    <a:pt x="1099785" y="627748"/>
                  </a:lnTo>
                  <a:lnTo>
                    <a:pt x="1099125" y="627748"/>
                  </a:lnTo>
                  <a:lnTo>
                    <a:pt x="1098464" y="627748"/>
                  </a:lnTo>
                  <a:lnTo>
                    <a:pt x="1097804" y="627748"/>
                  </a:lnTo>
                  <a:lnTo>
                    <a:pt x="1097143" y="627748"/>
                  </a:lnTo>
                  <a:lnTo>
                    <a:pt x="1096483" y="627748"/>
                  </a:lnTo>
                  <a:lnTo>
                    <a:pt x="1095822" y="627748"/>
                  </a:lnTo>
                  <a:lnTo>
                    <a:pt x="1095162" y="627748"/>
                  </a:lnTo>
                  <a:lnTo>
                    <a:pt x="1094501" y="627748"/>
                  </a:lnTo>
                  <a:lnTo>
                    <a:pt x="1093841" y="627748"/>
                  </a:lnTo>
                  <a:lnTo>
                    <a:pt x="1093180" y="627748"/>
                  </a:lnTo>
                  <a:lnTo>
                    <a:pt x="1092520" y="627748"/>
                  </a:lnTo>
                  <a:lnTo>
                    <a:pt x="1091859" y="627748"/>
                  </a:lnTo>
                  <a:lnTo>
                    <a:pt x="1091199" y="627748"/>
                  </a:lnTo>
                  <a:lnTo>
                    <a:pt x="1090538" y="627748"/>
                  </a:lnTo>
                  <a:lnTo>
                    <a:pt x="1089877" y="627748"/>
                  </a:lnTo>
                  <a:lnTo>
                    <a:pt x="1089217" y="627748"/>
                  </a:lnTo>
                  <a:lnTo>
                    <a:pt x="1088556" y="627748"/>
                  </a:lnTo>
                  <a:lnTo>
                    <a:pt x="1087896" y="627748"/>
                  </a:lnTo>
                  <a:lnTo>
                    <a:pt x="1087235" y="627748"/>
                  </a:lnTo>
                  <a:lnTo>
                    <a:pt x="1086575" y="627748"/>
                  </a:lnTo>
                  <a:lnTo>
                    <a:pt x="1085914" y="627748"/>
                  </a:lnTo>
                  <a:lnTo>
                    <a:pt x="1085254" y="627748"/>
                  </a:lnTo>
                  <a:lnTo>
                    <a:pt x="1084593" y="627748"/>
                  </a:lnTo>
                  <a:lnTo>
                    <a:pt x="1083933" y="627748"/>
                  </a:lnTo>
                  <a:lnTo>
                    <a:pt x="1083272" y="627748"/>
                  </a:lnTo>
                  <a:lnTo>
                    <a:pt x="1082612" y="627748"/>
                  </a:lnTo>
                  <a:lnTo>
                    <a:pt x="1081951" y="627748"/>
                  </a:lnTo>
                  <a:lnTo>
                    <a:pt x="1081291" y="627748"/>
                  </a:lnTo>
                  <a:lnTo>
                    <a:pt x="1080630" y="627748"/>
                  </a:lnTo>
                  <a:lnTo>
                    <a:pt x="1079969" y="627748"/>
                  </a:lnTo>
                  <a:lnTo>
                    <a:pt x="1079309" y="627748"/>
                  </a:lnTo>
                  <a:lnTo>
                    <a:pt x="1078648" y="627748"/>
                  </a:lnTo>
                  <a:lnTo>
                    <a:pt x="1077988" y="627748"/>
                  </a:lnTo>
                  <a:lnTo>
                    <a:pt x="1077327" y="627748"/>
                  </a:lnTo>
                  <a:lnTo>
                    <a:pt x="1076667" y="627748"/>
                  </a:lnTo>
                  <a:lnTo>
                    <a:pt x="1076006" y="627748"/>
                  </a:lnTo>
                  <a:lnTo>
                    <a:pt x="1075346" y="627748"/>
                  </a:lnTo>
                  <a:lnTo>
                    <a:pt x="1074685" y="627748"/>
                  </a:lnTo>
                  <a:lnTo>
                    <a:pt x="1074025" y="627748"/>
                  </a:lnTo>
                  <a:lnTo>
                    <a:pt x="1073364" y="627748"/>
                  </a:lnTo>
                  <a:lnTo>
                    <a:pt x="1072704" y="627748"/>
                  </a:lnTo>
                  <a:lnTo>
                    <a:pt x="1072043" y="627748"/>
                  </a:lnTo>
                  <a:lnTo>
                    <a:pt x="1071383" y="627748"/>
                  </a:lnTo>
                  <a:lnTo>
                    <a:pt x="1070722" y="627748"/>
                  </a:lnTo>
                  <a:lnTo>
                    <a:pt x="1070062" y="627748"/>
                  </a:lnTo>
                  <a:lnTo>
                    <a:pt x="1069401" y="627748"/>
                  </a:lnTo>
                  <a:lnTo>
                    <a:pt x="1068740" y="627748"/>
                  </a:lnTo>
                  <a:lnTo>
                    <a:pt x="1068080" y="627748"/>
                  </a:lnTo>
                  <a:lnTo>
                    <a:pt x="1067419" y="627748"/>
                  </a:lnTo>
                  <a:lnTo>
                    <a:pt x="1066759" y="627748"/>
                  </a:lnTo>
                  <a:lnTo>
                    <a:pt x="1066098" y="627748"/>
                  </a:lnTo>
                  <a:lnTo>
                    <a:pt x="1065438" y="627748"/>
                  </a:lnTo>
                  <a:lnTo>
                    <a:pt x="1064777" y="627748"/>
                  </a:lnTo>
                  <a:lnTo>
                    <a:pt x="1064117" y="627748"/>
                  </a:lnTo>
                  <a:lnTo>
                    <a:pt x="1063456" y="627748"/>
                  </a:lnTo>
                  <a:lnTo>
                    <a:pt x="1062796" y="627748"/>
                  </a:lnTo>
                  <a:lnTo>
                    <a:pt x="1062135" y="627748"/>
                  </a:lnTo>
                  <a:lnTo>
                    <a:pt x="1061475" y="627748"/>
                  </a:lnTo>
                  <a:lnTo>
                    <a:pt x="1060814" y="627748"/>
                  </a:lnTo>
                  <a:lnTo>
                    <a:pt x="1060154" y="627748"/>
                  </a:lnTo>
                  <a:lnTo>
                    <a:pt x="1059493" y="627748"/>
                  </a:lnTo>
                  <a:lnTo>
                    <a:pt x="1058832" y="627748"/>
                  </a:lnTo>
                  <a:lnTo>
                    <a:pt x="1058172" y="627748"/>
                  </a:lnTo>
                  <a:lnTo>
                    <a:pt x="1057511" y="627748"/>
                  </a:lnTo>
                  <a:lnTo>
                    <a:pt x="1056851" y="627748"/>
                  </a:lnTo>
                  <a:lnTo>
                    <a:pt x="1056190" y="627748"/>
                  </a:lnTo>
                  <a:lnTo>
                    <a:pt x="1055530" y="627748"/>
                  </a:lnTo>
                  <a:lnTo>
                    <a:pt x="1054869" y="627748"/>
                  </a:lnTo>
                  <a:lnTo>
                    <a:pt x="1054209" y="627748"/>
                  </a:lnTo>
                  <a:lnTo>
                    <a:pt x="1053548" y="627748"/>
                  </a:lnTo>
                  <a:lnTo>
                    <a:pt x="1052888" y="627748"/>
                  </a:lnTo>
                  <a:lnTo>
                    <a:pt x="1052227" y="627748"/>
                  </a:lnTo>
                  <a:lnTo>
                    <a:pt x="1051567" y="627748"/>
                  </a:lnTo>
                  <a:lnTo>
                    <a:pt x="1050906" y="627748"/>
                  </a:lnTo>
                  <a:lnTo>
                    <a:pt x="1050246" y="627748"/>
                  </a:lnTo>
                  <a:lnTo>
                    <a:pt x="1049585" y="627748"/>
                  </a:lnTo>
                  <a:lnTo>
                    <a:pt x="1048924" y="627748"/>
                  </a:lnTo>
                  <a:lnTo>
                    <a:pt x="1048264" y="627748"/>
                  </a:lnTo>
                  <a:lnTo>
                    <a:pt x="1047603" y="627748"/>
                  </a:lnTo>
                  <a:lnTo>
                    <a:pt x="1046943" y="627748"/>
                  </a:lnTo>
                  <a:lnTo>
                    <a:pt x="1046282" y="627748"/>
                  </a:lnTo>
                  <a:lnTo>
                    <a:pt x="1045622" y="627748"/>
                  </a:lnTo>
                  <a:lnTo>
                    <a:pt x="1044961" y="627748"/>
                  </a:lnTo>
                  <a:lnTo>
                    <a:pt x="1044301" y="627748"/>
                  </a:lnTo>
                  <a:lnTo>
                    <a:pt x="1043640" y="627748"/>
                  </a:lnTo>
                  <a:lnTo>
                    <a:pt x="1042980" y="627748"/>
                  </a:lnTo>
                  <a:lnTo>
                    <a:pt x="1042319" y="627748"/>
                  </a:lnTo>
                  <a:lnTo>
                    <a:pt x="1041659" y="627748"/>
                  </a:lnTo>
                  <a:lnTo>
                    <a:pt x="1040998" y="627748"/>
                  </a:lnTo>
                  <a:lnTo>
                    <a:pt x="1040338" y="627748"/>
                  </a:lnTo>
                  <a:lnTo>
                    <a:pt x="1039677" y="627748"/>
                  </a:lnTo>
                  <a:lnTo>
                    <a:pt x="1039017" y="627748"/>
                  </a:lnTo>
                  <a:lnTo>
                    <a:pt x="1038356" y="627748"/>
                  </a:lnTo>
                  <a:lnTo>
                    <a:pt x="1037695" y="627748"/>
                  </a:lnTo>
                  <a:lnTo>
                    <a:pt x="1037035" y="627748"/>
                  </a:lnTo>
                  <a:lnTo>
                    <a:pt x="1036374" y="627748"/>
                  </a:lnTo>
                  <a:lnTo>
                    <a:pt x="1035714" y="627748"/>
                  </a:lnTo>
                  <a:lnTo>
                    <a:pt x="1035053" y="627748"/>
                  </a:lnTo>
                  <a:lnTo>
                    <a:pt x="1034393" y="627748"/>
                  </a:lnTo>
                  <a:lnTo>
                    <a:pt x="1033732" y="627748"/>
                  </a:lnTo>
                  <a:lnTo>
                    <a:pt x="1033072" y="627748"/>
                  </a:lnTo>
                  <a:lnTo>
                    <a:pt x="1032411" y="627748"/>
                  </a:lnTo>
                  <a:lnTo>
                    <a:pt x="1031751" y="627748"/>
                  </a:lnTo>
                  <a:lnTo>
                    <a:pt x="1031090" y="627748"/>
                  </a:lnTo>
                  <a:lnTo>
                    <a:pt x="1030430" y="627748"/>
                  </a:lnTo>
                  <a:lnTo>
                    <a:pt x="1029769" y="627748"/>
                  </a:lnTo>
                  <a:lnTo>
                    <a:pt x="1029109" y="627748"/>
                  </a:lnTo>
                  <a:lnTo>
                    <a:pt x="1028448" y="627748"/>
                  </a:lnTo>
                  <a:lnTo>
                    <a:pt x="1027787" y="627748"/>
                  </a:lnTo>
                  <a:lnTo>
                    <a:pt x="1027127" y="627748"/>
                  </a:lnTo>
                  <a:lnTo>
                    <a:pt x="1026466" y="627748"/>
                  </a:lnTo>
                  <a:lnTo>
                    <a:pt x="1025806" y="627748"/>
                  </a:lnTo>
                  <a:lnTo>
                    <a:pt x="1025145" y="627748"/>
                  </a:lnTo>
                  <a:lnTo>
                    <a:pt x="1024485" y="627748"/>
                  </a:lnTo>
                  <a:lnTo>
                    <a:pt x="1023824" y="627748"/>
                  </a:lnTo>
                  <a:lnTo>
                    <a:pt x="1023164" y="627748"/>
                  </a:lnTo>
                  <a:lnTo>
                    <a:pt x="1022503" y="627748"/>
                  </a:lnTo>
                  <a:lnTo>
                    <a:pt x="1021843" y="627748"/>
                  </a:lnTo>
                  <a:lnTo>
                    <a:pt x="1021182" y="627748"/>
                  </a:lnTo>
                  <a:lnTo>
                    <a:pt x="1020522" y="627748"/>
                  </a:lnTo>
                  <a:lnTo>
                    <a:pt x="1019861" y="627748"/>
                  </a:lnTo>
                  <a:lnTo>
                    <a:pt x="1019201" y="627748"/>
                  </a:lnTo>
                  <a:lnTo>
                    <a:pt x="1018540" y="627748"/>
                  </a:lnTo>
                  <a:lnTo>
                    <a:pt x="1017879" y="627748"/>
                  </a:lnTo>
                  <a:lnTo>
                    <a:pt x="1017219" y="627748"/>
                  </a:lnTo>
                  <a:lnTo>
                    <a:pt x="1016558" y="627748"/>
                  </a:lnTo>
                  <a:lnTo>
                    <a:pt x="1015898" y="627748"/>
                  </a:lnTo>
                  <a:lnTo>
                    <a:pt x="1015237" y="627748"/>
                  </a:lnTo>
                  <a:lnTo>
                    <a:pt x="1014577" y="627748"/>
                  </a:lnTo>
                  <a:lnTo>
                    <a:pt x="1013916" y="627748"/>
                  </a:lnTo>
                  <a:lnTo>
                    <a:pt x="1013256" y="627748"/>
                  </a:lnTo>
                  <a:lnTo>
                    <a:pt x="1012595" y="627748"/>
                  </a:lnTo>
                  <a:lnTo>
                    <a:pt x="1011935" y="627748"/>
                  </a:lnTo>
                  <a:lnTo>
                    <a:pt x="1011274" y="627748"/>
                  </a:lnTo>
                  <a:lnTo>
                    <a:pt x="1010614" y="627748"/>
                  </a:lnTo>
                  <a:lnTo>
                    <a:pt x="1009953" y="627748"/>
                  </a:lnTo>
                  <a:lnTo>
                    <a:pt x="1009293" y="627748"/>
                  </a:lnTo>
                  <a:lnTo>
                    <a:pt x="1008632" y="627748"/>
                  </a:lnTo>
                  <a:lnTo>
                    <a:pt x="1007971" y="627748"/>
                  </a:lnTo>
                  <a:lnTo>
                    <a:pt x="1007311" y="627748"/>
                  </a:lnTo>
                  <a:lnTo>
                    <a:pt x="1006650" y="627748"/>
                  </a:lnTo>
                  <a:lnTo>
                    <a:pt x="1005990" y="627748"/>
                  </a:lnTo>
                  <a:lnTo>
                    <a:pt x="1005329" y="627748"/>
                  </a:lnTo>
                  <a:lnTo>
                    <a:pt x="1004669" y="627748"/>
                  </a:lnTo>
                  <a:lnTo>
                    <a:pt x="1004008" y="627748"/>
                  </a:lnTo>
                  <a:lnTo>
                    <a:pt x="1003348" y="627748"/>
                  </a:lnTo>
                  <a:lnTo>
                    <a:pt x="1002687" y="627748"/>
                  </a:lnTo>
                  <a:lnTo>
                    <a:pt x="1002027" y="627748"/>
                  </a:lnTo>
                  <a:lnTo>
                    <a:pt x="1001366" y="627748"/>
                  </a:lnTo>
                  <a:lnTo>
                    <a:pt x="1000706" y="627748"/>
                  </a:lnTo>
                  <a:lnTo>
                    <a:pt x="1000045" y="627748"/>
                  </a:lnTo>
                  <a:lnTo>
                    <a:pt x="999385" y="627748"/>
                  </a:lnTo>
                  <a:lnTo>
                    <a:pt x="998724" y="627748"/>
                  </a:lnTo>
                  <a:lnTo>
                    <a:pt x="998064" y="627748"/>
                  </a:lnTo>
                  <a:lnTo>
                    <a:pt x="997403" y="627748"/>
                  </a:lnTo>
                  <a:lnTo>
                    <a:pt x="996742" y="627748"/>
                  </a:lnTo>
                  <a:lnTo>
                    <a:pt x="996082" y="627748"/>
                  </a:lnTo>
                  <a:lnTo>
                    <a:pt x="995421" y="627748"/>
                  </a:lnTo>
                  <a:lnTo>
                    <a:pt x="994761" y="627748"/>
                  </a:lnTo>
                  <a:lnTo>
                    <a:pt x="994100" y="627748"/>
                  </a:lnTo>
                  <a:lnTo>
                    <a:pt x="993440" y="627748"/>
                  </a:lnTo>
                  <a:lnTo>
                    <a:pt x="992779" y="627748"/>
                  </a:lnTo>
                  <a:lnTo>
                    <a:pt x="992119" y="627748"/>
                  </a:lnTo>
                  <a:lnTo>
                    <a:pt x="991458" y="627748"/>
                  </a:lnTo>
                  <a:lnTo>
                    <a:pt x="990798" y="627748"/>
                  </a:lnTo>
                  <a:lnTo>
                    <a:pt x="990137" y="627748"/>
                  </a:lnTo>
                  <a:lnTo>
                    <a:pt x="989477" y="627748"/>
                  </a:lnTo>
                  <a:lnTo>
                    <a:pt x="988816" y="627748"/>
                  </a:lnTo>
                  <a:lnTo>
                    <a:pt x="988156" y="627748"/>
                  </a:lnTo>
                  <a:lnTo>
                    <a:pt x="987495" y="627748"/>
                  </a:lnTo>
                  <a:lnTo>
                    <a:pt x="986834" y="627748"/>
                  </a:lnTo>
                  <a:lnTo>
                    <a:pt x="986174" y="627748"/>
                  </a:lnTo>
                  <a:lnTo>
                    <a:pt x="985513" y="627748"/>
                  </a:lnTo>
                  <a:lnTo>
                    <a:pt x="984853" y="627748"/>
                  </a:lnTo>
                  <a:lnTo>
                    <a:pt x="984192" y="627748"/>
                  </a:lnTo>
                  <a:lnTo>
                    <a:pt x="983532" y="627748"/>
                  </a:lnTo>
                  <a:lnTo>
                    <a:pt x="982871" y="627748"/>
                  </a:lnTo>
                  <a:lnTo>
                    <a:pt x="982211" y="627748"/>
                  </a:lnTo>
                  <a:lnTo>
                    <a:pt x="981550" y="627748"/>
                  </a:lnTo>
                  <a:lnTo>
                    <a:pt x="980890" y="627748"/>
                  </a:lnTo>
                  <a:lnTo>
                    <a:pt x="980229" y="627748"/>
                  </a:lnTo>
                  <a:lnTo>
                    <a:pt x="979569" y="627748"/>
                  </a:lnTo>
                  <a:lnTo>
                    <a:pt x="978908" y="627748"/>
                  </a:lnTo>
                  <a:lnTo>
                    <a:pt x="978248" y="627748"/>
                  </a:lnTo>
                  <a:lnTo>
                    <a:pt x="977587" y="627748"/>
                  </a:lnTo>
                  <a:lnTo>
                    <a:pt x="976926" y="627748"/>
                  </a:lnTo>
                  <a:lnTo>
                    <a:pt x="976266" y="627748"/>
                  </a:lnTo>
                  <a:lnTo>
                    <a:pt x="975605" y="627748"/>
                  </a:lnTo>
                  <a:lnTo>
                    <a:pt x="974945" y="627748"/>
                  </a:lnTo>
                  <a:lnTo>
                    <a:pt x="974284" y="627748"/>
                  </a:lnTo>
                  <a:lnTo>
                    <a:pt x="973624" y="627748"/>
                  </a:lnTo>
                  <a:lnTo>
                    <a:pt x="972963" y="627748"/>
                  </a:lnTo>
                  <a:lnTo>
                    <a:pt x="972303" y="627748"/>
                  </a:lnTo>
                  <a:lnTo>
                    <a:pt x="971642" y="627748"/>
                  </a:lnTo>
                  <a:lnTo>
                    <a:pt x="970982" y="627748"/>
                  </a:lnTo>
                  <a:lnTo>
                    <a:pt x="970321" y="627748"/>
                  </a:lnTo>
                  <a:lnTo>
                    <a:pt x="969661" y="627748"/>
                  </a:lnTo>
                  <a:lnTo>
                    <a:pt x="969000" y="627748"/>
                  </a:lnTo>
                  <a:lnTo>
                    <a:pt x="968340" y="627748"/>
                  </a:lnTo>
                  <a:lnTo>
                    <a:pt x="967679" y="627748"/>
                  </a:lnTo>
                  <a:lnTo>
                    <a:pt x="967019" y="627748"/>
                  </a:lnTo>
                  <a:lnTo>
                    <a:pt x="966358" y="627748"/>
                  </a:lnTo>
                  <a:lnTo>
                    <a:pt x="965697" y="627748"/>
                  </a:lnTo>
                  <a:lnTo>
                    <a:pt x="965037" y="627748"/>
                  </a:lnTo>
                  <a:lnTo>
                    <a:pt x="964376" y="627748"/>
                  </a:lnTo>
                  <a:lnTo>
                    <a:pt x="963716" y="627748"/>
                  </a:lnTo>
                  <a:lnTo>
                    <a:pt x="963055" y="627748"/>
                  </a:lnTo>
                  <a:lnTo>
                    <a:pt x="962395" y="627748"/>
                  </a:lnTo>
                  <a:lnTo>
                    <a:pt x="961734" y="627748"/>
                  </a:lnTo>
                  <a:lnTo>
                    <a:pt x="961074" y="627748"/>
                  </a:lnTo>
                  <a:lnTo>
                    <a:pt x="960413" y="627748"/>
                  </a:lnTo>
                  <a:lnTo>
                    <a:pt x="959753" y="627748"/>
                  </a:lnTo>
                  <a:lnTo>
                    <a:pt x="959092" y="627748"/>
                  </a:lnTo>
                  <a:lnTo>
                    <a:pt x="958432" y="627748"/>
                  </a:lnTo>
                  <a:lnTo>
                    <a:pt x="957771" y="627748"/>
                  </a:lnTo>
                  <a:lnTo>
                    <a:pt x="957111" y="627748"/>
                  </a:lnTo>
                  <a:lnTo>
                    <a:pt x="956450" y="627748"/>
                  </a:lnTo>
                  <a:lnTo>
                    <a:pt x="955789" y="627748"/>
                  </a:lnTo>
                  <a:lnTo>
                    <a:pt x="955129" y="627748"/>
                  </a:lnTo>
                  <a:lnTo>
                    <a:pt x="954468" y="627748"/>
                  </a:lnTo>
                  <a:lnTo>
                    <a:pt x="953808" y="627748"/>
                  </a:lnTo>
                  <a:lnTo>
                    <a:pt x="953147" y="627748"/>
                  </a:lnTo>
                  <a:lnTo>
                    <a:pt x="952487" y="627748"/>
                  </a:lnTo>
                  <a:lnTo>
                    <a:pt x="951826" y="627748"/>
                  </a:lnTo>
                  <a:lnTo>
                    <a:pt x="951166" y="627748"/>
                  </a:lnTo>
                  <a:lnTo>
                    <a:pt x="950505" y="627748"/>
                  </a:lnTo>
                  <a:lnTo>
                    <a:pt x="949845" y="627748"/>
                  </a:lnTo>
                  <a:lnTo>
                    <a:pt x="949184" y="627748"/>
                  </a:lnTo>
                  <a:lnTo>
                    <a:pt x="948524" y="627748"/>
                  </a:lnTo>
                  <a:lnTo>
                    <a:pt x="947863" y="627748"/>
                  </a:lnTo>
                  <a:lnTo>
                    <a:pt x="947203" y="627748"/>
                  </a:lnTo>
                  <a:lnTo>
                    <a:pt x="946542" y="627748"/>
                  </a:lnTo>
                  <a:lnTo>
                    <a:pt x="945881" y="627748"/>
                  </a:lnTo>
                  <a:lnTo>
                    <a:pt x="945221" y="627748"/>
                  </a:lnTo>
                  <a:lnTo>
                    <a:pt x="944560" y="627748"/>
                  </a:lnTo>
                  <a:lnTo>
                    <a:pt x="943900" y="627748"/>
                  </a:lnTo>
                  <a:lnTo>
                    <a:pt x="943239" y="627748"/>
                  </a:lnTo>
                  <a:lnTo>
                    <a:pt x="942579" y="627748"/>
                  </a:lnTo>
                  <a:lnTo>
                    <a:pt x="941918" y="627748"/>
                  </a:lnTo>
                  <a:lnTo>
                    <a:pt x="941258" y="627748"/>
                  </a:lnTo>
                  <a:lnTo>
                    <a:pt x="940597" y="627748"/>
                  </a:lnTo>
                  <a:lnTo>
                    <a:pt x="939937" y="627748"/>
                  </a:lnTo>
                  <a:lnTo>
                    <a:pt x="939276" y="627748"/>
                  </a:lnTo>
                  <a:lnTo>
                    <a:pt x="938616" y="627748"/>
                  </a:lnTo>
                  <a:lnTo>
                    <a:pt x="937955" y="627748"/>
                  </a:lnTo>
                  <a:lnTo>
                    <a:pt x="937295" y="627748"/>
                  </a:lnTo>
                  <a:lnTo>
                    <a:pt x="936634" y="627748"/>
                  </a:lnTo>
                  <a:lnTo>
                    <a:pt x="935973" y="627748"/>
                  </a:lnTo>
                  <a:lnTo>
                    <a:pt x="935313" y="627748"/>
                  </a:lnTo>
                  <a:lnTo>
                    <a:pt x="934652" y="627748"/>
                  </a:lnTo>
                  <a:lnTo>
                    <a:pt x="933992" y="627748"/>
                  </a:lnTo>
                  <a:lnTo>
                    <a:pt x="933331" y="627748"/>
                  </a:lnTo>
                  <a:lnTo>
                    <a:pt x="932671" y="627748"/>
                  </a:lnTo>
                  <a:lnTo>
                    <a:pt x="932010" y="627748"/>
                  </a:lnTo>
                  <a:lnTo>
                    <a:pt x="931350" y="627748"/>
                  </a:lnTo>
                  <a:lnTo>
                    <a:pt x="930689" y="627748"/>
                  </a:lnTo>
                  <a:lnTo>
                    <a:pt x="930029" y="627748"/>
                  </a:lnTo>
                  <a:lnTo>
                    <a:pt x="929368" y="627748"/>
                  </a:lnTo>
                  <a:lnTo>
                    <a:pt x="928708" y="627748"/>
                  </a:lnTo>
                  <a:lnTo>
                    <a:pt x="928047" y="627748"/>
                  </a:lnTo>
                  <a:lnTo>
                    <a:pt x="927387" y="627748"/>
                  </a:lnTo>
                  <a:lnTo>
                    <a:pt x="926726" y="627748"/>
                  </a:lnTo>
                  <a:lnTo>
                    <a:pt x="926066" y="627748"/>
                  </a:lnTo>
                  <a:lnTo>
                    <a:pt x="925405" y="627748"/>
                  </a:lnTo>
                  <a:lnTo>
                    <a:pt x="924744" y="627748"/>
                  </a:lnTo>
                  <a:lnTo>
                    <a:pt x="924084" y="627748"/>
                  </a:lnTo>
                  <a:lnTo>
                    <a:pt x="923423" y="627748"/>
                  </a:lnTo>
                  <a:lnTo>
                    <a:pt x="922763" y="627748"/>
                  </a:lnTo>
                  <a:lnTo>
                    <a:pt x="922102" y="627748"/>
                  </a:lnTo>
                  <a:lnTo>
                    <a:pt x="921442" y="627748"/>
                  </a:lnTo>
                  <a:lnTo>
                    <a:pt x="920781" y="627748"/>
                  </a:lnTo>
                  <a:lnTo>
                    <a:pt x="920121" y="627748"/>
                  </a:lnTo>
                  <a:lnTo>
                    <a:pt x="919460" y="627748"/>
                  </a:lnTo>
                  <a:lnTo>
                    <a:pt x="918800" y="627748"/>
                  </a:lnTo>
                  <a:lnTo>
                    <a:pt x="918139" y="627748"/>
                  </a:lnTo>
                  <a:lnTo>
                    <a:pt x="917479" y="627748"/>
                  </a:lnTo>
                  <a:lnTo>
                    <a:pt x="916818" y="627748"/>
                  </a:lnTo>
                  <a:lnTo>
                    <a:pt x="916158" y="627748"/>
                  </a:lnTo>
                  <a:lnTo>
                    <a:pt x="915497" y="627748"/>
                  </a:lnTo>
                  <a:lnTo>
                    <a:pt x="914836" y="627748"/>
                  </a:lnTo>
                  <a:lnTo>
                    <a:pt x="914176" y="627748"/>
                  </a:lnTo>
                  <a:lnTo>
                    <a:pt x="913515" y="627748"/>
                  </a:lnTo>
                  <a:lnTo>
                    <a:pt x="912855" y="627748"/>
                  </a:lnTo>
                  <a:lnTo>
                    <a:pt x="912194" y="627748"/>
                  </a:lnTo>
                  <a:lnTo>
                    <a:pt x="911534" y="627748"/>
                  </a:lnTo>
                  <a:lnTo>
                    <a:pt x="910873" y="627748"/>
                  </a:lnTo>
                  <a:lnTo>
                    <a:pt x="910213" y="627748"/>
                  </a:lnTo>
                  <a:lnTo>
                    <a:pt x="909552" y="627748"/>
                  </a:lnTo>
                  <a:lnTo>
                    <a:pt x="908892" y="627748"/>
                  </a:lnTo>
                  <a:lnTo>
                    <a:pt x="908231" y="627748"/>
                  </a:lnTo>
                  <a:lnTo>
                    <a:pt x="907571" y="627748"/>
                  </a:lnTo>
                  <a:lnTo>
                    <a:pt x="906910" y="627748"/>
                  </a:lnTo>
                  <a:lnTo>
                    <a:pt x="906250" y="627748"/>
                  </a:lnTo>
                  <a:lnTo>
                    <a:pt x="905589" y="627748"/>
                  </a:lnTo>
                  <a:lnTo>
                    <a:pt x="904928" y="627748"/>
                  </a:lnTo>
                  <a:lnTo>
                    <a:pt x="904268" y="627748"/>
                  </a:lnTo>
                  <a:lnTo>
                    <a:pt x="903607" y="627748"/>
                  </a:lnTo>
                  <a:lnTo>
                    <a:pt x="902947" y="627748"/>
                  </a:lnTo>
                  <a:lnTo>
                    <a:pt x="902286" y="627748"/>
                  </a:lnTo>
                  <a:lnTo>
                    <a:pt x="901626" y="627748"/>
                  </a:lnTo>
                  <a:lnTo>
                    <a:pt x="900965" y="627748"/>
                  </a:lnTo>
                  <a:lnTo>
                    <a:pt x="900305" y="627748"/>
                  </a:lnTo>
                  <a:lnTo>
                    <a:pt x="899644" y="627748"/>
                  </a:lnTo>
                  <a:lnTo>
                    <a:pt x="898984" y="627748"/>
                  </a:lnTo>
                  <a:lnTo>
                    <a:pt x="898323" y="627748"/>
                  </a:lnTo>
                  <a:lnTo>
                    <a:pt x="897663" y="627748"/>
                  </a:lnTo>
                  <a:lnTo>
                    <a:pt x="897002" y="627748"/>
                  </a:lnTo>
                  <a:lnTo>
                    <a:pt x="896342" y="627748"/>
                  </a:lnTo>
                  <a:lnTo>
                    <a:pt x="895681" y="627748"/>
                  </a:lnTo>
                  <a:lnTo>
                    <a:pt x="895021" y="627748"/>
                  </a:lnTo>
                  <a:lnTo>
                    <a:pt x="894360" y="627748"/>
                  </a:lnTo>
                  <a:lnTo>
                    <a:pt x="893699" y="627748"/>
                  </a:lnTo>
                  <a:lnTo>
                    <a:pt x="893039" y="627748"/>
                  </a:lnTo>
                  <a:lnTo>
                    <a:pt x="892378" y="627748"/>
                  </a:lnTo>
                  <a:lnTo>
                    <a:pt x="891718" y="627748"/>
                  </a:lnTo>
                  <a:lnTo>
                    <a:pt x="891057" y="627748"/>
                  </a:lnTo>
                  <a:lnTo>
                    <a:pt x="890397" y="627748"/>
                  </a:lnTo>
                  <a:lnTo>
                    <a:pt x="889736" y="627748"/>
                  </a:lnTo>
                  <a:lnTo>
                    <a:pt x="889076" y="627748"/>
                  </a:lnTo>
                  <a:lnTo>
                    <a:pt x="888415" y="627748"/>
                  </a:lnTo>
                  <a:lnTo>
                    <a:pt x="887755" y="627748"/>
                  </a:lnTo>
                  <a:lnTo>
                    <a:pt x="887094" y="627748"/>
                  </a:lnTo>
                  <a:lnTo>
                    <a:pt x="886434" y="627748"/>
                  </a:lnTo>
                  <a:lnTo>
                    <a:pt x="885773" y="627748"/>
                  </a:lnTo>
                  <a:lnTo>
                    <a:pt x="885113" y="627748"/>
                  </a:lnTo>
                  <a:lnTo>
                    <a:pt x="884452" y="627748"/>
                  </a:lnTo>
                  <a:lnTo>
                    <a:pt x="883791" y="627748"/>
                  </a:lnTo>
                  <a:lnTo>
                    <a:pt x="883131" y="627748"/>
                  </a:lnTo>
                  <a:lnTo>
                    <a:pt x="882470" y="627748"/>
                  </a:lnTo>
                  <a:lnTo>
                    <a:pt x="881810" y="627748"/>
                  </a:lnTo>
                  <a:lnTo>
                    <a:pt x="881149" y="627748"/>
                  </a:lnTo>
                  <a:lnTo>
                    <a:pt x="880489" y="627748"/>
                  </a:lnTo>
                  <a:lnTo>
                    <a:pt x="879828" y="627748"/>
                  </a:lnTo>
                  <a:lnTo>
                    <a:pt x="879168" y="627748"/>
                  </a:lnTo>
                  <a:lnTo>
                    <a:pt x="878507" y="627748"/>
                  </a:lnTo>
                  <a:lnTo>
                    <a:pt x="877847" y="627748"/>
                  </a:lnTo>
                  <a:lnTo>
                    <a:pt x="877186" y="627748"/>
                  </a:lnTo>
                  <a:lnTo>
                    <a:pt x="876526" y="627748"/>
                  </a:lnTo>
                  <a:lnTo>
                    <a:pt x="875865" y="627748"/>
                  </a:lnTo>
                  <a:lnTo>
                    <a:pt x="875205" y="627748"/>
                  </a:lnTo>
                  <a:lnTo>
                    <a:pt x="874544" y="627748"/>
                  </a:lnTo>
                  <a:lnTo>
                    <a:pt x="873883" y="627748"/>
                  </a:lnTo>
                  <a:lnTo>
                    <a:pt x="873223" y="627748"/>
                  </a:lnTo>
                  <a:lnTo>
                    <a:pt x="872562" y="627748"/>
                  </a:lnTo>
                  <a:lnTo>
                    <a:pt x="871902" y="627748"/>
                  </a:lnTo>
                  <a:lnTo>
                    <a:pt x="871241" y="627748"/>
                  </a:lnTo>
                  <a:lnTo>
                    <a:pt x="870581" y="627748"/>
                  </a:lnTo>
                  <a:lnTo>
                    <a:pt x="869920" y="627748"/>
                  </a:lnTo>
                  <a:lnTo>
                    <a:pt x="869260" y="627748"/>
                  </a:lnTo>
                  <a:lnTo>
                    <a:pt x="868599" y="627748"/>
                  </a:lnTo>
                  <a:lnTo>
                    <a:pt x="867939" y="627748"/>
                  </a:lnTo>
                  <a:lnTo>
                    <a:pt x="867278" y="627748"/>
                  </a:lnTo>
                  <a:lnTo>
                    <a:pt x="866618" y="627748"/>
                  </a:lnTo>
                  <a:lnTo>
                    <a:pt x="865957" y="627748"/>
                  </a:lnTo>
                  <a:lnTo>
                    <a:pt x="865297" y="627748"/>
                  </a:lnTo>
                  <a:lnTo>
                    <a:pt x="864636" y="627748"/>
                  </a:lnTo>
                  <a:lnTo>
                    <a:pt x="863975" y="627748"/>
                  </a:lnTo>
                  <a:lnTo>
                    <a:pt x="863315" y="627748"/>
                  </a:lnTo>
                  <a:lnTo>
                    <a:pt x="862654" y="627748"/>
                  </a:lnTo>
                  <a:lnTo>
                    <a:pt x="861994" y="627748"/>
                  </a:lnTo>
                  <a:lnTo>
                    <a:pt x="861333" y="627748"/>
                  </a:lnTo>
                  <a:lnTo>
                    <a:pt x="860673" y="627748"/>
                  </a:lnTo>
                  <a:lnTo>
                    <a:pt x="860012" y="627748"/>
                  </a:lnTo>
                  <a:lnTo>
                    <a:pt x="859352" y="627748"/>
                  </a:lnTo>
                  <a:lnTo>
                    <a:pt x="858691" y="627748"/>
                  </a:lnTo>
                  <a:lnTo>
                    <a:pt x="858031" y="627748"/>
                  </a:lnTo>
                  <a:lnTo>
                    <a:pt x="857370" y="627748"/>
                  </a:lnTo>
                  <a:lnTo>
                    <a:pt x="856710" y="627748"/>
                  </a:lnTo>
                  <a:lnTo>
                    <a:pt x="856049" y="627748"/>
                  </a:lnTo>
                  <a:lnTo>
                    <a:pt x="855389" y="627748"/>
                  </a:lnTo>
                  <a:lnTo>
                    <a:pt x="854728" y="627748"/>
                  </a:lnTo>
                  <a:lnTo>
                    <a:pt x="854068" y="627748"/>
                  </a:lnTo>
                  <a:lnTo>
                    <a:pt x="853407" y="627748"/>
                  </a:lnTo>
                  <a:lnTo>
                    <a:pt x="852746" y="627748"/>
                  </a:lnTo>
                  <a:lnTo>
                    <a:pt x="852086" y="627748"/>
                  </a:lnTo>
                  <a:lnTo>
                    <a:pt x="851425" y="627748"/>
                  </a:lnTo>
                  <a:lnTo>
                    <a:pt x="850765" y="627748"/>
                  </a:lnTo>
                  <a:lnTo>
                    <a:pt x="850104" y="627748"/>
                  </a:lnTo>
                  <a:lnTo>
                    <a:pt x="849444" y="627748"/>
                  </a:lnTo>
                  <a:lnTo>
                    <a:pt x="848783" y="627748"/>
                  </a:lnTo>
                  <a:lnTo>
                    <a:pt x="848123" y="627748"/>
                  </a:lnTo>
                  <a:lnTo>
                    <a:pt x="847462" y="627748"/>
                  </a:lnTo>
                  <a:lnTo>
                    <a:pt x="846802" y="627748"/>
                  </a:lnTo>
                  <a:lnTo>
                    <a:pt x="846141" y="627748"/>
                  </a:lnTo>
                  <a:lnTo>
                    <a:pt x="845481" y="627748"/>
                  </a:lnTo>
                  <a:lnTo>
                    <a:pt x="844820" y="627748"/>
                  </a:lnTo>
                  <a:lnTo>
                    <a:pt x="844160" y="627748"/>
                  </a:lnTo>
                  <a:lnTo>
                    <a:pt x="843499" y="627748"/>
                  </a:lnTo>
                  <a:lnTo>
                    <a:pt x="842838" y="627748"/>
                  </a:lnTo>
                  <a:lnTo>
                    <a:pt x="842178" y="627748"/>
                  </a:lnTo>
                  <a:lnTo>
                    <a:pt x="841517" y="627748"/>
                  </a:lnTo>
                  <a:lnTo>
                    <a:pt x="840857" y="627748"/>
                  </a:lnTo>
                  <a:lnTo>
                    <a:pt x="840196" y="627748"/>
                  </a:lnTo>
                  <a:lnTo>
                    <a:pt x="839536" y="627748"/>
                  </a:lnTo>
                  <a:lnTo>
                    <a:pt x="838875" y="627748"/>
                  </a:lnTo>
                  <a:lnTo>
                    <a:pt x="838215" y="627748"/>
                  </a:lnTo>
                  <a:lnTo>
                    <a:pt x="837554" y="627748"/>
                  </a:lnTo>
                  <a:lnTo>
                    <a:pt x="836894" y="627748"/>
                  </a:lnTo>
                  <a:lnTo>
                    <a:pt x="836233" y="627748"/>
                  </a:lnTo>
                  <a:lnTo>
                    <a:pt x="835573" y="627748"/>
                  </a:lnTo>
                  <a:lnTo>
                    <a:pt x="834912" y="627748"/>
                  </a:lnTo>
                  <a:lnTo>
                    <a:pt x="834252" y="627748"/>
                  </a:lnTo>
                  <a:lnTo>
                    <a:pt x="833591" y="627748"/>
                  </a:lnTo>
                  <a:lnTo>
                    <a:pt x="832930" y="627748"/>
                  </a:lnTo>
                  <a:lnTo>
                    <a:pt x="832270" y="627748"/>
                  </a:lnTo>
                  <a:lnTo>
                    <a:pt x="831609" y="627748"/>
                  </a:lnTo>
                  <a:lnTo>
                    <a:pt x="830949" y="627748"/>
                  </a:lnTo>
                  <a:lnTo>
                    <a:pt x="830288" y="627748"/>
                  </a:lnTo>
                  <a:lnTo>
                    <a:pt x="829628" y="627748"/>
                  </a:lnTo>
                  <a:lnTo>
                    <a:pt x="828967" y="627748"/>
                  </a:lnTo>
                  <a:lnTo>
                    <a:pt x="828307" y="627748"/>
                  </a:lnTo>
                  <a:lnTo>
                    <a:pt x="827646" y="627748"/>
                  </a:lnTo>
                  <a:lnTo>
                    <a:pt x="826986" y="627748"/>
                  </a:lnTo>
                  <a:lnTo>
                    <a:pt x="826325" y="627748"/>
                  </a:lnTo>
                  <a:lnTo>
                    <a:pt x="825665" y="627748"/>
                  </a:lnTo>
                  <a:lnTo>
                    <a:pt x="825004" y="627748"/>
                  </a:lnTo>
                  <a:lnTo>
                    <a:pt x="824344" y="627748"/>
                  </a:lnTo>
                  <a:lnTo>
                    <a:pt x="823683" y="627748"/>
                  </a:lnTo>
                  <a:lnTo>
                    <a:pt x="823023" y="627748"/>
                  </a:lnTo>
                  <a:lnTo>
                    <a:pt x="822362" y="627748"/>
                  </a:lnTo>
                  <a:lnTo>
                    <a:pt x="821701" y="627748"/>
                  </a:lnTo>
                  <a:lnTo>
                    <a:pt x="821041" y="627748"/>
                  </a:lnTo>
                  <a:lnTo>
                    <a:pt x="820380" y="627748"/>
                  </a:lnTo>
                  <a:lnTo>
                    <a:pt x="819720" y="627748"/>
                  </a:lnTo>
                  <a:lnTo>
                    <a:pt x="819059" y="627748"/>
                  </a:lnTo>
                  <a:lnTo>
                    <a:pt x="818399" y="627748"/>
                  </a:lnTo>
                  <a:lnTo>
                    <a:pt x="817738" y="627748"/>
                  </a:lnTo>
                  <a:lnTo>
                    <a:pt x="817078" y="627748"/>
                  </a:lnTo>
                  <a:lnTo>
                    <a:pt x="816417" y="627748"/>
                  </a:lnTo>
                  <a:lnTo>
                    <a:pt x="815757" y="627748"/>
                  </a:lnTo>
                  <a:lnTo>
                    <a:pt x="815096" y="627748"/>
                  </a:lnTo>
                  <a:lnTo>
                    <a:pt x="814436" y="627748"/>
                  </a:lnTo>
                  <a:lnTo>
                    <a:pt x="813775" y="627748"/>
                  </a:lnTo>
                  <a:lnTo>
                    <a:pt x="813115" y="627748"/>
                  </a:lnTo>
                  <a:lnTo>
                    <a:pt x="812454" y="627748"/>
                  </a:lnTo>
                  <a:lnTo>
                    <a:pt x="811793" y="627748"/>
                  </a:lnTo>
                  <a:lnTo>
                    <a:pt x="811133" y="627748"/>
                  </a:lnTo>
                  <a:lnTo>
                    <a:pt x="810472" y="627748"/>
                  </a:lnTo>
                  <a:lnTo>
                    <a:pt x="809812" y="627748"/>
                  </a:lnTo>
                  <a:lnTo>
                    <a:pt x="809151" y="627748"/>
                  </a:lnTo>
                  <a:lnTo>
                    <a:pt x="808491" y="627748"/>
                  </a:lnTo>
                  <a:lnTo>
                    <a:pt x="807830" y="627748"/>
                  </a:lnTo>
                  <a:lnTo>
                    <a:pt x="807170" y="627748"/>
                  </a:lnTo>
                  <a:lnTo>
                    <a:pt x="806509" y="627748"/>
                  </a:lnTo>
                  <a:lnTo>
                    <a:pt x="805849" y="627748"/>
                  </a:lnTo>
                  <a:lnTo>
                    <a:pt x="805188" y="627748"/>
                  </a:lnTo>
                  <a:lnTo>
                    <a:pt x="804528" y="627748"/>
                  </a:lnTo>
                  <a:lnTo>
                    <a:pt x="803867" y="627748"/>
                  </a:lnTo>
                  <a:lnTo>
                    <a:pt x="803207" y="627748"/>
                  </a:lnTo>
                  <a:lnTo>
                    <a:pt x="802546" y="627748"/>
                  </a:lnTo>
                  <a:lnTo>
                    <a:pt x="801885" y="627748"/>
                  </a:lnTo>
                  <a:lnTo>
                    <a:pt x="801225" y="627748"/>
                  </a:lnTo>
                  <a:lnTo>
                    <a:pt x="800564" y="627748"/>
                  </a:lnTo>
                  <a:lnTo>
                    <a:pt x="799904" y="627748"/>
                  </a:lnTo>
                  <a:lnTo>
                    <a:pt x="799243" y="627748"/>
                  </a:lnTo>
                  <a:lnTo>
                    <a:pt x="798583" y="627748"/>
                  </a:lnTo>
                  <a:lnTo>
                    <a:pt x="797922" y="627748"/>
                  </a:lnTo>
                  <a:lnTo>
                    <a:pt x="797262" y="627748"/>
                  </a:lnTo>
                  <a:lnTo>
                    <a:pt x="796601" y="627748"/>
                  </a:lnTo>
                  <a:lnTo>
                    <a:pt x="795941" y="627748"/>
                  </a:lnTo>
                  <a:lnTo>
                    <a:pt x="795280" y="627748"/>
                  </a:lnTo>
                  <a:lnTo>
                    <a:pt x="794620" y="627748"/>
                  </a:lnTo>
                  <a:lnTo>
                    <a:pt x="793959" y="627748"/>
                  </a:lnTo>
                  <a:lnTo>
                    <a:pt x="793299" y="627748"/>
                  </a:lnTo>
                  <a:lnTo>
                    <a:pt x="792638" y="627748"/>
                  </a:lnTo>
                  <a:lnTo>
                    <a:pt x="791977" y="627748"/>
                  </a:lnTo>
                  <a:lnTo>
                    <a:pt x="791317" y="627748"/>
                  </a:lnTo>
                  <a:lnTo>
                    <a:pt x="790656" y="627748"/>
                  </a:lnTo>
                  <a:lnTo>
                    <a:pt x="789996" y="627748"/>
                  </a:lnTo>
                  <a:lnTo>
                    <a:pt x="789335" y="627748"/>
                  </a:lnTo>
                  <a:lnTo>
                    <a:pt x="788675" y="627748"/>
                  </a:lnTo>
                  <a:lnTo>
                    <a:pt x="788014" y="627748"/>
                  </a:lnTo>
                  <a:lnTo>
                    <a:pt x="787354" y="627748"/>
                  </a:lnTo>
                  <a:lnTo>
                    <a:pt x="786693" y="627748"/>
                  </a:lnTo>
                  <a:lnTo>
                    <a:pt x="786033" y="627748"/>
                  </a:lnTo>
                  <a:lnTo>
                    <a:pt x="785372" y="627748"/>
                  </a:lnTo>
                  <a:lnTo>
                    <a:pt x="784712" y="627748"/>
                  </a:lnTo>
                  <a:lnTo>
                    <a:pt x="784051" y="627748"/>
                  </a:lnTo>
                  <a:lnTo>
                    <a:pt x="783391" y="627748"/>
                  </a:lnTo>
                  <a:lnTo>
                    <a:pt x="782730" y="627748"/>
                  </a:lnTo>
                  <a:lnTo>
                    <a:pt x="782070" y="627748"/>
                  </a:lnTo>
                  <a:lnTo>
                    <a:pt x="781409" y="627748"/>
                  </a:lnTo>
                  <a:lnTo>
                    <a:pt x="780748" y="627748"/>
                  </a:lnTo>
                  <a:lnTo>
                    <a:pt x="780088" y="627748"/>
                  </a:lnTo>
                  <a:lnTo>
                    <a:pt x="779427" y="627748"/>
                  </a:lnTo>
                  <a:lnTo>
                    <a:pt x="778767" y="627748"/>
                  </a:lnTo>
                  <a:lnTo>
                    <a:pt x="778106" y="627748"/>
                  </a:lnTo>
                  <a:lnTo>
                    <a:pt x="777446" y="627748"/>
                  </a:lnTo>
                  <a:lnTo>
                    <a:pt x="776785" y="627748"/>
                  </a:lnTo>
                  <a:lnTo>
                    <a:pt x="776125" y="627748"/>
                  </a:lnTo>
                  <a:lnTo>
                    <a:pt x="775464" y="627748"/>
                  </a:lnTo>
                  <a:lnTo>
                    <a:pt x="774804" y="627748"/>
                  </a:lnTo>
                  <a:lnTo>
                    <a:pt x="774143" y="627748"/>
                  </a:lnTo>
                  <a:lnTo>
                    <a:pt x="773483" y="627748"/>
                  </a:lnTo>
                  <a:lnTo>
                    <a:pt x="772822" y="627748"/>
                  </a:lnTo>
                  <a:lnTo>
                    <a:pt x="772162" y="627748"/>
                  </a:lnTo>
                  <a:lnTo>
                    <a:pt x="771501" y="627748"/>
                  </a:lnTo>
                  <a:lnTo>
                    <a:pt x="770840" y="627748"/>
                  </a:lnTo>
                  <a:lnTo>
                    <a:pt x="770180" y="627748"/>
                  </a:lnTo>
                  <a:lnTo>
                    <a:pt x="769519" y="627748"/>
                  </a:lnTo>
                  <a:lnTo>
                    <a:pt x="768859" y="627748"/>
                  </a:lnTo>
                  <a:lnTo>
                    <a:pt x="768198" y="627748"/>
                  </a:lnTo>
                  <a:lnTo>
                    <a:pt x="767538" y="627748"/>
                  </a:lnTo>
                  <a:lnTo>
                    <a:pt x="766877" y="627748"/>
                  </a:lnTo>
                  <a:lnTo>
                    <a:pt x="766217" y="627748"/>
                  </a:lnTo>
                  <a:lnTo>
                    <a:pt x="765556" y="627748"/>
                  </a:lnTo>
                  <a:lnTo>
                    <a:pt x="764896" y="627748"/>
                  </a:lnTo>
                  <a:lnTo>
                    <a:pt x="764235" y="627748"/>
                  </a:lnTo>
                  <a:lnTo>
                    <a:pt x="763575" y="627748"/>
                  </a:lnTo>
                  <a:lnTo>
                    <a:pt x="762914" y="627748"/>
                  </a:lnTo>
                  <a:lnTo>
                    <a:pt x="762254" y="627748"/>
                  </a:lnTo>
                  <a:lnTo>
                    <a:pt x="761593" y="627748"/>
                  </a:lnTo>
                  <a:lnTo>
                    <a:pt x="760932" y="627748"/>
                  </a:lnTo>
                  <a:lnTo>
                    <a:pt x="760272" y="627748"/>
                  </a:lnTo>
                  <a:lnTo>
                    <a:pt x="759611" y="627748"/>
                  </a:lnTo>
                  <a:lnTo>
                    <a:pt x="758951" y="627748"/>
                  </a:lnTo>
                  <a:lnTo>
                    <a:pt x="758290" y="627748"/>
                  </a:lnTo>
                  <a:lnTo>
                    <a:pt x="757630" y="627748"/>
                  </a:lnTo>
                  <a:lnTo>
                    <a:pt x="756969" y="627748"/>
                  </a:lnTo>
                  <a:lnTo>
                    <a:pt x="756309" y="627748"/>
                  </a:lnTo>
                  <a:lnTo>
                    <a:pt x="755648" y="627748"/>
                  </a:lnTo>
                  <a:lnTo>
                    <a:pt x="754988" y="627748"/>
                  </a:lnTo>
                  <a:lnTo>
                    <a:pt x="754327" y="627748"/>
                  </a:lnTo>
                  <a:lnTo>
                    <a:pt x="753667" y="627748"/>
                  </a:lnTo>
                  <a:lnTo>
                    <a:pt x="753006" y="627748"/>
                  </a:lnTo>
                  <a:lnTo>
                    <a:pt x="752346" y="627748"/>
                  </a:lnTo>
                  <a:lnTo>
                    <a:pt x="751685" y="627748"/>
                  </a:lnTo>
                  <a:lnTo>
                    <a:pt x="751025" y="627748"/>
                  </a:lnTo>
                  <a:lnTo>
                    <a:pt x="750364" y="627748"/>
                  </a:lnTo>
                  <a:lnTo>
                    <a:pt x="749703" y="627748"/>
                  </a:lnTo>
                  <a:lnTo>
                    <a:pt x="749043" y="627748"/>
                  </a:lnTo>
                  <a:lnTo>
                    <a:pt x="748382" y="627748"/>
                  </a:lnTo>
                  <a:lnTo>
                    <a:pt x="747722" y="627748"/>
                  </a:lnTo>
                  <a:lnTo>
                    <a:pt x="747061" y="627748"/>
                  </a:lnTo>
                  <a:lnTo>
                    <a:pt x="746401" y="627748"/>
                  </a:lnTo>
                  <a:lnTo>
                    <a:pt x="745740" y="627748"/>
                  </a:lnTo>
                  <a:lnTo>
                    <a:pt x="745080" y="627748"/>
                  </a:lnTo>
                  <a:lnTo>
                    <a:pt x="744419" y="627748"/>
                  </a:lnTo>
                  <a:lnTo>
                    <a:pt x="743759" y="627748"/>
                  </a:lnTo>
                  <a:lnTo>
                    <a:pt x="743098" y="627748"/>
                  </a:lnTo>
                  <a:lnTo>
                    <a:pt x="742438" y="627748"/>
                  </a:lnTo>
                  <a:lnTo>
                    <a:pt x="741777" y="627748"/>
                  </a:lnTo>
                  <a:lnTo>
                    <a:pt x="741117" y="627748"/>
                  </a:lnTo>
                  <a:lnTo>
                    <a:pt x="740456" y="627748"/>
                  </a:lnTo>
                  <a:lnTo>
                    <a:pt x="739795" y="627748"/>
                  </a:lnTo>
                  <a:lnTo>
                    <a:pt x="739135" y="627748"/>
                  </a:lnTo>
                  <a:lnTo>
                    <a:pt x="738474" y="627748"/>
                  </a:lnTo>
                  <a:lnTo>
                    <a:pt x="737814" y="627748"/>
                  </a:lnTo>
                  <a:lnTo>
                    <a:pt x="737153" y="627748"/>
                  </a:lnTo>
                  <a:lnTo>
                    <a:pt x="736493" y="627748"/>
                  </a:lnTo>
                  <a:lnTo>
                    <a:pt x="735832" y="627748"/>
                  </a:lnTo>
                  <a:lnTo>
                    <a:pt x="735172" y="627748"/>
                  </a:lnTo>
                  <a:lnTo>
                    <a:pt x="734511" y="627748"/>
                  </a:lnTo>
                  <a:lnTo>
                    <a:pt x="733851" y="627748"/>
                  </a:lnTo>
                  <a:lnTo>
                    <a:pt x="733190" y="627748"/>
                  </a:lnTo>
                  <a:lnTo>
                    <a:pt x="732530" y="627748"/>
                  </a:lnTo>
                  <a:lnTo>
                    <a:pt x="731869" y="627748"/>
                  </a:lnTo>
                  <a:lnTo>
                    <a:pt x="731209" y="627748"/>
                  </a:lnTo>
                  <a:lnTo>
                    <a:pt x="730548" y="627748"/>
                  </a:lnTo>
                  <a:lnTo>
                    <a:pt x="729887" y="627748"/>
                  </a:lnTo>
                  <a:lnTo>
                    <a:pt x="729227" y="627748"/>
                  </a:lnTo>
                  <a:lnTo>
                    <a:pt x="728566" y="627748"/>
                  </a:lnTo>
                  <a:lnTo>
                    <a:pt x="727906" y="627748"/>
                  </a:lnTo>
                  <a:lnTo>
                    <a:pt x="727245" y="627748"/>
                  </a:lnTo>
                  <a:lnTo>
                    <a:pt x="726585" y="627748"/>
                  </a:lnTo>
                  <a:lnTo>
                    <a:pt x="725924" y="627748"/>
                  </a:lnTo>
                  <a:lnTo>
                    <a:pt x="725264" y="627748"/>
                  </a:lnTo>
                  <a:lnTo>
                    <a:pt x="724603" y="627748"/>
                  </a:lnTo>
                  <a:lnTo>
                    <a:pt x="723943" y="627748"/>
                  </a:lnTo>
                  <a:lnTo>
                    <a:pt x="723282" y="627748"/>
                  </a:lnTo>
                  <a:lnTo>
                    <a:pt x="722622" y="627748"/>
                  </a:lnTo>
                  <a:lnTo>
                    <a:pt x="721961" y="627748"/>
                  </a:lnTo>
                  <a:lnTo>
                    <a:pt x="721301" y="627748"/>
                  </a:lnTo>
                  <a:lnTo>
                    <a:pt x="720640" y="627748"/>
                  </a:lnTo>
                  <a:lnTo>
                    <a:pt x="719979" y="627748"/>
                  </a:lnTo>
                  <a:lnTo>
                    <a:pt x="719319" y="627748"/>
                  </a:lnTo>
                  <a:lnTo>
                    <a:pt x="718658" y="627748"/>
                  </a:lnTo>
                  <a:lnTo>
                    <a:pt x="717998" y="627748"/>
                  </a:lnTo>
                  <a:lnTo>
                    <a:pt x="717337" y="627748"/>
                  </a:lnTo>
                  <a:lnTo>
                    <a:pt x="716677" y="627748"/>
                  </a:lnTo>
                  <a:lnTo>
                    <a:pt x="716016" y="627748"/>
                  </a:lnTo>
                  <a:lnTo>
                    <a:pt x="715356" y="627748"/>
                  </a:lnTo>
                  <a:lnTo>
                    <a:pt x="714695" y="627748"/>
                  </a:lnTo>
                  <a:lnTo>
                    <a:pt x="714035" y="627748"/>
                  </a:lnTo>
                  <a:lnTo>
                    <a:pt x="713374" y="627748"/>
                  </a:lnTo>
                  <a:lnTo>
                    <a:pt x="712714" y="627748"/>
                  </a:lnTo>
                  <a:lnTo>
                    <a:pt x="712053" y="627748"/>
                  </a:lnTo>
                  <a:lnTo>
                    <a:pt x="711393" y="627748"/>
                  </a:lnTo>
                  <a:lnTo>
                    <a:pt x="710732" y="627748"/>
                  </a:lnTo>
                  <a:lnTo>
                    <a:pt x="710072" y="627748"/>
                  </a:lnTo>
                  <a:lnTo>
                    <a:pt x="709411" y="627748"/>
                  </a:lnTo>
                  <a:lnTo>
                    <a:pt x="708750" y="627748"/>
                  </a:lnTo>
                  <a:lnTo>
                    <a:pt x="708090" y="627748"/>
                  </a:lnTo>
                  <a:lnTo>
                    <a:pt x="707429" y="627748"/>
                  </a:lnTo>
                  <a:lnTo>
                    <a:pt x="706769" y="627748"/>
                  </a:lnTo>
                  <a:lnTo>
                    <a:pt x="706108" y="627748"/>
                  </a:lnTo>
                  <a:lnTo>
                    <a:pt x="705448" y="627748"/>
                  </a:lnTo>
                  <a:lnTo>
                    <a:pt x="704787" y="627748"/>
                  </a:lnTo>
                  <a:lnTo>
                    <a:pt x="704127" y="627748"/>
                  </a:lnTo>
                  <a:lnTo>
                    <a:pt x="703466" y="627748"/>
                  </a:lnTo>
                  <a:lnTo>
                    <a:pt x="702806" y="627748"/>
                  </a:lnTo>
                  <a:lnTo>
                    <a:pt x="702145" y="627748"/>
                  </a:lnTo>
                  <a:lnTo>
                    <a:pt x="701485" y="627748"/>
                  </a:lnTo>
                  <a:lnTo>
                    <a:pt x="700824" y="627748"/>
                  </a:lnTo>
                  <a:lnTo>
                    <a:pt x="700164" y="627748"/>
                  </a:lnTo>
                  <a:lnTo>
                    <a:pt x="699503" y="627748"/>
                  </a:lnTo>
                  <a:lnTo>
                    <a:pt x="698842" y="627748"/>
                  </a:lnTo>
                  <a:lnTo>
                    <a:pt x="698182" y="627748"/>
                  </a:lnTo>
                  <a:lnTo>
                    <a:pt x="697521" y="627748"/>
                  </a:lnTo>
                  <a:lnTo>
                    <a:pt x="696861" y="627748"/>
                  </a:lnTo>
                  <a:lnTo>
                    <a:pt x="696200" y="627748"/>
                  </a:lnTo>
                  <a:lnTo>
                    <a:pt x="695540" y="627748"/>
                  </a:lnTo>
                  <a:lnTo>
                    <a:pt x="694879" y="627748"/>
                  </a:lnTo>
                  <a:lnTo>
                    <a:pt x="694219" y="627748"/>
                  </a:lnTo>
                  <a:lnTo>
                    <a:pt x="693558" y="627748"/>
                  </a:lnTo>
                  <a:lnTo>
                    <a:pt x="692898" y="627748"/>
                  </a:lnTo>
                  <a:lnTo>
                    <a:pt x="692237" y="627748"/>
                  </a:lnTo>
                  <a:lnTo>
                    <a:pt x="691577" y="627748"/>
                  </a:lnTo>
                  <a:lnTo>
                    <a:pt x="690916" y="627748"/>
                  </a:lnTo>
                  <a:lnTo>
                    <a:pt x="690256" y="627748"/>
                  </a:lnTo>
                  <a:lnTo>
                    <a:pt x="689595" y="627748"/>
                  </a:lnTo>
                  <a:lnTo>
                    <a:pt x="688934" y="627748"/>
                  </a:lnTo>
                  <a:lnTo>
                    <a:pt x="688274" y="627748"/>
                  </a:lnTo>
                  <a:lnTo>
                    <a:pt x="687613" y="627748"/>
                  </a:lnTo>
                  <a:lnTo>
                    <a:pt x="686953" y="627748"/>
                  </a:lnTo>
                  <a:lnTo>
                    <a:pt x="686292" y="627748"/>
                  </a:lnTo>
                  <a:lnTo>
                    <a:pt x="685632" y="627748"/>
                  </a:lnTo>
                  <a:lnTo>
                    <a:pt x="684971" y="627748"/>
                  </a:lnTo>
                  <a:lnTo>
                    <a:pt x="684311" y="627748"/>
                  </a:lnTo>
                  <a:lnTo>
                    <a:pt x="683650" y="627748"/>
                  </a:lnTo>
                  <a:lnTo>
                    <a:pt x="682990" y="627748"/>
                  </a:lnTo>
                  <a:lnTo>
                    <a:pt x="682329" y="627748"/>
                  </a:lnTo>
                  <a:lnTo>
                    <a:pt x="681669" y="627748"/>
                  </a:lnTo>
                  <a:lnTo>
                    <a:pt x="681008" y="627748"/>
                  </a:lnTo>
                  <a:lnTo>
                    <a:pt x="680348" y="627748"/>
                  </a:lnTo>
                  <a:lnTo>
                    <a:pt x="679687" y="627748"/>
                  </a:lnTo>
                  <a:lnTo>
                    <a:pt x="679027" y="627748"/>
                  </a:lnTo>
                  <a:lnTo>
                    <a:pt x="678366" y="627748"/>
                  </a:lnTo>
                  <a:lnTo>
                    <a:pt x="677705" y="627748"/>
                  </a:lnTo>
                  <a:lnTo>
                    <a:pt x="677045" y="627748"/>
                  </a:lnTo>
                  <a:lnTo>
                    <a:pt x="676384" y="627748"/>
                  </a:lnTo>
                  <a:lnTo>
                    <a:pt x="675724" y="627748"/>
                  </a:lnTo>
                  <a:lnTo>
                    <a:pt x="675063" y="627748"/>
                  </a:lnTo>
                  <a:lnTo>
                    <a:pt x="674403" y="627748"/>
                  </a:lnTo>
                  <a:lnTo>
                    <a:pt x="673742" y="627748"/>
                  </a:lnTo>
                  <a:lnTo>
                    <a:pt x="673082" y="627748"/>
                  </a:lnTo>
                  <a:lnTo>
                    <a:pt x="672421" y="627748"/>
                  </a:lnTo>
                  <a:lnTo>
                    <a:pt x="671761" y="627748"/>
                  </a:lnTo>
                  <a:lnTo>
                    <a:pt x="671100" y="627748"/>
                  </a:lnTo>
                  <a:lnTo>
                    <a:pt x="670440" y="627748"/>
                  </a:lnTo>
                  <a:lnTo>
                    <a:pt x="669779" y="627748"/>
                  </a:lnTo>
                  <a:lnTo>
                    <a:pt x="669119" y="627748"/>
                  </a:lnTo>
                  <a:lnTo>
                    <a:pt x="668458" y="627748"/>
                  </a:lnTo>
                  <a:lnTo>
                    <a:pt x="667797" y="627748"/>
                  </a:lnTo>
                  <a:lnTo>
                    <a:pt x="667137" y="627748"/>
                  </a:lnTo>
                  <a:lnTo>
                    <a:pt x="666476" y="627748"/>
                  </a:lnTo>
                  <a:lnTo>
                    <a:pt x="665816" y="627748"/>
                  </a:lnTo>
                  <a:lnTo>
                    <a:pt x="665155" y="627748"/>
                  </a:lnTo>
                  <a:lnTo>
                    <a:pt x="664495" y="627748"/>
                  </a:lnTo>
                  <a:lnTo>
                    <a:pt x="663834" y="627748"/>
                  </a:lnTo>
                  <a:lnTo>
                    <a:pt x="663174" y="627748"/>
                  </a:lnTo>
                  <a:lnTo>
                    <a:pt x="662513" y="627748"/>
                  </a:lnTo>
                  <a:lnTo>
                    <a:pt x="661853" y="627748"/>
                  </a:lnTo>
                  <a:lnTo>
                    <a:pt x="661192" y="627748"/>
                  </a:lnTo>
                  <a:lnTo>
                    <a:pt x="660532" y="627748"/>
                  </a:lnTo>
                  <a:lnTo>
                    <a:pt x="659871" y="627748"/>
                  </a:lnTo>
                  <a:lnTo>
                    <a:pt x="659211" y="627748"/>
                  </a:lnTo>
                  <a:lnTo>
                    <a:pt x="658550" y="627748"/>
                  </a:lnTo>
                  <a:lnTo>
                    <a:pt x="657889" y="627748"/>
                  </a:lnTo>
                  <a:lnTo>
                    <a:pt x="657229" y="627748"/>
                  </a:lnTo>
                  <a:lnTo>
                    <a:pt x="656568" y="627748"/>
                  </a:lnTo>
                  <a:lnTo>
                    <a:pt x="655908" y="627748"/>
                  </a:lnTo>
                  <a:lnTo>
                    <a:pt x="655247" y="627748"/>
                  </a:lnTo>
                  <a:lnTo>
                    <a:pt x="654587" y="627748"/>
                  </a:lnTo>
                  <a:lnTo>
                    <a:pt x="653926" y="627748"/>
                  </a:lnTo>
                  <a:lnTo>
                    <a:pt x="653266" y="627748"/>
                  </a:lnTo>
                  <a:lnTo>
                    <a:pt x="652605" y="627748"/>
                  </a:lnTo>
                  <a:lnTo>
                    <a:pt x="651945" y="627748"/>
                  </a:lnTo>
                  <a:lnTo>
                    <a:pt x="651284" y="627748"/>
                  </a:lnTo>
                  <a:lnTo>
                    <a:pt x="650624" y="627748"/>
                  </a:lnTo>
                  <a:lnTo>
                    <a:pt x="649963" y="627748"/>
                  </a:lnTo>
                  <a:lnTo>
                    <a:pt x="649303" y="627748"/>
                  </a:lnTo>
                  <a:lnTo>
                    <a:pt x="648642" y="627748"/>
                  </a:lnTo>
                  <a:lnTo>
                    <a:pt x="647981" y="627748"/>
                  </a:lnTo>
                  <a:lnTo>
                    <a:pt x="647321" y="627748"/>
                  </a:lnTo>
                  <a:lnTo>
                    <a:pt x="646660" y="627748"/>
                  </a:lnTo>
                  <a:lnTo>
                    <a:pt x="646000" y="627748"/>
                  </a:lnTo>
                  <a:lnTo>
                    <a:pt x="645339" y="627748"/>
                  </a:lnTo>
                  <a:lnTo>
                    <a:pt x="644679" y="627748"/>
                  </a:lnTo>
                  <a:lnTo>
                    <a:pt x="644018" y="627748"/>
                  </a:lnTo>
                  <a:lnTo>
                    <a:pt x="643358" y="627748"/>
                  </a:lnTo>
                  <a:lnTo>
                    <a:pt x="642697" y="627748"/>
                  </a:lnTo>
                  <a:lnTo>
                    <a:pt x="642037" y="627748"/>
                  </a:lnTo>
                  <a:lnTo>
                    <a:pt x="641376" y="627748"/>
                  </a:lnTo>
                  <a:lnTo>
                    <a:pt x="640716" y="627748"/>
                  </a:lnTo>
                  <a:lnTo>
                    <a:pt x="640055" y="627748"/>
                  </a:lnTo>
                  <a:lnTo>
                    <a:pt x="639395" y="627748"/>
                  </a:lnTo>
                  <a:lnTo>
                    <a:pt x="638734" y="627748"/>
                  </a:lnTo>
                  <a:lnTo>
                    <a:pt x="638074" y="627748"/>
                  </a:lnTo>
                  <a:lnTo>
                    <a:pt x="637413" y="627748"/>
                  </a:lnTo>
                  <a:lnTo>
                    <a:pt x="636752" y="627748"/>
                  </a:lnTo>
                  <a:lnTo>
                    <a:pt x="636092" y="627748"/>
                  </a:lnTo>
                  <a:lnTo>
                    <a:pt x="635431" y="627748"/>
                  </a:lnTo>
                  <a:lnTo>
                    <a:pt x="634771" y="627748"/>
                  </a:lnTo>
                  <a:lnTo>
                    <a:pt x="634110" y="627748"/>
                  </a:lnTo>
                  <a:lnTo>
                    <a:pt x="633450" y="627748"/>
                  </a:lnTo>
                  <a:lnTo>
                    <a:pt x="632789" y="627748"/>
                  </a:lnTo>
                  <a:lnTo>
                    <a:pt x="632129" y="627748"/>
                  </a:lnTo>
                  <a:lnTo>
                    <a:pt x="631468" y="627748"/>
                  </a:lnTo>
                  <a:lnTo>
                    <a:pt x="630808" y="627748"/>
                  </a:lnTo>
                  <a:lnTo>
                    <a:pt x="630147" y="627748"/>
                  </a:lnTo>
                  <a:lnTo>
                    <a:pt x="629487" y="627748"/>
                  </a:lnTo>
                  <a:lnTo>
                    <a:pt x="628826" y="627748"/>
                  </a:lnTo>
                  <a:lnTo>
                    <a:pt x="628166" y="627748"/>
                  </a:lnTo>
                  <a:lnTo>
                    <a:pt x="627505" y="627748"/>
                  </a:lnTo>
                  <a:lnTo>
                    <a:pt x="626844" y="627748"/>
                  </a:lnTo>
                  <a:lnTo>
                    <a:pt x="626184" y="627748"/>
                  </a:lnTo>
                  <a:lnTo>
                    <a:pt x="625523" y="627748"/>
                  </a:lnTo>
                  <a:lnTo>
                    <a:pt x="624863" y="627748"/>
                  </a:lnTo>
                  <a:lnTo>
                    <a:pt x="624202" y="627748"/>
                  </a:lnTo>
                  <a:lnTo>
                    <a:pt x="623542" y="627748"/>
                  </a:lnTo>
                  <a:lnTo>
                    <a:pt x="622881" y="627748"/>
                  </a:lnTo>
                  <a:lnTo>
                    <a:pt x="622221" y="627748"/>
                  </a:lnTo>
                  <a:lnTo>
                    <a:pt x="621560" y="627748"/>
                  </a:lnTo>
                  <a:lnTo>
                    <a:pt x="620900" y="627748"/>
                  </a:lnTo>
                  <a:lnTo>
                    <a:pt x="620239" y="627748"/>
                  </a:lnTo>
                  <a:lnTo>
                    <a:pt x="619579" y="627748"/>
                  </a:lnTo>
                  <a:lnTo>
                    <a:pt x="618918" y="627748"/>
                  </a:lnTo>
                  <a:lnTo>
                    <a:pt x="618258" y="627748"/>
                  </a:lnTo>
                  <a:lnTo>
                    <a:pt x="617597" y="627748"/>
                  </a:lnTo>
                  <a:lnTo>
                    <a:pt x="616936" y="627748"/>
                  </a:lnTo>
                  <a:lnTo>
                    <a:pt x="616276" y="627748"/>
                  </a:lnTo>
                  <a:lnTo>
                    <a:pt x="615615" y="627748"/>
                  </a:lnTo>
                  <a:lnTo>
                    <a:pt x="614955" y="627748"/>
                  </a:lnTo>
                  <a:lnTo>
                    <a:pt x="614294" y="627748"/>
                  </a:lnTo>
                  <a:lnTo>
                    <a:pt x="613634" y="627748"/>
                  </a:lnTo>
                  <a:lnTo>
                    <a:pt x="612973" y="627748"/>
                  </a:lnTo>
                  <a:lnTo>
                    <a:pt x="612313" y="627748"/>
                  </a:lnTo>
                  <a:lnTo>
                    <a:pt x="611652" y="627748"/>
                  </a:lnTo>
                  <a:lnTo>
                    <a:pt x="610992" y="627748"/>
                  </a:lnTo>
                  <a:lnTo>
                    <a:pt x="610331" y="627748"/>
                  </a:lnTo>
                  <a:lnTo>
                    <a:pt x="609671" y="627748"/>
                  </a:lnTo>
                  <a:lnTo>
                    <a:pt x="609010" y="627748"/>
                  </a:lnTo>
                  <a:lnTo>
                    <a:pt x="608350" y="627748"/>
                  </a:lnTo>
                  <a:lnTo>
                    <a:pt x="607689" y="627748"/>
                  </a:lnTo>
                  <a:lnTo>
                    <a:pt x="607029" y="627748"/>
                  </a:lnTo>
                  <a:lnTo>
                    <a:pt x="606368" y="627748"/>
                  </a:lnTo>
                  <a:lnTo>
                    <a:pt x="605707" y="627748"/>
                  </a:lnTo>
                  <a:lnTo>
                    <a:pt x="605047" y="627748"/>
                  </a:lnTo>
                  <a:lnTo>
                    <a:pt x="604386" y="627748"/>
                  </a:lnTo>
                  <a:lnTo>
                    <a:pt x="603726" y="627748"/>
                  </a:lnTo>
                  <a:lnTo>
                    <a:pt x="603065" y="627748"/>
                  </a:lnTo>
                  <a:lnTo>
                    <a:pt x="602405" y="627748"/>
                  </a:lnTo>
                  <a:lnTo>
                    <a:pt x="601744" y="627748"/>
                  </a:lnTo>
                  <a:lnTo>
                    <a:pt x="601084" y="627748"/>
                  </a:lnTo>
                  <a:lnTo>
                    <a:pt x="600423" y="627748"/>
                  </a:lnTo>
                  <a:lnTo>
                    <a:pt x="599763" y="627748"/>
                  </a:lnTo>
                  <a:lnTo>
                    <a:pt x="599102" y="627748"/>
                  </a:lnTo>
                  <a:lnTo>
                    <a:pt x="598442" y="627748"/>
                  </a:lnTo>
                  <a:lnTo>
                    <a:pt x="597781" y="627748"/>
                  </a:lnTo>
                  <a:lnTo>
                    <a:pt x="597121" y="627748"/>
                  </a:lnTo>
                  <a:lnTo>
                    <a:pt x="596460" y="627748"/>
                  </a:lnTo>
                  <a:lnTo>
                    <a:pt x="595799" y="627748"/>
                  </a:lnTo>
                  <a:lnTo>
                    <a:pt x="595139" y="627748"/>
                  </a:lnTo>
                  <a:lnTo>
                    <a:pt x="594478" y="627748"/>
                  </a:lnTo>
                  <a:lnTo>
                    <a:pt x="593818" y="627748"/>
                  </a:lnTo>
                  <a:lnTo>
                    <a:pt x="593157" y="627748"/>
                  </a:lnTo>
                  <a:lnTo>
                    <a:pt x="592497" y="627748"/>
                  </a:lnTo>
                  <a:lnTo>
                    <a:pt x="591836" y="627748"/>
                  </a:lnTo>
                  <a:lnTo>
                    <a:pt x="591176" y="627748"/>
                  </a:lnTo>
                  <a:lnTo>
                    <a:pt x="590515" y="627748"/>
                  </a:lnTo>
                  <a:lnTo>
                    <a:pt x="589855" y="627748"/>
                  </a:lnTo>
                  <a:lnTo>
                    <a:pt x="589194" y="627748"/>
                  </a:lnTo>
                  <a:lnTo>
                    <a:pt x="588534" y="627748"/>
                  </a:lnTo>
                  <a:lnTo>
                    <a:pt x="587873" y="627748"/>
                  </a:lnTo>
                  <a:lnTo>
                    <a:pt x="587213" y="627748"/>
                  </a:lnTo>
                  <a:lnTo>
                    <a:pt x="586552" y="627748"/>
                  </a:lnTo>
                  <a:lnTo>
                    <a:pt x="585891" y="627748"/>
                  </a:lnTo>
                  <a:lnTo>
                    <a:pt x="585231" y="627748"/>
                  </a:lnTo>
                  <a:lnTo>
                    <a:pt x="584570" y="627748"/>
                  </a:lnTo>
                  <a:lnTo>
                    <a:pt x="583910" y="627748"/>
                  </a:lnTo>
                  <a:lnTo>
                    <a:pt x="583249" y="627748"/>
                  </a:lnTo>
                  <a:lnTo>
                    <a:pt x="582589" y="627748"/>
                  </a:lnTo>
                  <a:lnTo>
                    <a:pt x="581928" y="627748"/>
                  </a:lnTo>
                  <a:lnTo>
                    <a:pt x="581268" y="627748"/>
                  </a:lnTo>
                  <a:lnTo>
                    <a:pt x="580607" y="627748"/>
                  </a:lnTo>
                  <a:lnTo>
                    <a:pt x="579947" y="627748"/>
                  </a:lnTo>
                  <a:lnTo>
                    <a:pt x="579286" y="627748"/>
                  </a:lnTo>
                  <a:lnTo>
                    <a:pt x="578626" y="627748"/>
                  </a:lnTo>
                  <a:lnTo>
                    <a:pt x="577965" y="627748"/>
                  </a:lnTo>
                  <a:lnTo>
                    <a:pt x="577305" y="627748"/>
                  </a:lnTo>
                  <a:lnTo>
                    <a:pt x="576644" y="627748"/>
                  </a:lnTo>
                  <a:lnTo>
                    <a:pt x="575983" y="627748"/>
                  </a:lnTo>
                  <a:lnTo>
                    <a:pt x="575323" y="627748"/>
                  </a:lnTo>
                  <a:lnTo>
                    <a:pt x="574662" y="627748"/>
                  </a:lnTo>
                  <a:lnTo>
                    <a:pt x="574002" y="627748"/>
                  </a:lnTo>
                  <a:lnTo>
                    <a:pt x="573341" y="627748"/>
                  </a:lnTo>
                  <a:lnTo>
                    <a:pt x="572681" y="627748"/>
                  </a:lnTo>
                  <a:lnTo>
                    <a:pt x="572020" y="627748"/>
                  </a:lnTo>
                  <a:lnTo>
                    <a:pt x="571360" y="627748"/>
                  </a:lnTo>
                  <a:lnTo>
                    <a:pt x="570699" y="627748"/>
                  </a:lnTo>
                  <a:lnTo>
                    <a:pt x="570039" y="627748"/>
                  </a:lnTo>
                  <a:lnTo>
                    <a:pt x="569378" y="627748"/>
                  </a:lnTo>
                  <a:lnTo>
                    <a:pt x="568718" y="627748"/>
                  </a:lnTo>
                  <a:lnTo>
                    <a:pt x="568057" y="627748"/>
                  </a:lnTo>
                  <a:lnTo>
                    <a:pt x="567397" y="627748"/>
                  </a:lnTo>
                  <a:lnTo>
                    <a:pt x="566736" y="627748"/>
                  </a:lnTo>
                  <a:lnTo>
                    <a:pt x="566076" y="627748"/>
                  </a:lnTo>
                  <a:lnTo>
                    <a:pt x="565415" y="627748"/>
                  </a:lnTo>
                  <a:lnTo>
                    <a:pt x="564754" y="627748"/>
                  </a:lnTo>
                  <a:lnTo>
                    <a:pt x="564094" y="627748"/>
                  </a:lnTo>
                  <a:lnTo>
                    <a:pt x="563433" y="627748"/>
                  </a:lnTo>
                  <a:lnTo>
                    <a:pt x="562773" y="627748"/>
                  </a:lnTo>
                  <a:lnTo>
                    <a:pt x="562112" y="627748"/>
                  </a:lnTo>
                  <a:lnTo>
                    <a:pt x="561452" y="627748"/>
                  </a:lnTo>
                  <a:lnTo>
                    <a:pt x="560791" y="627748"/>
                  </a:lnTo>
                  <a:lnTo>
                    <a:pt x="560131" y="627748"/>
                  </a:lnTo>
                  <a:lnTo>
                    <a:pt x="559470" y="627748"/>
                  </a:lnTo>
                  <a:lnTo>
                    <a:pt x="558810" y="627748"/>
                  </a:lnTo>
                  <a:lnTo>
                    <a:pt x="558149" y="627748"/>
                  </a:lnTo>
                  <a:lnTo>
                    <a:pt x="557489" y="627748"/>
                  </a:lnTo>
                  <a:lnTo>
                    <a:pt x="556828" y="627748"/>
                  </a:lnTo>
                  <a:lnTo>
                    <a:pt x="556168" y="627748"/>
                  </a:lnTo>
                  <a:lnTo>
                    <a:pt x="555507" y="627748"/>
                  </a:lnTo>
                  <a:lnTo>
                    <a:pt x="554846" y="627748"/>
                  </a:lnTo>
                  <a:lnTo>
                    <a:pt x="554186" y="627748"/>
                  </a:lnTo>
                  <a:lnTo>
                    <a:pt x="553525" y="627748"/>
                  </a:lnTo>
                  <a:lnTo>
                    <a:pt x="552865" y="627748"/>
                  </a:lnTo>
                  <a:lnTo>
                    <a:pt x="552204" y="627748"/>
                  </a:lnTo>
                  <a:lnTo>
                    <a:pt x="551544" y="627748"/>
                  </a:lnTo>
                  <a:lnTo>
                    <a:pt x="550883" y="627748"/>
                  </a:lnTo>
                  <a:lnTo>
                    <a:pt x="550223" y="627748"/>
                  </a:lnTo>
                  <a:lnTo>
                    <a:pt x="549562" y="627748"/>
                  </a:lnTo>
                  <a:lnTo>
                    <a:pt x="548902" y="627748"/>
                  </a:lnTo>
                  <a:lnTo>
                    <a:pt x="548241" y="627748"/>
                  </a:lnTo>
                  <a:lnTo>
                    <a:pt x="547581" y="627748"/>
                  </a:lnTo>
                  <a:lnTo>
                    <a:pt x="546920" y="627748"/>
                  </a:lnTo>
                  <a:lnTo>
                    <a:pt x="546260" y="627748"/>
                  </a:lnTo>
                  <a:lnTo>
                    <a:pt x="545599" y="627748"/>
                  </a:lnTo>
                  <a:lnTo>
                    <a:pt x="544938" y="627748"/>
                  </a:lnTo>
                  <a:lnTo>
                    <a:pt x="544278" y="627748"/>
                  </a:lnTo>
                  <a:lnTo>
                    <a:pt x="543617" y="627748"/>
                  </a:lnTo>
                  <a:lnTo>
                    <a:pt x="542957" y="627748"/>
                  </a:lnTo>
                  <a:lnTo>
                    <a:pt x="542296" y="627748"/>
                  </a:lnTo>
                  <a:lnTo>
                    <a:pt x="541636" y="627748"/>
                  </a:lnTo>
                  <a:lnTo>
                    <a:pt x="540975" y="627748"/>
                  </a:lnTo>
                  <a:lnTo>
                    <a:pt x="540315" y="627748"/>
                  </a:lnTo>
                  <a:lnTo>
                    <a:pt x="539654" y="627748"/>
                  </a:lnTo>
                  <a:lnTo>
                    <a:pt x="538994" y="627748"/>
                  </a:lnTo>
                  <a:lnTo>
                    <a:pt x="538333" y="627748"/>
                  </a:lnTo>
                  <a:lnTo>
                    <a:pt x="537673" y="627748"/>
                  </a:lnTo>
                  <a:lnTo>
                    <a:pt x="537012" y="627748"/>
                  </a:lnTo>
                  <a:lnTo>
                    <a:pt x="536352" y="627748"/>
                  </a:lnTo>
                  <a:lnTo>
                    <a:pt x="535691" y="627748"/>
                  </a:lnTo>
                  <a:lnTo>
                    <a:pt x="535031" y="627748"/>
                  </a:lnTo>
                  <a:lnTo>
                    <a:pt x="534370" y="627748"/>
                  </a:lnTo>
                  <a:lnTo>
                    <a:pt x="533709" y="627748"/>
                  </a:lnTo>
                  <a:lnTo>
                    <a:pt x="533049" y="627748"/>
                  </a:lnTo>
                  <a:lnTo>
                    <a:pt x="532388" y="627748"/>
                  </a:lnTo>
                  <a:lnTo>
                    <a:pt x="531728" y="627748"/>
                  </a:lnTo>
                  <a:lnTo>
                    <a:pt x="531067" y="627748"/>
                  </a:lnTo>
                  <a:lnTo>
                    <a:pt x="530407" y="627748"/>
                  </a:lnTo>
                  <a:lnTo>
                    <a:pt x="529746" y="627748"/>
                  </a:lnTo>
                  <a:lnTo>
                    <a:pt x="529086" y="627748"/>
                  </a:lnTo>
                  <a:lnTo>
                    <a:pt x="528425" y="627748"/>
                  </a:lnTo>
                  <a:lnTo>
                    <a:pt x="527765" y="627748"/>
                  </a:lnTo>
                  <a:lnTo>
                    <a:pt x="527104" y="627748"/>
                  </a:lnTo>
                  <a:lnTo>
                    <a:pt x="526444" y="627748"/>
                  </a:lnTo>
                  <a:lnTo>
                    <a:pt x="525783" y="627748"/>
                  </a:lnTo>
                  <a:lnTo>
                    <a:pt x="525123" y="627748"/>
                  </a:lnTo>
                  <a:lnTo>
                    <a:pt x="524462" y="627748"/>
                  </a:lnTo>
                  <a:lnTo>
                    <a:pt x="523801" y="627748"/>
                  </a:lnTo>
                  <a:lnTo>
                    <a:pt x="523141" y="627748"/>
                  </a:lnTo>
                  <a:lnTo>
                    <a:pt x="522480" y="627748"/>
                  </a:lnTo>
                  <a:lnTo>
                    <a:pt x="521820" y="627748"/>
                  </a:lnTo>
                  <a:lnTo>
                    <a:pt x="521159" y="627748"/>
                  </a:lnTo>
                  <a:lnTo>
                    <a:pt x="520499" y="627748"/>
                  </a:lnTo>
                  <a:lnTo>
                    <a:pt x="519838" y="627748"/>
                  </a:lnTo>
                  <a:lnTo>
                    <a:pt x="519178" y="627748"/>
                  </a:lnTo>
                  <a:lnTo>
                    <a:pt x="518517" y="627748"/>
                  </a:lnTo>
                  <a:lnTo>
                    <a:pt x="517857" y="627748"/>
                  </a:lnTo>
                  <a:lnTo>
                    <a:pt x="517196" y="627748"/>
                  </a:lnTo>
                  <a:lnTo>
                    <a:pt x="516536" y="627748"/>
                  </a:lnTo>
                  <a:lnTo>
                    <a:pt x="515875" y="627748"/>
                  </a:lnTo>
                  <a:lnTo>
                    <a:pt x="515215" y="627748"/>
                  </a:lnTo>
                  <a:lnTo>
                    <a:pt x="514554" y="627748"/>
                  </a:lnTo>
                  <a:lnTo>
                    <a:pt x="513893" y="627748"/>
                  </a:lnTo>
                  <a:lnTo>
                    <a:pt x="513233" y="627748"/>
                  </a:lnTo>
                  <a:lnTo>
                    <a:pt x="512572" y="627748"/>
                  </a:lnTo>
                  <a:lnTo>
                    <a:pt x="511912" y="627748"/>
                  </a:lnTo>
                  <a:lnTo>
                    <a:pt x="511251" y="627748"/>
                  </a:lnTo>
                  <a:lnTo>
                    <a:pt x="510591" y="627748"/>
                  </a:lnTo>
                  <a:lnTo>
                    <a:pt x="509930" y="627748"/>
                  </a:lnTo>
                  <a:lnTo>
                    <a:pt x="509270" y="627748"/>
                  </a:lnTo>
                  <a:lnTo>
                    <a:pt x="508609" y="627748"/>
                  </a:lnTo>
                  <a:lnTo>
                    <a:pt x="507949" y="627748"/>
                  </a:lnTo>
                  <a:lnTo>
                    <a:pt x="507288" y="627748"/>
                  </a:lnTo>
                  <a:lnTo>
                    <a:pt x="506628" y="627748"/>
                  </a:lnTo>
                  <a:lnTo>
                    <a:pt x="505967" y="627748"/>
                  </a:lnTo>
                  <a:lnTo>
                    <a:pt x="505307" y="627748"/>
                  </a:lnTo>
                  <a:lnTo>
                    <a:pt x="504646" y="627748"/>
                  </a:lnTo>
                  <a:lnTo>
                    <a:pt x="503985" y="627748"/>
                  </a:lnTo>
                  <a:lnTo>
                    <a:pt x="503325" y="627748"/>
                  </a:lnTo>
                  <a:lnTo>
                    <a:pt x="502664" y="627748"/>
                  </a:lnTo>
                  <a:lnTo>
                    <a:pt x="502004" y="627748"/>
                  </a:lnTo>
                  <a:lnTo>
                    <a:pt x="501343" y="627748"/>
                  </a:lnTo>
                  <a:lnTo>
                    <a:pt x="500683" y="627748"/>
                  </a:lnTo>
                  <a:lnTo>
                    <a:pt x="500022" y="627748"/>
                  </a:lnTo>
                  <a:lnTo>
                    <a:pt x="499362" y="627748"/>
                  </a:lnTo>
                  <a:lnTo>
                    <a:pt x="498701" y="627748"/>
                  </a:lnTo>
                  <a:lnTo>
                    <a:pt x="498041" y="627748"/>
                  </a:lnTo>
                  <a:lnTo>
                    <a:pt x="497380" y="627748"/>
                  </a:lnTo>
                  <a:lnTo>
                    <a:pt x="496720" y="627748"/>
                  </a:lnTo>
                  <a:lnTo>
                    <a:pt x="496059" y="627748"/>
                  </a:lnTo>
                  <a:lnTo>
                    <a:pt x="495399" y="627748"/>
                  </a:lnTo>
                  <a:lnTo>
                    <a:pt x="494738" y="627748"/>
                  </a:lnTo>
                  <a:lnTo>
                    <a:pt x="494078" y="627748"/>
                  </a:lnTo>
                  <a:lnTo>
                    <a:pt x="493417" y="627748"/>
                  </a:lnTo>
                  <a:lnTo>
                    <a:pt x="492756" y="627748"/>
                  </a:lnTo>
                  <a:lnTo>
                    <a:pt x="492096" y="627748"/>
                  </a:lnTo>
                  <a:lnTo>
                    <a:pt x="491435" y="627748"/>
                  </a:lnTo>
                  <a:lnTo>
                    <a:pt x="490775" y="627748"/>
                  </a:lnTo>
                  <a:lnTo>
                    <a:pt x="490114" y="627748"/>
                  </a:lnTo>
                  <a:lnTo>
                    <a:pt x="489454" y="627748"/>
                  </a:lnTo>
                  <a:lnTo>
                    <a:pt x="488793" y="627748"/>
                  </a:lnTo>
                  <a:lnTo>
                    <a:pt x="488133" y="627748"/>
                  </a:lnTo>
                  <a:lnTo>
                    <a:pt x="487472" y="627748"/>
                  </a:lnTo>
                  <a:lnTo>
                    <a:pt x="486812" y="627748"/>
                  </a:lnTo>
                  <a:lnTo>
                    <a:pt x="486151" y="627748"/>
                  </a:lnTo>
                  <a:lnTo>
                    <a:pt x="485491" y="627748"/>
                  </a:lnTo>
                  <a:lnTo>
                    <a:pt x="484830" y="627748"/>
                  </a:lnTo>
                  <a:lnTo>
                    <a:pt x="484170" y="627748"/>
                  </a:lnTo>
                  <a:lnTo>
                    <a:pt x="483509" y="627748"/>
                  </a:lnTo>
                  <a:lnTo>
                    <a:pt x="482848" y="627748"/>
                  </a:lnTo>
                  <a:lnTo>
                    <a:pt x="482188" y="627748"/>
                  </a:lnTo>
                  <a:lnTo>
                    <a:pt x="481527" y="627748"/>
                  </a:lnTo>
                  <a:lnTo>
                    <a:pt x="480867" y="627748"/>
                  </a:lnTo>
                  <a:lnTo>
                    <a:pt x="480206" y="627748"/>
                  </a:lnTo>
                  <a:lnTo>
                    <a:pt x="479546" y="627748"/>
                  </a:lnTo>
                  <a:lnTo>
                    <a:pt x="478885" y="627748"/>
                  </a:lnTo>
                  <a:lnTo>
                    <a:pt x="478225" y="627748"/>
                  </a:lnTo>
                  <a:lnTo>
                    <a:pt x="477564" y="627748"/>
                  </a:lnTo>
                  <a:lnTo>
                    <a:pt x="476904" y="627748"/>
                  </a:lnTo>
                  <a:lnTo>
                    <a:pt x="476243" y="627748"/>
                  </a:lnTo>
                  <a:lnTo>
                    <a:pt x="475583" y="627748"/>
                  </a:lnTo>
                  <a:lnTo>
                    <a:pt x="474922" y="627748"/>
                  </a:lnTo>
                  <a:lnTo>
                    <a:pt x="474262" y="627748"/>
                  </a:lnTo>
                  <a:lnTo>
                    <a:pt x="473601" y="627748"/>
                  </a:lnTo>
                  <a:lnTo>
                    <a:pt x="472940" y="627748"/>
                  </a:lnTo>
                  <a:lnTo>
                    <a:pt x="472280" y="627748"/>
                  </a:lnTo>
                  <a:lnTo>
                    <a:pt x="471619" y="627748"/>
                  </a:lnTo>
                  <a:lnTo>
                    <a:pt x="470959" y="627748"/>
                  </a:lnTo>
                  <a:lnTo>
                    <a:pt x="470298" y="627748"/>
                  </a:lnTo>
                  <a:lnTo>
                    <a:pt x="469638" y="627748"/>
                  </a:lnTo>
                  <a:lnTo>
                    <a:pt x="468977" y="627748"/>
                  </a:lnTo>
                  <a:lnTo>
                    <a:pt x="468317" y="627748"/>
                  </a:lnTo>
                  <a:lnTo>
                    <a:pt x="467656" y="627748"/>
                  </a:lnTo>
                  <a:lnTo>
                    <a:pt x="466996" y="627748"/>
                  </a:lnTo>
                  <a:lnTo>
                    <a:pt x="466335" y="627748"/>
                  </a:lnTo>
                  <a:lnTo>
                    <a:pt x="465675" y="627748"/>
                  </a:lnTo>
                  <a:lnTo>
                    <a:pt x="465014" y="627748"/>
                  </a:lnTo>
                  <a:lnTo>
                    <a:pt x="464354" y="627748"/>
                  </a:lnTo>
                  <a:lnTo>
                    <a:pt x="463693" y="627748"/>
                  </a:lnTo>
                  <a:lnTo>
                    <a:pt x="463033" y="627748"/>
                  </a:lnTo>
                  <a:lnTo>
                    <a:pt x="462372" y="627748"/>
                  </a:lnTo>
                  <a:lnTo>
                    <a:pt x="461711" y="627748"/>
                  </a:lnTo>
                  <a:lnTo>
                    <a:pt x="461051" y="627748"/>
                  </a:lnTo>
                  <a:lnTo>
                    <a:pt x="460390" y="627748"/>
                  </a:lnTo>
                  <a:lnTo>
                    <a:pt x="459730" y="627748"/>
                  </a:lnTo>
                  <a:lnTo>
                    <a:pt x="459069" y="627748"/>
                  </a:lnTo>
                  <a:lnTo>
                    <a:pt x="458409" y="627748"/>
                  </a:lnTo>
                  <a:lnTo>
                    <a:pt x="457748" y="627748"/>
                  </a:lnTo>
                  <a:lnTo>
                    <a:pt x="457088" y="627748"/>
                  </a:lnTo>
                  <a:lnTo>
                    <a:pt x="456427" y="627748"/>
                  </a:lnTo>
                  <a:lnTo>
                    <a:pt x="455767" y="627748"/>
                  </a:lnTo>
                  <a:lnTo>
                    <a:pt x="455106" y="627748"/>
                  </a:lnTo>
                  <a:lnTo>
                    <a:pt x="454446" y="627748"/>
                  </a:lnTo>
                  <a:lnTo>
                    <a:pt x="453785" y="627748"/>
                  </a:lnTo>
                  <a:lnTo>
                    <a:pt x="453125" y="627748"/>
                  </a:lnTo>
                  <a:lnTo>
                    <a:pt x="452464" y="627748"/>
                  </a:lnTo>
                  <a:lnTo>
                    <a:pt x="451803" y="627748"/>
                  </a:lnTo>
                  <a:lnTo>
                    <a:pt x="451143" y="627748"/>
                  </a:lnTo>
                  <a:lnTo>
                    <a:pt x="450482" y="627748"/>
                  </a:lnTo>
                  <a:lnTo>
                    <a:pt x="449822" y="627748"/>
                  </a:lnTo>
                  <a:lnTo>
                    <a:pt x="449161" y="627748"/>
                  </a:lnTo>
                  <a:lnTo>
                    <a:pt x="448501" y="627748"/>
                  </a:lnTo>
                  <a:lnTo>
                    <a:pt x="447840" y="627748"/>
                  </a:lnTo>
                  <a:lnTo>
                    <a:pt x="447180" y="627748"/>
                  </a:lnTo>
                  <a:lnTo>
                    <a:pt x="446519" y="627748"/>
                  </a:lnTo>
                  <a:lnTo>
                    <a:pt x="445859" y="627748"/>
                  </a:lnTo>
                  <a:lnTo>
                    <a:pt x="445198" y="627748"/>
                  </a:lnTo>
                  <a:lnTo>
                    <a:pt x="444538" y="627748"/>
                  </a:lnTo>
                  <a:lnTo>
                    <a:pt x="443877" y="627748"/>
                  </a:lnTo>
                  <a:lnTo>
                    <a:pt x="443217" y="627748"/>
                  </a:lnTo>
                  <a:lnTo>
                    <a:pt x="442556" y="627748"/>
                  </a:lnTo>
                  <a:lnTo>
                    <a:pt x="441895" y="627748"/>
                  </a:lnTo>
                  <a:lnTo>
                    <a:pt x="441235" y="627748"/>
                  </a:lnTo>
                  <a:lnTo>
                    <a:pt x="440574" y="627748"/>
                  </a:lnTo>
                  <a:lnTo>
                    <a:pt x="439914" y="627748"/>
                  </a:lnTo>
                  <a:lnTo>
                    <a:pt x="439253" y="627748"/>
                  </a:lnTo>
                  <a:lnTo>
                    <a:pt x="438593" y="627748"/>
                  </a:lnTo>
                  <a:lnTo>
                    <a:pt x="437932" y="627748"/>
                  </a:lnTo>
                  <a:lnTo>
                    <a:pt x="437272" y="627748"/>
                  </a:lnTo>
                  <a:lnTo>
                    <a:pt x="436611" y="627748"/>
                  </a:lnTo>
                  <a:lnTo>
                    <a:pt x="435951" y="627748"/>
                  </a:lnTo>
                  <a:lnTo>
                    <a:pt x="435290" y="627748"/>
                  </a:lnTo>
                  <a:lnTo>
                    <a:pt x="434630" y="627748"/>
                  </a:lnTo>
                  <a:lnTo>
                    <a:pt x="433969" y="627748"/>
                  </a:lnTo>
                  <a:lnTo>
                    <a:pt x="433309" y="627748"/>
                  </a:lnTo>
                  <a:lnTo>
                    <a:pt x="432648" y="627748"/>
                  </a:lnTo>
                  <a:lnTo>
                    <a:pt x="431987" y="627748"/>
                  </a:lnTo>
                  <a:lnTo>
                    <a:pt x="431327" y="627748"/>
                  </a:lnTo>
                  <a:lnTo>
                    <a:pt x="430666" y="627748"/>
                  </a:lnTo>
                  <a:lnTo>
                    <a:pt x="430006" y="627748"/>
                  </a:lnTo>
                  <a:lnTo>
                    <a:pt x="429345" y="627748"/>
                  </a:lnTo>
                  <a:lnTo>
                    <a:pt x="428685" y="627748"/>
                  </a:lnTo>
                  <a:lnTo>
                    <a:pt x="428024" y="627748"/>
                  </a:lnTo>
                  <a:lnTo>
                    <a:pt x="427364" y="627748"/>
                  </a:lnTo>
                  <a:lnTo>
                    <a:pt x="426703" y="627748"/>
                  </a:lnTo>
                  <a:lnTo>
                    <a:pt x="426043" y="627748"/>
                  </a:lnTo>
                  <a:lnTo>
                    <a:pt x="425382" y="627748"/>
                  </a:lnTo>
                  <a:lnTo>
                    <a:pt x="424722" y="627748"/>
                  </a:lnTo>
                  <a:lnTo>
                    <a:pt x="424061" y="627748"/>
                  </a:lnTo>
                  <a:lnTo>
                    <a:pt x="423401" y="627748"/>
                  </a:lnTo>
                  <a:lnTo>
                    <a:pt x="422740" y="627748"/>
                  </a:lnTo>
                  <a:lnTo>
                    <a:pt x="422080" y="627748"/>
                  </a:lnTo>
                  <a:lnTo>
                    <a:pt x="421419" y="627748"/>
                  </a:lnTo>
                  <a:lnTo>
                    <a:pt x="420758" y="627748"/>
                  </a:lnTo>
                  <a:lnTo>
                    <a:pt x="420098" y="627748"/>
                  </a:lnTo>
                  <a:lnTo>
                    <a:pt x="419437" y="627748"/>
                  </a:lnTo>
                  <a:lnTo>
                    <a:pt x="418777" y="627748"/>
                  </a:lnTo>
                  <a:lnTo>
                    <a:pt x="418116" y="627748"/>
                  </a:lnTo>
                  <a:lnTo>
                    <a:pt x="417456" y="627748"/>
                  </a:lnTo>
                  <a:lnTo>
                    <a:pt x="416795" y="627748"/>
                  </a:lnTo>
                  <a:lnTo>
                    <a:pt x="416135" y="627748"/>
                  </a:lnTo>
                  <a:lnTo>
                    <a:pt x="415474" y="627748"/>
                  </a:lnTo>
                  <a:lnTo>
                    <a:pt x="414814" y="627748"/>
                  </a:lnTo>
                  <a:lnTo>
                    <a:pt x="414153" y="627748"/>
                  </a:lnTo>
                  <a:lnTo>
                    <a:pt x="413493" y="627748"/>
                  </a:lnTo>
                  <a:lnTo>
                    <a:pt x="412832" y="627748"/>
                  </a:lnTo>
                  <a:lnTo>
                    <a:pt x="412172" y="627748"/>
                  </a:lnTo>
                  <a:lnTo>
                    <a:pt x="411511" y="627748"/>
                  </a:lnTo>
                  <a:lnTo>
                    <a:pt x="410850" y="627748"/>
                  </a:lnTo>
                  <a:lnTo>
                    <a:pt x="410190" y="627748"/>
                  </a:lnTo>
                  <a:lnTo>
                    <a:pt x="409529" y="627748"/>
                  </a:lnTo>
                  <a:lnTo>
                    <a:pt x="408869" y="627748"/>
                  </a:lnTo>
                  <a:lnTo>
                    <a:pt x="408208" y="627748"/>
                  </a:lnTo>
                  <a:lnTo>
                    <a:pt x="407548" y="627748"/>
                  </a:lnTo>
                  <a:lnTo>
                    <a:pt x="406887" y="627748"/>
                  </a:lnTo>
                  <a:lnTo>
                    <a:pt x="406227" y="627748"/>
                  </a:lnTo>
                  <a:lnTo>
                    <a:pt x="405566" y="627748"/>
                  </a:lnTo>
                  <a:lnTo>
                    <a:pt x="404906" y="627748"/>
                  </a:lnTo>
                  <a:lnTo>
                    <a:pt x="404245" y="627748"/>
                  </a:lnTo>
                  <a:lnTo>
                    <a:pt x="403585" y="627748"/>
                  </a:lnTo>
                  <a:lnTo>
                    <a:pt x="402924" y="627748"/>
                  </a:lnTo>
                  <a:lnTo>
                    <a:pt x="402264" y="627748"/>
                  </a:lnTo>
                  <a:lnTo>
                    <a:pt x="401603" y="627748"/>
                  </a:lnTo>
                  <a:lnTo>
                    <a:pt x="400942" y="627748"/>
                  </a:lnTo>
                  <a:lnTo>
                    <a:pt x="400282" y="627748"/>
                  </a:lnTo>
                  <a:lnTo>
                    <a:pt x="399621" y="627748"/>
                  </a:lnTo>
                  <a:lnTo>
                    <a:pt x="398961" y="627748"/>
                  </a:lnTo>
                  <a:lnTo>
                    <a:pt x="398300" y="627748"/>
                  </a:lnTo>
                  <a:lnTo>
                    <a:pt x="397640" y="627748"/>
                  </a:lnTo>
                  <a:lnTo>
                    <a:pt x="396979" y="627748"/>
                  </a:lnTo>
                  <a:lnTo>
                    <a:pt x="396319" y="627748"/>
                  </a:lnTo>
                  <a:lnTo>
                    <a:pt x="395658" y="627748"/>
                  </a:lnTo>
                  <a:lnTo>
                    <a:pt x="394998" y="627748"/>
                  </a:lnTo>
                  <a:lnTo>
                    <a:pt x="394337" y="627748"/>
                  </a:lnTo>
                  <a:lnTo>
                    <a:pt x="393677" y="627748"/>
                  </a:lnTo>
                  <a:lnTo>
                    <a:pt x="393016" y="627748"/>
                  </a:lnTo>
                  <a:lnTo>
                    <a:pt x="392356" y="627748"/>
                  </a:lnTo>
                  <a:lnTo>
                    <a:pt x="391695" y="627748"/>
                  </a:lnTo>
                  <a:lnTo>
                    <a:pt x="391035" y="627748"/>
                  </a:lnTo>
                  <a:lnTo>
                    <a:pt x="390374" y="627748"/>
                  </a:lnTo>
                  <a:lnTo>
                    <a:pt x="389713" y="627748"/>
                  </a:lnTo>
                  <a:lnTo>
                    <a:pt x="389053" y="627748"/>
                  </a:lnTo>
                  <a:lnTo>
                    <a:pt x="388392" y="627748"/>
                  </a:lnTo>
                  <a:lnTo>
                    <a:pt x="387732" y="627748"/>
                  </a:lnTo>
                  <a:lnTo>
                    <a:pt x="387071" y="627748"/>
                  </a:lnTo>
                  <a:lnTo>
                    <a:pt x="386411" y="627748"/>
                  </a:lnTo>
                  <a:lnTo>
                    <a:pt x="385750" y="627748"/>
                  </a:lnTo>
                  <a:lnTo>
                    <a:pt x="385090" y="627748"/>
                  </a:lnTo>
                  <a:lnTo>
                    <a:pt x="384429" y="627748"/>
                  </a:lnTo>
                  <a:lnTo>
                    <a:pt x="383769" y="627748"/>
                  </a:lnTo>
                  <a:lnTo>
                    <a:pt x="383108" y="627748"/>
                  </a:lnTo>
                  <a:lnTo>
                    <a:pt x="382448" y="627748"/>
                  </a:lnTo>
                  <a:lnTo>
                    <a:pt x="381787" y="627748"/>
                  </a:lnTo>
                  <a:lnTo>
                    <a:pt x="381127" y="627748"/>
                  </a:lnTo>
                  <a:lnTo>
                    <a:pt x="380466" y="627748"/>
                  </a:lnTo>
                  <a:lnTo>
                    <a:pt x="379805" y="627748"/>
                  </a:lnTo>
                  <a:lnTo>
                    <a:pt x="379145" y="627748"/>
                  </a:lnTo>
                  <a:lnTo>
                    <a:pt x="378484" y="627748"/>
                  </a:lnTo>
                  <a:lnTo>
                    <a:pt x="377824" y="627748"/>
                  </a:lnTo>
                  <a:lnTo>
                    <a:pt x="377163" y="627748"/>
                  </a:lnTo>
                  <a:lnTo>
                    <a:pt x="376503" y="627748"/>
                  </a:lnTo>
                  <a:lnTo>
                    <a:pt x="375842" y="627748"/>
                  </a:lnTo>
                  <a:lnTo>
                    <a:pt x="375182" y="627748"/>
                  </a:lnTo>
                  <a:lnTo>
                    <a:pt x="374521" y="627748"/>
                  </a:lnTo>
                  <a:lnTo>
                    <a:pt x="373861" y="627748"/>
                  </a:lnTo>
                  <a:lnTo>
                    <a:pt x="373200" y="627748"/>
                  </a:lnTo>
                  <a:lnTo>
                    <a:pt x="372540" y="627748"/>
                  </a:lnTo>
                  <a:lnTo>
                    <a:pt x="371879" y="627748"/>
                  </a:lnTo>
                  <a:lnTo>
                    <a:pt x="371219" y="627748"/>
                  </a:lnTo>
                  <a:lnTo>
                    <a:pt x="370558" y="627748"/>
                  </a:lnTo>
                  <a:lnTo>
                    <a:pt x="369897" y="627748"/>
                  </a:lnTo>
                  <a:lnTo>
                    <a:pt x="369237" y="627748"/>
                  </a:lnTo>
                  <a:lnTo>
                    <a:pt x="368576" y="627748"/>
                  </a:lnTo>
                  <a:lnTo>
                    <a:pt x="367916" y="627748"/>
                  </a:lnTo>
                  <a:lnTo>
                    <a:pt x="367255" y="627748"/>
                  </a:lnTo>
                  <a:lnTo>
                    <a:pt x="366595" y="627748"/>
                  </a:lnTo>
                  <a:lnTo>
                    <a:pt x="365934" y="627748"/>
                  </a:lnTo>
                  <a:lnTo>
                    <a:pt x="365274" y="627748"/>
                  </a:lnTo>
                  <a:lnTo>
                    <a:pt x="364613" y="627748"/>
                  </a:lnTo>
                  <a:lnTo>
                    <a:pt x="363953" y="627748"/>
                  </a:lnTo>
                  <a:lnTo>
                    <a:pt x="363292" y="627748"/>
                  </a:lnTo>
                  <a:lnTo>
                    <a:pt x="362632" y="627748"/>
                  </a:lnTo>
                  <a:lnTo>
                    <a:pt x="361971" y="627748"/>
                  </a:lnTo>
                  <a:lnTo>
                    <a:pt x="361311" y="627748"/>
                  </a:lnTo>
                  <a:lnTo>
                    <a:pt x="360650" y="627748"/>
                  </a:lnTo>
                  <a:lnTo>
                    <a:pt x="359989" y="627748"/>
                  </a:lnTo>
                  <a:lnTo>
                    <a:pt x="359329" y="627748"/>
                  </a:lnTo>
                  <a:lnTo>
                    <a:pt x="358668" y="627748"/>
                  </a:lnTo>
                  <a:lnTo>
                    <a:pt x="358008" y="627748"/>
                  </a:lnTo>
                  <a:lnTo>
                    <a:pt x="357347" y="627748"/>
                  </a:lnTo>
                  <a:lnTo>
                    <a:pt x="356687" y="627748"/>
                  </a:lnTo>
                  <a:lnTo>
                    <a:pt x="356026" y="627748"/>
                  </a:lnTo>
                  <a:lnTo>
                    <a:pt x="355366" y="627748"/>
                  </a:lnTo>
                  <a:lnTo>
                    <a:pt x="354705" y="627748"/>
                  </a:lnTo>
                  <a:lnTo>
                    <a:pt x="354045" y="627748"/>
                  </a:lnTo>
                  <a:lnTo>
                    <a:pt x="353384" y="627748"/>
                  </a:lnTo>
                  <a:lnTo>
                    <a:pt x="352724" y="627748"/>
                  </a:lnTo>
                  <a:lnTo>
                    <a:pt x="352063" y="627748"/>
                  </a:lnTo>
                  <a:lnTo>
                    <a:pt x="351403" y="627748"/>
                  </a:lnTo>
                  <a:lnTo>
                    <a:pt x="350742" y="627748"/>
                  </a:lnTo>
                  <a:lnTo>
                    <a:pt x="350082" y="627748"/>
                  </a:lnTo>
                  <a:lnTo>
                    <a:pt x="349421" y="627748"/>
                  </a:lnTo>
                  <a:lnTo>
                    <a:pt x="348760" y="627748"/>
                  </a:lnTo>
                  <a:lnTo>
                    <a:pt x="348100" y="627748"/>
                  </a:lnTo>
                  <a:lnTo>
                    <a:pt x="347439" y="627748"/>
                  </a:lnTo>
                  <a:lnTo>
                    <a:pt x="346779" y="627748"/>
                  </a:lnTo>
                  <a:lnTo>
                    <a:pt x="346118" y="627748"/>
                  </a:lnTo>
                  <a:lnTo>
                    <a:pt x="345458" y="627748"/>
                  </a:lnTo>
                  <a:lnTo>
                    <a:pt x="344797" y="627748"/>
                  </a:lnTo>
                  <a:lnTo>
                    <a:pt x="344137" y="627748"/>
                  </a:lnTo>
                  <a:lnTo>
                    <a:pt x="343476" y="627748"/>
                  </a:lnTo>
                  <a:lnTo>
                    <a:pt x="342816" y="627748"/>
                  </a:lnTo>
                  <a:lnTo>
                    <a:pt x="342155" y="627748"/>
                  </a:lnTo>
                  <a:lnTo>
                    <a:pt x="341495" y="627748"/>
                  </a:lnTo>
                  <a:lnTo>
                    <a:pt x="340834" y="627748"/>
                  </a:lnTo>
                  <a:lnTo>
                    <a:pt x="340174" y="627748"/>
                  </a:lnTo>
                  <a:lnTo>
                    <a:pt x="339513" y="627748"/>
                  </a:lnTo>
                  <a:lnTo>
                    <a:pt x="338852" y="627748"/>
                  </a:lnTo>
                  <a:lnTo>
                    <a:pt x="338192" y="627748"/>
                  </a:lnTo>
                  <a:lnTo>
                    <a:pt x="337531" y="627748"/>
                  </a:lnTo>
                  <a:lnTo>
                    <a:pt x="336871" y="627748"/>
                  </a:lnTo>
                  <a:lnTo>
                    <a:pt x="336210" y="627748"/>
                  </a:lnTo>
                  <a:lnTo>
                    <a:pt x="335550" y="627748"/>
                  </a:lnTo>
                  <a:lnTo>
                    <a:pt x="334889" y="627748"/>
                  </a:lnTo>
                  <a:lnTo>
                    <a:pt x="334229" y="627748"/>
                  </a:lnTo>
                  <a:lnTo>
                    <a:pt x="333568" y="627748"/>
                  </a:lnTo>
                  <a:lnTo>
                    <a:pt x="332908" y="627748"/>
                  </a:lnTo>
                  <a:lnTo>
                    <a:pt x="332247" y="627748"/>
                  </a:lnTo>
                  <a:lnTo>
                    <a:pt x="331587" y="627748"/>
                  </a:lnTo>
                  <a:lnTo>
                    <a:pt x="330926" y="627748"/>
                  </a:lnTo>
                  <a:lnTo>
                    <a:pt x="330266" y="627748"/>
                  </a:lnTo>
                  <a:lnTo>
                    <a:pt x="329605" y="627748"/>
                  </a:lnTo>
                  <a:lnTo>
                    <a:pt x="328944" y="627748"/>
                  </a:lnTo>
                  <a:lnTo>
                    <a:pt x="328284" y="627748"/>
                  </a:lnTo>
                  <a:lnTo>
                    <a:pt x="327623" y="627748"/>
                  </a:lnTo>
                  <a:lnTo>
                    <a:pt x="326963" y="627748"/>
                  </a:lnTo>
                  <a:lnTo>
                    <a:pt x="326302" y="627748"/>
                  </a:lnTo>
                  <a:lnTo>
                    <a:pt x="325642" y="627748"/>
                  </a:lnTo>
                  <a:lnTo>
                    <a:pt x="324981" y="627748"/>
                  </a:lnTo>
                  <a:lnTo>
                    <a:pt x="324321" y="627748"/>
                  </a:lnTo>
                  <a:lnTo>
                    <a:pt x="323660" y="627748"/>
                  </a:lnTo>
                  <a:lnTo>
                    <a:pt x="323000" y="627748"/>
                  </a:lnTo>
                  <a:lnTo>
                    <a:pt x="322339" y="627748"/>
                  </a:lnTo>
                  <a:lnTo>
                    <a:pt x="321679" y="627748"/>
                  </a:lnTo>
                  <a:lnTo>
                    <a:pt x="321018" y="627748"/>
                  </a:lnTo>
                  <a:lnTo>
                    <a:pt x="320358" y="627748"/>
                  </a:lnTo>
                  <a:lnTo>
                    <a:pt x="319697" y="627748"/>
                  </a:lnTo>
                  <a:lnTo>
                    <a:pt x="319037" y="627748"/>
                  </a:lnTo>
                  <a:lnTo>
                    <a:pt x="318376" y="627748"/>
                  </a:lnTo>
                  <a:lnTo>
                    <a:pt x="317715" y="627748"/>
                  </a:lnTo>
                  <a:lnTo>
                    <a:pt x="317055" y="627748"/>
                  </a:lnTo>
                  <a:lnTo>
                    <a:pt x="316394" y="627748"/>
                  </a:lnTo>
                  <a:lnTo>
                    <a:pt x="315734" y="627748"/>
                  </a:lnTo>
                  <a:lnTo>
                    <a:pt x="315073" y="627748"/>
                  </a:lnTo>
                  <a:lnTo>
                    <a:pt x="314413" y="627748"/>
                  </a:lnTo>
                  <a:lnTo>
                    <a:pt x="313752" y="627748"/>
                  </a:lnTo>
                  <a:lnTo>
                    <a:pt x="313092" y="627748"/>
                  </a:lnTo>
                  <a:lnTo>
                    <a:pt x="312431" y="627748"/>
                  </a:lnTo>
                  <a:lnTo>
                    <a:pt x="311771" y="627748"/>
                  </a:lnTo>
                  <a:lnTo>
                    <a:pt x="311110" y="627748"/>
                  </a:lnTo>
                  <a:lnTo>
                    <a:pt x="310450" y="627748"/>
                  </a:lnTo>
                  <a:lnTo>
                    <a:pt x="309789" y="627748"/>
                  </a:lnTo>
                  <a:lnTo>
                    <a:pt x="309129" y="627748"/>
                  </a:lnTo>
                  <a:lnTo>
                    <a:pt x="308468" y="627748"/>
                  </a:lnTo>
                  <a:lnTo>
                    <a:pt x="307807" y="627748"/>
                  </a:lnTo>
                  <a:lnTo>
                    <a:pt x="307147" y="627748"/>
                  </a:lnTo>
                  <a:lnTo>
                    <a:pt x="306486" y="627748"/>
                  </a:lnTo>
                  <a:lnTo>
                    <a:pt x="305826" y="627748"/>
                  </a:lnTo>
                  <a:lnTo>
                    <a:pt x="305165" y="627748"/>
                  </a:lnTo>
                  <a:lnTo>
                    <a:pt x="304505" y="627748"/>
                  </a:lnTo>
                  <a:lnTo>
                    <a:pt x="303844" y="627748"/>
                  </a:lnTo>
                  <a:lnTo>
                    <a:pt x="303184" y="627748"/>
                  </a:lnTo>
                  <a:lnTo>
                    <a:pt x="302523" y="627748"/>
                  </a:lnTo>
                  <a:lnTo>
                    <a:pt x="301863" y="627748"/>
                  </a:lnTo>
                  <a:lnTo>
                    <a:pt x="301202" y="627748"/>
                  </a:lnTo>
                  <a:lnTo>
                    <a:pt x="300542" y="627748"/>
                  </a:lnTo>
                  <a:lnTo>
                    <a:pt x="299881" y="627748"/>
                  </a:lnTo>
                  <a:lnTo>
                    <a:pt x="299221" y="627748"/>
                  </a:lnTo>
                  <a:lnTo>
                    <a:pt x="298560" y="627748"/>
                  </a:lnTo>
                  <a:lnTo>
                    <a:pt x="297899" y="627748"/>
                  </a:lnTo>
                  <a:lnTo>
                    <a:pt x="297239" y="627748"/>
                  </a:lnTo>
                  <a:lnTo>
                    <a:pt x="296578" y="627748"/>
                  </a:lnTo>
                  <a:lnTo>
                    <a:pt x="295918" y="627748"/>
                  </a:lnTo>
                  <a:lnTo>
                    <a:pt x="295257" y="627748"/>
                  </a:lnTo>
                  <a:lnTo>
                    <a:pt x="294597" y="627748"/>
                  </a:lnTo>
                  <a:lnTo>
                    <a:pt x="293936" y="627748"/>
                  </a:lnTo>
                  <a:lnTo>
                    <a:pt x="293276" y="627748"/>
                  </a:lnTo>
                  <a:lnTo>
                    <a:pt x="292615" y="627748"/>
                  </a:lnTo>
                  <a:lnTo>
                    <a:pt x="291955" y="627748"/>
                  </a:lnTo>
                  <a:lnTo>
                    <a:pt x="291294" y="627748"/>
                  </a:lnTo>
                  <a:lnTo>
                    <a:pt x="290634" y="627748"/>
                  </a:lnTo>
                  <a:lnTo>
                    <a:pt x="289973" y="627748"/>
                  </a:lnTo>
                  <a:lnTo>
                    <a:pt x="289313" y="627748"/>
                  </a:lnTo>
                  <a:lnTo>
                    <a:pt x="288652" y="627748"/>
                  </a:lnTo>
                  <a:lnTo>
                    <a:pt x="287991" y="627748"/>
                  </a:lnTo>
                  <a:lnTo>
                    <a:pt x="287331" y="627748"/>
                  </a:lnTo>
                  <a:lnTo>
                    <a:pt x="286670" y="627748"/>
                  </a:lnTo>
                  <a:lnTo>
                    <a:pt x="286010" y="627748"/>
                  </a:lnTo>
                  <a:lnTo>
                    <a:pt x="285349" y="627748"/>
                  </a:lnTo>
                  <a:lnTo>
                    <a:pt x="284689" y="627748"/>
                  </a:lnTo>
                  <a:lnTo>
                    <a:pt x="284028" y="627748"/>
                  </a:lnTo>
                  <a:lnTo>
                    <a:pt x="283368" y="627748"/>
                  </a:lnTo>
                  <a:lnTo>
                    <a:pt x="282707" y="627748"/>
                  </a:lnTo>
                  <a:lnTo>
                    <a:pt x="282047" y="627748"/>
                  </a:lnTo>
                  <a:lnTo>
                    <a:pt x="281386" y="627748"/>
                  </a:lnTo>
                  <a:lnTo>
                    <a:pt x="280726" y="627748"/>
                  </a:lnTo>
                  <a:lnTo>
                    <a:pt x="280065" y="627748"/>
                  </a:lnTo>
                  <a:lnTo>
                    <a:pt x="279405" y="627748"/>
                  </a:lnTo>
                  <a:lnTo>
                    <a:pt x="278744" y="627748"/>
                  </a:lnTo>
                  <a:lnTo>
                    <a:pt x="278084" y="627748"/>
                  </a:lnTo>
                  <a:lnTo>
                    <a:pt x="277423" y="627748"/>
                  </a:lnTo>
                  <a:lnTo>
                    <a:pt x="276762" y="627748"/>
                  </a:lnTo>
                  <a:lnTo>
                    <a:pt x="276102" y="627748"/>
                  </a:lnTo>
                  <a:lnTo>
                    <a:pt x="275441" y="627748"/>
                  </a:lnTo>
                  <a:lnTo>
                    <a:pt x="274781" y="627748"/>
                  </a:lnTo>
                  <a:lnTo>
                    <a:pt x="274120" y="627748"/>
                  </a:lnTo>
                  <a:lnTo>
                    <a:pt x="273460" y="627748"/>
                  </a:lnTo>
                  <a:lnTo>
                    <a:pt x="272799" y="627748"/>
                  </a:lnTo>
                  <a:lnTo>
                    <a:pt x="272139" y="627748"/>
                  </a:lnTo>
                  <a:lnTo>
                    <a:pt x="271478" y="627748"/>
                  </a:lnTo>
                  <a:lnTo>
                    <a:pt x="270818" y="627748"/>
                  </a:lnTo>
                  <a:lnTo>
                    <a:pt x="270157" y="627748"/>
                  </a:lnTo>
                  <a:lnTo>
                    <a:pt x="269497" y="627748"/>
                  </a:lnTo>
                  <a:lnTo>
                    <a:pt x="268836" y="627748"/>
                  </a:lnTo>
                  <a:lnTo>
                    <a:pt x="268176" y="627748"/>
                  </a:lnTo>
                  <a:lnTo>
                    <a:pt x="267515" y="627748"/>
                  </a:lnTo>
                  <a:lnTo>
                    <a:pt x="266854" y="627748"/>
                  </a:lnTo>
                  <a:lnTo>
                    <a:pt x="266194" y="627748"/>
                  </a:lnTo>
                  <a:lnTo>
                    <a:pt x="265533" y="627748"/>
                  </a:lnTo>
                  <a:lnTo>
                    <a:pt x="264873" y="627748"/>
                  </a:lnTo>
                  <a:lnTo>
                    <a:pt x="264212" y="627748"/>
                  </a:lnTo>
                  <a:lnTo>
                    <a:pt x="263552" y="627748"/>
                  </a:lnTo>
                  <a:lnTo>
                    <a:pt x="262891" y="627748"/>
                  </a:lnTo>
                  <a:lnTo>
                    <a:pt x="262231" y="627748"/>
                  </a:lnTo>
                  <a:lnTo>
                    <a:pt x="261570" y="627748"/>
                  </a:lnTo>
                  <a:lnTo>
                    <a:pt x="260910" y="627748"/>
                  </a:lnTo>
                  <a:lnTo>
                    <a:pt x="260249" y="627748"/>
                  </a:lnTo>
                  <a:lnTo>
                    <a:pt x="259589" y="627748"/>
                  </a:lnTo>
                  <a:lnTo>
                    <a:pt x="258928" y="627748"/>
                  </a:lnTo>
                  <a:lnTo>
                    <a:pt x="258268" y="627748"/>
                  </a:lnTo>
                  <a:lnTo>
                    <a:pt x="257607" y="627748"/>
                  </a:lnTo>
                  <a:lnTo>
                    <a:pt x="256946" y="627748"/>
                  </a:lnTo>
                  <a:lnTo>
                    <a:pt x="256286" y="627748"/>
                  </a:lnTo>
                  <a:lnTo>
                    <a:pt x="255625" y="627748"/>
                  </a:lnTo>
                  <a:lnTo>
                    <a:pt x="254965" y="627748"/>
                  </a:lnTo>
                  <a:lnTo>
                    <a:pt x="254304" y="627748"/>
                  </a:lnTo>
                  <a:lnTo>
                    <a:pt x="253644" y="627748"/>
                  </a:lnTo>
                  <a:lnTo>
                    <a:pt x="252983" y="627748"/>
                  </a:lnTo>
                  <a:lnTo>
                    <a:pt x="252323" y="627748"/>
                  </a:lnTo>
                  <a:lnTo>
                    <a:pt x="251662" y="627748"/>
                  </a:lnTo>
                  <a:lnTo>
                    <a:pt x="251002" y="627748"/>
                  </a:lnTo>
                  <a:lnTo>
                    <a:pt x="250341" y="627748"/>
                  </a:lnTo>
                  <a:lnTo>
                    <a:pt x="249681" y="627748"/>
                  </a:lnTo>
                  <a:lnTo>
                    <a:pt x="249020" y="627748"/>
                  </a:lnTo>
                  <a:lnTo>
                    <a:pt x="248360" y="627748"/>
                  </a:lnTo>
                  <a:lnTo>
                    <a:pt x="247699" y="627748"/>
                  </a:lnTo>
                  <a:lnTo>
                    <a:pt x="247039" y="627748"/>
                  </a:lnTo>
                  <a:lnTo>
                    <a:pt x="246378" y="627748"/>
                  </a:lnTo>
                  <a:lnTo>
                    <a:pt x="245717" y="627748"/>
                  </a:lnTo>
                  <a:lnTo>
                    <a:pt x="245057" y="627748"/>
                  </a:lnTo>
                  <a:lnTo>
                    <a:pt x="244396" y="627748"/>
                  </a:lnTo>
                  <a:lnTo>
                    <a:pt x="243736" y="627748"/>
                  </a:lnTo>
                  <a:lnTo>
                    <a:pt x="243075" y="627748"/>
                  </a:lnTo>
                  <a:lnTo>
                    <a:pt x="242415" y="627748"/>
                  </a:lnTo>
                  <a:lnTo>
                    <a:pt x="241754" y="627748"/>
                  </a:lnTo>
                  <a:lnTo>
                    <a:pt x="241094" y="627748"/>
                  </a:lnTo>
                  <a:lnTo>
                    <a:pt x="240433" y="627748"/>
                  </a:lnTo>
                  <a:lnTo>
                    <a:pt x="239773" y="627748"/>
                  </a:lnTo>
                  <a:lnTo>
                    <a:pt x="239112" y="627748"/>
                  </a:lnTo>
                  <a:lnTo>
                    <a:pt x="238452" y="627748"/>
                  </a:lnTo>
                  <a:lnTo>
                    <a:pt x="237791" y="627748"/>
                  </a:lnTo>
                  <a:lnTo>
                    <a:pt x="237131" y="627748"/>
                  </a:lnTo>
                  <a:lnTo>
                    <a:pt x="236470" y="627748"/>
                  </a:lnTo>
                  <a:lnTo>
                    <a:pt x="235809" y="627748"/>
                  </a:lnTo>
                  <a:lnTo>
                    <a:pt x="235149" y="627748"/>
                  </a:lnTo>
                  <a:lnTo>
                    <a:pt x="234488" y="627748"/>
                  </a:lnTo>
                  <a:lnTo>
                    <a:pt x="233828" y="627748"/>
                  </a:lnTo>
                  <a:lnTo>
                    <a:pt x="233167" y="627748"/>
                  </a:lnTo>
                  <a:lnTo>
                    <a:pt x="232507" y="627748"/>
                  </a:lnTo>
                  <a:lnTo>
                    <a:pt x="231846" y="627748"/>
                  </a:lnTo>
                  <a:lnTo>
                    <a:pt x="231186" y="627748"/>
                  </a:lnTo>
                  <a:lnTo>
                    <a:pt x="230525" y="627748"/>
                  </a:lnTo>
                  <a:lnTo>
                    <a:pt x="229865" y="627748"/>
                  </a:lnTo>
                  <a:lnTo>
                    <a:pt x="229204" y="627748"/>
                  </a:lnTo>
                  <a:lnTo>
                    <a:pt x="228544" y="627748"/>
                  </a:lnTo>
                  <a:lnTo>
                    <a:pt x="227883" y="627748"/>
                  </a:lnTo>
                  <a:lnTo>
                    <a:pt x="227223" y="627748"/>
                  </a:lnTo>
                  <a:lnTo>
                    <a:pt x="226562" y="627748"/>
                  </a:lnTo>
                  <a:lnTo>
                    <a:pt x="225901" y="627748"/>
                  </a:lnTo>
                  <a:lnTo>
                    <a:pt x="225241" y="627748"/>
                  </a:lnTo>
                  <a:lnTo>
                    <a:pt x="224580" y="627748"/>
                  </a:lnTo>
                  <a:lnTo>
                    <a:pt x="223920" y="627748"/>
                  </a:lnTo>
                  <a:lnTo>
                    <a:pt x="223259" y="627748"/>
                  </a:lnTo>
                  <a:lnTo>
                    <a:pt x="222599" y="627748"/>
                  </a:lnTo>
                  <a:lnTo>
                    <a:pt x="221938" y="627748"/>
                  </a:lnTo>
                  <a:lnTo>
                    <a:pt x="221278" y="627748"/>
                  </a:lnTo>
                  <a:lnTo>
                    <a:pt x="220617" y="627748"/>
                  </a:lnTo>
                  <a:lnTo>
                    <a:pt x="219957" y="627748"/>
                  </a:lnTo>
                  <a:lnTo>
                    <a:pt x="219296" y="627748"/>
                  </a:lnTo>
                  <a:lnTo>
                    <a:pt x="218636" y="627748"/>
                  </a:lnTo>
                  <a:lnTo>
                    <a:pt x="217975" y="627748"/>
                  </a:lnTo>
                  <a:lnTo>
                    <a:pt x="217315" y="627748"/>
                  </a:lnTo>
                  <a:lnTo>
                    <a:pt x="216654" y="627748"/>
                  </a:lnTo>
                  <a:lnTo>
                    <a:pt x="215993" y="627748"/>
                  </a:lnTo>
                  <a:lnTo>
                    <a:pt x="215333" y="627748"/>
                  </a:lnTo>
                  <a:lnTo>
                    <a:pt x="214672" y="627748"/>
                  </a:lnTo>
                  <a:lnTo>
                    <a:pt x="214012" y="627748"/>
                  </a:lnTo>
                  <a:lnTo>
                    <a:pt x="213351" y="627748"/>
                  </a:lnTo>
                  <a:lnTo>
                    <a:pt x="212691" y="627748"/>
                  </a:lnTo>
                  <a:lnTo>
                    <a:pt x="212030" y="627748"/>
                  </a:lnTo>
                  <a:lnTo>
                    <a:pt x="211370" y="627748"/>
                  </a:lnTo>
                  <a:lnTo>
                    <a:pt x="210709" y="627748"/>
                  </a:lnTo>
                  <a:lnTo>
                    <a:pt x="210049" y="627748"/>
                  </a:lnTo>
                  <a:lnTo>
                    <a:pt x="209388" y="627748"/>
                  </a:lnTo>
                  <a:lnTo>
                    <a:pt x="208728" y="627748"/>
                  </a:lnTo>
                  <a:lnTo>
                    <a:pt x="208067" y="627748"/>
                  </a:lnTo>
                  <a:lnTo>
                    <a:pt x="207407" y="627748"/>
                  </a:lnTo>
                  <a:lnTo>
                    <a:pt x="206746" y="627748"/>
                  </a:lnTo>
                  <a:lnTo>
                    <a:pt x="206086" y="627748"/>
                  </a:lnTo>
                  <a:lnTo>
                    <a:pt x="205425" y="627748"/>
                  </a:lnTo>
                  <a:lnTo>
                    <a:pt x="204764" y="627748"/>
                  </a:lnTo>
                  <a:lnTo>
                    <a:pt x="204104" y="627748"/>
                  </a:lnTo>
                  <a:lnTo>
                    <a:pt x="203443" y="627748"/>
                  </a:lnTo>
                  <a:lnTo>
                    <a:pt x="202783" y="627748"/>
                  </a:lnTo>
                  <a:lnTo>
                    <a:pt x="202122" y="627748"/>
                  </a:lnTo>
                  <a:lnTo>
                    <a:pt x="201462" y="627748"/>
                  </a:lnTo>
                  <a:lnTo>
                    <a:pt x="200801" y="627748"/>
                  </a:lnTo>
                  <a:lnTo>
                    <a:pt x="200141" y="627748"/>
                  </a:lnTo>
                  <a:lnTo>
                    <a:pt x="199480" y="627748"/>
                  </a:lnTo>
                  <a:lnTo>
                    <a:pt x="198820" y="627748"/>
                  </a:lnTo>
                  <a:lnTo>
                    <a:pt x="198159" y="627748"/>
                  </a:lnTo>
                  <a:lnTo>
                    <a:pt x="197499" y="627748"/>
                  </a:lnTo>
                  <a:lnTo>
                    <a:pt x="196838" y="627748"/>
                  </a:lnTo>
                  <a:lnTo>
                    <a:pt x="196178" y="627748"/>
                  </a:lnTo>
                  <a:lnTo>
                    <a:pt x="195517" y="627748"/>
                  </a:lnTo>
                  <a:lnTo>
                    <a:pt x="194856" y="627748"/>
                  </a:lnTo>
                  <a:lnTo>
                    <a:pt x="194196" y="627748"/>
                  </a:lnTo>
                  <a:lnTo>
                    <a:pt x="193535" y="627748"/>
                  </a:lnTo>
                  <a:lnTo>
                    <a:pt x="192875" y="627748"/>
                  </a:lnTo>
                  <a:lnTo>
                    <a:pt x="192214" y="627748"/>
                  </a:lnTo>
                  <a:lnTo>
                    <a:pt x="191554" y="627748"/>
                  </a:lnTo>
                  <a:lnTo>
                    <a:pt x="190893" y="627748"/>
                  </a:lnTo>
                  <a:lnTo>
                    <a:pt x="190233" y="627748"/>
                  </a:lnTo>
                  <a:lnTo>
                    <a:pt x="189572" y="627748"/>
                  </a:lnTo>
                  <a:lnTo>
                    <a:pt x="188912" y="627748"/>
                  </a:lnTo>
                  <a:lnTo>
                    <a:pt x="188251" y="627748"/>
                  </a:lnTo>
                  <a:lnTo>
                    <a:pt x="187591" y="627748"/>
                  </a:lnTo>
                  <a:lnTo>
                    <a:pt x="186930" y="627748"/>
                  </a:lnTo>
                  <a:lnTo>
                    <a:pt x="186270" y="627748"/>
                  </a:lnTo>
                  <a:lnTo>
                    <a:pt x="185609" y="627748"/>
                  </a:lnTo>
                  <a:lnTo>
                    <a:pt x="184948" y="627748"/>
                  </a:lnTo>
                  <a:lnTo>
                    <a:pt x="184288" y="627748"/>
                  </a:lnTo>
                  <a:lnTo>
                    <a:pt x="183627" y="627748"/>
                  </a:lnTo>
                  <a:lnTo>
                    <a:pt x="182967" y="627748"/>
                  </a:lnTo>
                  <a:lnTo>
                    <a:pt x="182306" y="627748"/>
                  </a:lnTo>
                  <a:lnTo>
                    <a:pt x="181646" y="627748"/>
                  </a:lnTo>
                  <a:lnTo>
                    <a:pt x="180985" y="627748"/>
                  </a:lnTo>
                  <a:lnTo>
                    <a:pt x="180325" y="627748"/>
                  </a:lnTo>
                  <a:lnTo>
                    <a:pt x="179664" y="627748"/>
                  </a:lnTo>
                  <a:lnTo>
                    <a:pt x="179004" y="627748"/>
                  </a:lnTo>
                  <a:lnTo>
                    <a:pt x="178343" y="627748"/>
                  </a:lnTo>
                  <a:lnTo>
                    <a:pt x="177683" y="627748"/>
                  </a:lnTo>
                  <a:lnTo>
                    <a:pt x="177022" y="627748"/>
                  </a:lnTo>
                  <a:lnTo>
                    <a:pt x="176362" y="627748"/>
                  </a:lnTo>
                  <a:lnTo>
                    <a:pt x="175701" y="627748"/>
                  </a:lnTo>
                  <a:lnTo>
                    <a:pt x="175041" y="627748"/>
                  </a:lnTo>
                  <a:lnTo>
                    <a:pt x="174380" y="627748"/>
                  </a:lnTo>
                  <a:lnTo>
                    <a:pt x="173719" y="627748"/>
                  </a:lnTo>
                  <a:lnTo>
                    <a:pt x="173059" y="627748"/>
                  </a:lnTo>
                  <a:lnTo>
                    <a:pt x="172398" y="627748"/>
                  </a:lnTo>
                  <a:lnTo>
                    <a:pt x="171738" y="627748"/>
                  </a:lnTo>
                  <a:lnTo>
                    <a:pt x="171077" y="627748"/>
                  </a:lnTo>
                  <a:lnTo>
                    <a:pt x="170417" y="627748"/>
                  </a:lnTo>
                  <a:lnTo>
                    <a:pt x="169756" y="627748"/>
                  </a:lnTo>
                  <a:lnTo>
                    <a:pt x="169096" y="627748"/>
                  </a:lnTo>
                  <a:lnTo>
                    <a:pt x="168435" y="627748"/>
                  </a:lnTo>
                  <a:lnTo>
                    <a:pt x="167775" y="627748"/>
                  </a:lnTo>
                  <a:lnTo>
                    <a:pt x="167114" y="627748"/>
                  </a:lnTo>
                  <a:lnTo>
                    <a:pt x="166454" y="627748"/>
                  </a:lnTo>
                  <a:lnTo>
                    <a:pt x="165793" y="627748"/>
                  </a:lnTo>
                  <a:lnTo>
                    <a:pt x="165133" y="627748"/>
                  </a:lnTo>
                  <a:lnTo>
                    <a:pt x="164472" y="627748"/>
                  </a:lnTo>
                  <a:lnTo>
                    <a:pt x="163811" y="627748"/>
                  </a:lnTo>
                  <a:lnTo>
                    <a:pt x="163151" y="627748"/>
                  </a:lnTo>
                  <a:lnTo>
                    <a:pt x="162490" y="627748"/>
                  </a:lnTo>
                  <a:lnTo>
                    <a:pt x="161830" y="627748"/>
                  </a:lnTo>
                  <a:lnTo>
                    <a:pt x="161169" y="627748"/>
                  </a:lnTo>
                  <a:lnTo>
                    <a:pt x="160509" y="627748"/>
                  </a:lnTo>
                  <a:lnTo>
                    <a:pt x="159848" y="627748"/>
                  </a:lnTo>
                  <a:lnTo>
                    <a:pt x="159188" y="627748"/>
                  </a:lnTo>
                  <a:lnTo>
                    <a:pt x="158527" y="627748"/>
                  </a:lnTo>
                  <a:lnTo>
                    <a:pt x="157867" y="627748"/>
                  </a:lnTo>
                  <a:lnTo>
                    <a:pt x="157206" y="627748"/>
                  </a:lnTo>
                  <a:lnTo>
                    <a:pt x="156546" y="627748"/>
                  </a:lnTo>
                  <a:lnTo>
                    <a:pt x="155885" y="627748"/>
                  </a:lnTo>
                  <a:lnTo>
                    <a:pt x="155225" y="627748"/>
                  </a:lnTo>
                  <a:lnTo>
                    <a:pt x="154564" y="627748"/>
                  </a:lnTo>
                  <a:lnTo>
                    <a:pt x="153903" y="627748"/>
                  </a:lnTo>
                  <a:lnTo>
                    <a:pt x="153243" y="627748"/>
                  </a:lnTo>
                  <a:lnTo>
                    <a:pt x="152582" y="627748"/>
                  </a:lnTo>
                  <a:lnTo>
                    <a:pt x="151922" y="627748"/>
                  </a:lnTo>
                  <a:lnTo>
                    <a:pt x="151261" y="627748"/>
                  </a:lnTo>
                  <a:lnTo>
                    <a:pt x="150601" y="627748"/>
                  </a:lnTo>
                  <a:lnTo>
                    <a:pt x="149940" y="627748"/>
                  </a:lnTo>
                  <a:lnTo>
                    <a:pt x="149280" y="627748"/>
                  </a:lnTo>
                  <a:lnTo>
                    <a:pt x="148619" y="627748"/>
                  </a:lnTo>
                  <a:lnTo>
                    <a:pt x="147959" y="627748"/>
                  </a:lnTo>
                  <a:lnTo>
                    <a:pt x="147298" y="627748"/>
                  </a:lnTo>
                  <a:lnTo>
                    <a:pt x="146638" y="627748"/>
                  </a:lnTo>
                  <a:lnTo>
                    <a:pt x="145977" y="627748"/>
                  </a:lnTo>
                  <a:lnTo>
                    <a:pt x="145317" y="627748"/>
                  </a:lnTo>
                  <a:lnTo>
                    <a:pt x="144656" y="627748"/>
                  </a:lnTo>
                  <a:lnTo>
                    <a:pt x="143995" y="627748"/>
                  </a:lnTo>
                  <a:lnTo>
                    <a:pt x="143335" y="627748"/>
                  </a:lnTo>
                  <a:lnTo>
                    <a:pt x="142674" y="627748"/>
                  </a:lnTo>
                  <a:lnTo>
                    <a:pt x="142014" y="627748"/>
                  </a:lnTo>
                  <a:lnTo>
                    <a:pt x="141353" y="627748"/>
                  </a:lnTo>
                  <a:lnTo>
                    <a:pt x="140693" y="627748"/>
                  </a:lnTo>
                  <a:lnTo>
                    <a:pt x="140032" y="627748"/>
                  </a:lnTo>
                  <a:lnTo>
                    <a:pt x="139372" y="627748"/>
                  </a:lnTo>
                  <a:lnTo>
                    <a:pt x="138711" y="627748"/>
                  </a:lnTo>
                  <a:lnTo>
                    <a:pt x="138051" y="627748"/>
                  </a:lnTo>
                  <a:lnTo>
                    <a:pt x="137390" y="627748"/>
                  </a:lnTo>
                  <a:lnTo>
                    <a:pt x="136730" y="627748"/>
                  </a:lnTo>
                  <a:lnTo>
                    <a:pt x="136069" y="627748"/>
                  </a:lnTo>
                  <a:lnTo>
                    <a:pt x="135409" y="627748"/>
                  </a:lnTo>
                  <a:lnTo>
                    <a:pt x="134748" y="627748"/>
                  </a:lnTo>
                  <a:lnTo>
                    <a:pt x="134088" y="627748"/>
                  </a:lnTo>
                  <a:lnTo>
                    <a:pt x="133427" y="627748"/>
                  </a:lnTo>
                  <a:lnTo>
                    <a:pt x="132766" y="627748"/>
                  </a:lnTo>
                  <a:lnTo>
                    <a:pt x="132106" y="627748"/>
                  </a:lnTo>
                  <a:lnTo>
                    <a:pt x="131445" y="627748"/>
                  </a:lnTo>
                  <a:lnTo>
                    <a:pt x="130785" y="627748"/>
                  </a:lnTo>
                  <a:lnTo>
                    <a:pt x="130124" y="627748"/>
                  </a:lnTo>
                  <a:lnTo>
                    <a:pt x="129464" y="627748"/>
                  </a:lnTo>
                  <a:lnTo>
                    <a:pt x="128803" y="627748"/>
                  </a:lnTo>
                  <a:lnTo>
                    <a:pt x="128143" y="627748"/>
                  </a:lnTo>
                  <a:lnTo>
                    <a:pt x="127482" y="627748"/>
                  </a:lnTo>
                  <a:lnTo>
                    <a:pt x="126822" y="627748"/>
                  </a:lnTo>
                  <a:lnTo>
                    <a:pt x="126161" y="627748"/>
                  </a:lnTo>
                  <a:lnTo>
                    <a:pt x="125501" y="627748"/>
                  </a:lnTo>
                  <a:lnTo>
                    <a:pt x="124840" y="627748"/>
                  </a:lnTo>
                  <a:lnTo>
                    <a:pt x="124180" y="627748"/>
                  </a:lnTo>
                  <a:lnTo>
                    <a:pt x="123519" y="627748"/>
                  </a:lnTo>
                  <a:lnTo>
                    <a:pt x="122858" y="627748"/>
                  </a:lnTo>
                  <a:lnTo>
                    <a:pt x="122198" y="627748"/>
                  </a:lnTo>
                  <a:lnTo>
                    <a:pt x="121537" y="627748"/>
                  </a:lnTo>
                  <a:lnTo>
                    <a:pt x="120877" y="627748"/>
                  </a:lnTo>
                  <a:lnTo>
                    <a:pt x="120216" y="627748"/>
                  </a:lnTo>
                  <a:lnTo>
                    <a:pt x="119556" y="627748"/>
                  </a:lnTo>
                  <a:lnTo>
                    <a:pt x="118895" y="627748"/>
                  </a:lnTo>
                  <a:lnTo>
                    <a:pt x="118235" y="627748"/>
                  </a:lnTo>
                  <a:lnTo>
                    <a:pt x="117574" y="627748"/>
                  </a:lnTo>
                  <a:lnTo>
                    <a:pt x="116914" y="627748"/>
                  </a:lnTo>
                  <a:lnTo>
                    <a:pt x="116253" y="627748"/>
                  </a:lnTo>
                  <a:lnTo>
                    <a:pt x="115593" y="627748"/>
                  </a:lnTo>
                  <a:lnTo>
                    <a:pt x="114932" y="627748"/>
                  </a:lnTo>
                  <a:lnTo>
                    <a:pt x="114272" y="627748"/>
                  </a:lnTo>
                  <a:lnTo>
                    <a:pt x="113611" y="627748"/>
                  </a:lnTo>
                  <a:lnTo>
                    <a:pt x="112950" y="627748"/>
                  </a:lnTo>
                  <a:lnTo>
                    <a:pt x="112290" y="627748"/>
                  </a:lnTo>
                  <a:lnTo>
                    <a:pt x="111629" y="627748"/>
                  </a:lnTo>
                  <a:lnTo>
                    <a:pt x="110969" y="627748"/>
                  </a:lnTo>
                  <a:lnTo>
                    <a:pt x="110308" y="627748"/>
                  </a:lnTo>
                  <a:lnTo>
                    <a:pt x="109648" y="627748"/>
                  </a:lnTo>
                  <a:lnTo>
                    <a:pt x="108987" y="627748"/>
                  </a:lnTo>
                  <a:lnTo>
                    <a:pt x="108327" y="627748"/>
                  </a:lnTo>
                  <a:lnTo>
                    <a:pt x="107666" y="627748"/>
                  </a:lnTo>
                  <a:lnTo>
                    <a:pt x="107006" y="627748"/>
                  </a:lnTo>
                  <a:lnTo>
                    <a:pt x="106345" y="627748"/>
                  </a:lnTo>
                  <a:lnTo>
                    <a:pt x="105685" y="627748"/>
                  </a:lnTo>
                  <a:lnTo>
                    <a:pt x="105024" y="627748"/>
                  </a:lnTo>
                  <a:lnTo>
                    <a:pt x="104364" y="627748"/>
                  </a:lnTo>
                  <a:lnTo>
                    <a:pt x="103703" y="627748"/>
                  </a:lnTo>
                  <a:lnTo>
                    <a:pt x="103043" y="627748"/>
                  </a:lnTo>
                  <a:lnTo>
                    <a:pt x="102382" y="627748"/>
                  </a:lnTo>
                  <a:lnTo>
                    <a:pt x="101721" y="627748"/>
                  </a:lnTo>
                  <a:lnTo>
                    <a:pt x="101061" y="627748"/>
                  </a:lnTo>
                  <a:lnTo>
                    <a:pt x="100400" y="627748"/>
                  </a:lnTo>
                  <a:lnTo>
                    <a:pt x="99740" y="627748"/>
                  </a:lnTo>
                  <a:lnTo>
                    <a:pt x="99079" y="627748"/>
                  </a:lnTo>
                  <a:lnTo>
                    <a:pt x="98419" y="627748"/>
                  </a:lnTo>
                  <a:lnTo>
                    <a:pt x="97758" y="627748"/>
                  </a:lnTo>
                  <a:lnTo>
                    <a:pt x="97098" y="627748"/>
                  </a:lnTo>
                  <a:lnTo>
                    <a:pt x="96437" y="627748"/>
                  </a:lnTo>
                  <a:lnTo>
                    <a:pt x="95777" y="627748"/>
                  </a:lnTo>
                  <a:lnTo>
                    <a:pt x="95116" y="627748"/>
                  </a:lnTo>
                  <a:lnTo>
                    <a:pt x="94456" y="627748"/>
                  </a:lnTo>
                  <a:lnTo>
                    <a:pt x="93795" y="627748"/>
                  </a:lnTo>
                  <a:lnTo>
                    <a:pt x="93135" y="627748"/>
                  </a:lnTo>
                  <a:lnTo>
                    <a:pt x="92474" y="627748"/>
                  </a:lnTo>
                  <a:lnTo>
                    <a:pt x="91813" y="627748"/>
                  </a:lnTo>
                  <a:lnTo>
                    <a:pt x="91153" y="627748"/>
                  </a:lnTo>
                  <a:lnTo>
                    <a:pt x="90492" y="627748"/>
                  </a:lnTo>
                  <a:lnTo>
                    <a:pt x="89832" y="627748"/>
                  </a:lnTo>
                  <a:lnTo>
                    <a:pt x="89171" y="627748"/>
                  </a:lnTo>
                  <a:lnTo>
                    <a:pt x="88511" y="627748"/>
                  </a:lnTo>
                  <a:lnTo>
                    <a:pt x="87850" y="627748"/>
                  </a:lnTo>
                  <a:lnTo>
                    <a:pt x="87190" y="627748"/>
                  </a:lnTo>
                  <a:lnTo>
                    <a:pt x="86529" y="627748"/>
                  </a:lnTo>
                  <a:lnTo>
                    <a:pt x="85869" y="627748"/>
                  </a:lnTo>
                  <a:lnTo>
                    <a:pt x="85208" y="627748"/>
                  </a:lnTo>
                  <a:lnTo>
                    <a:pt x="84548" y="627748"/>
                  </a:lnTo>
                  <a:lnTo>
                    <a:pt x="83887" y="627748"/>
                  </a:lnTo>
                  <a:lnTo>
                    <a:pt x="83227" y="627748"/>
                  </a:lnTo>
                  <a:lnTo>
                    <a:pt x="82566" y="627748"/>
                  </a:lnTo>
                  <a:lnTo>
                    <a:pt x="81905" y="627748"/>
                  </a:lnTo>
                  <a:lnTo>
                    <a:pt x="81245" y="627748"/>
                  </a:lnTo>
                  <a:lnTo>
                    <a:pt x="80584" y="627748"/>
                  </a:lnTo>
                  <a:lnTo>
                    <a:pt x="79924" y="627748"/>
                  </a:lnTo>
                  <a:lnTo>
                    <a:pt x="79263" y="627748"/>
                  </a:lnTo>
                  <a:lnTo>
                    <a:pt x="78603" y="627748"/>
                  </a:lnTo>
                  <a:lnTo>
                    <a:pt x="77942" y="627748"/>
                  </a:lnTo>
                  <a:lnTo>
                    <a:pt x="77282" y="627748"/>
                  </a:lnTo>
                  <a:lnTo>
                    <a:pt x="76621" y="627748"/>
                  </a:lnTo>
                  <a:lnTo>
                    <a:pt x="75961" y="627748"/>
                  </a:lnTo>
                  <a:lnTo>
                    <a:pt x="75300" y="627748"/>
                  </a:lnTo>
                  <a:lnTo>
                    <a:pt x="74640" y="627748"/>
                  </a:lnTo>
                  <a:lnTo>
                    <a:pt x="73979" y="627748"/>
                  </a:lnTo>
                  <a:lnTo>
                    <a:pt x="73319" y="627748"/>
                  </a:lnTo>
                  <a:lnTo>
                    <a:pt x="72658" y="627748"/>
                  </a:lnTo>
                  <a:lnTo>
                    <a:pt x="71997" y="627748"/>
                  </a:lnTo>
                  <a:lnTo>
                    <a:pt x="71337" y="627748"/>
                  </a:lnTo>
                  <a:lnTo>
                    <a:pt x="70676" y="627748"/>
                  </a:lnTo>
                  <a:lnTo>
                    <a:pt x="70016" y="627748"/>
                  </a:lnTo>
                  <a:lnTo>
                    <a:pt x="69355" y="627748"/>
                  </a:lnTo>
                  <a:lnTo>
                    <a:pt x="68695" y="627748"/>
                  </a:lnTo>
                  <a:lnTo>
                    <a:pt x="68034" y="627748"/>
                  </a:lnTo>
                  <a:lnTo>
                    <a:pt x="67374" y="627748"/>
                  </a:lnTo>
                  <a:lnTo>
                    <a:pt x="66713" y="627748"/>
                  </a:lnTo>
                  <a:lnTo>
                    <a:pt x="66053" y="627748"/>
                  </a:lnTo>
                  <a:lnTo>
                    <a:pt x="65392" y="627748"/>
                  </a:lnTo>
                  <a:lnTo>
                    <a:pt x="64732" y="627748"/>
                  </a:lnTo>
                  <a:lnTo>
                    <a:pt x="64071" y="627748"/>
                  </a:lnTo>
                  <a:lnTo>
                    <a:pt x="63411" y="627748"/>
                  </a:lnTo>
                  <a:lnTo>
                    <a:pt x="62750" y="627748"/>
                  </a:lnTo>
                  <a:lnTo>
                    <a:pt x="62090" y="627748"/>
                  </a:lnTo>
                  <a:lnTo>
                    <a:pt x="61429" y="627748"/>
                  </a:lnTo>
                  <a:lnTo>
                    <a:pt x="60768" y="627748"/>
                  </a:lnTo>
                  <a:lnTo>
                    <a:pt x="60108" y="627748"/>
                  </a:lnTo>
                  <a:lnTo>
                    <a:pt x="59447" y="627748"/>
                  </a:lnTo>
                  <a:lnTo>
                    <a:pt x="58787" y="627748"/>
                  </a:lnTo>
                  <a:lnTo>
                    <a:pt x="58126" y="627748"/>
                  </a:lnTo>
                  <a:lnTo>
                    <a:pt x="57466" y="627748"/>
                  </a:lnTo>
                  <a:lnTo>
                    <a:pt x="56805" y="627748"/>
                  </a:lnTo>
                  <a:lnTo>
                    <a:pt x="56145" y="627748"/>
                  </a:lnTo>
                  <a:lnTo>
                    <a:pt x="55484" y="627748"/>
                  </a:lnTo>
                  <a:lnTo>
                    <a:pt x="54824" y="627748"/>
                  </a:lnTo>
                  <a:lnTo>
                    <a:pt x="54163" y="627748"/>
                  </a:lnTo>
                  <a:lnTo>
                    <a:pt x="53503" y="627748"/>
                  </a:lnTo>
                  <a:lnTo>
                    <a:pt x="52842" y="627748"/>
                  </a:lnTo>
                  <a:lnTo>
                    <a:pt x="52182" y="627748"/>
                  </a:lnTo>
                  <a:lnTo>
                    <a:pt x="51521" y="627748"/>
                  </a:lnTo>
                  <a:lnTo>
                    <a:pt x="50860" y="627748"/>
                  </a:lnTo>
                  <a:lnTo>
                    <a:pt x="50200" y="627748"/>
                  </a:lnTo>
                  <a:lnTo>
                    <a:pt x="49539" y="627748"/>
                  </a:lnTo>
                  <a:lnTo>
                    <a:pt x="48879" y="627748"/>
                  </a:lnTo>
                  <a:lnTo>
                    <a:pt x="48218" y="627748"/>
                  </a:lnTo>
                  <a:lnTo>
                    <a:pt x="47558" y="627748"/>
                  </a:lnTo>
                  <a:lnTo>
                    <a:pt x="46897" y="627748"/>
                  </a:lnTo>
                  <a:lnTo>
                    <a:pt x="46237" y="627748"/>
                  </a:lnTo>
                  <a:lnTo>
                    <a:pt x="45576" y="627748"/>
                  </a:lnTo>
                  <a:lnTo>
                    <a:pt x="44916" y="627748"/>
                  </a:lnTo>
                  <a:lnTo>
                    <a:pt x="44255" y="627748"/>
                  </a:lnTo>
                  <a:lnTo>
                    <a:pt x="43595" y="627748"/>
                  </a:lnTo>
                  <a:lnTo>
                    <a:pt x="42934" y="627748"/>
                  </a:lnTo>
                  <a:lnTo>
                    <a:pt x="42274" y="627748"/>
                  </a:lnTo>
                  <a:lnTo>
                    <a:pt x="41613" y="627748"/>
                  </a:lnTo>
                  <a:lnTo>
                    <a:pt x="40952" y="627748"/>
                  </a:lnTo>
                  <a:lnTo>
                    <a:pt x="40292" y="627748"/>
                  </a:lnTo>
                  <a:lnTo>
                    <a:pt x="39631" y="627748"/>
                  </a:lnTo>
                  <a:lnTo>
                    <a:pt x="38971" y="627748"/>
                  </a:lnTo>
                  <a:lnTo>
                    <a:pt x="38310" y="627748"/>
                  </a:lnTo>
                  <a:lnTo>
                    <a:pt x="37650" y="627748"/>
                  </a:lnTo>
                  <a:lnTo>
                    <a:pt x="36989" y="627748"/>
                  </a:lnTo>
                  <a:lnTo>
                    <a:pt x="36329" y="627748"/>
                  </a:lnTo>
                  <a:lnTo>
                    <a:pt x="35668" y="627748"/>
                  </a:lnTo>
                  <a:lnTo>
                    <a:pt x="35008" y="627748"/>
                  </a:lnTo>
                  <a:lnTo>
                    <a:pt x="34347" y="627748"/>
                  </a:lnTo>
                  <a:lnTo>
                    <a:pt x="33687" y="627748"/>
                  </a:lnTo>
                  <a:lnTo>
                    <a:pt x="33026" y="627748"/>
                  </a:lnTo>
                  <a:lnTo>
                    <a:pt x="32366" y="627748"/>
                  </a:lnTo>
                  <a:lnTo>
                    <a:pt x="31705" y="627748"/>
                  </a:lnTo>
                  <a:lnTo>
                    <a:pt x="31045" y="627748"/>
                  </a:lnTo>
                  <a:lnTo>
                    <a:pt x="30384" y="627748"/>
                  </a:lnTo>
                  <a:lnTo>
                    <a:pt x="29723" y="627748"/>
                  </a:lnTo>
                  <a:lnTo>
                    <a:pt x="29063" y="627748"/>
                  </a:lnTo>
                  <a:lnTo>
                    <a:pt x="28402" y="627748"/>
                  </a:lnTo>
                  <a:lnTo>
                    <a:pt x="27742" y="627748"/>
                  </a:lnTo>
                  <a:lnTo>
                    <a:pt x="27081" y="627748"/>
                  </a:lnTo>
                  <a:lnTo>
                    <a:pt x="26421" y="627748"/>
                  </a:lnTo>
                  <a:lnTo>
                    <a:pt x="25760" y="627748"/>
                  </a:lnTo>
                  <a:lnTo>
                    <a:pt x="25100" y="627748"/>
                  </a:lnTo>
                  <a:lnTo>
                    <a:pt x="24439" y="627748"/>
                  </a:lnTo>
                  <a:lnTo>
                    <a:pt x="23779" y="627748"/>
                  </a:lnTo>
                  <a:lnTo>
                    <a:pt x="23118" y="627748"/>
                  </a:lnTo>
                  <a:lnTo>
                    <a:pt x="22458" y="627748"/>
                  </a:lnTo>
                  <a:lnTo>
                    <a:pt x="21797" y="627748"/>
                  </a:lnTo>
                  <a:lnTo>
                    <a:pt x="21137" y="627748"/>
                  </a:lnTo>
                  <a:lnTo>
                    <a:pt x="20476" y="627748"/>
                  </a:lnTo>
                  <a:lnTo>
                    <a:pt x="19815" y="627748"/>
                  </a:lnTo>
                  <a:lnTo>
                    <a:pt x="19155" y="627748"/>
                  </a:lnTo>
                  <a:lnTo>
                    <a:pt x="18494" y="627748"/>
                  </a:lnTo>
                  <a:lnTo>
                    <a:pt x="17834" y="627748"/>
                  </a:lnTo>
                  <a:lnTo>
                    <a:pt x="17173" y="627748"/>
                  </a:lnTo>
                  <a:lnTo>
                    <a:pt x="16513" y="627748"/>
                  </a:lnTo>
                  <a:lnTo>
                    <a:pt x="15852" y="627748"/>
                  </a:lnTo>
                  <a:lnTo>
                    <a:pt x="15192" y="627748"/>
                  </a:lnTo>
                  <a:lnTo>
                    <a:pt x="14531" y="627748"/>
                  </a:lnTo>
                  <a:lnTo>
                    <a:pt x="13871" y="627748"/>
                  </a:lnTo>
                  <a:lnTo>
                    <a:pt x="13210" y="627748"/>
                  </a:lnTo>
                  <a:lnTo>
                    <a:pt x="12550" y="627748"/>
                  </a:lnTo>
                  <a:lnTo>
                    <a:pt x="11889" y="627748"/>
                  </a:lnTo>
                  <a:lnTo>
                    <a:pt x="11229" y="627748"/>
                  </a:lnTo>
                  <a:lnTo>
                    <a:pt x="10568" y="627748"/>
                  </a:lnTo>
                  <a:lnTo>
                    <a:pt x="9907" y="627748"/>
                  </a:lnTo>
                  <a:lnTo>
                    <a:pt x="9247" y="627748"/>
                  </a:lnTo>
                  <a:lnTo>
                    <a:pt x="8586" y="627748"/>
                  </a:lnTo>
                  <a:lnTo>
                    <a:pt x="7926" y="627748"/>
                  </a:lnTo>
                  <a:lnTo>
                    <a:pt x="7265" y="627748"/>
                  </a:lnTo>
                  <a:lnTo>
                    <a:pt x="6605" y="627748"/>
                  </a:lnTo>
                  <a:lnTo>
                    <a:pt x="5944" y="627748"/>
                  </a:lnTo>
                  <a:lnTo>
                    <a:pt x="5284" y="627748"/>
                  </a:lnTo>
                  <a:lnTo>
                    <a:pt x="4623" y="627748"/>
                  </a:lnTo>
                  <a:lnTo>
                    <a:pt x="3963" y="627748"/>
                  </a:lnTo>
                  <a:lnTo>
                    <a:pt x="3302" y="627748"/>
                  </a:lnTo>
                  <a:lnTo>
                    <a:pt x="2642" y="627748"/>
                  </a:lnTo>
                  <a:lnTo>
                    <a:pt x="1981" y="627748"/>
                  </a:lnTo>
                  <a:lnTo>
                    <a:pt x="1321" y="627748"/>
                  </a:lnTo>
                  <a:lnTo>
                    <a:pt x="660" y="627748"/>
                  </a:lnTo>
                  <a:lnTo>
                    <a:pt x="0" y="627748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tx45"/>
            <p:cNvSpPr/>
            <p:nvPr/>
          </p:nvSpPr>
          <p:spPr>
            <a:xfrm rot="2700000">
              <a:off x="831491" y="4048108"/>
              <a:ext cx="940296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PI4KAP2</a:t>
              </a:r>
            </a:p>
          </p:txBody>
        </p:sp>
        <p:sp>
          <p:nvSpPr>
            <p:cNvPr id="47" name="tx46"/>
            <p:cNvSpPr/>
            <p:nvPr/>
          </p:nvSpPr>
          <p:spPr>
            <a:xfrm rot="2700000">
              <a:off x="1176679" y="4044200"/>
              <a:ext cx="44045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7SK</a:t>
              </a:r>
            </a:p>
          </p:txBody>
        </p:sp>
        <p:sp>
          <p:nvSpPr>
            <p:cNvPr id="48" name="tx47"/>
            <p:cNvSpPr/>
            <p:nvPr/>
          </p:nvSpPr>
          <p:spPr>
            <a:xfrm rot="2700000">
              <a:off x="904504" y="4044200"/>
              <a:ext cx="102323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RIMBP3C</a:t>
              </a:r>
            </a:p>
          </p:txBody>
        </p:sp>
        <p:sp>
          <p:nvSpPr>
            <p:cNvPr id="49" name="tx48"/>
            <p:cNvSpPr/>
            <p:nvPr/>
          </p:nvSpPr>
          <p:spPr>
            <a:xfrm rot="2700000">
              <a:off x="702253" y="3983029"/>
              <a:ext cx="1523627" cy="223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Metazoa_SRP</a:t>
              </a:r>
            </a:p>
          </p:txBody>
        </p:sp>
        <p:sp>
          <p:nvSpPr>
            <p:cNvPr id="50" name="tx49"/>
            <p:cNvSpPr/>
            <p:nvPr/>
          </p:nvSpPr>
          <p:spPr>
            <a:xfrm rot="2700000">
              <a:off x="1026227" y="4044200"/>
              <a:ext cx="88682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UBE2L3</a:t>
              </a:r>
            </a:p>
          </p:txBody>
        </p:sp>
        <p:sp>
          <p:nvSpPr>
            <p:cNvPr id="51" name="tx50"/>
            <p:cNvSpPr/>
            <p:nvPr/>
          </p:nvSpPr>
          <p:spPr>
            <a:xfrm rot="2700000">
              <a:off x="1434396" y="3992865"/>
              <a:ext cx="542701" cy="215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YDJC</a:t>
              </a:r>
            </a:p>
          </p:txBody>
        </p:sp>
        <p:sp>
          <p:nvSpPr>
            <p:cNvPr id="52" name="tx51"/>
            <p:cNvSpPr/>
            <p:nvPr/>
          </p:nvSpPr>
          <p:spPr>
            <a:xfrm rot="2700000">
              <a:off x="1139137" y="4044200"/>
              <a:ext cx="109120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CCDC116</a:t>
              </a:r>
            </a:p>
          </p:txBody>
        </p:sp>
        <p:sp>
          <p:nvSpPr>
            <p:cNvPr id="53" name="tx52"/>
            <p:cNvSpPr/>
            <p:nvPr/>
          </p:nvSpPr>
          <p:spPr>
            <a:xfrm rot="2700000">
              <a:off x="1280537" y="4044200"/>
              <a:ext cx="87086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SDF2L1</a:t>
              </a:r>
            </a:p>
          </p:txBody>
        </p:sp>
        <p:sp>
          <p:nvSpPr>
            <p:cNvPr id="54" name="tx53"/>
            <p:cNvSpPr/>
            <p:nvPr/>
          </p:nvSpPr>
          <p:spPr>
            <a:xfrm rot="2700000">
              <a:off x="1243080" y="4044200"/>
              <a:ext cx="101664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MIR301B</a:t>
              </a:r>
            </a:p>
          </p:txBody>
        </p:sp>
        <p:sp>
          <p:nvSpPr>
            <p:cNvPr id="55" name="tx54"/>
            <p:cNvSpPr/>
            <p:nvPr/>
          </p:nvSpPr>
          <p:spPr>
            <a:xfrm rot="2700000">
              <a:off x="1244146" y="4044200"/>
              <a:ext cx="101664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MIR130B</a:t>
              </a:r>
            </a:p>
          </p:txBody>
        </p:sp>
        <p:sp>
          <p:nvSpPr>
            <p:cNvPr id="56" name="tx55"/>
            <p:cNvSpPr/>
            <p:nvPr/>
          </p:nvSpPr>
          <p:spPr>
            <a:xfrm rot="2700000">
              <a:off x="1484095" y="4048108"/>
              <a:ext cx="615925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PPIL2</a:t>
              </a:r>
            </a:p>
          </p:txBody>
        </p:sp>
        <p:sp>
          <p:nvSpPr>
            <p:cNvPr id="57" name="tx56"/>
            <p:cNvSpPr/>
            <p:nvPr/>
          </p:nvSpPr>
          <p:spPr>
            <a:xfrm rot="2700000">
              <a:off x="1549006" y="4048108"/>
              <a:ext cx="615925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PPIL2</a:t>
              </a:r>
            </a:p>
          </p:txBody>
        </p:sp>
        <p:sp>
          <p:nvSpPr>
            <p:cNvPr id="58" name="tx57"/>
            <p:cNvSpPr/>
            <p:nvPr/>
          </p:nvSpPr>
          <p:spPr>
            <a:xfrm rot="2700000">
              <a:off x="1675215" y="4049615"/>
              <a:ext cx="694729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YPEL1</a:t>
              </a:r>
            </a:p>
          </p:txBody>
        </p:sp>
        <p:sp>
          <p:nvSpPr>
            <p:cNvPr id="59" name="tx58"/>
            <p:cNvSpPr/>
            <p:nvPr/>
          </p:nvSpPr>
          <p:spPr>
            <a:xfrm rot="2700000">
              <a:off x="2064789" y="4049615"/>
              <a:ext cx="786817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MAPK1</a:t>
              </a:r>
            </a:p>
          </p:txBody>
        </p:sp>
        <p:sp>
          <p:nvSpPr>
            <p:cNvPr id="60" name="tx59"/>
            <p:cNvSpPr/>
            <p:nvPr/>
          </p:nvSpPr>
          <p:spPr>
            <a:xfrm rot="2700000">
              <a:off x="2317632" y="4049615"/>
              <a:ext cx="74987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PPM1F</a:t>
              </a:r>
            </a:p>
          </p:txBody>
        </p:sp>
        <p:sp>
          <p:nvSpPr>
            <p:cNvPr id="61" name="tx60"/>
            <p:cNvSpPr/>
            <p:nvPr/>
          </p:nvSpPr>
          <p:spPr>
            <a:xfrm rot="2700000">
              <a:off x="2364913" y="4049615"/>
              <a:ext cx="74987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PPM1F</a:t>
              </a:r>
            </a:p>
          </p:txBody>
        </p:sp>
        <p:sp>
          <p:nvSpPr>
            <p:cNvPr id="62" name="tx61"/>
            <p:cNvSpPr/>
            <p:nvPr/>
          </p:nvSpPr>
          <p:spPr>
            <a:xfrm rot="2700000">
              <a:off x="2411296" y="4044200"/>
              <a:ext cx="7596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TOP3B</a:t>
              </a:r>
            </a:p>
          </p:txBody>
        </p:sp>
        <p:sp>
          <p:nvSpPr>
            <p:cNvPr id="63" name="tx62"/>
            <p:cNvSpPr/>
            <p:nvPr/>
          </p:nvSpPr>
          <p:spPr>
            <a:xfrm rot="2700000">
              <a:off x="2461031" y="4044200"/>
              <a:ext cx="7596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TOP3B</a:t>
              </a:r>
            </a:p>
          </p:txBody>
        </p:sp>
        <p:sp>
          <p:nvSpPr>
            <p:cNvPr id="64" name="tx63"/>
            <p:cNvSpPr/>
            <p:nvPr/>
          </p:nvSpPr>
          <p:spPr>
            <a:xfrm rot="2700000">
              <a:off x="2461163" y="4044200"/>
              <a:ext cx="7596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TOP3B</a:t>
              </a:r>
            </a:p>
          </p:txBody>
        </p:sp>
        <p:sp>
          <p:nvSpPr>
            <p:cNvPr id="65" name="tx64"/>
            <p:cNvSpPr/>
            <p:nvPr/>
          </p:nvSpPr>
          <p:spPr>
            <a:xfrm rot="2700000">
              <a:off x="2389379" y="4044200"/>
              <a:ext cx="118909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BC089413</a:t>
              </a:r>
            </a:p>
          </p:txBody>
        </p:sp>
        <p:sp>
          <p:nvSpPr>
            <p:cNvPr id="66" name="tx65"/>
            <p:cNvSpPr/>
            <p:nvPr/>
          </p:nvSpPr>
          <p:spPr>
            <a:xfrm rot="2700000">
              <a:off x="2567883" y="4042191"/>
              <a:ext cx="865844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abParts</a:t>
              </a:r>
            </a:p>
          </p:txBody>
        </p:sp>
        <p:sp>
          <p:nvSpPr>
            <p:cNvPr id="67" name="tx66"/>
            <p:cNvSpPr/>
            <p:nvPr/>
          </p:nvSpPr>
          <p:spPr>
            <a:xfrm rot="2700000">
              <a:off x="2453479" y="4044200"/>
              <a:ext cx="117894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AK131325</a:t>
              </a:r>
            </a:p>
          </p:txBody>
        </p:sp>
        <p:sp>
          <p:nvSpPr>
            <p:cNvPr id="68" name="tx67"/>
            <p:cNvSpPr/>
            <p:nvPr/>
          </p:nvSpPr>
          <p:spPr>
            <a:xfrm rot="2700000">
              <a:off x="3254168" y="4049615"/>
              <a:ext cx="899777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VPREB1</a:t>
              </a:r>
            </a:p>
          </p:txBody>
        </p:sp>
        <p:sp>
          <p:nvSpPr>
            <p:cNvPr id="69" name="tx68"/>
            <p:cNvSpPr/>
            <p:nvPr/>
          </p:nvSpPr>
          <p:spPr>
            <a:xfrm rot="2700000">
              <a:off x="3285194" y="4044200"/>
              <a:ext cx="119412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LOC96610</a:t>
              </a:r>
            </a:p>
          </p:txBody>
        </p:sp>
        <p:sp>
          <p:nvSpPr>
            <p:cNvPr id="70" name="tx69"/>
            <p:cNvSpPr/>
            <p:nvPr/>
          </p:nvSpPr>
          <p:spPr>
            <a:xfrm rot="2700000">
              <a:off x="3434581" y="3990709"/>
              <a:ext cx="1844650" cy="217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DKFZp667J0810</a:t>
              </a:r>
            </a:p>
          </p:txBody>
        </p:sp>
        <p:sp>
          <p:nvSpPr>
            <p:cNvPr id="71" name="tx70"/>
            <p:cNvSpPr/>
            <p:nvPr/>
          </p:nvSpPr>
          <p:spPr>
            <a:xfrm rot="2700000">
              <a:off x="3987800" y="4044200"/>
              <a:ext cx="105225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ZNF280B</a:t>
              </a:r>
            </a:p>
          </p:txBody>
        </p:sp>
        <p:sp>
          <p:nvSpPr>
            <p:cNvPr id="72" name="tx71"/>
            <p:cNvSpPr/>
            <p:nvPr/>
          </p:nvSpPr>
          <p:spPr>
            <a:xfrm rot="2700000">
              <a:off x="4053133" y="4044200"/>
              <a:ext cx="105225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ZNF280B</a:t>
              </a:r>
            </a:p>
          </p:txBody>
        </p:sp>
        <p:sp>
          <p:nvSpPr>
            <p:cNvPr id="73" name="tx72"/>
            <p:cNvSpPr/>
            <p:nvPr/>
          </p:nvSpPr>
          <p:spPr>
            <a:xfrm rot="2700000">
              <a:off x="4074655" y="4044200"/>
              <a:ext cx="105180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ZNF280A</a:t>
              </a:r>
            </a:p>
          </p:txBody>
        </p:sp>
        <p:sp>
          <p:nvSpPr>
            <p:cNvPr id="74" name="tx73"/>
            <p:cNvSpPr/>
            <p:nvPr/>
          </p:nvSpPr>
          <p:spPr>
            <a:xfrm rot="2700000">
              <a:off x="4090042" y="4044200"/>
              <a:ext cx="105180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ZNF280A</a:t>
              </a:r>
            </a:p>
          </p:txBody>
        </p:sp>
        <p:sp>
          <p:nvSpPr>
            <p:cNvPr id="75" name="tx74"/>
            <p:cNvSpPr/>
            <p:nvPr/>
          </p:nvSpPr>
          <p:spPr>
            <a:xfrm rot="2700000">
              <a:off x="4288910" y="4049615"/>
              <a:ext cx="794742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PRAME</a:t>
              </a:r>
            </a:p>
          </p:txBody>
        </p:sp>
        <p:sp>
          <p:nvSpPr>
            <p:cNvPr id="76" name="tx75"/>
            <p:cNvSpPr/>
            <p:nvPr/>
          </p:nvSpPr>
          <p:spPr>
            <a:xfrm rot="2700000">
              <a:off x="4300202" y="4049615"/>
              <a:ext cx="794742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PRAME</a:t>
              </a:r>
            </a:p>
          </p:txBody>
        </p:sp>
        <p:sp>
          <p:nvSpPr>
            <p:cNvPr id="77" name="tx76"/>
            <p:cNvSpPr/>
            <p:nvPr/>
          </p:nvSpPr>
          <p:spPr>
            <a:xfrm rot="2700000">
              <a:off x="4305249" y="4049615"/>
              <a:ext cx="794742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PRAME</a:t>
              </a:r>
            </a:p>
          </p:txBody>
        </p:sp>
        <p:sp>
          <p:nvSpPr>
            <p:cNvPr id="78" name="tx77"/>
            <p:cNvSpPr/>
            <p:nvPr/>
          </p:nvSpPr>
          <p:spPr>
            <a:xfrm rot="2700000">
              <a:off x="4305731" y="4049615"/>
              <a:ext cx="794742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PRAME</a:t>
              </a:r>
            </a:p>
          </p:txBody>
        </p:sp>
        <p:sp>
          <p:nvSpPr>
            <p:cNvPr id="79" name="tx78"/>
            <p:cNvSpPr/>
            <p:nvPr/>
          </p:nvSpPr>
          <p:spPr>
            <a:xfrm rot="2700000">
              <a:off x="4035803" y="4044200"/>
              <a:ext cx="133956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LOC648691</a:t>
              </a:r>
            </a:p>
          </p:txBody>
        </p:sp>
        <p:sp>
          <p:nvSpPr>
            <p:cNvPr id="80" name="tx79"/>
            <p:cNvSpPr/>
            <p:nvPr/>
          </p:nvSpPr>
          <p:spPr>
            <a:xfrm rot="2700000">
              <a:off x="4725212" y="4044200"/>
              <a:ext cx="47528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BCR</a:t>
              </a:r>
            </a:p>
          </p:txBody>
        </p:sp>
        <p:sp>
          <p:nvSpPr>
            <p:cNvPr id="81" name="tx80"/>
            <p:cNvSpPr/>
            <p:nvPr/>
          </p:nvSpPr>
          <p:spPr>
            <a:xfrm rot="2700000">
              <a:off x="4384222" y="4012537"/>
              <a:ext cx="1228613" cy="199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DQ570150</a:t>
              </a:r>
            </a:p>
          </p:txBody>
        </p:sp>
        <p:sp>
          <p:nvSpPr>
            <p:cNvPr id="82" name="tx81"/>
            <p:cNvSpPr/>
            <p:nvPr/>
          </p:nvSpPr>
          <p:spPr>
            <a:xfrm rot="2700000">
              <a:off x="4384457" y="4012537"/>
              <a:ext cx="1228613" cy="199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DQ597441</a:t>
              </a:r>
            </a:p>
          </p:txBody>
        </p:sp>
        <p:sp>
          <p:nvSpPr>
            <p:cNvPr id="83" name="tx82"/>
            <p:cNvSpPr/>
            <p:nvPr/>
          </p:nvSpPr>
          <p:spPr>
            <a:xfrm rot="2700000">
              <a:off x="4387290" y="4012537"/>
              <a:ext cx="1228613" cy="199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DQ570150</a:t>
              </a:r>
            </a:p>
          </p:txBody>
        </p:sp>
        <p:sp>
          <p:nvSpPr>
            <p:cNvPr id="84" name="tx83"/>
            <p:cNvSpPr/>
            <p:nvPr/>
          </p:nvSpPr>
          <p:spPr>
            <a:xfrm rot="2700000">
              <a:off x="4306160" y="4044200"/>
              <a:ext cx="136200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POM121L1P</a:t>
              </a:r>
            </a:p>
          </p:txBody>
        </p:sp>
        <p:sp>
          <p:nvSpPr>
            <p:cNvPr id="85" name="tx84"/>
            <p:cNvSpPr/>
            <p:nvPr/>
          </p:nvSpPr>
          <p:spPr>
            <a:xfrm rot="2700000">
              <a:off x="4529831" y="4044200"/>
              <a:ext cx="92634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GGTLC2</a:t>
              </a:r>
            </a:p>
          </p:txBody>
        </p:sp>
        <p:sp>
          <p:nvSpPr>
            <p:cNvPr id="86" name="tx85"/>
            <p:cNvSpPr/>
            <p:nvPr/>
          </p:nvSpPr>
          <p:spPr>
            <a:xfrm rot="2700000">
              <a:off x="5145974" y="4044200"/>
              <a:ext cx="85981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MIR650</a:t>
              </a:r>
            </a:p>
          </p:txBody>
        </p:sp>
        <p:sp>
          <p:nvSpPr>
            <p:cNvPr id="87" name="tx86"/>
            <p:cNvSpPr/>
            <p:nvPr/>
          </p:nvSpPr>
          <p:spPr>
            <a:xfrm rot="2700000">
              <a:off x="5467170" y="4044200"/>
              <a:ext cx="64472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IGLL5</a:t>
              </a:r>
            </a:p>
          </p:txBody>
        </p:sp>
        <p:sp>
          <p:nvSpPr>
            <p:cNvPr id="88" name="tx87"/>
            <p:cNvSpPr/>
            <p:nvPr/>
          </p:nvSpPr>
          <p:spPr>
            <a:xfrm rot="2700000">
              <a:off x="5214630" y="4012537"/>
              <a:ext cx="1228613" cy="199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DQ575049</a:t>
              </a:r>
            </a:p>
          </p:txBody>
        </p:sp>
        <p:sp>
          <p:nvSpPr>
            <p:cNvPr id="89" name="tx88"/>
            <p:cNvSpPr/>
            <p:nvPr/>
          </p:nvSpPr>
          <p:spPr>
            <a:xfrm rot="2700000">
              <a:off x="6062392" y="4044200"/>
              <a:ext cx="66113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GNAZ</a:t>
              </a:r>
            </a:p>
          </p:txBody>
        </p:sp>
        <p:sp>
          <p:nvSpPr>
            <p:cNvPr id="90" name="tx89"/>
            <p:cNvSpPr/>
            <p:nvPr/>
          </p:nvSpPr>
          <p:spPr>
            <a:xfrm rot="2700000">
              <a:off x="6237660" y="4049615"/>
              <a:ext cx="77878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RTDR1</a:t>
              </a:r>
            </a:p>
          </p:txBody>
        </p:sp>
        <p:sp>
          <p:nvSpPr>
            <p:cNvPr id="91" name="tx90"/>
            <p:cNvSpPr/>
            <p:nvPr/>
          </p:nvSpPr>
          <p:spPr>
            <a:xfrm rot="2700000">
              <a:off x="6258677" y="4044200"/>
              <a:ext cx="76293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RAB36</a:t>
              </a:r>
            </a:p>
          </p:txBody>
        </p:sp>
        <p:sp>
          <p:nvSpPr>
            <p:cNvPr id="92" name="tx91"/>
            <p:cNvSpPr/>
            <p:nvPr/>
          </p:nvSpPr>
          <p:spPr>
            <a:xfrm rot="2700000">
              <a:off x="6518223" y="4044200"/>
              <a:ext cx="47528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BCR</a:t>
              </a:r>
            </a:p>
          </p:txBody>
        </p:sp>
        <p:sp>
          <p:nvSpPr>
            <p:cNvPr id="93" name="tx92"/>
            <p:cNvSpPr/>
            <p:nvPr/>
          </p:nvSpPr>
          <p:spPr>
            <a:xfrm rot="2700000">
              <a:off x="6638387" y="4044200"/>
              <a:ext cx="47528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BCR</a:t>
              </a:r>
            </a:p>
          </p:txBody>
        </p:sp>
        <p:sp>
          <p:nvSpPr>
            <p:cNvPr id="94" name="tx93"/>
            <p:cNvSpPr/>
            <p:nvPr/>
          </p:nvSpPr>
          <p:spPr>
            <a:xfrm rot="2700000">
              <a:off x="6760750" y="4044200"/>
              <a:ext cx="47528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BCR</a:t>
              </a:r>
            </a:p>
          </p:txBody>
        </p:sp>
        <p:sp>
          <p:nvSpPr>
            <p:cNvPr id="95" name="tx94"/>
            <p:cNvSpPr/>
            <p:nvPr/>
          </p:nvSpPr>
          <p:spPr>
            <a:xfrm rot="2700000">
              <a:off x="6475876" y="4049615"/>
              <a:ext cx="1099691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FBXW4P1</a:t>
              </a:r>
            </a:p>
          </p:txBody>
        </p:sp>
        <p:sp>
          <p:nvSpPr>
            <p:cNvPr id="96" name="tx95"/>
            <p:cNvSpPr/>
            <p:nvPr/>
          </p:nvSpPr>
          <p:spPr>
            <a:xfrm rot="2700000">
              <a:off x="6857882" y="4044200"/>
              <a:ext cx="47528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BCR</a:t>
              </a:r>
            </a:p>
          </p:txBody>
        </p:sp>
        <p:sp>
          <p:nvSpPr>
            <p:cNvPr id="97" name="tx96"/>
            <p:cNvSpPr/>
            <p:nvPr/>
          </p:nvSpPr>
          <p:spPr>
            <a:xfrm rot="2700000">
              <a:off x="6905075" y="4044200"/>
              <a:ext cx="103428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CES5AP1</a:t>
              </a:r>
            </a:p>
          </p:txBody>
        </p:sp>
        <p:sp>
          <p:nvSpPr>
            <p:cNvPr id="98" name="tx97"/>
            <p:cNvSpPr/>
            <p:nvPr/>
          </p:nvSpPr>
          <p:spPr>
            <a:xfrm rot="2700000">
              <a:off x="6857485" y="4044200"/>
              <a:ext cx="126477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ZDHHC8P1</a:t>
              </a:r>
            </a:p>
          </p:txBody>
        </p:sp>
        <p:sp>
          <p:nvSpPr>
            <p:cNvPr id="99" name="tx98"/>
            <p:cNvSpPr/>
            <p:nvPr/>
          </p:nvSpPr>
          <p:spPr>
            <a:xfrm rot="2700000">
              <a:off x="7098730" y="4044200"/>
              <a:ext cx="133956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LOC388882</a:t>
              </a:r>
            </a:p>
          </p:txBody>
        </p:sp>
        <p:sp>
          <p:nvSpPr>
            <p:cNvPr id="100" name="pl99"/>
            <p:cNvSpPr/>
            <p:nvPr/>
          </p:nvSpPr>
          <p:spPr>
            <a:xfrm>
              <a:off x="1005839" y="4534082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4572000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2026-03-10T09:08:14Z</dcterms:modified>
  <cp:category/>
</cp:coreProperties>
</file>