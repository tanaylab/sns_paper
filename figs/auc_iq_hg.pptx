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455321"/>
              <a:ext cx="6570133" cy="2632839"/>
            </a:xfrm>
            <a:custGeom>
              <a:avLst/>
              <a:pathLst>
                <a:path w="6570133" h="2632839">
                  <a:moveTo>
                    <a:pt x="0" y="2632839"/>
                  </a:moveTo>
                  <a:lnTo>
                    <a:pt x="0" y="2626883"/>
                  </a:lnTo>
                  <a:lnTo>
                    <a:pt x="0" y="2620926"/>
                  </a:lnTo>
                  <a:lnTo>
                    <a:pt x="0" y="2614969"/>
                  </a:lnTo>
                  <a:lnTo>
                    <a:pt x="0" y="2609013"/>
                  </a:lnTo>
                  <a:lnTo>
                    <a:pt x="2369" y="2609013"/>
                  </a:lnTo>
                  <a:lnTo>
                    <a:pt x="2369" y="2603056"/>
                  </a:lnTo>
                  <a:lnTo>
                    <a:pt x="2369" y="2597099"/>
                  </a:lnTo>
                  <a:lnTo>
                    <a:pt x="2369" y="2591143"/>
                  </a:lnTo>
                  <a:lnTo>
                    <a:pt x="2369" y="2585186"/>
                  </a:lnTo>
                  <a:lnTo>
                    <a:pt x="2369" y="2579229"/>
                  </a:lnTo>
                  <a:lnTo>
                    <a:pt x="2369" y="2573273"/>
                  </a:lnTo>
                  <a:lnTo>
                    <a:pt x="2369" y="2567316"/>
                  </a:lnTo>
                  <a:lnTo>
                    <a:pt x="2369" y="2561360"/>
                  </a:lnTo>
                  <a:lnTo>
                    <a:pt x="2369" y="2555403"/>
                  </a:lnTo>
                  <a:lnTo>
                    <a:pt x="2369" y="2549446"/>
                  </a:lnTo>
                  <a:lnTo>
                    <a:pt x="2369" y="2543490"/>
                  </a:lnTo>
                  <a:lnTo>
                    <a:pt x="2369" y="2537533"/>
                  </a:lnTo>
                  <a:lnTo>
                    <a:pt x="4738" y="2537533"/>
                  </a:lnTo>
                  <a:lnTo>
                    <a:pt x="4738" y="2531576"/>
                  </a:lnTo>
                  <a:lnTo>
                    <a:pt x="4738" y="2525620"/>
                  </a:lnTo>
                  <a:lnTo>
                    <a:pt x="4738" y="2519663"/>
                  </a:lnTo>
                  <a:lnTo>
                    <a:pt x="4738" y="2513706"/>
                  </a:lnTo>
                  <a:lnTo>
                    <a:pt x="7107" y="2513706"/>
                  </a:lnTo>
                  <a:lnTo>
                    <a:pt x="7107" y="2507750"/>
                  </a:lnTo>
                  <a:lnTo>
                    <a:pt x="7107" y="2501793"/>
                  </a:lnTo>
                  <a:lnTo>
                    <a:pt x="7107" y="2495836"/>
                  </a:lnTo>
                  <a:lnTo>
                    <a:pt x="7107" y="2489880"/>
                  </a:lnTo>
                  <a:lnTo>
                    <a:pt x="7107" y="2483923"/>
                  </a:lnTo>
                  <a:lnTo>
                    <a:pt x="7107" y="2477966"/>
                  </a:lnTo>
                  <a:lnTo>
                    <a:pt x="7107" y="2472010"/>
                  </a:lnTo>
                  <a:lnTo>
                    <a:pt x="7107" y="2466053"/>
                  </a:lnTo>
                  <a:lnTo>
                    <a:pt x="7107" y="2460096"/>
                  </a:lnTo>
                  <a:lnTo>
                    <a:pt x="7107" y="2454140"/>
                  </a:lnTo>
                  <a:lnTo>
                    <a:pt x="7107" y="2448183"/>
                  </a:lnTo>
                  <a:lnTo>
                    <a:pt x="7107" y="2442226"/>
                  </a:lnTo>
                  <a:lnTo>
                    <a:pt x="7107" y="2436270"/>
                  </a:lnTo>
                  <a:lnTo>
                    <a:pt x="7107" y="2430313"/>
                  </a:lnTo>
                  <a:lnTo>
                    <a:pt x="7107" y="2424357"/>
                  </a:lnTo>
                  <a:lnTo>
                    <a:pt x="7107" y="2418400"/>
                  </a:lnTo>
                  <a:lnTo>
                    <a:pt x="7107" y="2412443"/>
                  </a:lnTo>
                  <a:lnTo>
                    <a:pt x="7107" y="2406487"/>
                  </a:lnTo>
                  <a:lnTo>
                    <a:pt x="7107" y="2400530"/>
                  </a:lnTo>
                  <a:lnTo>
                    <a:pt x="7107" y="2394573"/>
                  </a:lnTo>
                  <a:lnTo>
                    <a:pt x="9477" y="2394573"/>
                  </a:lnTo>
                  <a:lnTo>
                    <a:pt x="9477" y="2388617"/>
                  </a:lnTo>
                  <a:lnTo>
                    <a:pt x="9477" y="2382660"/>
                  </a:lnTo>
                  <a:lnTo>
                    <a:pt x="9477" y="2376703"/>
                  </a:lnTo>
                  <a:lnTo>
                    <a:pt x="9477" y="2370747"/>
                  </a:lnTo>
                  <a:lnTo>
                    <a:pt x="9477" y="2364790"/>
                  </a:lnTo>
                  <a:lnTo>
                    <a:pt x="9477" y="2358833"/>
                  </a:lnTo>
                  <a:lnTo>
                    <a:pt x="9477" y="2352877"/>
                  </a:lnTo>
                  <a:lnTo>
                    <a:pt x="9477" y="2346920"/>
                  </a:lnTo>
                  <a:lnTo>
                    <a:pt x="9477" y="2340963"/>
                  </a:lnTo>
                  <a:lnTo>
                    <a:pt x="11846" y="2340963"/>
                  </a:lnTo>
                  <a:lnTo>
                    <a:pt x="11846" y="2335007"/>
                  </a:lnTo>
                  <a:lnTo>
                    <a:pt x="11846" y="2329050"/>
                  </a:lnTo>
                  <a:lnTo>
                    <a:pt x="11846" y="2323093"/>
                  </a:lnTo>
                  <a:lnTo>
                    <a:pt x="11846" y="2317137"/>
                  </a:lnTo>
                  <a:lnTo>
                    <a:pt x="11846" y="2311180"/>
                  </a:lnTo>
                  <a:lnTo>
                    <a:pt x="11846" y="2305224"/>
                  </a:lnTo>
                  <a:lnTo>
                    <a:pt x="11846" y="2299267"/>
                  </a:lnTo>
                  <a:lnTo>
                    <a:pt x="11846" y="2293310"/>
                  </a:lnTo>
                  <a:lnTo>
                    <a:pt x="11846" y="2287354"/>
                  </a:lnTo>
                  <a:lnTo>
                    <a:pt x="11846" y="2281397"/>
                  </a:lnTo>
                  <a:lnTo>
                    <a:pt x="11846" y="2275440"/>
                  </a:lnTo>
                  <a:lnTo>
                    <a:pt x="11846" y="2269484"/>
                  </a:lnTo>
                  <a:lnTo>
                    <a:pt x="11846" y="2263527"/>
                  </a:lnTo>
                  <a:lnTo>
                    <a:pt x="11846" y="2257570"/>
                  </a:lnTo>
                  <a:lnTo>
                    <a:pt x="11846" y="2251614"/>
                  </a:lnTo>
                  <a:lnTo>
                    <a:pt x="11846" y="2245657"/>
                  </a:lnTo>
                  <a:lnTo>
                    <a:pt x="14215" y="2245657"/>
                  </a:lnTo>
                  <a:lnTo>
                    <a:pt x="14215" y="2239700"/>
                  </a:lnTo>
                  <a:lnTo>
                    <a:pt x="14215" y="2233744"/>
                  </a:lnTo>
                  <a:lnTo>
                    <a:pt x="14215" y="2227787"/>
                  </a:lnTo>
                  <a:lnTo>
                    <a:pt x="14215" y="2221830"/>
                  </a:lnTo>
                  <a:lnTo>
                    <a:pt x="14215" y="2215874"/>
                  </a:lnTo>
                  <a:lnTo>
                    <a:pt x="14215" y="2209917"/>
                  </a:lnTo>
                  <a:lnTo>
                    <a:pt x="14215" y="2203960"/>
                  </a:lnTo>
                  <a:lnTo>
                    <a:pt x="16585" y="2203960"/>
                  </a:lnTo>
                  <a:lnTo>
                    <a:pt x="16585" y="2198004"/>
                  </a:lnTo>
                  <a:lnTo>
                    <a:pt x="16585" y="2192047"/>
                  </a:lnTo>
                  <a:lnTo>
                    <a:pt x="16585" y="2186090"/>
                  </a:lnTo>
                  <a:lnTo>
                    <a:pt x="18954" y="2186090"/>
                  </a:lnTo>
                  <a:lnTo>
                    <a:pt x="21323" y="2186090"/>
                  </a:lnTo>
                  <a:lnTo>
                    <a:pt x="21323" y="2180134"/>
                  </a:lnTo>
                  <a:lnTo>
                    <a:pt x="21323" y="2174177"/>
                  </a:lnTo>
                  <a:lnTo>
                    <a:pt x="21323" y="2168221"/>
                  </a:lnTo>
                  <a:lnTo>
                    <a:pt x="23693" y="2168221"/>
                  </a:lnTo>
                  <a:lnTo>
                    <a:pt x="23693" y="2162264"/>
                  </a:lnTo>
                  <a:lnTo>
                    <a:pt x="23693" y="2156307"/>
                  </a:lnTo>
                  <a:lnTo>
                    <a:pt x="23693" y="2150351"/>
                  </a:lnTo>
                  <a:lnTo>
                    <a:pt x="23693" y="2144394"/>
                  </a:lnTo>
                  <a:lnTo>
                    <a:pt x="23693" y="2138437"/>
                  </a:lnTo>
                  <a:lnTo>
                    <a:pt x="23693" y="2132481"/>
                  </a:lnTo>
                  <a:lnTo>
                    <a:pt x="23693" y="2126524"/>
                  </a:lnTo>
                  <a:lnTo>
                    <a:pt x="26062" y="2126524"/>
                  </a:lnTo>
                  <a:lnTo>
                    <a:pt x="26062" y="2120567"/>
                  </a:lnTo>
                  <a:lnTo>
                    <a:pt x="26062" y="2114611"/>
                  </a:lnTo>
                  <a:lnTo>
                    <a:pt x="26062" y="2108654"/>
                  </a:lnTo>
                  <a:lnTo>
                    <a:pt x="26062" y="2102697"/>
                  </a:lnTo>
                  <a:lnTo>
                    <a:pt x="28431" y="2102697"/>
                  </a:lnTo>
                  <a:lnTo>
                    <a:pt x="30801" y="2102697"/>
                  </a:lnTo>
                  <a:lnTo>
                    <a:pt x="30801" y="2096741"/>
                  </a:lnTo>
                  <a:lnTo>
                    <a:pt x="30801" y="2090784"/>
                  </a:lnTo>
                  <a:lnTo>
                    <a:pt x="30801" y="2084827"/>
                  </a:lnTo>
                  <a:lnTo>
                    <a:pt x="30801" y="2078871"/>
                  </a:lnTo>
                  <a:lnTo>
                    <a:pt x="30801" y="2072914"/>
                  </a:lnTo>
                  <a:lnTo>
                    <a:pt x="30801" y="2066957"/>
                  </a:lnTo>
                  <a:lnTo>
                    <a:pt x="30801" y="2061001"/>
                  </a:lnTo>
                  <a:lnTo>
                    <a:pt x="30801" y="2055044"/>
                  </a:lnTo>
                  <a:lnTo>
                    <a:pt x="33170" y="2055044"/>
                  </a:lnTo>
                  <a:lnTo>
                    <a:pt x="33170" y="2049088"/>
                  </a:lnTo>
                  <a:lnTo>
                    <a:pt x="33170" y="2043131"/>
                  </a:lnTo>
                  <a:lnTo>
                    <a:pt x="33170" y="2037174"/>
                  </a:lnTo>
                  <a:lnTo>
                    <a:pt x="33170" y="2031218"/>
                  </a:lnTo>
                  <a:lnTo>
                    <a:pt x="33170" y="2025261"/>
                  </a:lnTo>
                  <a:lnTo>
                    <a:pt x="33170" y="2019304"/>
                  </a:lnTo>
                  <a:lnTo>
                    <a:pt x="33170" y="2013348"/>
                  </a:lnTo>
                  <a:lnTo>
                    <a:pt x="33170" y="2007391"/>
                  </a:lnTo>
                  <a:lnTo>
                    <a:pt x="33170" y="2001434"/>
                  </a:lnTo>
                  <a:lnTo>
                    <a:pt x="33170" y="1995478"/>
                  </a:lnTo>
                  <a:lnTo>
                    <a:pt x="35539" y="1995478"/>
                  </a:lnTo>
                  <a:lnTo>
                    <a:pt x="35539" y="1989521"/>
                  </a:lnTo>
                  <a:lnTo>
                    <a:pt x="35539" y="1983564"/>
                  </a:lnTo>
                  <a:lnTo>
                    <a:pt x="37909" y="1983564"/>
                  </a:lnTo>
                  <a:lnTo>
                    <a:pt x="37909" y="1977608"/>
                  </a:lnTo>
                  <a:lnTo>
                    <a:pt x="37909" y="1971651"/>
                  </a:lnTo>
                  <a:lnTo>
                    <a:pt x="37909" y="1965694"/>
                  </a:lnTo>
                  <a:lnTo>
                    <a:pt x="40278" y="1965694"/>
                  </a:lnTo>
                  <a:lnTo>
                    <a:pt x="40278" y="1959738"/>
                  </a:lnTo>
                  <a:lnTo>
                    <a:pt x="40278" y="1953781"/>
                  </a:lnTo>
                  <a:lnTo>
                    <a:pt x="42647" y="1953781"/>
                  </a:lnTo>
                  <a:lnTo>
                    <a:pt x="42647" y="1947824"/>
                  </a:lnTo>
                  <a:lnTo>
                    <a:pt x="45017" y="1947824"/>
                  </a:lnTo>
                  <a:lnTo>
                    <a:pt x="45017" y="1941868"/>
                  </a:lnTo>
                  <a:lnTo>
                    <a:pt x="45017" y="1935911"/>
                  </a:lnTo>
                  <a:lnTo>
                    <a:pt x="45017" y="1929954"/>
                  </a:lnTo>
                  <a:lnTo>
                    <a:pt x="47386" y="1929954"/>
                  </a:lnTo>
                  <a:lnTo>
                    <a:pt x="47386" y="1923998"/>
                  </a:lnTo>
                  <a:lnTo>
                    <a:pt x="47386" y="1918041"/>
                  </a:lnTo>
                  <a:lnTo>
                    <a:pt x="49755" y="1918041"/>
                  </a:lnTo>
                  <a:lnTo>
                    <a:pt x="49755" y="1912085"/>
                  </a:lnTo>
                  <a:lnTo>
                    <a:pt x="49755" y="1906128"/>
                  </a:lnTo>
                  <a:lnTo>
                    <a:pt x="49755" y="1900171"/>
                  </a:lnTo>
                  <a:lnTo>
                    <a:pt x="49755" y="1894215"/>
                  </a:lnTo>
                  <a:lnTo>
                    <a:pt x="49755" y="1888258"/>
                  </a:lnTo>
                  <a:lnTo>
                    <a:pt x="49755" y="1882301"/>
                  </a:lnTo>
                  <a:lnTo>
                    <a:pt x="49755" y="1876345"/>
                  </a:lnTo>
                  <a:lnTo>
                    <a:pt x="49755" y="1870388"/>
                  </a:lnTo>
                  <a:lnTo>
                    <a:pt x="52125" y="1870388"/>
                  </a:lnTo>
                  <a:lnTo>
                    <a:pt x="54494" y="1870388"/>
                  </a:lnTo>
                  <a:lnTo>
                    <a:pt x="56863" y="1870388"/>
                  </a:lnTo>
                  <a:lnTo>
                    <a:pt x="56863" y="1864431"/>
                  </a:lnTo>
                  <a:lnTo>
                    <a:pt x="56863" y="1858475"/>
                  </a:lnTo>
                  <a:lnTo>
                    <a:pt x="56863" y="1852518"/>
                  </a:lnTo>
                  <a:lnTo>
                    <a:pt x="59233" y="1852518"/>
                  </a:lnTo>
                  <a:lnTo>
                    <a:pt x="61602" y="1852518"/>
                  </a:lnTo>
                  <a:lnTo>
                    <a:pt x="61602" y="1846561"/>
                  </a:lnTo>
                  <a:lnTo>
                    <a:pt x="61602" y="1840605"/>
                  </a:lnTo>
                  <a:lnTo>
                    <a:pt x="61602" y="1834648"/>
                  </a:lnTo>
                  <a:lnTo>
                    <a:pt x="61602" y="1828691"/>
                  </a:lnTo>
                  <a:lnTo>
                    <a:pt x="63971" y="1828691"/>
                  </a:lnTo>
                  <a:lnTo>
                    <a:pt x="63971" y="1822735"/>
                  </a:lnTo>
                  <a:lnTo>
                    <a:pt x="66341" y="1822735"/>
                  </a:lnTo>
                  <a:lnTo>
                    <a:pt x="66341" y="1816778"/>
                  </a:lnTo>
                  <a:lnTo>
                    <a:pt x="68710" y="1816778"/>
                  </a:lnTo>
                  <a:lnTo>
                    <a:pt x="68710" y="1810821"/>
                  </a:lnTo>
                  <a:lnTo>
                    <a:pt x="71079" y="1810821"/>
                  </a:lnTo>
                  <a:lnTo>
                    <a:pt x="73449" y="1810821"/>
                  </a:lnTo>
                  <a:lnTo>
                    <a:pt x="73449" y="1804865"/>
                  </a:lnTo>
                  <a:lnTo>
                    <a:pt x="75818" y="1804865"/>
                  </a:lnTo>
                  <a:lnTo>
                    <a:pt x="75818" y="1798908"/>
                  </a:lnTo>
                  <a:lnTo>
                    <a:pt x="75818" y="1792952"/>
                  </a:lnTo>
                  <a:lnTo>
                    <a:pt x="78187" y="1792952"/>
                  </a:lnTo>
                  <a:lnTo>
                    <a:pt x="78187" y="1786995"/>
                  </a:lnTo>
                  <a:lnTo>
                    <a:pt x="80556" y="1786995"/>
                  </a:lnTo>
                  <a:lnTo>
                    <a:pt x="80556" y="1781038"/>
                  </a:lnTo>
                  <a:lnTo>
                    <a:pt x="82926" y="1781038"/>
                  </a:lnTo>
                  <a:lnTo>
                    <a:pt x="82926" y="1775082"/>
                  </a:lnTo>
                  <a:lnTo>
                    <a:pt x="82926" y="1769125"/>
                  </a:lnTo>
                  <a:lnTo>
                    <a:pt x="85295" y="1769125"/>
                  </a:lnTo>
                  <a:lnTo>
                    <a:pt x="85295" y="1763168"/>
                  </a:lnTo>
                  <a:lnTo>
                    <a:pt x="85295" y="1757212"/>
                  </a:lnTo>
                  <a:lnTo>
                    <a:pt x="85295" y="1751255"/>
                  </a:lnTo>
                  <a:lnTo>
                    <a:pt x="87664" y="1751255"/>
                  </a:lnTo>
                  <a:lnTo>
                    <a:pt x="90034" y="1751255"/>
                  </a:lnTo>
                  <a:lnTo>
                    <a:pt x="90034" y="1745298"/>
                  </a:lnTo>
                  <a:lnTo>
                    <a:pt x="90034" y="1739342"/>
                  </a:lnTo>
                  <a:lnTo>
                    <a:pt x="90034" y="1733385"/>
                  </a:lnTo>
                  <a:lnTo>
                    <a:pt x="92403" y="1733385"/>
                  </a:lnTo>
                  <a:lnTo>
                    <a:pt x="94772" y="1733385"/>
                  </a:lnTo>
                  <a:lnTo>
                    <a:pt x="94772" y="1727428"/>
                  </a:lnTo>
                  <a:lnTo>
                    <a:pt x="97142" y="1727428"/>
                  </a:lnTo>
                  <a:lnTo>
                    <a:pt x="99511" y="1727428"/>
                  </a:lnTo>
                  <a:lnTo>
                    <a:pt x="101880" y="1727428"/>
                  </a:lnTo>
                  <a:lnTo>
                    <a:pt x="101880" y="1721472"/>
                  </a:lnTo>
                  <a:lnTo>
                    <a:pt x="101880" y="1715515"/>
                  </a:lnTo>
                  <a:lnTo>
                    <a:pt x="101880" y="1709558"/>
                  </a:lnTo>
                  <a:lnTo>
                    <a:pt x="104250" y="1709558"/>
                  </a:lnTo>
                  <a:lnTo>
                    <a:pt x="106619" y="1709558"/>
                  </a:lnTo>
                  <a:lnTo>
                    <a:pt x="108988" y="1709558"/>
                  </a:lnTo>
                  <a:lnTo>
                    <a:pt x="111358" y="1709558"/>
                  </a:lnTo>
                  <a:lnTo>
                    <a:pt x="111358" y="1703602"/>
                  </a:lnTo>
                  <a:lnTo>
                    <a:pt x="113727" y="1703602"/>
                  </a:lnTo>
                  <a:lnTo>
                    <a:pt x="113727" y="1697645"/>
                  </a:lnTo>
                  <a:lnTo>
                    <a:pt x="116096" y="1697645"/>
                  </a:lnTo>
                  <a:lnTo>
                    <a:pt x="118466" y="1697645"/>
                  </a:lnTo>
                  <a:lnTo>
                    <a:pt x="118466" y="1691688"/>
                  </a:lnTo>
                  <a:lnTo>
                    <a:pt x="118466" y="1685732"/>
                  </a:lnTo>
                  <a:lnTo>
                    <a:pt x="120835" y="1685732"/>
                  </a:lnTo>
                  <a:lnTo>
                    <a:pt x="120835" y="1679775"/>
                  </a:lnTo>
                  <a:lnTo>
                    <a:pt x="120835" y="1673818"/>
                  </a:lnTo>
                  <a:lnTo>
                    <a:pt x="120835" y="1667862"/>
                  </a:lnTo>
                  <a:lnTo>
                    <a:pt x="120835" y="1661905"/>
                  </a:lnTo>
                  <a:lnTo>
                    <a:pt x="120835" y="1655949"/>
                  </a:lnTo>
                  <a:lnTo>
                    <a:pt x="123204" y="1655949"/>
                  </a:lnTo>
                  <a:lnTo>
                    <a:pt x="123204" y="1649992"/>
                  </a:lnTo>
                  <a:lnTo>
                    <a:pt x="123204" y="1644035"/>
                  </a:lnTo>
                  <a:lnTo>
                    <a:pt x="125574" y="1644035"/>
                  </a:lnTo>
                  <a:lnTo>
                    <a:pt x="125574" y="1638079"/>
                  </a:lnTo>
                  <a:lnTo>
                    <a:pt x="125574" y="1632122"/>
                  </a:lnTo>
                  <a:lnTo>
                    <a:pt x="127943" y="1632122"/>
                  </a:lnTo>
                  <a:lnTo>
                    <a:pt x="127943" y="1626165"/>
                  </a:lnTo>
                  <a:lnTo>
                    <a:pt x="130312" y="1626165"/>
                  </a:lnTo>
                  <a:lnTo>
                    <a:pt x="130312" y="1620209"/>
                  </a:lnTo>
                  <a:lnTo>
                    <a:pt x="130312" y="1614252"/>
                  </a:lnTo>
                  <a:lnTo>
                    <a:pt x="130312" y="1608295"/>
                  </a:lnTo>
                  <a:lnTo>
                    <a:pt x="130312" y="1602339"/>
                  </a:lnTo>
                  <a:lnTo>
                    <a:pt x="130312" y="1596382"/>
                  </a:lnTo>
                  <a:lnTo>
                    <a:pt x="132682" y="1596382"/>
                  </a:lnTo>
                  <a:lnTo>
                    <a:pt x="132682" y="1590425"/>
                  </a:lnTo>
                  <a:lnTo>
                    <a:pt x="135051" y="1590425"/>
                  </a:lnTo>
                  <a:lnTo>
                    <a:pt x="135051" y="1584469"/>
                  </a:lnTo>
                  <a:lnTo>
                    <a:pt x="137420" y="1584469"/>
                  </a:lnTo>
                  <a:lnTo>
                    <a:pt x="137420" y="1578512"/>
                  </a:lnTo>
                  <a:lnTo>
                    <a:pt x="139790" y="1578512"/>
                  </a:lnTo>
                  <a:lnTo>
                    <a:pt x="139790" y="1572555"/>
                  </a:lnTo>
                  <a:lnTo>
                    <a:pt x="142159" y="1572555"/>
                  </a:lnTo>
                  <a:lnTo>
                    <a:pt x="144528" y="1572555"/>
                  </a:lnTo>
                  <a:lnTo>
                    <a:pt x="144528" y="1566599"/>
                  </a:lnTo>
                  <a:lnTo>
                    <a:pt x="144528" y="1560642"/>
                  </a:lnTo>
                  <a:lnTo>
                    <a:pt x="144528" y="1554685"/>
                  </a:lnTo>
                  <a:lnTo>
                    <a:pt x="144528" y="1548729"/>
                  </a:lnTo>
                  <a:lnTo>
                    <a:pt x="144528" y="1542772"/>
                  </a:lnTo>
                  <a:lnTo>
                    <a:pt x="144528" y="1536816"/>
                  </a:lnTo>
                  <a:lnTo>
                    <a:pt x="144528" y="1530859"/>
                  </a:lnTo>
                  <a:lnTo>
                    <a:pt x="144528" y="1524902"/>
                  </a:lnTo>
                  <a:lnTo>
                    <a:pt x="144528" y="1518946"/>
                  </a:lnTo>
                  <a:lnTo>
                    <a:pt x="146898" y="1518946"/>
                  </a:lnTo>
                  <a:lnTo>
                    <a:pt x="149267" y="1518946"/>
                  </a:lnTo>
                  <a:lnTo>
                    <a:pt x="151636" y="1518946"/>
                  </a:lnTo>
                  <a:lnTo>
                    <a:pt x="151636" y="1512989"/>
                  </a:lnTo>
                  <a:lnTo>
                    <a:pt x="151636" y="1507032"/>
                  </a:lnTo>
                  <a:lnTo>
                    <a:pt x="151636" y="1501076"/>
                  </a:lnTo>
                  <a:lnTo>
                    <a:pt x="151636" y="1495119"/>
                  </a:lnTo>
                  <a:lnTo>
                    <a:pt x="154006" y="1495119"/>
                  </a:lnTo>
                  <a:lnTo>
                    <a:pt x="154006" y="1489162"/>
                  </a:lnTo>
                  <a:lnTo>
                    <a:pt x="154006" y="1483206"/>
                  </a:lnTo>
                  <a:lnTo>
                    <a:pt x="156375" y="1483206"/>
                  </a:lnTo>
                  <a:lnTo>
                    <a:pt x="158744" y="1483206"/>
                  </a:lnTo>
                  <a:lnTo>
                    <a:pt x="158744" y="1477249"/>
                  </a:lnTo>
                  <a:lnTo>
                    <a:pt x="161113" y="1477249"/>
                  </a:lnTo>
                  <a:lnTo>
                    <a:pt x="161113" y="1471292"/>
                  </a:lnTo>
                  <a:lnTo>
                    <a:pt x="163483" y="1471292"/>
                  </a:lnTo>
                  <a:lnTo>
                    <a:pt x="165852" y="1471292"/>
                  </a:lnTo>
                  <a:lnTo>
                    <a:pt x="165852" y="1465336"/>
                  </a:lnTo>
                  <a:lnTo>
                    <a:pt x="168221" y="1465336"/>
                  </a:lnTo>
                  <a:lnTo>
                    <a:pt x="170591" y="1465336"/>
                  </a:lnTo>
                  <a:lnTo>
                    <a:pt x="172960" y="1465336"/>
                  </a:lnTo>
                  <a:lnTo>
                    <a:pt x="172960" y="1459379"/>
                  </a:lnTo>
                  <a:lnTo>
                    <a:pt x="175329" y="1459379"/>
                  </a:lnTo>
                  <a:lnTo>
                    <a:pt x="175329" y="1453422"/>
                  </a:lnTo>
                  <a:lnTo>
                    <a:pt x="175329" y="1447466"/>
                  </a:lnTo>
                  <a:lnTo>
                    <a:pt x="175329" y="1441509"/>
                  </a:lnTo>
                  <a:lnTo>
                    <a:pt x="177699" y="1441509"/>
                  </a:lnTo>
                  <a:lnTo>
                    <a:pt x="177699" y="1435552"/>
                  </a:lnTo>
                  <a:lnTo>
                    <a:pt x="180068" y="1435552"/>
                  </a:lnTo>
                  <a:lnTo>
                    <a:pt x="182437" y="1435552"/>
                  </a:lnTo>
                  <a:lnTo>
                    <a:pt x="184807" y="1435552"/>
                  </a:lnTo>
                  <a:lnTo>
                    <a:pt x="184807" y="1429596"/>
                  </a:lnTo>
                  <a:lnTo>
                    <a:pt x="184807" y="1423639"/>
                  </a:lnTo>
                  <a:lnTo>
                    <a:pt x="187176" y="1423639"/>
                  </a:lnTo>
                  <a:lnTo>
                    <a:pt x="187176" y="1417682"/>
                  </a:lnTo>
                  <a:lnTo>
                    <a:pt x="189545" y="1417682"/>
                  </a:lnTo>
                  <a:lnTo>
                    <a:pt x="191915" y="1417682"/>
                  </a:lnTo>
                  <a:lnTo>
                    <a:pt x="191915" y="1411726"/>
                  </a:lnTo>
                  <a:lnTo>
                    <a:pt x="194284" y="1411726"/>
                  </a:lnTo>
                  <a:lnTo>
                    <a:pt x="196653" y="1411726"/>
                  </a:lnTo>
                  <a:lnTo>
                    <a:pt x="196653" y="1405769"/>
                  </a:lnTo>
                  <a:lnTo>
                    <a:pt x="196653" y="1399813"/>
                  </a:lnTo>
                  <a:lnTo>
                    <a:pt x="199023" y="1399813"/>
                  </a:lnTo>
                  <a:lnTo>
                    <a:pt x="199023" y="1393856"/>
                  </a:lnTo>
                  <a:lnTo>
                    <a:pt x="199023" y="1387899"/>
                  </a:lnTo>
                  <a:lnTo>
                    <a:pt x="199023" y="1381943"/>
                  </a:lnTo>
                  <a:lnTo>
                    <a:pt x="199023" y="1375986"/>
                  </a:lnTo>
                  <a:lnTo>
                    <a:pt x="199023" y="1370029"/>
                  </a:lnTo>
                  <a:lnTo>
                    <a:pt x="199023" y="1364073"/>
                  </a:lnTo>
                  <a:lnTo>
                    <a:pt x="201392" y="1364073"/>
                  </a:lnTo>
                  <a:lnTo>
                    <a:pt x="203761" y="1364073"/>
                  </a:lnTo>
                  <a:lnTo>
                    <a:pt x="206131" y="1364073"/>
                  </a:lnTo>
                  <a:lnTo>
                    <a:pt x="206131" y="1358116"/>
                  </a:lnTo>
                  <a:lnTo>
                    <a:pt x="206131" y="1352159"/>
                  </a:lnTo>
                  <a:lnTo>
                    <a:pt x="208500" y="1352159"/>
                  </a:lnTo>
                  <a:lnTo>
                    <a:pt x="208500" y="1346203"/>
                  </a:lnTo>
                  <a:lnTo>
                    <a:pt x="210869" y="1346203"/>
                  </a:lnTo>
                  <a:lnTo>
                    <a:pt x="210869" y="1340246"/>
                  </a:lnTo>
                  <a:lnTo>
                    <a:pt x="210869" y="1334289"/>
                  </a:lnTo>
                  <a:lnTo>
                    <a:pt x="213239" y="1334289"/>
                  </a:lnTo>
                  <a:lnTo>
                    <a:pt x="213239" y="1328333"/>
                  </a:lnTo>
                  <a:lnTo>
                    <a:pt x="215608" y="1328333"/>
                  </a:lnTo>
                  <a:lnTo>
                    <a:pt x="215608" y="1322376"/>
                  </a:lnTo>
                  <a:lnTo>
                    <a:pt x="217977" y="1322376"/>
                  </a:lnTo>
                  <a:lnTo>
                    <a:pt x="220347" y="1322376"/>
                  </a:lnTo>
                  <a:lnTo>
                    <a:pt x="222716" y="1322376"/>
                  </a:lnTo>
                  <a:lnTo>
                    <a:pt x="222716" y="1316419"/>
                  </a:lnTo>
                  <a:lnTo>
                    <a:pt x="225085" y="1316419"/>
                  </a:lnTo>
                  <a:lnTo>
                    <a:pt x="227455" y="1316419"/>
                  </a:lnTo>
                  <a:lnTo>
                    <a:pt x="229824" y="1316419"/>
                  </a:lnTo>
                  <a:lnTo>
                    <a:pt x="232193" y="1316419"/>
                  </a:lnTo>
                  <a:lnTo>
                    <a:pt x="232193" y="1310463"/>
                  </a:lnTo>
                  <a:lnTo>
                    <a:pt x="234563" y="1310463"/>
                  </a:lnTo>
                  <a:lnTo>
                    <a:pt x="236932" y="1310463"/>
                  </a:lnTo>
                  <a:lnTo>
                    <a:pt x="236932" y="1304506"/>
                  </a:lnTo>
                  <a:lnTo>
                    <a:pt x="239301" y="1304506"/>
                  </a:lnTo>
                  <a:lnTo>
                    <a:pt x="241670" y="1304506"/>
                  </a:lnTo>
                  <a:lnTo>
                    <a:pt x="244040" y="1304506"/>
                  </a:lnTo>
                  <a:lnTo>
                    <a:pt x="246409" y="1304506"/>
                  </a:lnTo>
                  <a:lnTo>
                    <a:pt x="246409" y="1298549"/>
                  </a:lnTo>
                  <a:lnTo>
                    <a:pt x="246409" y="1292593"/>
                  </a:lnTo>
                  <a:lnTo>
                    <a:pt x="248778" y="1292593"/>
                  </a:lnTo>
                  <a:lnTo>
                    <a:pt x="251148" y="1292593"/>
                  </a:lnTo>
                  <a:lnTo>
                    <a:pt x="251148" y="1286636"/>
                  </a:lnTo>
                  <a:lnTo>
                    <a:pt x="251148" y="1280680"/>
                  </a:lnTo>
                  <a:lnTo>
                    <a:pt x="253517" y="1280680"/>
                  </a:lnTo>
                  <a:lnTo>
                    <a:pt x="255886" y="1280680"/>
                  </a:lnTo>
                  <a:lnTo>
                    <a:pt x="255886" y="1274723"/>
                  </a:lnTo>
                  <a:lnTo>
                    <a:pt x="255886" y="1268766"/>
                  </a:lnTo>
                  <a:lnTo>
                    <a:pt x="258256" y="1268766"/>
                  </a:lnTo>
                  <a:lnTo>
                    <a:pt x="258256" y="1262810"/>
                  </a:lnTo>
                  <a:lnTo>
                    <a:pt x="258256" y="1256853"/>
                  </a:lnTo>
                  <a:lnTo>
                    <a:pt x="258256" y="1250896"/>
                  </a:lnTo>
                  <a:lnTo>
                    <a:pt x="260625" y="1250896"/>
                  </a:lnTo>
                  <a:lnTo>
                    <a:pt x="262994" y="1250896"/>
                  </a:lnTo>
                  <a:lnTo>
                    <a:pt x="262994" y="1244940"/>
                  </a:lnTo>
                  <a:lnTo>
                    <a:pt x="265364" y="1244940"/>
                  </a:lnTo>
                  <a:lnTo>
                    <a:pt x="265364" y="1238983"/>
                  </a:lnTo>
                  <a:lnTo>
                    <a:pt x="267733" y="1238983"/>
                  </a:lnTo>
                  <a:lnTo>
                    <a:pt x="267733" y="1233026"/>
                  </a:lnTo>
                  <a:lnTo>
                    <a:pt x="267733" y="1227070"/>
                  </a:lnTo>
                  <a:lnTo>
                    <a:pt x="270102" y="1227070"/>
                  </a:lnTo>
                  <a:lnTo>
                    <a:pt x="272472" y="1227070"/>
                  </a:lnTo>
                  <a:lnTo>
                    <a:pt x="272472" y="1221113"/>
                  </a:lnTo>
                  <a:lnTo>
                    <a:pt x="274841" y="1221113"/>
                  </a:lnTo>
                  <a:lnTo>
                    <a:pt x="277210" y="1221113"/>
                  </a:lnTo>
                  <a:lnTo>
                    <a:pt x="279580" y="1221113"/>
                  </a:lnTo>
                  <a:lnTo>
                    <a:pt x="281949" y="1221113"/>
                  </a:lnTo>
                  <a:lnTo>
                    <a:pt x="284318" y="1221113"/>
                  </a:lnTo>
                  <a:lnTo>
                    <a:pt x="286688" y="1221113"/>
                  </a:lnTo>
                  <a:lnTo>
                    <a:pt x="289057" y="1221113"/>
                  </a:lnTo>
                  <a:lnTo>
                    <a:pt x="291426" y="1221113"/>
                  </a:lnTo>
                  <a:lnTo>
                    <a:pt x="291426" y="1215156"/>
                  </a:lnTo>
                  <a:lnTo>
                    <a:pt x="291426" y="1209200"/>
                  </a:lnTo>
                  <a:lnTo>
                    <a:pt x="293796" y="1209200"/>
                  </a:lnTo>
                  <a:lnTo>
                    <a:pt x="296165" y="1209200"/>
                  </a:lnTo>
                  <a:lnTo>
                    <a:pt x="298534" y="1209200"/>
                  </a:lnTo>
                  <a:lnTo>
                    <a:pt x="298534" y="1203243"/>
                  </a:lnTo>
                  <a:lnTo>
                    <a:pt x="300904" y="1203243"/>
                  </a:lnTo>
                  <a:lnTo>
                    <a:pt x="303273" y="1203243"/>
                  </a:lnTo>
                  <a:lnTo>
                    <a:pt x="303273" y="1197286"/>
                  </a:lnTo>
                  <a:lnTo>
                    <a:pt x="303273" y="1191330"/>
                  </a:lnTo>
                  <a:lnTo>
                    <a:pt x="305642" y="1191330"/>
                  </a:lnTo>
                  <a:lnTo>
                    <a:pt x="305642" y="1185373"/>
                  </a:lnTo>
                  <a:lnTo>
                    <a:pt x="305642" y="1179416"/>
                  </a:lnTo>
                  <a:lnTo>
                    <a:pt x="308012" y="1179416"/>
                  </a:lnTo>
                  <a:lnTo>
                    <a:pt x="310381" y="1179416"/>
                  </a:lnTo>
                  <a:lnTo>
                    <a:pt x="312750" y="1179416"/>
                  </a:lnTo>
                  <a:lnTo>
                    <a:pt x="315119" y="1179416"/>
                  </a:lnTo>
                  <a:lnTo>
                    <a:pt x="317489" y="1179416"/>
                  </a:lnTo>
                  <a:lnTo>
                    <a:pt x="319858" y="1179416"/>
                  </a:lnTo>
                  <a:lnTo>
                    <a:pt x="319858" y="1173460"/>
                  </a:lnTo>
                  <a:lnTo>
                    <a:pt x="322227" y="1173460"/>
                  </a:lnTo>
                  <a:lnTo>
                    <a:pt x="324597" y="1173460"/>
                  </a:lnTo>
                  <a:lnTo>
                    <a:pt x="324597" y="1167503"/>
                  </a:lnTo>
                  <a:lnTo>
                    <a:pt x="324597" y="1161546"/>
                  </a:lnTo>
                  <a:lnTo>
                    <a:pt x="324597" y="1155590"/>
                  </a:lnTo>
                  <a:lnTo>
                    <a:pt x="324597" y="1149633"/>
                  </a:lnTo>
                  <a:lnTo>
                    <a:pt x="324597" y="1143677"/>
                  </a:lnTo>
                  <a:lnTo>
                    <a:pt x="324597" y="1137720"/>
                  </a:lnTo>
                  <a:lnTo>
                    <a:pt x="324597" y="1131763"/>
                  </a:lnTo>
                  <a:lnTo>
                    <a:pt x="324597" y="1125807"/>
                  </a:lnTo>
                  <a:lnTo>
                    <a:pt x="324597" y="1119850"/>
                  </a:lnTo>
                  <a:lnTo>
                    <a:pt x="326966" y="1119850"/>
                  </a:lnTo>
                  <a:lnTo>
                    <a:pt x="326966" y="1113893"/>
                  </a:lnTo>
                  <a:lnTo>
                    <a:pt x="329335" y="1113893"/>
                  </a:lnTo>
                  <a:lnTo>
                    <a:pt x="329335" y="1107937"/>
                  </a:lnTo>
                  <a:lnTo>
                    <a:pt x="331705" y="1107937"/>
                  </a:lnTo>
                  <a:lnTo>
                    <a:pt x="331705" y="1101980"/>
                  </a:lnTo>
                  <a:lnTo>
                    <a:pt x="334074" y="1101980"/>
                  </a:lnTo>
                  <a:lnTo>
                    <a:pt x="336443" y="1101980"/>
                  </a:lnTo>
                  <a:lnTo>
                    <a:pt x="336443" y="1096023"/>
                  </a:lnTo>
                  <a:lnTo>
                    <a:pt x="338813" y="1096023"/>
                  </a:lnTo>
                  <a:lnTo>
                    <a:pt x="341182" y="1096023"/>
                  </a:lnTo>
                  <a:lnTo>
                    <a:pt x="341182" y="1090067"/>
                  </a:lnTo>
                  <a:lnTo>
                    <a:pt x="341182" y="1084110"/>
                  </a:lnTo>
                  <a:lnTo>
                    <a:pt x="341182" y="1078153"/>
                  </a:lnTo>
                  <a:lnTo>
                    <a:pt x="343551" y="1078153"/>
                  </a:lnTo>
                  <a:lnTo>
                    <a:pt x="343551" y="1072197"/>
                  </a:lnTo>
                  <a:lnTo>
                    <a:pt x="343551" y="1066240"/>
                  </a:lnTo>
                  <a:lnTo>
                    <a:pt x="345921" y="1066240"/>
                  </a:lnTo>
                  <a:lnTo>
                    <a:pt x="345921" y="1060283"/>
                  </a:lnTo>
                  <a:lnTo>
                    <a:pt x="345921" y="1054327"/>
                  </a:lnTo>
                  <a:lnTo>
                    <a:pt x="348290" y="1054327"/>
                  </a:lnTo>
                  <a:lnTo>
                    <a:pt x="350659" y="1054327"/>
                  </a:lnTo>
                  <a:lnTo>
                    <a:pt x="350659" y="1048370"/>
                  </a:lnTo>
                  <a:lnTo>
                    <a:pt x="353029" y="1048370"/>
                  </a:lnTo>
                  <a:lnTo>
                    <a:pt x="353029" y="1042413"/>
                  </a:lnTo>
                  <a:lnTo>
                    <a:pt x="353029" y="1036457"/>
                  </a:lnTo>
                  <a:lnTo>
                    <a:pt x="353029" y="1030500"/>
                  </a:lnTo>
                  <a:lnTo>
                    <a:pt x="353029" y="1024544"/>
                  </a:lnTo>
                  <a:lnTo>
                    <a:pt x="355398" y="1024544"/>
                  </a:lnTo>
                  <a:lnTo>
                    <a:pt x="355398" y="1018587"/>
                  </a:lnTo>
                  <a:lnTo>
                    <a:pt x="355398" y="1012630"/>
                  </a:lnTo>
                  <a:lnTo>
                    <a:pt x="355398" y="1006674"/>
                  </a:lnTo>
                  <a:lnTo>
                    <a:pt x="357767" y="1006674"/>
                  </a:lnTo>
                  <a:lnTo>
                    <a:pt x="360137" y="1006674"/>
                  </a:lnTo>
                  <a:lnTo>
                    <a:pt x="362506" y="1006674"/>
                  </a:lnTo>
                  <a:lnTo>
                    <a:pt x="364875" y="1006674"/>
                  </a:lnTo>
                  <a:lnTo>
                    <a:pt x="367245" y="1006674"/>
                  </a:lnTo>
                  <a:lnTo>
                    <a:pt x="367245" y="1000717"/>
                  </a:lnTo>
                  <a:lnTo>
                    <a:pt x="369614" y="1000717"/>
                  </a:lnTo>
                  <a:lnTo>
                    <a:pt x="369614" y="994760"/>
                  </a:lnTo>
                  <a:lnTo>
                    <a:pt x="369614" y="988804"/>
                  </a:lnTo>
                  <a:lnTo>
                    <a:pt x="369614" y="982847"/>
                  </a:lnTo>
                  <a:lnTo>
                    <a:pt x="371983" y="982847"/>
                  </a:lnTo>
                  <a:lnTo>
                    <a:pt x="374353" y="982847"/>
                  </a:lnTo>
                  <a:lnTo>
                    <a:pt x="374353" y="976890"/>
                  </a:lnTo>
                  <a:lnTo>
                    <a:pt x="376722" y="976890"/>
                  </a:lnTo>
                  <a:lnTo>
                    <a:pt x="379091" y="976890"/>
                  </a:lnTo>
                  <a:lnTo>
                    <a:pt x="381461" y="976890"/>
                  </a:lnTo>
                  <a:lnTo>
                    <a:pt x="383830" y="976890"/>
                  </a:lnTo>
                  <a:lnTo>
                    <a:pt x="383830" y="970934"/>
                  </a:lnTo>
                  <a:lnTo>
                    <a:pt x="383830" y="964977"/>
                  </a:lnTo>
                  <a:lnTo>
                    <a:pt x="386199" y="964977"/>
                  </a:lnTo>
                  <a:lnTo>
                    <a:pt x="386199" y="959020"/>
                  </a:lnTo>
                  <a:lnTo>
                    <a:pt x="388569" y="959020"/>
                  </a:lnTo>
                  <a:lnTo>
                    <a:pt x="388569" y="953064"/>
                  </a:lnTo>
                  <a:lnTo>
                    <a:pt x="390938" y="953064"/>
                  </a:lnTo>
                  <a:lnTo>
                    <a:pt x="393307" y="953064"/>
                  </a:lnTo>
                  <a:lnTo>
                    <a:pt x="395676" y="953064"/>
                  </a:lnTo>
                  <a:lnTo>
                    <a:pt x="398046" y="953064"/>
                  </a:lnTo>
                  <a:lnTo>
                    <a:pt x="398046" y="947107"/>
                  </a:lnTo>
                  <a:lnTo>
                    <a:pt x="400415" y="947107"/>
                  </a:lnTo>
                  <a:lnTo>
                    <a:pt x="400415" y="941150"/>
                  </a:lnTo>
                  <a:lnTo>
                    <a:pt x="402784" y="941150"/>
                  </a:lnTo>
                  <a:lnTo>
                    <a:pt x="405154" y="941150"/>
                  </a:lnTo>
                  <a:lnTo>
                    <a:pt x="407523" y="941150"/>
                  </a:lnTo>
                  <a:lnTo>
                    <a:pt x="409892" y="941150"/>
                  </a:lnTo>
                  <a:lnTo>
                    <a:pt x="409892" y="935194"/>
                  </a:lnTo>
                  <a:lnTo>
                    <a:pt x="412262" y="935194"/>
                  </a:lnTo>
                  <a:lnTo>
                    <a:pt x="414631" y="935194"/>
                  </a:lnTo>
                  <a:lnTo>
                    <a:pt x="414631" y="929237"/>
                  </a:lnTo>
                  <a:lnTo>
                    <a:pt x="417000" y="929237"/>
                  </a:lnTo>
                  <a:lnTo>
                    <a:pt x="417000" y="923280"/>
                  </a:lnTo>
                  <a:lnTo>
                    <a:pt x="419370" y="923280"/>
                  </a:lnTo>
                  <a:lnTo>
                    <a:pt x="419370" y="917324"/>
                  </a:lnTo>
                  <a:lnTo>
                    <a:pt x="421739" y="917324"/>
                  </a:lnTo>
                  <a:lnTo>
                    <a:pt x="421739" y="911367"/>
                  </a:lnTo>
                  <a:lnTo>
                    <a:pt x="424108" y="911367"/>
                  </a:lnTo>
                  <a:lnTo>
                    <a:pt x="426478" y="911367"/>
                  </a:lnTo>
                  <a:lnTo>
                    <a:pt x="428847" y="911367"/>
                  </a:lnTo>
                  <a:lnTo>
                    <a:pt x="428847" y="905410"/>
                  </a:lnTo>
                  <a:lnTo>
                    <a:pt x="428847" y="899454"/>
                  </a:lnTo>
                  <a:lnTo>
                    <a:pt x="428847" y="893497"/>
                  </a:lnTo>
                  <a:lnTo>
                    <a:pt x="431216" y="893497"/>
                  </a:lnTo>
                  <a:lnTo>
                    <a:pt x="431216" y="887541"/>
                  </a:lnTo>
                  <a:lnTo>
                    <a:pt x="433586" y="887541"/>
                  </a:lnTo>
                  <a:lnTo>
                    <a:pt x="433586" y="881584"/>
                  </a:lnTo>
                  <a:lnTo>
                    <a:pt x="435955" y="881584"/>
                  </a:lnTo>
                  <a:lnTo>
                    <a:pt x="438324" y="881584"/>
                  </a:lnTo>
                  <a:lnTo>
                    <a:pt x="440694" y="881584"/>
                  </a:lnTo>
                  <a:lnTo>
                    <a:pt x="443063" y="881584"/>
                  </a:lnTo>
                  <a:lnTo>
                    <a:pt x="445432" y="881584"/>
                  </a:lnTo>
                  <a:lnTo>
                    <a:pt x="445432" y="875627"/>
                  </a:lnTo>
                  <a:lnTo>
                    <a:pt x="445432" y="869671"/>
                  </a:lnTo>
                  <a:lnTo>
                    <a:pt x="447802" y="869671"/>
                  </a:lnTo>
                  <a:lnTo>
                    <a:pt x="450171" y="869671"/>
                  </a:lnTo>
                  <a:lnTo>
                    <a:pt x="452540" y="869671"/>
                  </a:lnTo>
                  <a:lnTo>
                    <a:pt x="454910" y="869671"/>
                  </a:lnTo>
                  <a:lnTo>
                    <a:pt x="457279" y="869671"/>
                  </a:lnTo>
                  <a:lnTo>
                    <a:pt x="459648" y="869671"/>
                  </a:lnTo>
                  <a:lnTo>
                    <a:pt x="462018" y="869671"/>
                  </a:lnTo>
                  <a:lnTo>
                    <a:pt x="464387" y="869671"/>
                  </a:lnTo>
                  <a:lnTo>
                    <a:pt x="466756" y="869671"/>
                  </a:lnTo>
                  <a:lnTo>
                    <a:pt x="469126" y="869671"/>
                  </a:lnTo>
                  <a:lnTo>
                    <a:pt x="471495" y="869671"/>
                  </a:lnTo>
                  <a:lnTo>
                    <a:pt x="473864" y="869671"/>
                  </a:lnTo>
                  <a:lnTo>
                    <a:pt x="476233" y="869671"/>
                  </a:lnTo>
                  <a:lnTo>
                    <a:pt x="476233" y="863714"/>
                  </a:lnTo>
                  <a:lnTo>
                    <a:pt x="476233" y="857757"/>
                  </a:lnTo>
                  <a:lnTo>
                    <a:pt x="476233" y="851801"/>
                  </a:lnTo>
                  <a:lnTo>
                    <a:pt x="476233" y="845844"/>
                  </a:lnTo>
                  <a:lnTo>
                    <a:pt x="478603" y="845844"/>
                  </a:lnTo>
                  <a:lnTo>
                    <a:pt x="480972" y="845844"/>
                  </a:lnTo>
                  <a:lnTo>
                    <a:pt x="480972" y="839887"/>
                  </a:lnTo>
                  <a:lnTo>
                    <a:pt x="480972" y="833931"/>
                  </a:lnTo>
                  <a:lnTo>
                    <a:pt x="483341" y="833931"/>
                  </a:lnTo>
                  <a:lnTo>
                    <a:pt x="485711" y="833931"/>
                  </a:lnTo>
                  <a:lnTo>
                    <a:pt x="488080" y="833931"/>
                  </a:lnTo>
                  <a:lnTo>
                    <a:pt x="490449" y="833931"/>
                  </a:lnTo>
                  <a:lnTo>
                    <a:pt x="492819" y="833931"/>
                  </a:lnTo>
                  <a:lnTo>
                    <a:pt x="492819" y="827974"/>
                  </a:lnTo>
                  <a:lnTo>
                    <a:pt x="495188" y="827974"/>
                  </a:lnTo>
                  <a:lnTo>
                    <a:pt x="495188" y="822017"/>
                  </a:lnTo>
                  <a:lnTo>
                    <a:pt x="497557" y="822017"/>
                  </a:lnTo>
                  <a:lnTo>
                    <a:pt x="497557" y="816061"/>
                  </a:lnTo>
                  <a:lnTo>
                    <a:pt x="497557" y="810104"/>
                  </a:lnTo>
                  <a:lnTo>
                    <a:pt x="499927" y="810104"/>
                  </a:lnTo>
                  <a:lnTo>
                    <a:pt x="502296" y="810104"/>
                  </a:lnTo>
                  <a:lnTo>
                    <a:pt x="502296" y="804147"/>
                  </a:lnTo>
                  <a:lnTo>
                    <a:pt x="502296" y="798191"/>
                  </a:lnTo>
                  <a:lnTo>
                    <a:pt x="504665" y="798191"/>
                  </a:lnTo>
                  <a:lnTo>
                    <a:pt x="507035" y="798191"/>
                  </a:lnTo>
                  <a:lnTo>
                    <a:pt x="509404" y="798191"/>
                  </a:lnTo>
                  <a:lnTo>
                    <a:pt x="511773" y="798191"/>
                  </a:lnTo>
                  <a:lnTo>
                    <a:pt x="514143" y="798191"/>
                  </a:lnTo>
                  <a:lnTo>
                    <a:pt x="516512" y="798191"/>
                  </a:lnTo>
                  <a:lnTo>
                    <a:pt x="518881" y="798191"/>
                  </a:lnTo>
                  <a:lnTo>
                    <a:pt x="518881" y="792234"/>
                  </a:lnTo>
                  <a:lnTo>
                    <a:pt x="521251" y="792234"/>
                  </a:lnTo>
                  <a:lnTo>
                    <a:pt x="523620" y="792234"/>
                  </a:lnTo>
                  <a:lnTo>
                    <a:pt x="525989" y="792234"/>
                  </a:lnTo>
                  <a:lnTo>
                    <a:pt x="528359" y="792234"/>
                  </a:lnTo>
                  <a:lnTo>
                    <a:pt x="530728" y="792234"/>
                  </a:lnTo>
                  <a:lnTo>
                    <a:pt x="530728" y="786277"/>
                  </a:lnTo>
                  <a:lnTo>
                    <a:pt x="533097" y="786277"/>
                  </a:lnTo>
                  <a:lnTo>
                    <a:pt x="535467" y="786277"/>
                  </a:lnTo>
                  <a:lnTo>
                    <a:pt x="537836" y="786277"/>
                  </a:lnTo>
                  <a:lnTo>
                    <a:pt x="540205" y="786277"/>
                  </a:lnTo>
                  <a:lnTo>
                    <a:pt x="542575" y="786277"/>
                  </a:lnTo>
                  <a:lnTo>
                    <a:pt x="544944" y="786277"/>
                  </a:lnTo>
                  <a:lnTo>
                    <a:pt x="547313" y="786277"/>
                  </a:lnTo>
                  <a:lnTo>
                    <a:pt x="547313" y="780321"/>
                  </a:lnTo>
                  <a:lnTo>
                    <a:pt x="549682" y="780321"/>
                  </a:lnTo>
                  <a:lnTo>
                    <a:pt x="552052" y="780321"/>
                  </a:lnTo>
                  <a:lnTo>
                    <a:pt x="554421" y="780321"/>
                  </a:lnTo>
                  <a:lnTo>
                    <a:pt x="554421" y="774364"/>
                  </a:lnTo>
                  <a:lnTo>
                    <a:pt x="554421" y="768408"/>
                  </a:lnTo>
                  <a:lnTo>
                    <a:pt x="556790" y="768408"/>
                  </a:lnTo>
                  <a:lnTo>
                    <a:pt x="559160" y="768408"/>
                  </a:lnTo>
                  <a:lnTo>
                    <a:pt x="561529" y="768408"/>
                  </a:lnTo>
                  <a:lnTo>
                    <a:pt x="561529" y="762451"/>
                  </a:lnTo>
                  <a:lnTo>
                    <a:pt x="563898" y="762451"/>
                  </a:lnTo>
                  <a:lnTo>
                    <a:pt x="563898" y="756494"/>
                  </a:lnTo>
                  <a:lnTo>
                    <a:pt x="563898" y="750538"/>
                  </a:lnTo>
                  <a:lnTo>
                    <a:pt x="566268" y="750538"/>
                  </a:lnTo>
                  <a:lnTo>
                    <a:pt x="566268" y="744581"/>
                  </a:lnTo>
                  <a:lnTo>
                    <a:pt x="568637" y="744581"/>
                  </a:lnTo>
                  <a:lnTo>
                    <a:pt x="568637" y="738624"/>
                  </a:lnTo>
                  <a:lnTo>
                    <a:pt x="568637" y="732668"/>
                  </a:lnTo>
                  <a:lnTo>
                    <a:pt x="568637" y="726711"/>
                  </a:lnTo>
                  <a:lnTo>
                    <a:pt x="568637" y="720754"/>
                  </a:lnTo>
                  <a:lnTo>
                    <a:pt x="568637" y="714798"/>
                  </a:lnTo>
                  <a:lnTo>
                    <a:pt x="571006" y="714798"/>
                  </a:lnTo>
                  <a:lnTo>
                    <a:pt x="573376" y="714798"/>
                  </a:lnTo>
                  <a:lnTo>
                    <a:pt x="575745" y="714798"/>
                  </a:lnTo>
                  <a:lnTo>
                    <a:pt x="578114" y="714798"/>
                  </a:lnTo>
                  <a:lnTo>
                    <a:pt x="580484" y="714798"/>
                  </a:lnTo>
                  <a:lnTo>
                    <a:pt x="582853" y="714798"/>
                  </a:lnTo>
                  <a:lnTo>
                    <a:pt x="582853" y="708841"/>
                  </a:lnTo>
                  <a:lnTo>
                    <a:pt x="582853" y="702884"/>
                  </a:lnTo>
                  <a:lnTo>
                    <a:pt x="585222" y="702884"/>
                  </a:lnTo>
                  <a:lnTo>
                    <a:pt x="587592" y="702884"/>
                  </a:lnTo>
                  <a:lnTo>
                    <a:pt x="589961" y="702884"/>
                  </a:lnTo>
                  <a:lnTo>
                    <a:pt x="589961" y="696928"/>
                  </a:lnTo>
                  <a:lnTo>
                    <a:pt x="589961" y="690971"/>
                  </a:lnTo>
                  <a:lnTo>
                    <a:pt x="592330" y="690971"/>
                  </a:lnTo>
                  <a:lnTo>
                    <a:pt x="592330" y="685014"/>
                  </a:lnTo>
                  <a:lnTo>
                    <a:pt x="594700" y="685014"/>
                  </a:lnTo>
                  <a:lnTo>
                    <a:pt x="597069" y="685014"/>
                  </a:lnTo>
                  <a:lnTo>
                    <a:pt x="599438" y="685014"/>
                  </a:lnTo>
                  <a:lnTo>
                    <a:pt x="601808" y="685014"/>
                  </a:lnTo>
                  <a:lnTo>
                    <a:pt x="604177" y="685014"/>
                  </a:lnTo>
                  <a:lnTo>
                    <a:pt x="606546" y="685014"/>
                  </a:lnTo>
                  <a:lnTo>
                    <a:pt x="608916" y="685014"/>
                  </a:lnTo>
                  <a:lnTo>
                    <a:pt x="611285" y="685014"/>
                  </a:lnTo>
                  <a:lnTo>
                    <a:pt x="613654" y="685014"/>
                  </a:lnTo>
                  <a:lnTo>
                    <a:pt x="616024" y="685014"/>
                  </a:lnTo>
                  <a:lnTo>
                    <a:pt x="618393" y="685014"/>
                  </a:lnTo>
                  <a:lnTo>
                    <a:pt x="620762" y="685014"/>
                  </a:lnTo>
                  <a:lnTo>
                    <a:pt x="620762" y="679058"/>
                  </a:lnTo>
                  <a:lnTo>
                    <a:pt x="623132" y="679058"/>
                  </a:lnTo>
                  <a:lnTo>
                    <a:pt x="625501" y="679058"/>
                  </a:lnTo>
                  <a:lnTo>
                    <a:pt x="627870" y="679058"/>
                  </a:lnTo>
                  <a:lnTo>
                    <a:pt x="630239" y="679058"/>
                  </a:lnTo>
                  <a:lnTo>
                    <a:pt x="632609" y="679058"/>
                  </a:lnTo>
                  <a:lnTo>
                    <a:pt x="634978" y="679058"/>
                  </a:lnTo>
                  <a:lnTo>
                    <a:pt x="637347" y="679058"/>
                  </a:lnTo>
                  <a:lnTo>
                    <a:pt x="639717" y="679058"/>
                  </a:lnTo>
                  <a:lnTo>
                    <a:pt x="642086" y="679058"/>
                  </a:lnTo>
                  <a:lnTo>
                    <a:pt x="644455" y="679058"/>
                  </a:lnTo>
                  <a:lnTo>
                    <a:pt x="646825" y="679058"/>
                  </a:lnTo>
                  <a:lnTo>
                    <a:pt x="646825" y="673101"/>
                  </a:lnTo>
                  <a:lnTo>
                    <a:pt x="649194" y="673101"/>
                  </a:lnTo>
                  <a:lnTo>
                    <a:pt x="651563" y="673101"/>
                  </a:lnTo>
                  <a:lnTo>
                    <a:pt x="653933" y="673101"/>
                  </a:lnTo>
                  <a:lnTo>
                    <a:pt x="656302" y="673101"/>
                  </a:lnTo>
                  <a:lnTo>
                    <a:pt x="656302" y="667144"/>
                  </a:lnTo>
                  <a:lnTo>
                    <a:pt x="658671" y="667144"/>
                  </a:lnTo>
                  <a:lnTo>
                    <a:pt x="661041" y="667144"/>
                  </a:lnTo>
                  <a:lnTo>
                    <a:pt x="663410" y="667144"/>
                  </a:lnTo>
                  <a:lnTo>
                    <a:pt x="663410" y="661188"/>
                  </a:lnTo>
                  <a:lnTo>
                    <a:pt x="663410" y="655231"/>
                  </a:lnTo>
                  <a:lnTo>
                    <a:pt x="665779" y="655231"/>
                  </a:lnTo>
                  <a:lnTo>
                    <a:pt x="668149" y="655231"/>
                  </a:lnTo>
                  <a:lnTo>
                    <a:pt x="668149" y="649274"/>
                  </a:lnTo>
                  <a:lnTo>
                    <a:pt x="670518" y="649274"/>
                  </a:lnTo>
                  <a:lnTo>
                    <a:pt x="672887" y="649274"/>
                  </a:lnTo>
                  <a:lnTo>
                    <a:pt x="675257" y="649274"/>
                  </a:lnTo>
                  <a:lnTo>
                    <a:pt x="675257" y="643318"/>
                  </a:lnTo>
                  <a:lnTo>
                    <a:pt x="677626" y="643318"/>
                  </a:lnTo>
                  <a:lnTo>
                    <a:pt x="677626" y="637361"/>
                  </a:lnTo>
                  <a:lnTo>
                    <a:pt x="679995" y="637361"/>
                  </a:lnTo>
                  <a:lnTo>
                    <a:pt x="682365" y="637361"/>
                  </a:lnTo>
                  <a:lnTo>
                    <a:pt x="684734" y="637361"/>
                  </a:lnTo>
                  <a:lnTo>
                    <a:pt x="687103" y="637361"/>
                  </a:lnTo>
                  <a:lnTo>
                    <a:pt x="689473" y="637361"/>
                  </a:lnTo>
                  <a:lnTo>
                    <a:pt x="691842" y="637361"/>
                  </a:lnTo>
                  <a:lnTo>
                    <a:pt x="694211" y="637361"/>
                  </a:lnTo>
                  <a:lnTo>
                    <a:pt x="696581" y="637361"/>
                  </a:lnTo>
                  <a:lnTo>
                    <a:pt x="698950" y="637361"/>
                  </a:lnTo>
                  <a:lnTo>
                    <a:pt x="698950" y="631405"/>
                  </a:lnTo>
                  <a:lnTo>
                    <a:pt x="698950" y="625448"/>
                  </a:lnTo>
                  <a:lnTo>
                    <a:pt x="701319" y="625448"/>
                  </a:lnTo>
                  <a:lnTo>
                    <a:pt x="703689" y="625448"/>
                  </a:lnTo>
                  <a:lnTo>
                    <a:pt x="706058" y="625448"/>
                  </a:lnTo>
                  <a:lnTo>
                    <a:pt x="708427" y="625448"/>
                  </a:lnTo>
                  <a:lnTo>
                    <a:pt x="708427" y="619491"/>
                  </a:lnTo>
                  <a:lnTo>
                    <a:pt x="710796" y="619491"/>
                  </a:lnTo>
                  <a:lnTo>
                    <a:pt x="713166" y="619491"/>
                  </a:lnTo>
                  <a:lnTo>
                    <a:pt x="715535" y="619491"/>
                  </a:lnTo>
                  <a:lnTo>
                    <a:pt x="717904" y="619491"/>
                  </a:lnTo>
                  <a:lnTo>
                    <a:pt x="720274" y="619491"/>
                  </a:lnTo>
                  <a:lnTo>
                    <a:pt x="722643" y="619491"/>
                  </a:lnTo>
                  <a:lnTo>
                    <a:pt x="725012" y="619491"/>
                  </a:lnTo>
                  <a:lnTo>
                    <a:pt x="727382" y="619491"/>
                  </a:lnTo>
                  <a:lnTo>
                    <a:pt x="729751" y="619491"/>
                  </a:lnTo>
                  <a:lnTo>
                    <a:pt x="732120" y="619491"/>
                  </a:lnTo>
                  <a:lnTo>
                    <a:pt x="732120" y="613535"/>
                  </a:lnTo>
                  <a:lnTo>
                    <a:pt x="734490" y="613535"/>
                  </a:lnTo>
                  <a:lnTo>
                    <a:pt x="736859" y="613535"/>
                  </a:lnTo>
                  <a:lnTo>
                    <a:pt x="736859" y="607578"/>
                  </a:lnTo>
                  <a:lnTo>
                    <a:pt x="739228" y="607578"/>
                  </a:lnTo>
                  <a:lnTo>
                    <a:pt x="741598" y="607578"/>
                  </a:lnTo>
                  <a:lnTo>
                    <a:pt x="743967" y="607578"/>
                  </a:lnTo>
                  <a:lnTo>
                    <a:pt x="746336" y="607578"/>
                  </a:lnTo>
                  <a:lnTo>
                    <a:pt x="748706" y="607578"/>
                  </a:lnTo>
                  <a:lnTo>
                    <a:pt x="751075" y="607578"/>
                  </a:lnTo>
                  <a:lnTo>
                    <a:pt x="753444" y="607578"/>
                  </a:lnTo>
                  <a:lnTo>
                    <a:pt x="755814" y="607578"/>
                  </a:lnTo>
                  <a:lnTo>
                    <a:pt x="758183" y="607578"/>
                  </a:lnTo>
                  <a:lnTo>
                    <a:pt x="760552" y="607578"/>
                  </a:lnTo>
                  <a:lnTo>
                    <a:pt x="762922" y="607578"/>
                  </a:lnTo>
                  <a:lnTo>
                    <a:pt x="765291" y="607578"/>
                  </a:lnTo>
                  <a:lnTo>
                    <a:pt x="767660" y="607578"/>
                  </a:lnTo>
                  <a:lnTo>
                    <a:pt x="770030" y="607578"/>
                  </a:lnTo>
                  <a:lnTo>
                    <a:pt x="772399" y="607578"/>
                  </a:lnTo>
                  <a:lnTo>
                    <a:pt x="774768" y="607578"/>
                  </a:lnTo>
                  <a:lnTo>
                    <a:pt x="774768" y="601621"/>
                  </a:lnTo>
                  <a:lnTo>
                    <a:pt x="777138" y="601621"/>
                  </a:lnTo>
                  <a:lnTo>
                    <a:pt x="777138" y="595665"/>
                  </a:lnTo>
                  <a:lnTo>
                    <a:pt x="779507" y="595665"/>
                  </a:lnTo>
                  <a:lnTo>
                    <a:pt x="779507" y="589708"/>
                  </a:lnTo>
                  <a:lnTo>
                    <a:pt x="781876" y="589708"/>
                  </a:lnTo>
                  <a:lnTo>
                    <a:pt x="784245" y="589708"/>
                  </a:lnTo>
                  <a:lnTo>
                    <a:pt x="784245" y="583751"/>
                  </a:lnTo>
                  <a:lnTo>
                    <a:pt x="784245" y="577795"/>
                  </a:lnTo>
                  <a:lnTo>
                    <a:pt x="786615" y="577795"/>
                  </a:lnTo>
                  <a:lnTo>
                    <a:pt x="786615" y="571838"/>
                  </a:lnTo>
                  <a:lnTo>
                    <a:pt x="786615" y="565881"/>
                  </a:lnTo>
                  <a:lnTo>
                    <a:pt x="788984" y="565881"/>
                  </a:lnTo>
                  <a:lnTo>
                    <a:pt x="791353" y="565881"/>
                  </a:lnTo>
                  <a:lnTo>
                    <a:pt x="793723" y="565881"/>
                  </a:lnTo>
                  <a:lnTo>
                    <a:pt x="796092" y="565881"/>
                  </a:lnTo>
                  <a:lnTo>
                    <a:pt x="798461" y="565881"/>
                  </a:lnTo>
                  <a:lnTo>
                    <a:pt x="800831" y="565881"/>
                  </a:lnTo>
                  <a:lnTo>
                    <a:pt x="803200" y="565881"/>
                  </a:lnTo>
                  <a:lnTo>
                    <a:pt x="803200" y="559925"/>
                  </a:lnTo>
                  <a:lnTo>
                    <a:pt x="803200" y="553968"/>
                  </a:lnTo>
                  <a:lnTo>
                    <a:pt x="805569" y="553968"/>
                  </a:lnTo>
                  <a:lnTo>
                    <a:pt x="807939" y="553968"/>
                  </a:lnTo>
                  <a:lnTo>
                    <a:pt x="807939" y="548011"/>
                  </a:lnTo>
                  <a:lnTo>
                    <a:pt x="810308" y="548011"/>
                  </a:lnTo>
                  <a:lnTo>
                    <a:pt x="812677" y="548011"/>
                  </a:lnTo>
                  <a:lnTo>
                    <a:pt x="815047" y="548011"/>
                  </a:lnTo>
                  <a:lnTo>
                    <a:pt x="817416" y="548011"/>
                  </a:lnTo>
                  <a:lnTo>
                    <a:pt x="817416" y="542055"/>
                  </a:lnTo>
                  <a:lnTo>
                    <a:pt x="819785" y="542055"/>
                  </a:lnTo>
                  <a:lnTo>
                    <a:pt x="822155" y="542055"/>
                  </a:lnTo>
                  <a:lnTo>
                    <a:pt x="824524" y="542055"/>
                  </a:lnTo>
                  <a:lnTo>
                    <a:pt x="826893" y="542055"/>
                  </a:lnTo>
                  <a:lnTo>
                    <a:pt x="829263" y="542055"/>
                  </a:lnTo>
                  <a:lnTo>
                    <a:pt x="831632" y="542055"/>
                  </a:lnTo>
                  <a:lnTo>
                    <a:pt x="831632" y="536098"/>
                  </a:lnTo>
                  <a:lnTo>
                    <a:pt x="834001" y="536098"/>
                  </a:lnTo>
                  <a:lnTo>
                    <a:pt x="836371" y="536098"/>
                  </a:lnTo>
                  <a:lnTo>
                    <a:pt x="838740" y="536098"/>
                  </a:lnTo>
                  <a:lnTo>
                    <a:pt x="841109" y="536098"/>
                  </a:lnTo>
                  <a:lnTo>
                    <a:pt x="843479" y="536098"/>
                  </a:lnTo>
                  <a:lnTo>
                    <a:pt x="843479" y="530141"/>
                  </a:lnTo>
                  <a:lnTo>
                    <a:pt x="845848" y="530141"/>
                  </a:lnTo>
                  <a:lnTo>
                    <a:pt x="845848" y="524185"/>
                  </a:lnTo>
                  <a:lnTo>
                    <a:pt x="848217" y="524185"/>
                  </a:lnTo>
                  <a:lnTo>
                    <a:pt x="850587" y="524185"/>
                  </a:lnTo>
                  <a:lnTo>
                    <a:pt x="852956" y="524185"/>
                  </a:lnTo>
                  <a:lnTo>
                    <a:pt x="855325" y="524185"/>
                  </a:lnTo>
                  <a:lnTo>
                    <a:pt x="857695" y="524185"/>
                  </a:lnTo>
                  <a:lnTo>
                    <a:pt x="857695" y="518228"/>
                  </a:lnTo>
                  <a:lnTo>
                    <a:pt x="860064" y="518228"/>
                  </a:lnTo>
                  <a:lnTo>
                    <a:pt x="862433" y="518228"/>
                  </a:lnTo>
                  <a:lnTo>
                    <a:pt x="862433" y="512272"/>
                  </a:lnTo>
                  <a:lnTo>
                    <a:pt x="864802" y="512272"/>
                  </a:lnTo>
                  <a:lnTo>
                    <a:pt x="864802" y="506315"/>
                  </a:lnTo>
                  <a:lnTo>
                    <a:pt x="867172" y="506315"/>
                  </a:lnTo>
                  <a:lnTo>
                    <a:pt x="869541" y="506315"/>
                  </a:lnTo>
                  <a:lnTo>
                    <a:pt x="869541" y="500358"/>
                  </a:lnTo>
                  <a:lnTo>
                    <a:pt x="871910" y="500358"/>
                  </a:lnTo>
                  <a:lnTo>
                    <a:pt x="874280" y="500358"/>
                  </a:lnTo>
                  <a:lnTo>
                    <a:pt x="876649" y="500358"/>
                  </a:lnTo>
                  <a:lnTo>
                    <a:pt x="876649" y="494402"/>
                  </a:lnTo>
                  <a:lnTo>
                    <a:pt x="879018" y="494402"/>
                  </a:lnTo>
                  <a:lnTo>
                    <a:pt x="879018" y="488445"/>
                  </a:lnTo>
                  <a:lnTo>
                    <a:pt x="881388" y="488445"/>
                  </a:lnTo>
                  <a:lnTo>
                    <a:pt x="881388" y="482488"/>
                  </a:lnTo>
                  <a:lnTo>
                    <a:pt x="883757" y="482488"/>
                  </a:lnTo>
                  <a:lnTo>
                    <a:pt x="886126" y="482488"/>
                  </a:lnTo>
                  <a:lnTo>
                    <a:pt x="888496" y="482488"/>
                  </a:lnTo>
                  <a:lnTo>
                    <a:pt x="890865" y="482488"/>
                  </a:lnTo>
                  <a:lnTo>
                    <a:pt x="893234" y="482488"/>
                  </a:lnTo>
                  <a:lnTo>
                    <a:pt x="893234" y="476532"/>
                  </a:lnTo>
                  <a:lnTo>
                    <a:pt x="893234" y="470575"/>
                  </a:lnTo>
                  <a:lnTo>
                    <a:pt x="895604" y="470575"/>
                  </a:lnTo>
                  <a:lnTo>
                    <a:pt x="897973" y="470575"/>
                  </a:lnTo>
                  <a:lnTo>
                    <a:pt x="900342" y="470575"/>
                  </a:lnTo>
                  <a:lnTo>
                    <a:pt x="902712" y="470575"/>
                  </a:lnTo>
                  <a:lnTo>
                    <a:pt x="905081" y="470575"/>
                  </a:lnTo>
                  <a:lnTo>
                    <a:pt x="907450" y="470575"/>
                  </a:lnTo>
                  <a:lnTo>
                    <a:pt x="907450" y="464618"/>
                  </a:lnTo>
                  <a:lnTo>
                    <a:pt x="909820" y="464618"/>
                  </a:lnTo>
                  <a:lnTo>
                    <a:pt x="912189" y="464618"/>
                  </a:lnTo>
                  <a:lnTo>
                    <a:pt x="914558" y="464618"/>
                  </a:lnTo>
                  <a:lnTo>
                    <a:pt x="916928" y="464618"/>
                  </a:lnTo>
                  <a:lnTo>
                    <a:pt x="916928" y="458662"/>
                  </a:lnTo>
                  <a:lnTo>
                    <a:pt x="919297" y="458662"/>
                  </a:lnTo>
                  <a:lnTo>
                    <a:pt x="921666" y="458662"/>
                  </a:lnTo>
                  <a:lnTo>
                    <a:pt x="924036" y="458662"/>
                  </a:lnTo>
                  <a:lnTo>
                    <a:pt x="926405" y="458662"/>
                  </a:lnTo>
                  <a:lnTo>
                    <a:pt x="926405" y="452705"/>
                  </a:lnTo>
                  <a:lnTo>
                    <a:pt x="928774" y="452705"/>
                  </a:lnTo>
                  <a:lnTo>
                    <a:pt x="928774" y="446748"/>
                  </a:lnTo>
                  <a:lnTo>
                    <a:pt x="931144" y="446748"/>
                  </a:lnTo>
                  <a:lnTo>
                    <a:pt x="933513" y="446748"/>
                  </a:lnTo>
                  <a:lnTo>
                    <a:pt x="935882" y="446748"/>
                  </a:lnTo>
                  <a:lnTo>
                    <a:pt x="938252" y="446748"/>
                  </a:lnTo>
                  <a:lnTo>
                    <a:pt x="940621" y="446748"/>
                  </a:lnTo>
                  <a:lnTo>
                    <a:pt x="942990" y="446748"/>
                  </a:lnTo>
                  <a:lnTo>
                    <a:pt x="945359" y="446748"/>
                  </a:lnTo>
                  <a:lnTo>
                    <a:pt x="947729" y="446748"/>
                  </a:lnTo>
                  <a:lnTo>
                    <a:pt x="950098" y="446748"/>
                  </a:lnTo>
                  <a:lnTo>
                    <a:pt x="952467" y="446748"/>
                  </a:lnTo>
                  <a:lnTo>
                    <a:pt x="954837" y="446748"/>
                  </a:lnTo>
                  <a:lnTo>
                    <a:pt x="957206" y="446748"/>
                  </a:lnTo>
                  <a:lnTo>
                    <a:pt x="959575" y="446748"/>
                  </a:lnTo>
                  <a:lnTo>
                    <a:pt x="961945" y="446748"/>
                  </a:lnTo>
                  <a:lnTo>
                    <a:pt x="961945" y="440792"/>
                  </a:lnTo>
                  <a:lnTo>
                    <a:pt x="964314" y="440792"/>
                  </a:lnTo>
                  <a:lnTo>
                    <a:pt x="966683" y="440792"/>
                  </a:lnTo>
                  <a:lnTo>
                    <a:pt x="969053" y="440792"/>
                  </a:lnTo>
                  <a:lnTo>
                    <a:pt x="971422" y="440792"/>
                  </a:lnTo>
                  <a:lnTo>
                    <a:pt x="971422" y="434835"/>
                  </a:lnTo>
                  <a:lnTo>
                    <a:pt x="973791" y="434835"/>
                  </a:lnTo>
                  <a:lnTo>
                    <a:pt x="976161" y="434835"/>
                  </a:lnTo>
                  <a:lnTo>
                    <a:pt x="976161" y="428878"/>
                  </a:lnTo>
                  <a:lnTo>
                    <a:pt x="978530" y="428878"/>
                  </a:lnTo>
                  <a:lnTo>
                    <a:pt x="980899" y="428878"/>
                  </a:lnTo>
                  <a:lnTo>
                    <a:pt x="983269" y="428878"/>
                  </a:lnTo>
                  <a:lnTo>
                    <a:pt x="985638" y="428878"/>
                  </a:lnTo>
                  <a:lnTo>
                    <a:pt x="988007" y="428878"/>
                  </a:lnTo>
                  <a:lnTo>
                    <a:pt x="990377" y="428878"/>
                  </a:lnTo>
                  <a:lnTo>
                    <a:pt x="992746" y="428878"/>
                  </a:lnTo>
                  <a:lnTo>
                    <a:pt x="995115" y="428878"/>
                  </a:lnTo>
                  <a:lnTo>
                    <a:pt x="997485" y="428878"/>
                  </a:lnTo>
                  <a:lnTo>
                    <a:pt x="999854" y="428878"/>
                  </a:lnTo>
                  <a:lnTo>
                    <a:pt x="1002223" y="428878"/>
                  </a:lnTo>
                  <a:lnTo>
                    <a:pt x="1004593" y="428878"/>
                  </a:lnTo>
                  <a:lnTo>
                    <a:pt x="1006962" y="428878"/>
                  </a:lnTo>
                  <a:lnTo>
                    <a:pt x="1009331" y="428878"/>
                  </a:lnTo>
                  <a:lnTo>
                    <a:pt x="1009331" y="422922"/>
                  </a:lnTo>
                  <a:lnTo>
                    <a:pt x="1011701" y="422922"/>
                  </a:lnTo>
                  <a:lnTo>
                    <a:pt x="1014070" y="422922"/>
                  </a:lnTo>
                  <a:lnTo>
                    <a:pt x="1016439" y="422922"/>
                  </a:lnTo>
                  <a:lnTo>
                    <a:pt x="1018808" y="422922"/>
                  </a:lnTo>
                  <a:lnTo>
                    <a:pt x="1021178" y="422922"/>
                  </a:lnTo>
                  <a:lnTo>
                    <a:pt x="1023547" y="422922"/>
                  </a:lnTo>
                  <a:lnTo>
                    <a:pt x="1025916" y="422922"/>
                  </a:lnTo>
                  <a:lnTo>
                    <a:pt x="1025916" y="416965"/>
                  </a:lnTo>
                  <a:lnTo>
                    <a:pt x="1028286" y="416965"/>
                  </a:lnTo>
                  <a:lnTo>
                    <a:pt x="1028286" y="411008"/>
                  </a:lnTo>
                  <a:lnTo>
                    <a:pt x="1030655" y="411008"/>
                  </a:lnTo>
                  <a:lnTo>
                    <a:pt x="1033024" y="411008"/>
                  </a:lnTo>
                  <a:lnTo>
                    <a:pt x="1035394" y="411008"/>
                  </a:lnTo>
                  <a:lnTo>
                    <a:pt x="1037763" y="411008"/>
                  </a:lnTo>
                  <a:lnTo>
                    <a:pt x="1040132" y="411008"/>
                  </a:lnTo>
                  <a:lnTo>
                    <a:pt x="1042502" y="411008"/>
                  </a:lnTo>
                  <a:lnTo>
                    <a:pt x="1044871" y="411008"/>
                  </a:lnTo>
                  <a:lnTo>
                    <a:pt x="1047240" y="411008"/>
                  </a:lnTo>
                  <a:lnTo>
                    <a:pt x="1047240" y="405052"/>
                  </a:lnTo>
                  <a:lnTo>
                    <a:pt x="1047240" y="399095"/>
                  </a:lnTo>
                  <a:lnTo>
                    <a:pt x="1049610" y="399095"/>
                  </a:lnTo>
                  <a:lnTo>
                    <a:pt x="1051979" y="399095"/>
                  </a:lnTo>
                  <a:lnTo>
                    <a:pt x="1054348" y="399095"/>
                  </a:lnTo>
                  <a:lnTo>
                    <a:pt x="1056718" y="399095"/>
                  </a:lnTo>
                  <a:lnTo>
                    <a:pt x="1059087" y="399095"/>
                  </a:lnTo>
                  <a:lnTo>
                    <a:pt x="1061456" y="399095"/>
                  </a:lnTo>
                  <a:lnTo>
                    <a:pt x="1063826" y="399095"/>
                  </a:lnTo>
                  <a:lnTo>
                    <a:pt x="1066195" y="399095"/>
                  </a:lnTo>
                  <a:lnTo>
                    <a:pt x="1068564" y="399095"/>
                  </a:lnTo>
                  <a:lnTo>
                    <a:pt x="1070934" y="399095"/>
                  </a:lnTo>
                  <a:lnTo>
                    <a:pt x="1073303" y="399095"/>
                  </a:lnTo>
                  <a:lnTo>
                    <a:pt x="1073303" y="393138"/>
                  </a:lnTo>
                  <a:lnTo>
                    <a:pt x="1075672" y="393138"/>
                  </a:lnTo>
                  <a:lnTo>
                    <a:pt x="1078042" y="393138"/>
                  </a:lnTo>
                  <a:lnTo>
                    <a:pt x="1080411" y="393138"/>
                  </a:lnTo>
                  <a:lnTo>
                    <a:pt x="1082780" y="393138"/>
                  </a:lnTo>
                  <a:lnTo>
                    <a:pt x="1085150" y="393138"/>
                  </a:lnTo>
                  <a:lnTo>
                    <a:pt x="1087519" y="393138"/>
                  </a:lnTo>
                  <a:lnTo>
                    <a:pt x="1087519" y="387182"/>
                  </a:lnTo>
                  <a:lnTo>
                    <a:pt x="1089888" y="387182"/>
                  </a:lnTo>
                  <a:lnTo>
                    <a:pt x="1092258" y="387182"/>
                  </a:lnTo>
                  <a:lnTo>
                    <a:pt x="1094627" y="387182"/>
                  </a:lnTo>
                  <a:lnTo>
                    <a:pt x="1096996" y="387182"/>
                  </a:lnTo>
                  <a:lnTo>
                    <a:pt x="1099365" y="387182"/>
                  </a:lnTo>
                  <a:lnTo>
                    <a:pt x="1101735" y="387182"/>
                  </a:lnTo>
                  <a:lnTo>
                    <a:pt x="1104104" y="387182"/>
                  </a:lnTo>
                  <a:lnTo>
                    <a:pt x="1106473" y="387182"/>
                  </a:lnTo>
                  <a:lnTo>
                    <a:pt x="1106473" y="381225"/>
                  </a:lnTo>
                  <a:lnTo>
                    <a:pt x="1106473" y="375269"/>
                  </a:lnTo>
                  <a:lnTo>
                    <a:pt x="1108843" y="375269"/>
                  </a:lnTo>
                  <a:lnTo>
                    <a:pt x="1111212" y="375269"/>
                  </a:lnTo>
                  <a:lnTo>
                    <a:pt x="1113581" y="375269"/>
                  </a:lnTo>
                  <a:lnTo>
                    <a:pt x="1115951" y="375269"/>
                  </a:lnTo>
                  <a:lnTo>
                    <a:pt x="1115951" y="369312"/>
                  </a:lnTo>
                  <a:lnTo>
                    <a:pt x="1118320" y="369312"/>
                  </a:lnTo>
                  <a:lnTo>
                    <a:pt x="1118320" y="363355"/>
                  </a:lnTo>
                  <a:lnTo>
                    <a:pt x="1120689" y="363355"/>
                  </a:lnTo>
                  <a:lnTo>
                    <a:pt x="1123059" y="363355"/>
                  </a:lnTo>
                  <a:lnTo>
                    <a:pt x="1125428" y="363355"/>
                  </a:lnTo>
                  <a:lnTo>
                    <a:pt x="1127797" y="363355"/>
                  </a:lnTo>
                  <a:lnTo>
                    <a:pt x="1127797" y="357399"/>
                  </a:lnTo>
                  <a:lnTo>
                    <a:pt x="1130167" y="357399"/>
                  </a:lnTo>
                  <a:lnTo>
                    <a:pt x="1132536" y="357399"/>
                  </a:lnTo>
                  <a:lnTo>
                    <a:pt x="1132536" y="351442"/>
                  </a:lnTo>
                  <a:lnTo>
                    <a:pt x="1134905" y="351442"/>
                  </a:lnTo>
                  <a:lnTo>
                    <a:pt x="1137275" y="351442"/>
                  </a:lnTo>
                  <a:lnTo>
                    <a:pt x="1139644" y="351442"/>
                  </a:lnTo>
                  <a:lnTo>
                    <a:pt x="1142013" y="351442"/>
                  </a:lnTo>
                  <a:lnTo>
                    <a:pt x="1144383" y="351442"/>
                  </a:lnTo>
                  <a:lnTo>
                    <a:pt x="1146752" y="351442"/>
                  </a:lnTo>
                  <a:lnTo>
                    <a:pt x="1149121" y="351442"/>
                  </a:lnTo>
                  <a:lnTo>
                    <a:pt x="1149121" y="345485"/>
                  </a:lnTo>
                  <a:lnTo>
                    <a:pt x="1151491" y="345485"/>
                  </a:lnTo>
                  <a:lnTo>
                    <a:pt x="1153860" y="345485"/>
                  </a:lnTo>
                  <a:lnTo>
                    <a:pt x="1156229" y="345485"/>
                  </a:lnTo>
                  <a:lnTo>
                    <a:pt x="1158599" y="345485"/>
                  </a:lnTo>
                  <a:lnTo>
                    <a:pt x="1160968" y="345485"/>
                  </a:lnTo>
                  <a:lnTo>
                    <a:pt x="1163337" y="345485"/>
                  </a:lnTo>
                  <a:lnTo>
                    <a:pt x="1165707" y="345485"/>
                  </a:lnTo>
                  <a:lnTo>
                    <a:pt x="1168076" y="345485"/>
                  </a:lnTo>
                  <a:lnTo>
                    <a:pt x="1170445" y="345485"/>
                  </a:lnTo>
                  <a:lnTo>
                    <a:pt x="1172815" y="345485"/>
                  </a:lnTo>
                  <a:lnTo>
                    <a:pt x="1175184" y="345485"/>
                  </a:lnTo>
                  <a:lnTo>
                    <a:pt x="1177553" y="345485"/>
                  </a:lnTo>
                  <a:lnTo>
                    <a:pt x="1179922" y="345485"/>
                  </a:lnTo>
                  <a:lnTo>
                    <a:pt x="1182292" y="345485"/>
                  </a:lnTo>
                  <a:lnTo>
                    <a:pt x="1184661" y="345485"/>
                  </a:lnTo>
                  <a:lnTo>
                    <a:pt x="1187030" y="345485"/>
                  </a:lnTo>
                  <a:lnTo>
                    <a:pt x="1189400" y="345485"/>
                  </a:lnTo>
                  <a:lnTo>
                    <a:pt x="1191769" y="345485"/>
                  </a:lnTo>
                  <a:lnTo>
                    <a:pt x="1191769" y="339529"/>
                  </a:lnTo>
                  <a:lnTo>
                    <a:pt x="1194138" y="339529"/>
                  </a:lnTo>
                  <a:lnTo>
                    <a:pt x="1196508" y="339529"/>
                  </a:lnTo>
                  <a:lnTo>
                    <a:pt x="1198877" y="339529"/>
                  </a:lnTo>
                  <a:lnTo>
                    <a:pt x="1201246" y="339529"/>
                  </a:lnTo>
                  <a:lnTo>
                    <a:pt x="1203616" y="339529"/>
                  </a:lnTo>
                  <a:lnTo>
                    <a:pt x="1205985" y="339529"/>
                  </a:lnTo>
                  <a:lnTo>
                    <a:pt x="1205985" y="333572"/>
                  </a:lnTo>
                  <a:lnTo>
                    <a:pt x="1208354" y="333572"/>
                  </a:lnTo>
                  <a:lnTo>
                    <a:pt x="1210724" y="333572"/>
                  </a:lnTo>
                  <a:lnTo>
                    <a:pt x="1213093" y="333572"/>
                  </a:lnTo>
                  <a:lnTo>
                    <a:pt x="1213093" y="327615"/>
                  </a:lnTo>
                  <a:lnTo>
                    <a:pt x="1213093" y="321659"/>
                  </a:lnTo>
                  <a:lnTo>
                    <a:pt x="1213093" y="315702"/>
                  </a:lnTo>
                  <a:lnTo>
                    <a:pt x="1215462" y="315702"/>
                  </a:lnTo>
                  <a:lnTo>
                    <a:pt x="1217832" y="315702"/>
                  </a:lnTo>
                  <a:lnTo>
                    <a:pt x="1220201" y="315702"/>
                  </a:lnTo>
                  <a:lnTo>
                    <a:pt x="1222570" y="315702"/>
                  </a:lnTo>
                  <a:lnTo>
                    <a:pt x="1224940" y="315702"/>
                  </a:lnTo>
                  <a:lnTo>
                    <a:pt x="1224940" y="309745"/>
                  </a:lnTo>
                  <a:lnTo>
                    <a:pt x="1227309" y="309745"/>
                  </a:lnTo>
                  <a:lnTo>
                    <a:pt x="1229678" y="309745"/>
                  </a:lnTo>
                  <a:lnTo>
                    <a:pt x="1232048" y="309745"/>
                  </a:lnTo>
                  <a:lnTo>
                    <a:pt x="1232048" y="303789"/>
                  </a:lnTo>
                  <a:lnTo>
                    <a:pt x="1234417" y="303789"/>
                  </a:lnTo>
                  <a:lnTo>
                    <a:pt x="1236786" y="303789"/>
                  </a:lnTo>
                  <a:lnTo>
                    <a:pt x="1239156" y="303789"/>
                  </a:lnTo>
                  <a:lnTo>
                    <a:pt x="1239156" y="297832"/>
                  </a:lnTo>
                  <a:lnTo>
                    <a:pt x="1241525" y="297832"/>
                  </a:lnTo>
                  <a:lnTo>
                    <a:pt x="1243894" y="297832"/>
                  </a:lnTo>
                  <a:lnTo>
                    <a:pt x="1246264" y="297832"/>
                  </a:lnTo>
                  <a:lnTo>
                    <a:pt x="1246264" y="291875"/>
                  </a:lnTo>
                  <a:lnTo>
                    <a:pt x="1248633" y="291875"/>
                  </a:lnTo>
                  <a:lnTo>
                    <a:pt x="1251002" y="291875"/>
                  </a:lnTo>
                  <a:lnTo>
                    <a:pt x="1253371" y="291875"/>
                  </a:lnTo>
                  <a:lnTo>
                    <a:pt x="1255741" y="291875"/>
                  </a:lnTo>
                  <a:lnTo>
                    <a:pt x="1258110" y="291875"/>
                  </a:lnTo>
                  <a:lnTo>
                    <a:pt x="1260479" y="291875"/>
                  </a:lnTo>
                  <a:lnTo>
                    <a:pt x="1262849" y="291875"/>
                  </a:lnTo>
                  <a:lnTo>
                    <a:pt x="1265218" y="291875"/>
                  </a:lnTo>
                  <a:lnTo>
                    <a:pt x="1267587" y="291875"/>
                  </a:lnTo>
                  <a:lnTo>
                    <a:pt x="1269957" y="291875"/>
                  </a:lnTo>
                  <a:lnTo>
                    <a:pt x="1272326" y="291875"/>
                  </a:lnTo>
                  <a:lnTo>
                    <a:pt x="1274695" y="291875"/>
                  </a:lnTo>
                  <a:lnTo>
                    <a:pt x="1277065" y="291875"/>
                  </a:lnTo>
                  <a:lnTo>
                    <a:pt x="1279434" y="291875"/>
                  </a:lnTo>
                  <a:lnTo>
                    <a:pt x="1281803" y="291875"/>
                  </a:lnTo>
                  <a:lnTo>
                    <a:pt x="1281803" y="285919"/>
                  </a:lnTo>
                  <a:lnTo>
                    <a:pt x="1284173" y="285919"/>
                  </a:lnTo>
                  <a:lnTo>
                    <a:pt x="1286542" y="285919"/>
                  </a:lnTo>
                  <a:lnTo>
                    <a:pt x="1288911" y="285919"/>
                  </a:lnTo>
                  <a:lnTo>
                    <a:pt x="1291281" y="285919"/>
                  </a:lnTo>
                  <a:lnTo>
                    <a:pt x="1293650" y="285919"/>
                  </a:lnTo>
                  <a:lnTo>
                    <a:pt x="1296019" y="285919"/>
                  </a:lnTo>
                  <a:lnTo>
                    <a:pt x="1298389" y="285919"/>
                  </a:lnTo>
                  <a:lnTo>
                    <a:pt x="1300758" y="285919"/>
                  </a:lnTo>
                  <a:lnTo>
                    <a:pt x="1303127" y="285919"/>
                  </a:lnTo>
                  <a:lnTo>
                    <a:pt x="1305497" y="285919"/>
                  </a:lnTo>
                  <a:lnTo>
                    <a:pt x="1307866" y="285919"/>
                  </a:lnTo>
                  <a:lnTo>
                    <a:pt x="1310235" y="285919"/>
                  </a:lnTo>
                  <a:lnTo>
                    <a:pt x="1310235" y="279962"/>
                  </a:lnTo>
                  <a:lnTo>
                    <a:pt x="1312605" y="279962"/>
                  </a:lnTo>
                  <a:lnTo>
                    <a:pt x="1314974" y="279962"/>
                  </a:lnTo>
                  <a:lnTo>
                    <a:pt x="1317343" y="279962"/>
                  </a:lnTo>
                  <a:lnTo>
                    <a:pt x="1317343" y="274005"/>
                  </a:lnTo>
                  <a:lnTo>
                    <a:pt x="1319713" y="274005"/>
                  </a:lnTo>
                  <a:lnTo>
                    <a:pt x="1322082" y="274005"/>
                  </a:lnTo>
                  <a:lnTo>
                    <a:pt x="1324451" y="274005"/>
                  </a:lnTo>
                  <a:lnTo>
                    <a:pt x="1326821" y="274005"/>
                  </a:lnTo>
                  <a:lnTo>
                    <a:pt x="1329190" y="274005"/>
                  </a:lnTo>
                  <a:lnTo>
                    <a:pt x="1331559" y="274005"/>
                  </a:lnTo>
                  <a:lnTo>
                    <a:pt x="1333928" y="274005"/>
                  </a:lnTo>
                  <a:lnTo>
                    <a:pt x="1336298" y="274005"/>
                  </a:lnTo>
                  <a:lnTo>
                    <a:pt x="1338667" y="274005"/>
                  </a:lnTo>
                  <a:lnTo>
                    <a:pt x="1341036" y="274005"/>
                  </a:lnTo>
                  <a:lnTo>
                    <a:pt x="1343406" y="274005"/>
                  </a:lnTo>
                  <a:lnTo>
                    <a:pt x="1345775" y="274005"/>
                  </a:lnTo>
                  <a:lnTo>
                    <a:pt x="1345775" y="268049"/>
                  </a:lnTo>
                  <a:lnTo>
                    <a:pt x="1348144" y="268049"/>
                  </a:lnTo>
                  <a:lnTo>
                    <a:pt x="1350514" y="268049"/>
                  </a:lnTo>
                  <a:lnTo>
                    <a:pt x="1352883" y="268049"/>
                  </a:lnTo>
                  <a:lnTo>
                    <a:pt x="1355252" y="268049"/>
                  </a:lnTo>
                  <a:lnTo>
                    <a:pt x="1357622" y="268049"/>
                  </a:lnTo>
                  <a:lnTo>
                    <a:pt x="1359991" y="268049"/>
                  </a:lnTo>
                  <a:lnTo>
                    <a:pt x="1362360" y="268049"/>
                  </a:lnTo>
                  <a:lnTo>
                    <a:pt x="1364730" y="268049"/>
                  </a:lnTo>
                  <a:lnTo>
                    <a:pt x="1367099" y="268049"/>
                  </a:lnTo>
                  <a:lnTo>
                    <a:pt x="1369468" y="268049"/>
                  </a:lnTo>
                  <a:lnTo>
                    <a:pt x="1371838" y="268049"/>
                  </a:lnTo>
                  <a:lnTo>
                    <a:pt x="1374207" y="268049"/>
                  </a:lnTo>
                  <a:lnTo>
                    <a:pt x="1376576" y="268049"/>
                  </a:lnTo>
                  <a:lnTo>
                    <a:pt x="1376576" y="262092"/>
                  </a:lnTo>
                  <a:lnTo>
                    <a:pt x="1378946" y="262092"/>
                  </a:lnTo>
                  <a:lnTo>
                    <a:pt x="1381315" y="262092"/>
                  </a:lnTo>
                  <a:lnTo>
                    <a:pt x="1383684" y="262092"/>
                  </a:lnTo>
                  <a:lnTo>
                    <a:pt x="1386054" y="262092"/>
                  </a:lnTo>
                  <a:lnTo>
                    <a:pt x="1388423" y="262092"/>
                  </a:lnTo>
                  <a:lnTo>
                    <a:pt x="1390792" y="262092"/>
                  </a:lnTo>
                  <a:lnTo>
                    <a:pt x="1393162" y="262092"/>
                  </a:lnTo>
                  <a:lnTo>
                    <a:pt x="1395531" y="262092"/>
                  </a:lnTo>
                  <a:lnTo>
                    <a:pt x="1397900" y="262092"/>
                  </a:lnTo>
                  <a:lnTo>
                    <a:pt x="1400270" y="262092"/>
                  </a:lnTo>
                  <a:lnTo>
                    <a:pt x="1402639" y="262092"/>
                  </a:lnTo>
                  <a:lnTo>
                    <a:pt x="1405008" y="262092"/>
                  </a:lnTo>
                  <a:lnTo>
                    <a:pt x="1407378" y="262092"/>
                  </a:lnTo>
                  <a:lnTo>
                    <a:pt x="1409747" y="262092"/>
                  </a:lnTo>
                  <a:lnTo>
                    <a:pt x="1412116" y="262092"/>
                  </a:lnTo>
                  <a:lnTo>
                    <a:pt x="1414485" y="262092"/>
                  </a:lnTo>
                  <a:lnTo>
                    <a:pt x="1416855" y="262092"/>
                  </a:lnTo>
                  <a:lnTo>
                    <a:pt x="1419224" y="262092"/>
                  </a:lnTo>
                  <a:lnTo>
                    <a:pt x="1419224" y="256136"/>
                  </a:lnTo>
                  <a:lnTo>
                    <a:pt x="1419224" y="250179"/>
                  </a:lnTo>
                  <a:lnTo>
                    <a:pt x="1421593" y="250179"/>
                  </a:lnTo>
                  <a:lnTo>
                    <a:pt x="1423963" y="250179"/>
                  </a:lnTo>
                  <a:lnTo>
                    <a:pt x="1426332" y="250179"/>
                  </a:lnTo>
                  <a:lnTo>
                    <a:pt x="1426332" y="244222"/>
                  </a:lnTo>
                  <a:lnTo>
                    <a:pt x="1428701" y="244222"/>
                  </a:lnTo>
                  <a:lnTo>
                    <a:pt x="1431071" y="244222"/>
                  </a:lnTo>
                  <a:lnTo>
                    <a:pt x="1433440" y="244222"/>
                  </a:lnTo>
                  <a:lnTo>
                    <a:pt x="1435809" y="244222"/>
                  </a:lnTo>
                  <a:lnTo>
                    <a:pt x="1438179" y="244222"/>
                  </a:lnTo>
                  <a:lnTo>
                    <a:pt x="1440548" y="244222"/>
                  </a:lnTo>
                  <a:lnTo>
                    <a:pt x="1442917" y="244222"/>
                  </a:lnTo>
                  <a:lnTo>
                    <a:pt x="1445287" y="244222"/>
                  </a:lnTo>
                  <a:lnTo>
                    <a:pt x="1447656" y="244222"/>
                  </a:lnTo>
                  <a:lnTo>
                    <a:pt x="1450025" y="244222"/>
                  </a:lnTo>
                  <a:lnTo>
                    <a:pt x="1450025" y="238266"/>
                  </a:lnTo>
                  <a:lnTo>
                    <a:pt x="1452395" y="238266"/>
                  </a:lnTo>
                  <a:lnTo>
                    <a:pt x="1454764" y="238266"/>
                  </a:lnTo>
                  <a:lnTo>
                    <a:pt x="1457133" y="238266"/>
                  </a:lnTo>
                  <a:lnTo>
                    <a:pt x="1457133" y="232309"/>
                  </a:lnTo>
                  <a:lnTo>
                    <a:pt x="1459503" y="232309"/>
                  </a:lnTo>
                  <a:lnTo>
                    <a:pt x="1461872" y="232309"/>
                  </a:lnTo>
                  <a:lnTo>
                    <a:pt x="1461872" y="226352"/>
                  </a:lnTo>
                  <a:lnTo>
                    <a:pt x="1464241" y="226352"/>
                  </a:lnTo>
                  <a:lnTo>
                    <a:pt x="1466611" y="226352"/>
                  </a:lnTo>
                  <a:lnTo>
                    <a:pt x="1468980" y="226352"/>
                  </a:lnTo>
                  <a:lnTo>
                    <a:pt x="1471349" y="226352"/>
                  </a:lnTo>
                  <a:lnTo>
                    <a:pt x="1473719" y="226352"/>
                  </a:lnTo>
                  <a:lnTo>
                    <a:pt x="1476088" y="226352"/>
                  </a:lnTo>
                  <a:lnTo>
                    <a:pt x="1478457" y="226352"/>
                  </a:lnTo>
                  <a:lnTo>
                    <a:pt x="1480827" y="226352"/>
                  </a:lnTo>
                  <a:lnTo>
                    <a:pt x="1483196" y="226352"/>
                  </a:lnTo>
                  <a:lnTo>
                    <a:pt x="1485565" y="226352"/>
                  </a:lnTo>
                  <a:lnTo>
                    <a:pt x="1487934" y="226352"/>
                  </a:lnTo>
                  <a:lnTo>
                    <a:pt x="1490304" y="226352"/>
                  </a:lnTo>
                  <a:lnTo>
                    <a:pt x="1492673" y="226352"/>
                  </a:lnTo>
                  <a:lnTo>
                    <a:pt x="1495042" y="226352"/>
                  </a:lnTo>
                  <a:lnTo>
                    <a:pt x="1497412" y="226352"/>
                  </a:lnTo>
                  <a:lnTo>
                    <a:pt x="1499781" y="226352"/>
                  </a:lnTo>
                  <a:lnTo>
                    <a:pt x="1499781" y="220396"/>
                  </a:lnTo>
                  <a:lnTo>
                    <a:pt x="1499781" y="214439"/>
                  </a:lnTo>
                  <a:lnTo>
                    <a:pt x="1502150" y="214439"/>
                  </a:lnTo>
                  <a:lnTo>
                    <a:pt x="1504520" y="214439"/>
                  </a:lnTo>
                  <a:lnTo>
                    <a:pt x="1506889" y="214439"/>
                  </a:lnTo>
                  <a:lnTo>
                    <a:pt x="1509258" y="214439"/>
                  </a:lnTo>
                  <a:lnTo>
                    <a:pt x="1511628" y="214439"/>
                  </a:lnTo>
                  <a:lnTo>
                    <a:pt x="1513997" y="214439"/>
                  </a:lnTo>
                  <a:lnTo>
                    <a:pt x="1516366" y="214439"/>
                  </a:lnTo>
                  <a:lnTo>
                    <a:pt x="1518736" y="214439"/>
                  </a:lnTo>
                  <a:lnTo>
                    <a:pt x="1521105" y="214439"/>
                  </a:lnTo>
                  <a:lnTo>
                    <a:pt x="1523474" y="214439"/>
                  </a:lnTo>
                  <a:lnTo>
                    <a:pt x="1525844" y="214439"/>
                  </a:lnTo>
                  <a:lnTo>
                    <a:pt x="1528213" y="214439"/>
                  </a:lnTo>
                  <a:lnTo>
                    <a:pt x="1530582" y="214439"/>
                  </a:lnTo>
                  <a:lnTo>
                    <a:pt x="1532952" y="214439"/>
                  </a:lnTo>
                  <a:lnTo>
                    <a:pt x="1535321" y="214439"/>
                  </a:lnTo>
                  <a:lnTo>
                    <a:pt x="1535321" y="208482"/>
                  </a:lnTo>
                  <a:lnTo>
                    <a:pt x="1537690" y="208482"/>
                  </a:lnTo>
                  <a:lnTo>
                    <a:pt x="1540060" y="208482"/>
                  </a:lnTo>
                  <a:lnTo>
                    <a:pt x="1542429" y="208482"/>
                  </a:lnTo>
                  <a:lnTo>
                    <a:pt x="1542429" y="202526"/>
                  </a:lnTo>
                  <a:lnTo>
                    <a:pt x="1544798" y="202526"/>
                  </a:lnTo>
                  <a:lnTo>
                    <a:pt x="1547168" y="202526"/>
                  </a:lnTo>
                  <a:lnTo>
                    <a:pt x="1549537" y="202526"/>
                  </a:lnTo>
                  <a:lnTo>
                    <a:pt x="1551906" y="202526"/>
                  </a:lnTo>
                  <a:lnTo>
                    <a:pt x="1554276" y="202526"/>
                  </a:lnTo>
                  <a:lnTo>
                    <a:pt x="1556645" y="202526"/>
                  </a:lnTo>
                  <a:lnTo>
                    <a:pt x="1559014" y="202526"/>
                  </a:lnTo>
                  <a:lnTo>
                    <a:pt x="1559014" y="196569"/>
                  </a:lnTo>
                  <a:lnTo>
                    <a:pt x="1561384" y="196569"/>
                  </a:lnTo>
                  <a:lnTo>
                    <a:pt x="1563753" y="196569"/>
                  </a:lnTo>
                  <a:lnTo>
                    <a:pt x="1566122" y="196569"/>
                  </a:lnTo>
                  <a:lnTo>
                    <a:pt x="1568491" y="196569"/>
                  </a:lnTo>
                  <a:lnTo>
                    <a:pt x="1570861" y="196569"/>
                  </a:lnTo>
                  <a:lnTo>
                    <a:pt x="1573230" y="196569"/>
                  </a:lnTo>
                  <a:lnTo>
                    <a:pt x="1575599" y="196569"/>
                  </a:lnTo>
                  <a:lnTo>
                    <a:pt x="1577969" y="196569"/>
                  </a:lnTo>
                  <a:lnTo>
                    <a:pt x="1580338" y="196569"/>
                  </a:lnTo>
                  <a:lnTo>
                    <a:pt x="1582707" y="196569"/>
                  </a:lnTo>
                  <a:lnTo>
                    <a:pt x="1585077" y="196569"/>
                  </a:lnTo>
                  <a:lnTo>
                    <a:pt x="1587446" y="196569"/>
                  </a:lnTo>
                  <a:lnTo>
                    <a:pt x="1589815" y="196569"/>
                  </a:lnTo>
                  <a:lnTo>
                    <a:pt x="1592185" y="196569"/>
                  </a:lnTo>
                  <a:lnTo>
                    <a:pt x="1592185" y="190612"/>
                  </a:lnTo>
                  <a:lnTo>
                    <a:pt x="1594554" y="190612"/>
                  </a:lnTo>
                  <a:lnTo>
                    <a:pt x="1596923" y="190612"/>
                  </a:lnTo>
                  <a:lnTo>
                    <a:pt x="1599293" y="190612"/>
                  </a:lnTo>
                  <a:lnTo>
                    <a:pt x="1601662" y="190612"/>
                  </a:lnTo>
                  <a:lnTo>
                    <a:pt x="1604031" y="190612"/>
                  </a:lnTo>
                  <a:lnTo>
                    <a:pt x="1606401" y="190612"/>
                  </a:lnTo>
                  <a:lnTo>
                    <a:pt x="1608770" y="190612"/>
                  </a:lnTo>
                  <a:lnTo>
                    <a:pt x="1611139" y="190612"/>
                  </a:lnTo>
                  <a:lnTo>
                    <a:pt x="1613509" y="190612"/>
                  </a:lnTo>
                  <a:lnTo>
                    <a:pt x="1615878" y="190612"/>
                  </a:lnTo>
                  <a:lnTo>
                    <a:pt x="1618247" y="190612"/>
                  </a:lnTo>
                  <a:lnTo>
                    <a:pt x="1620617" y="190612"/>
                  </a:lnTo>
                  <a:lnTo>
                    <a:pt x="1622986" y="190612"/>
                  </a:lnTo>
                  <a:lnTo>
                    <a:pt x="1625355" y="190612"/>
                  </a:lnTo>
                  <a:lnTo>
                    <a:pt x="1627725" y="190612"/>
                  </a:lnTo>
                  <a:lnTo>
                    <a:pt x="1630094" y="190612"/>
                  </a:lnTo>
                  <a:lnTo>
                    <a:pt x="1632463" y="190612"/>
                  </a:lnTo>
                  <a:lnTo>
                    <a:pt x="1634833" y="190612"/>
                  </a:lnTo>
                  <a:lnTo>
                    <a:pt x="1637202" y="190612"/>
                  </a:lnTo>
                  <a:lnTo>
                    <a:pt x="1639571" y="190612"/>
                  </a:lnTo>
                  <a:lnTo>
                    <a:pt x="1639571" y="184656"/>
                  </a:lnTo>
                  <a:lnTo>
                    <a:pt x="1641941" y="184656"/>
                  </a:lnTo>
                  <a:lnTo>
                    <a:pt x="1644310" y="184656"/>
                  </a:lnTo>
                  <a:lnTo>
                    <a:pt x="1646679" y="184656"/>
                  </a:lnTo>
                  <a:lnTo>
                    <a:pt x="1649048" y="184656"/>
                  </a:lnTo>
                  <a:lnTo>
                    <a:pt x="1651418" y="184656"/>
                  </a:lnTo>
                  <a:lnTo>
                    <a:pt x="1653787" y="184656"/>
                  </a:lnTo>
                  <a:lnTo>
                    <a:pt x="1656156" y="184656"/>
                  </a:lnTo>
                  <a:lnTo>
                    <a:pt x="1658526" y="184656"/>
                  </a:lnTo>
                  <a:lnTo>
                    <a:pt x="1660895" y="184656"/>
                  </a:lnTo>
                  <a:lnTo>
                    <a:pt x="1663264" y="184656"/>
                  </a:lnTo>
                  <a:lnTo>
                    <a:pt x="1665634" y="184656"/>
                  </a:lnTo>
                  <a:lnTo>
                    <a:pt x="1668003" y="184656"/>
                  </a:lnTo>
                  <a:lnTo>
                    <a:pt x="1668003" y="178699"/>
                  </a:lnTo>
                  <a:lnTo>
                    <a:pt x="1670372" y="178699"/>
                  </a:lnTo>
                  <a:lnTo>
                    <a:pt x="1672742" y="178699"/>
                  </a:lnTo>
                  <a:lnTo>
                    <a:pt x="1675111" y="178699"/>
                  </a:lnTo>
                  <a:lnTo>
                    <a:pt x="1677480" y="178699"/>
                  </a:lnTo>
                  <a:lnTo>
                    <a:pt x="1679850" y="178699"/>
                  </a:lnTo>
                  <a:lnTo>
                    <a:pt x="1682219" y="178699"/>
                  </a:lnTo>
                  <a:lnTo>
                    <a:pt x="1684588" y="178699"/>
                  </a:lnTo>
                  <a:lnTo>
                    <a:pt x="1686958" y="178699"/>
                  </a:lnTo>
                  <a:lnTo>
                    <a:pt x="1689327" y="178699"/>
                  </a:lnTo>
                  <a:lnTo>
                    <a:pt x="1691696" y="178699"/>
                  </a:lnTo>
                  <a:lnTo>
                    <a:pt x="1694066" y="178699"/>
                  </a:lnTo>
                  <a:lnTo>
                    <a:pt x="1696435" y="178699"/>
                  </a:lnTo>
                  <a:lnTo>
                    <a:pt x="1698804" y="178699"/>
                  </a:lnTo>
                  <a:lnTo>
                    <a:pt x="1698804" y="172742"/>
                  </a:lnTo>
                  <a:lnTo>
                    <a:pt x="1701174" y="172742"/>
                  </a:lnTo>
                  <a:lnTo>
                    <a:pt x="1703543" y="172742"/>
                  </a:lnTo>
                  <a:lnTo>
                    <a:pt x="1705912" y="172742"/>
                  </a:lnTo>
                  <a:lnTo>
                    <a:pt x="1708282" y="172742"/>
                  </a:lnTo>
                  <a:lnTo>
                    <a:pt x="1710651" y="172742"/>
                  </a:lnTo>
                  <a:lnTo>
                    <a:pt x="1713020" y="172742"/>
                  </a:lnTo>
                  <a:lnTo>
                    <a:pt x="1715390" y="172742"/>
                  </a:lnTo>
                  <a:lnTo>
                    <a:pt x="1717759" y="172742"/>
                  </a:lnTo>
                  <a:lnTo>
                    <a:pt x="1720128" y="172742"/>
                  </a:lnTo>
                  <a:lnTo>
                    <a:pt x="1722497" y="172742"/>
                  </a:lnTo>
                  <a:lnTo>
                    <a:pt x="1724867" y="172742"/>
                  </a:lnTo>
                  <a:lnTo>
                    <a:pt x="1727236" y="172742"/>
                  </a:lnTo>
                  <a:lnTo>
                    <a:pt x="1729605" y="172742"/>
                  </a:lnTo>
                  <a:lnTo>
                    <a:pt x="1731975" y="172742"/>
                  </a:lnTo>
                  <a:lnTo>
                    <a:pt x="1734344" y="172742"/>
                  </a:lnTo>
                  <a:lnTo>
                    <a:pt x="1736713" y="172742"/>
                  </a:lnTo>
                  <a:lnTo>
                    <a:pt x="1739083" y="172742"/>
                  </a:lnTo>
                  <a:lnTo>
                    <a:pt x="1741452" y="172742"/>
                  </a:lnTo>
                  <a:lnTo>
                    <a:pt x="1743821" y="172742"/>
                  </a:lnTo>
                  <a:lnTo>
                    <a:pt x="1746191" y="172742"/>
                  </a:lnTo>
                  <a:lnTo>
                    <a:pt x="1748560" y="172742"/>
                  </a:lnTo>
                  <a:lnTo>
                    <a:pt x="1750929" y="172742"/>
                  </a:lnTo>
                  <a:lnTo>
                    <a:pt x="1753299" y="172742"/>
                  </a:lnTo>
                  <a:lnTo>
                    <a:pt x="1755668" y="172742"/>
                  </a:lnTo>
                  <a:lnTo>
                    <a:pt x="1758037" y="172742"/>
                  </a:lnTo>
                  <a:lnTo>
                    <a:pt x="1760407" y="172742"/>
                  </a:lnTo>
                  <a:lnTo>
                    <a:pt x="1762776" y="172742"/>
                  </a:lnTo>
                  <a:lnTo>
                    <a:pt x="1765145" y="172742"/>
                  </a:lnTo>
                  <a:lnTo>
                    <a:pt x="1767515" y="172742"/>
                  </a:lnTo>
                  <a:lnTo>
                    <a:pt x="1769884" y="172742"/>
                  </a:lnTo>
                  <a:lnTo>
                    <a:pt x="1772253" y="172742"/>
                  </a:lnTo>
                  <a:lnTo>
                    <a:pt x="1774623" y="172742"/>
                  </a:lnTo>
                  <a:lnTo>
                    <a:pt x="1776992" y="172742"/>
                  </a:lnTo>
                  <a:lnTo>
                    <a:pt x="1779361" y="172742"/>
                  </a:lnTo>
                  <a:lnTo>
                    <a:pt x="1781731" y="172742"/>
                  </a:lnTo>
                  <a:lnTo>
                    <a:pt x="1784100" y="172742"/>
                  </a:lnTo>
                  <a:lnTo>
                    <a:pt x="1786469" y="172742"/>
                  </a:lnTo>
                  <a:lnTo>
                    <a:pt x="1788839" y="172742"/>
                  </a:lnTo>
                  <a:lnTo>
                    <a:pt x="1788839" y="166786"/>
                  </a:lnTo>
                  <a:lnTo>
                    <a:pt x="1788839" y="160829"/>
                  </a:lnTo>
                  <a:lnTo>
                    <a:pt x="1791208" y="160829"/>
                  </a:lnTo>
                  <a:lnTo>
                    <a:pt x="1793577" y="160829"/>
                  </a:lnTo>
                  <a:lnTo>
                    <a:pt x="1795947" y="160829"/>
                  </a:lnTo>
                  <a:lnTo>
                    <a:pt x="1798316" y="160829"/>
                  </a:lnTo>
                  <a:lnTo>
                    <a:pt x="1800685" y="160829"/>
                  </a:lnTo>
                  <a:lnTo>
                    <a:pt x="1803054" y="160829"/>
                  </a:lnTo>
                  <a:lnTo>
                    <a:pt x="1805424" y="160829"/>
                  </a:lnTo>
                  <a:lnTo>
                    <a:pt x="1807793" y="160829"/>
                  </a:lnTo>
                  <a:lnTo>
                    <a:pt x="1810162" y="160829"/>
                  </a:lnTo>
                  <a:lnTo>
                    <a:pt x="1812532" y="160829"/>
                  </a:lnTo>
                  <a:lnTo>
                    <a:pt x="1814901" y="160829"/>
                  </a:lnTo>
                  <a:lnTo>
                    <a:pt x="1817270" y="160829"/>
                  </a:lnTo>
                  <a:lnTo>
                    <a:pt x="1819640" y="160829"/>
                  </a:lnTo>
                  <a:lnTo>
                    <a:pt x="1822009" y="160829"/>
                  </a:lnTo>
                  <a:lnTo>
                    <a:pt x="1824378" y="160829"/>
                  </a:lnTo>
                  <a:lnTo>
                    <a:pt x="1826748" y="160829"/>
                  </a:lnTo>
                  <a:lnTo>
                    <a:pt x="1829117" y="160829"/>
                  </a:lnTo>
                  <a:lnTo>
                    <a:pt x="1831486" y="160829"/>
                  </a:lnTo>
                  <a:lnTo>
                    <a:pt x="1833856" y="160829"/>
                  </a:lnTo>
                  <a:lnTo>
                    <a:pt x="1836225" y="160829"/>
                  </a:lnTo>
                  <a:lnTo>
                    <a:pt x="1838594" y="160829"/>
                  </a:lnTo>
                  <a:lnTo>
                    <a:pt x="1840964" y="160829"/>
                  </a:lnTo>
                  <a:lnTo>
                    <a:pt x="1843333" y="160829"/>
                  </a:lnTo>
                  <a:lnTo>
                    <a:pt x="1845702" y="160829"/>
                  </a:lnTo>
                  <a:lnTo>
                    <a:pt x="1848072" y="160829"/>
                  </a:lnTo>
                  <a:lnTo>
                    <a:pt x="1850441" y="160829"/>
                  </a:lnTo>
                  <a:lnTo>
                    <a:pt x="1852810" y="160829"/>
                  </a:lnTo>
                  <a:lnTo>
                    <a:pt x="1855180" y="160829"/>
                  </a:lnTo>
                  <a:lnTo>
                    <a:pt x="1855180" y="154872"/>
                  </a:lnTo>
                  <a:lnTo>
                    <a:pt x="1857549" y="154872"/>
                  </a:lnTo>
                  <a:lnTo>
                    <a:pt x="1857549" y="148916"/>
                  </a:lnTo>
                  <a:lnTo>
                    <a:pt x="1859918" y="148916"/>
                  </a:lnTo>
                  <a:lnTo>
                    <a:pt x="1862288" y="148916"/>
                  </a:lnTo>
                  <a:lnTo>
                    <a:pt x="1864657" y="148916"/>
                  </a:lnTo>
                  <a:lnTo>
                    <a:pt x="1867026" y="148916"/>
                  </a:lnTo>
                  <a:lnTo>
                    <a:pt x="1869396" y="148916"/>
                  </a:lnTo>
                  <a:lnTo>
                    <a:pt x="1871765" y="148916"/>
                  </a:lnTo>
                  <a:lnTo>
                    <a:pt x="1874134" y="148916"/>
                  </a:lnTo>
                  <a:lnTo>
                    <a:pt x="1876504" y="148916"/>
                  </a:lnTo>
                  <a:lnTo>
                    <a:pt x="1878873" y="148916"/>
                  </a:lnTo>
                  <a:lnTo>
                    <a:pt x="1881242" y="148916"/>
                  </a:lnTo>
                  <a:lnTo>
                    <a:pt x="1883611" y="148916"/>
                  </a:lnTo>
                  <a:lnTo>
                    <a:pt x="1885981" y="148916"/>
                  </a:lnTo>
                  <a:lnTo>
                    <a:pt x="1888350" y="148916"/>
                  </a:lnTo>
                  <a:lnTo>
                    <a:pt x="1890719" y="148916"/>
                  </a:lnTo>
                  <a:lnTo>
                    <a:pt x="1893089" y="148916"/>
                  </a:lnTo>
                  <a:lnTo>
                    <a:pt x="1895458" y="148916"/>
                  </a:lnTo>
                  <a:lnTo>
                    <a:pt x="1897827" y="148916"/>
                  </a:lnTo>
                  <a:lnTo>
                    <a:pt x="1900197" y="148916"/>
                  </a:lnTo>
                  <a:lnTo>
                    <a:pt x="1902566" y="148916"/>
                  </a:lnTo>
                  <a:lnTo>
                    <a:pt x="1904935" y="148916"/>
                  </a:lnTo>
                  <a:lnTo>
                    <a:pt x="1907305" y="148916"/>
                  </a:lnTo>
                  <a:lnTo>
                    <a:pt x="1909674" y="148916"/>
                  </a:lnTo>
                  <a:lnTo>
                    <a:pt x="1912043" y="148916"/>
                  </a:lnTo>
                  <a:lnTo>
                    <a:pt x="1914413" y="148916"/>
                  </a:lnTo>
                  <a:lnTo>
                    <a:pt x="1916782" y="148916"/>
                  </a:lnTo>
                  <a:lnTo>
                    <a:pt x="1919151" y="148916"/>
                  </a:lnTo>
                  <a:lnTo>
                    <a:pt x="1921521" y="148916"/>
                  </a:lnTo>
                  <a:lnTo>
                    <a:pt x="1923890" y="148916"/>
                  </a:lnTo>
                  <a:lnTo>
                    <a:pt x="1926259" y="148916"/>
                  </a:lnTo>
                  <a:lnTo>
                    <a:pt x="1928629" y="148916"/>
                  </a:lnTo>
                  <a:lnTo>
                    <a:pt x="1930998" y="148916"/>
                  </a:lnTo>
                  <a:lnTo>
                    <a:pt x="1933367" y="148916"/>
                  </a:lnTo>
                  <a:lnTo>
                    <a:pt x="1935737" y="148916"/>
                  </a:lnTo>
                  <a:lnTo>
                    <a:pt x="1938106" y="148916"/>
                  </a:lnTo>
                  <a:lnTo>
                    <a:pt x="1940475" y="148916"/>
                  </a:lnTo>
                  <a:lnTo>
                    <a:pt x="1942845" y="148916"/>
                  </a:lnTo>
                  <a:lnTo>
                    <a:pt x="1945214" y="148916"/>
                  </a:lnTo>
                  <a:lnTo>
                    <a:pt x="1947583" y="148916"/>
                  </a:lnTo>
                  <a:lnTo>
                    <a:pt x="1949953" y="148916"/>
                  </a:lnTo>
                  <a:lnTo>
                    <a:pt x="1952322" y="148916"/>
                  </a:lnTo>
                  <a:lnTo>
                    <a:pt x="1954691" y="148916"/>
                  </a:lnTo>
                  <a:lnTo>
                    <a:pt x="1957060" y="148916"/>
                  </a:lnTo>
                  <a:lnTo>
                    <a:pt x="1959430" y="148916"/>
                  </a:lnTo>
                  <a:lnTo>
                    <a:pt x="1961799" y="148916"/>
                  </a:lnTo>
                  <a:lnTo>
                    <a:pt x="1964168" y="148916"/>
                  </a:lnTo>
                  <a:lnTo>
                    <a:pt x="1966538" y="148916"/>
                  </a:lnTo>
                  <a:lnTo>
                    <a:pt x="1968907" y="148916"/>
                  </a:lnTo>
                  <a:lnTo>
                    <a:pt x="1971276" y="148916"/>
                  </a:lnTo>
                  <a:lnTo>
                    <a:pt x="1973646" y="148916"/>
                  </a:lnTo>
                  <a:lnTo>
                    <a:pt x="1976015" y="148916"/>
                  </a:lnTo>
                  <a:lnTo>
                    <a:pt x="1978384" y="148916"/>
                  </a:lnTo>
                  <a:lnTo>
                    <a:pt x="1980754" y="148916"/>
                  </a:lnTo>
                  <a:lnTo>
                    <a:pt x="1983123" y="148916"/>
                  </a:lnTo>
                  <a:lnTo>
                    <a:pt x="1985492" y="148916"/>
                  </a:lnTo>
                  <a:lnTo>
                    <a:pt x="1987862" y="148916"/>
                  </a:lnTo>
                  <a:lnTo>
                    <a:pt x="1990231" y="148916"/>
                  </a:lnTo>
                  <a:lnTo>
                    <a:pt x="1992600" y="148916"/>
                  </a:lnTo>
                  <a:lnTo>
                    <a:pt x="1994970" y="148916"/>
                  </a:lnTo>
                  <a:lnTo>
                    <a:pt x="1997339" y="148916"/>
                  </a:lnTo>
                  <a:lnTo>
                    <a:pt x="1999708" y="148916"/>
                  </a:lnTo>
                  <a:lnTo>
                    <a:pt x="2002078" y="148916"/>
                  </a:lnTo>
                  <a:lnTo>
                    <a:pt x="2004447" y="148916"/>
                  </a:lnTo>
                  <a:lnTo>
                    <a:pt x="2006816" y="148916"/>
                  </a:lnTo>
                  <a:lnTo>
                    <a:pt x="2006816" y="142959"/>
                  </a:lnTo>
                  <a:lnTo>
                    <a:pt x="2009186" y="142959"/>
                  </a:lnTo>
                  <a:lnTo>
                    <a:pt x="2011555" y="142959"/>
                  </a:lnTo>
                  <a:lnTo>
                    <a:pt x="2013924" y="142959"/>
                  </a:lnTo>
                  <a:lnTo>
                    <a:pt x="2016294" y="142959"/>
                  </a:lnTo>
                  <a:lnTo>
                    <a:pt x="2018663" y="142959"/>
                  </a:lnTo>
                  <a:lnTo>
                    <a:pt x="2021032" y="142959"/>
                  </a:lnTo>
                  <a:lnTo>
                    <a:pt x="2023402" y="142959"/>
                  </a:lnTo>
                  <a:lnTo>
                    <a:pt x="2025771" y="142959"/>
                  </a:lnTo>
                  <a:lnTo>
                    <a:pt x="2028140" y="142959"/>
                  </a:lnTo>
                  <a:lnTo>
                    <a:pt x="2030510" y="142959"/>
                  </a:lnTo>
                  <a:lnTo>
                    <a:pt x="2032879" y="142959"/>
                  </a:lnTo>
                  <a:lnTo>
                    <a:pt x="2035248" y="142959"/>
                  </a:lnTo>
                  <a:lnTo>
                    <a:pt x="2037617" y="142959"/>
                  </a:lnTo>
                  <a:lnTo>
                    <a:pt x="2039987" y="142959"/>
                  </a:lnTo>
                  <a:lnTo>
                    <a:pt x="2042356" y="142959"/>
                  </a:lnTo>
                  <a:lnTo>
                    <a:pt x="2044725" y="142959"/>
                  </a:lnTo>
                  <a:lnTo>
                    <a:pt x="2047095" y="142959"/>
                  </a:lnTo>
                  <a:lnTo>
                    <a:pt x="2049464" y="142959"/>
                  </a:lnTo>
                  <a:lnTo>
                    <a:pt x="2051833" y="142959"/>
                  </a:lnTo>
                  <a:lnTo>
                    <a:pt x="2054203" y="142959"/>
                  </a:lnTo>
                  <a:lnTo>
                    <a:pt x="2056572" y="142959"/>
                  </a:lnTo>
                  <a:lnTo>
                    <a:pt x="2058941" y="142959"/>
                  </a:lnTo>
                  <a:lnTo>
                    <a:pt x="2061311" y="142959"/>
                  </a:lnTo>
                  <a:lnTo>
                    <a:pt x="2063680" y="142959"/>
                  </a:lnTo>
                  <a:lnTo>
                    <a:pt x="2066049" y="142959"/>
                  </a:lnTo>
                  <a:lnTo>
                    <a:pt x="2068419" y="142959"/>
                  </a:lnTo>
                  <a:lnTo>
                    <a:pt x="2070788" y="142959"/>
                  </a:lnTo>
                  <a:lnTo>
                    <a:pt x="2073157" y="142959"/>
                  </a:lnTo>
                  <a:lnTo>
                    <a:pt x="2075527" y="142959"/>
                  </a:lnTo>
                  <a:lnTo>
                    <a:pt x="2077896" y="142959"/>
                  </a:lnTo>
                  <a:lnTo>
                    <a:pt x="2080265" y="142959"/>
                  </a:lnTo>
                  <a:lnTo>
                    <a:pt x="2082635" y="142959"/>
                  </a:lnTo>
                  <a:lnTo>
                    <a:pt x="2085004" y="142959"/>
                  </a:lnTo>
                  <a:lnTo>
                    <a:pt x="2087373" y="142959"/>
                  </a:lnTo>
                  <a:lnTo>
                    <a:pt x="2089743" y="142959"/>
                  </a:lnTo>
                  <a:lnTo>
                    <a:pt x="2092112" y="142959"/>
                  </a:lnTo>
                  <a:lnTo>
                    <a:pt x="2094481" y="142959"/>
                  </a:lnTo>
                  <a:lnTo>
                    <a:pt x="2096851" y="142959"/>
                  </a:lnTo>
                  <a:lnTo>
                    <a:pt x="2099220" y="142959"/>
                  </a:lnTo>
                  <a:lnTo>
                    <a:pt x="2101589" y="142959"/>
                  </a:lnTo>
                  <a:lnTo>
                    <a:pt x="2103959" y="142959"/>
                  </a:lnTo>
                  <a:lnTo>
                    <a:pt x="2106328" y="142959"/>
                  </a:lnTo>
                  <a:lnTo>
                    <a:pt x="2108697" y="142959"/>
                  </a:lnTo>
                  <a:lnTo>
                    <a:pt x="2111067" y="142959"/>
                  </a:lnTo>
                  <a:lnTo>
                    <a:pt x="2113436" y="142959"/>
                  </a:lnTo>
                  <a:lnTo>
                    <a:pt x="2115805" y="142959"/>
                  </a:lnTo>
                  <a:lnTo>
                    <a:pt x="2118174" y="142959"/>
                  </a:lnTo>
                  <a:lnTo>
                    <a:pt x="2120544" y="142959"/>
                  </a:lnTo>
                  <a:lnTo>
                    <a:pt x="2122913" y="142959"/>
                  </a:lnTo>
                  <a:lnTo>
                    <a:pt x="2125282" y="142959"/>
                  </a:lnTo>
                  <a:lnTo>
                    <a:pt x="2127652" y="142959"/>
                  </a:lnTo>
                  <a:lnTo>
                    <a:pt x="2130021" y="142959"/>
                  </a:lnTo>
                  <a:lnTo>
                    <a:pt x="2132390" y="142959"/>
                  </a:lnTo>
                  <a:lnTo>
                    <a:pt x="2134760" y="142959"/>
                  </a:lnTo>
                  <a:lnTo>
                    <a:pt x="2137129" y="142959"/>
                  </a:lnTo>
                  <a:lnTo>
                    <a:pt x="2139498" y="142959"/>
                  </a:lnTo>
                  <a:lnTo>
                    <a:pt x="2141868" y="142959"/>
                  </a:lnTo>
                  <a:lnTo>
                    <a:pt x="2144237" y="142959"/>
                  </a:lnTo>
                  <a:lnTo>
                    <a:pt x="2146606" y="142959"/>
                  </a:lnTo>
                  <a:lnTo>
                    <a:pt x="2148976" y="142959"/>
                  </a:lnTo>
                  <a:lnTo>
                    <a:pt x="2151345" y="142959"/>
                  </a:lnTo>
                  <a:lnTo>
                    <a:pt x="2153714" y="142959"/>
                  </a:lnTo>
                  <a:lnTo>
                    <a:pt x="2156084" y="142959"/>
                  </a:lnTo>
                  <a:lnTo>
                    <a:pt x="2158453" y="142959"/>
                  </a:lnTo>
                  <a:lnTo>
                    <a:pt x="2160822" y="142959"/>
                  </a:lnTo>
                  <a:lnTo>
                    <a:pt x="2163192" y="142959"/>
                  </a:lnTo>
                  <a:lnTo>
                    <a:pt x="2165561" y="142959"/>
                  </a:lnTo>
                  <a:lnTo>
                    <a:pt x="2167930" y="142959"/>
                  </a:lnTo>
                  <a:lnTo>
                    <a:pt x="2170300" y="142959"/>
                  </a:lnTo>
                  <a:lnTo>
                    <a:pt x="2172669" y="142959"/>
                  </a:lnTo>
                  <a:lnTo>
                    <a:pt x="2175038" y="142959"/>
                  </a:lnTo>
                  <a:lnTo>
                    <a:pt x="2177408" y="142959"/>
                  </a:lnTo>
                  <a:lnTo>
                    <a:pt x="2179777" y="142959"/>
                  </a:lnTo>
                  <a:lnTo>
                    <a:pt x="2182146" y="142959"/>
                  </a:lnTo>
                  <a:lnTo>
                    <a:pt x="2184516" y="142959"/>
                  </a:lnTo>
                  <a:lnTo>
                    <a:pt x="2186885" y="142959"/>
                  </a:lnTo>
                  <a:lnTo>
                    <a:pt x="2189254" y="142959"/>
                  </a:lnTo>
                  <a:lnTo>
                    <a:pt x="2191623" y="142959"/>
                  </a:lnTo>
                  <a:lnTo>
                    <a:pt x="2193993" y="142959"/>
                  </a:lnTo>
                  <a:lnTo>
                    <a:pt x="2196362" y="142959"/>
                  </a:lnTo>
                  <a:lnTo>
                    <a:pt x="2198731" y="142959"/>
                  </a:lnTo>
                  <a:lnTo>
                    <a:pt x="2201101" y="142959"/>
                  </a:lnTo>
                  <a:lnTo>
                    <a:pt x="2203470" y="142959"/>
                  </a:lnTo>
                  <a:lnTo>
                    <a:pt x="2205839" y="142959"/>
                  </a:lnTo>
                  <a:lnTo>
                    <a:pt x="2208209" y="142959"/>
                  </a:lnTo>
                  <a:lnTo>
                    <a:pt x="2210578" y="142959"/>
                  </a:lnTo>
                  <a:lnTo>
                    <a:pt x="2212947" y="142959"/>
                  </a:lnTo>
                  <a:lnTo>
                    <a:pt x="2215317" y="142959"/>
                  </a:lnTo>
                  <a:lnTo>
                    <a:pt x="2217686" y="142959"/>
                  </a:lnTo>
                  <a:lnTo>
                    <a:pt x="2220055" y="142959"/>
                  </a:lnTo>
                  <a:lnTo>
                    <a:pt x="2222425" y="142959"/>
                  </a:lnTo>
                  <a:lnTo>
                    <a:pt x="2224794" y="142959"/>
                  </a:lnTo>
                  <a:lnTo>
                    <a:pt x="2227163" y="142959"/>
                  </a:lnTo>
                  <a:lnTo>
                    <a:pt x="2229533" y="142959"/>
                  </a:lnTo>
                  <a:lnTo>
                    <a:pt x="2231902" y="142959"/>
                  </a:lnTo>
                  <a:lnTo>
                    <a:pt x="2234271" y="142959"/>
                  </a:lnTo>
                  <a:lnTo>
                    <a:pt x="2236641" y="142959"/>
                  </a:lnTo>
                  <a:lnTo>
                    <a:pt x="2239010" y="142959"/>
                  </a:lnTo>
                  <a:lnTo>
                    <a:pt x="2239010" y="137002"/>
                  </a:lnTo>
                  <a:lnTo>
                    <a:pt x="2241379" y="137002"/>
                  </a:lnTo>
                  <a:lnTo>
                    <a:pt x="2243749" y="137002"/>
                  </a:lnTo>
                  <a:lnTo>
                    <a:pt x="2246118" y="137002"/>
                  </a:lnTo>
                  <a:lnTo>
                    <a:pt x="2248487" y="137002"/>
                  </a:lnTo>
                  <a:lnTo>
                    <a:pt x="2250857" y="137002"/>
                  </a:lnTo>
                  <a:lnTo>
                    <a:pt x="2253226" y="137002"/>
                  </a:lnTo>
                  <a:lnTo>
                    <a:pt x="2255595" y="137002"/>
                  </a:lnTo>
                  <a:lnTo>
                    <a:pt x="2257965" y="137002"/>
                  </a:lnTo>
                  <a:lnTo>
                    <a:pt x="2260334" y="137002"/>
                  </a:lnTo>
                  <a:lnTo>
                    <a:pt x="2262703" y="137002"/>
                  </a:lnTo>
                  <a:lnTo>
                    <a:pt x="2265073" y="137002"/>
                  </a:lnTo>
                  <a:lnTo>
                    <a:pt x="2267442" y="137002"/>
                  </a:lnTo>
                  <a:lnTo>
                    <a:pt x="2269811" y="137002"/>
                  </a:lnTo>
                  <a:lnTo>
                    <a:pt x="2272180" y="137002"/>
                  </a:lnTo>
                  <a:lnTo>
                    <a:pt x="2274550" y="137002"/>
                  </a:lnTo>
                  <a:lnTo>
                    <a:pt x="2276919" y="137002"/>
                  </a:lnTo>
                  <a:lnTo>
                    <a:pt x="2279288" y="137002"/>
                  </a:lnTo>
                  <a:lnTo>
                    <a:pt x="2281658" y="137002"/>
                  </a:lnTo>
                  <a:lnTo>
                    <a:pt x="2284027" y="137002"/>
                  </a:lnTo>
                  <a:lnTo>
                    <a:pt x="2286396" y="137002"/>
                  </a:lnTo>
                  <a:lnTo>
                    <a:pt x="2288766" y="137002"/>
                  </a:lnTo>
                  <a:lnTo>
                    <a:pt x="2291135" y="137002"/>
                  </a:lnTo>
                  <a:lnTo>
                    <a:pt x="2293504" y="137002"/>
                  </a:lnTo>
                  <a:lnTo>
                    <a:pt x="2295874" y="137002"/>
                  </a:lnTo>
                  <a:lnTo>
                    <a:pt x="2298243" y="137002"/>
                  </a:lnTo>
                  <a:lnTo>
                    <a:pt x="2300612" y="137002"/>
                  </a:lnTo>
                  <a:lnTo>
                    <a:pt x="2302982" y="137002"/>
                  </a:lnTo>
                  <a:lnTo>
                    <a:pt x="2305351" y="137002"/>
                  </a:lnTo>
                  <a:lnTo>
                    <a:pt x="2307720" y="137002"/>
                  </a:lnTo>
                  <a:lnTo>
                    <a:pt x="2310090" y="137002"/>
                  </a:lnTo>
                  <a:lnTo>
                    <a:pt x="2312459" y="137002"/>
                  </a:lnTo>
                  <a:lnTo>
                    <a:pt x="2314828" y="137002"/>
                  </a:lnTo>
                  <a:lnTo>
                    <a:pt x="2317198" y="137002"/>
                  </a:lnTo>
                  <a:lnTo>
                    <a:pt x="2319567" y="137002"/>
                  </a:lnTo>
                  <a:lnTo>
                    <a:pt x="2321936" y="137002"/>
                  </a:lnTo>
                  <a:lnTo>
                    <a:pt x="2324306" y="137002"/>
                  </a:lnTo>
                  <a:lnTo>
                    <a:pt x="2326675" y="137002"/>
                  </a:lnTo>
                  <a:lnTo>
                    <a:pt x="2329044" y="137002"/>
                  </a:lnTo>
                  <a:lnTo>
                    <a:pt x="2331414" y="137002"/>
                  </a:lnTo>
                  <a:lnTo>
                    <a:pt x="2333783" y="137002"/>
                  </a:lnTo>
                  <a:lnTo>
                    <a:pt x="2336152" y="137002"/>
                  </a:lnTo>
                  <a:lnTo>
                    <a:pt x="2338522" y="137002"/>
                  </a:lnTo>
                  <a:lnTo>
                    <a:pt x="2340891" y="137002"/>
                  </a:lnTo>
                  <a:lnTo>
                    <a:pt x="2343260" y="137002"/>
                  </a:lnTo>
                  <a:lnTo>
                    <a:pt x="2345630" y="137002"/>
                  </a:lnTo>
                  <a:lnTo>
                    <a:pt x="2345630" y="131046"/>
                  </a:lnTo>
                  <a:lnTo>
                    <a:pt x="2347999" y="131046"/>
                  </a:lnTo>
                  <a:lnTo>
                    <a:pt x="2350368" y="131046"/>
                  </a:lnTo>
                  <a:lnTo>
                    <a:pt x="2352737" y="131046"/>
                  </a:lnTo>
                  <a:lnTo>
                    <a:pt x="2355107" y="131046"/>
                  </a:lnTo>
                  <a:lnTo>
                    <a:pt x="2357476" y="131046"/>
                  </a:lnTo>
                  <a:lnTo>
                    <a:pt x="2359845" y="131046"/>
                  </a:lnTo>
                  <a:lnTo>
                    <a:pt x="2362215" y="131046"/>
                  </a:lnTo>
                  <a:lnTo>
                    <a:pt x="2364584" y="131046"/>
                  </a:lnTo>
                  <a:lnTo>
                    <a:pt x="2366953" y="131046"/>
                  </a:lnTo>
                  <a:lnTo>
                    <a:pt x="2369323" y="131046"/>
                  </a:lnTo>
                  <a:lnTo>
                    <a:pt x="2371692" y="131046"/>
                  </a:lnTo>
                  <a:lnTo>
                    <a:pt x="2374061" y="131046"/>
                  </a:lnTo>
                  <a:lnTo>
                    <a:pt x="2376431" y="131046"/>
                  </a:lnTo>
                  <a:lnTo>
                    <a:pt x="2378800" y="131046"/>
                  </a:lnTo>
                  <a:lnTo>
                    <a:pt x="2381169" y="131046"/>
                  </a:lnTo>
                  <a:lnTo>
                    <a:pt x="2383539" y="131046"/>
                  </a:lnTo>
                  <a:lnTo>
                    <a:pt x="2385908" y="131046"/>
                  </a:lnTo>
                  <a:lnTo>
                    <a:pt x="2388277" y="131046"/>
                  </a:lnTo>
                  <a:lnTo>
                    <a:pt x="2390647" y="131046"/>
                  </a:lnTo>
                  <a:lnTo>
                    <a:pt x="2393016" y="131046"/>
                  </a:lnTo>
                  <a:lnTo>
                    <a:pt x="2395385" y="131046"/>
                  </a:lnTo>
                  <a:lnTo>
                    <a:pt x="2397755" y="131046"/>
                  </a:lnTo>
                  <a:lnTo>
                    <a:pt x="2400124" y="131046"/>
                  </a:lnTo>
                  <a:lnTo>
                    <a:pt x="2402493" y="131046"/>
                  </a:lnTo>
                  <a:lnTo>
                    <a:pt x="2404863" y="131046"/>
                  </a:lnTo>
                  <a:lnTo>
                    <a:pt x="2407232" y="131046"/>
                  </a:lnTo>
                  <a:lnTo>
                    <a:pt x="2409601" y="131046"/>
                  </a:lnTo>
                  <a:lnTo>
                    <a:pt x="2411971" y="131046"/>
                  </a:lnTo>
                  <a:lnTo>
                    <a:pt x="2414340" y="131046"/>
                  </a:lnTo>
                  <a:lnTo>
                    <a:pt x="2416709" y="131046"/>
                  </a:lnTo>
                  <a:lnTo>
                    <a:pt x="2419079" y="131046"/>
                  </a:lnTo>
                  <a:lnTo>
                    <a:pt x="2421448" y="131046"/>
                  </a:lnTo>
                  <a:lnTo>
                    <a:pt x="2423817" y="131046"/>
                  </a:lnTo>
                  <a:lnTo>
                    <a:pt x="2426186" y="131046"/>
                  </a:lnTo>
                  <a:lnTo>
                    <a:pt x="2428556" y="131046"/>
                  </a:lnTo>
                  <a:lnTo>
                    <a:pt x="2430925" y="131046"/>
                  </a:lnTo>
                  <a:lnTo>
                    <a:pt x="2433294" y="131046"/>
                  </a:lnTo>
                  <a:lnTo>
                    <a:pt x="2433294" y="125089"/>
                  </a:lnTo>
                  <a:lnTo>
                    <a:pt x="2435664" y="125089"/>
                  </a:lnTo>
                  <a:lnTo>
                    <a:pt x="2438033" y="125089"/>
                  </a:lnTo>
                  <a:lnTo>
                    <a:pt x="2440402" y="125089"/>
                  </a:lnTo>
                  <a:lnTo>
                    <a:pt x="2442772" y="125089"/>
                  </a:lnTo>
                  <a:lnTo>
                    <a:pt x="2445141" y="125089"/>
                  </a:lnTo>
                  <a:lnTo>
                    <a:pt x="2447510" y="125089"/>
                  </a:lnTo>
                  <a:lnTo>
                    <a:pt x="2449880" y="125089"/>
                  </a:lnTo>
                  <a:lnTo>
                    <a:pt x="2452249" y="125089"/>
                  </a:lnTo>
                  <a:lnTo>
                    <a:pt x="2454618" y="125089"/>
                  </a:lnTo>
                  <a:lnTo>
                    <a:pt x="2456988" y="125089"/>
                  </a:lnTo>
                  <a:lnTo>
                    <a:pt x="2459357" y="125089"/>
                  </a:lnTo>
                  <a:lnTo>
                    <a:pt x="2461726" y="125089"/>
                  </a:lnTo>
                  <a:lnTo>
                    <a:pt x="2464096" y="125089"/>
                  </a:lnTo>
                  <a:lnTo>
                    <a:pt x="2466465" y="125089"/>
                  </a:lnTo>
                  <a:lnTo>
                    <a:pt x="2468834" y="125089"/>
                  </a:lnTo>
                  <a:lnTo>
                    <a:pt x="2471204" y="125089"/>
                  </a:lnTo>
                  <a:lnTo>
                    <a:pt x="2473573" y="125089"/>
                  </a:lnTo>
                  <a:lnTo>
                    <a:pt x="2475942" y="125089"/>
                  </a:lnTo>
                  <a:lnTo>
                    <a:pt x="2478312" y="125089"/>
                  </a:lnTo>
                  <a:lnTo>
                    <a:pt x="2480681" y="125089"/>
                  </a:lnTo>
                  <a:lnTo>
                    <a:pt x="2483050" y="125089"/>
                  </a:lnTo>
                  <a:lnTo>
                    <a:pt x="2485420" y="125089"/>
                  </a:lnTo>
                  <a:lnTo>
                    <a:pt x="2487789" y="125089"/>
                  </a:lnTo>
                  <a:lnTo>
                    <a:pt x="2490158" y="125089"/>
                  </a:lnTo>
                  <a:lnTo>
                    <a:pt x="2492528" y="125089"/>
                  </a:lnTo>
                  <a:lnTo>
                    <a:pt x="2494897" y="125089"/>
                  </a:lnTo>
                  <a:lnTo>
                    <a:pt x="2497266" y="125089"/>
                  </a:lnTo>
                  <a:lnTo>
                    <a:pt x="2499636" y="125089"/>
                  </a:lnTo>
                  <a:lnTo>
                    <a:pt x="2502005" y="125089"/>
                  </a:lnTo>
                  <a:lnTo>
                    <a:pt x="2504374" y="125089"/>
                  </a:lnTo>
                  <a:lnTo>
                    <a:pt x="2506743" y="125089"/>
                  </a:lnTo>
                  <a:lnTo>
                    <a:pt x="2509113" y="125089"/>
                  </a:lnTo>
                  <a:lnTo>
                    <a:pt x="2511482" y="125089"/>
                  </a:lnTo>
                  <a:lnTo>
                    <a:pt x="2513851" y="125089"/>
                  </a:lnTo>
                  <a:lnTo>
                    <a:pt x="2513851" y="119133"/>
                  </a:lnTo>
                  <a:lnTo>
                    <a:pt x="2516221" y="119133"/>
                  </a:lnTo>
                  <a:lnTo>
                    <a:pt x="2516221" y="113176"/>
                  </a:lnTo>
                  <a:lnTo>
                    <a:pt x="2518590" y="113176"/>
                  </a:lnTo>
                  <a:lnTo>
                    <a:pt x="2520959" y="113176"/>
                  </a:lnTo>
                  <a:lnTo>
                    <a:pt x="2523329" y="113176"/>
                  </a:lnTo>
                  <a:lnTo>
                    <a:pt x="2523329" y="107219"/>
                  </a:lnTo>
                  <a:lnTo>
                    <a:pt x="2525698" y="107219"/>
                  </a:lnTo>
                  <a:lnTo>
                    <a:pt x="2525698" y="101263"/>
                  </a:lnTo>
                  <a:lnTo>
                    <a:pt x="2528067" y="101263"/>
                  </a:lnTo>
                  <a:lnTo>
                    <a:pt x="2530437" y="101263"/>
                  </a:lnTo>
                  <a:lnTo>
                    <a:pt x="2532806" y="101263"/>
                  </a:lnTo>
                  <a:lnTo>
                    <a:pt x="2535175" y="101263"/>
                  </a:lnTo>
                  <a:lnTo>
                    <a:pt x="2537545" y="101263"/>
                  </a:lnTo>
                  <a:lnTo>
                    <a:pt x="2539914" y="101263"/>
                  </a:lnTo>
                  <a:lnTo>
                    <a:pt x="2542283" y="101263"/>
                  </a:lnTo>
                  <a:lnTo>
                    <a:pt x="2544653" y="101263"/>
                  </a:lnTo>
                  <a:lnTo>
                    <a:pt x="2547022" y="101263"/>
                  </a:lnTo>
                  <a:lnTo>
                    <a:pt x="2549391" y="101263"/>
                  </a:lnTo>
                  <a:lnTo>
                    <a:pt x="2551761" y="101263"/>
                  </a:lnTo>
                  <a:lnTo>
                    <a:pt x="2554130" y="101263"/>
                  </a:lnTo>
                  <a:lnTo>
                    <a:pt x="2556499" y="101263"/>
                  </a:lnTo>
                  <a:lnTo>
                    <a:pt x="2558869" y="101263"/>
                  </a:lnTo>
                  <a:lnTo>
                    <a:pt x="2561238" y="101263"/>
                  </a:lnTo>
                  <a:lnTo>
                    <a:pt x="2563607" y="101263"/>
                  </a:lnTo>
                  <a:lnTo>
                    <a:pt x="2565977" y="101263"/>
                  </a:lnTo>
                  <a:lnTo>
                    <a:pt x="2568346" y="101263"/>
                  </a:lnTo>
                  <a:lnTo>
                    <a:pt x="2570715" y="101263"/>
                  </a:lnTo>
                  <a:lnTo>
                    <a:pt x="2573085" y="101263"/>
                  </a:lnTo>
                  <a:lnTo>
                    <a:pt x="2575454" y="101263"/>
                  </a:lnTo>
                  <a:lnTo>
                    <a:pt x="2575454" y="95306"/>
                  </a:lnTo>
                  <a:lnTo>
                    <a:pt x="2577823" y="95306"/>
                  </a:lnTo>
                  <a:lnTo>
                    <a:pt x="2577823" y="89349"/>
                  </a:lnTo>
                  <a:lnTo>
                    <a:pt x="2580193" y="89349"/>
                  </a:lnTo>
                  <a:lnTo>
                    <a:pt x="2582562" y="89349"/>
                  </a:lnTo>
                  <a:lnTo>
                    <a:pt x="2584931" y="89349"/>
                  </a:lnTo>
                  <a:lnTo>
                    <a:pt x="2587300" y="89349"/>
                  </a:lnTo>
                  <a:lnTo>
                    <a:pt x="2589670" y="89349"/>
                  </a:lnTo>
                  <a:lnTo>
                    <a:pt x="2592039" y="89349"/>
                  </a:lnTo>
                  <a:lnTo>
                    <a:pt x="2594408" y="89349"/>
                  </a:lnTo>
                  <a:lnTo>
                    <a:pt x="2596778" y="89349"/>
                  </a:lnTo>
                  <a:lnTo>
                    <a:pt x="2599147" y="89349"/>
                  </a:lnTo>
                  <a:lnTo>
                    <a:pt x="2601516" y="89349"/>
                  </a:lnTo>
                  <a:lnTo>
                    <a:pt x="2603886" y="89349"/>
                  </a:lnTo>
                  <a:lnTo>
                    <a:pt x="2606255" y="89349"/>
                  </a:lnTo>
                  <a:lnTo>
                    <a:pt x="2608624" y="89349"/>
                  </a:lnTo>
                  <a:lnTo>
                    <a:pt x="2610994" y="89349"/>
                  </a:lnTo>
                  <a:lnTo>
                    <a:pt x="2613363" y="89349"/>
                  </a:lnTo>
                  <a:lnTo>
                    <a:pt x="2615732" y="89349"/>
                  </a:lnTo>
                  <a:lnTo>
                    <a:pt x="2618102" y="89349"/>
                  </a:lnTo>
                  <a:lnTo>
                    <a:pt x="2620471" y="89349"/>
                  </a:lnTo>
                  <a:lnTo>
                    <a:pt x="2622840" y="89349"/>
                  </a:lnTo>
                  <a:lnTo>
                    <a:pt x="2625210" y="89349"/>
                  </a:lnTo>
                  <a:lnTo>
                    <a:pt x="2627579" y="89349"/>
                  </a:lnTo>
                  <a:lnTo>
                    <a:pt x="2629948" y="89349"/>
                  </a:lnTo>
                  <a:lnTo>
                    <a:pt x="2632318" y="89349"/>
                  </a:lnTo>
                  <a:lnTo>
                    <a:pt x="2634687" y="89349"/>
                  </a:lnTo>
                  <a:lnTo>
                    <a:pt x="2637056" y="89349"/>
                  </a:lnTo>
                  <a:lnTo>
                    <a:pt x="2639426" y="89349"/>
                  </a:lnTo>
                  <a:lnTo>
                    <a:pt x="2639426" y="83393"/>
                  </a:lnTo>
                  <a:lnTo>
                    <a:pt x="2641795" y="83393"/>
                  </a:lnTo>
                  <a:lnTo>
                    <a:pt x="2644164" y="83393"/>
                  </a:lnTo>
                  <a:lnTo>
                    <a:pt x="2646534" y="83393"/>
                  </a:lnTo>
                  <a:lnTo>
                    <a:pt x="2646534" y="77436"/>
                  </a:lnTo>
                  <a:lnTo>
                    <a:pt x="2648903" y="77436"/>
                  </a:lnTo>
                  <a:lnTo>
                    <a:pt x="2651272" y="77436"/>
                  </a:lnTo>
                  <a:lnTo>
                    <a:pt x="2653642" y="77436"/>
                  </a:lnTo>
                  <a:lnTo>
                    <a:pt x="2656011" y="77436"/>
                  </a:lnTo>
                  <a:lnTo>
                    <a:pt x="2658380" y="77436"/>
                  </a:lnTo>
                  <a:lnTo>
                    <a:pt x="2660749" y="77436"/>
                  </a:lnTo>
                  <a:lnTo>
                    <a:pt x="2663119" y="77436"/>
                  </a:lnTo>
                  <a:lnTo>
                    <a:pt x="2665488" y="77436"/>
                  </a:lnTo>
                  <a:lnTo>
                    <a:pt x="2667857" y="77436"/>
                  </a:lnTo>
                  <a:lnTo>
                    <a:pt x="2670227" y="77436"/>
                  </a:lnTo>
                  <a:lnTo>
                    <a:pt x="2672596" y="77436"/>
                  </a:lnTo>
                  <a:lnTo>
                    <a:pt x="2674965" y="77436"/>
                  </a:lnTo>
                  <a:lnTo>
                    <a:pt x="2674965" y="71479"/>
                  </a:lnTo>
                  <a:lnTo>
                    <a:pt x="2677335" y="71479"/>
                  </a:lnTo>
                  <a:lnTo>
                    <a:pt x="2679704" y="71479"/>
                  </a:lnTo>
                  <a:lnTo>
                    <a:pt x="2682073" y="71479"/>
                  </a:lnTo>
                  <a:lnTo>
                    <a:pt x="2684443" y="71479"/>
                  </a:lnTo>
                  <a:lnTo>
                    <a:pt x="2686812" y="71479"/>
                  </a:lnTo>
                  <a:lnTo>
                    <a:pt x="2689181" y="71479"/>
                  </a:lnTo>
                  <a:lnTo>
                    <a:pt x="2691551" y="71479"/>
                  </a:lnTo>
                  <a:lnTo>
                    <a:pt x="2693920" y="71479"/>
                  </a:lnTo>
                  <a:lnTo>
                    <a:pt x="2696289" y="71479"/>
                  </a:lnTo>
                  <a:lnTo>
                    <a:pt x="2698659" y="71479"/>
                  </a:lnTo>
                  <a:lnTo>
                    <a:pt x="2701028" y="71479"/>
                  </a:lnTo>
                  <a:lnTo>
                    <a:pt x="2703397" y="71479"/>
                  </a:lnTo>
                  <a:lnTo>
                    <a:pt x="2705767" y="71479"/>
                  </a:lnTo>
                  <a:lnTo>
                    <a:pt x="2708136" y="71479"/>
                  </a:lnTo>
                  <a:lnTo>
                    <a:pt x="2710505" y="71479"/>
                  </a:lnTo>
                  <a:lnTo>
                    <a:pt x="2712875" y="71479"/>
                  </a:lnTo>
                  <a:lnTo>
                    <a:pt x="2715244" y="71479"/>
                  </a:lnTo>
                  <a:lnTo>
                    <a:pt x="2717613" y="71479"/>
                  </a:lnTo>
                  <a:lnTo>
                    <a:pt x="2719983" y="71479"/>
                  </a:lnTo>
                  <a:lnTo>
                    <a:pt x="2722352" y="71479"/>
                  </a:lnTo>
                  <a:lnTo>
                    <a:pt x="2724721" y="71479"/>
                  </a:lnTo>
                  <a:lnTo>
                    <a:pt x="2727091" y="71479"/>
                  </a:lnTo>
                  <a:lnTo>
                    <a:pt x="2727091" y="65523"/>
                  </a:lnTo>
                  <a:lnTo>
                    <a:pt x="2729460" y="65523"/>
                  </a:lnTo>
                  <a:lnTo>
                    <a:pt x="2731829" y="65523"/>
                  </a:lnTo>
                  <a:lnTo>
                    <a:pt x="2734199" y="65523"/>
                  </a:lnTo>
                  <a:lnTo>
                    <a:pt x="2736568" y="65523"/>
                  </a:lnTo>
                  <a:lnTo>
                    <a:pt x="2738937" y="65523"/>
                  </a:lnTo>
                  <a:lnTo>
                    <a:pt x="2741306" y="65523"/>
                  </a:lnTo>
                  <a:lnTo>
                    <a:pt x="2743676" y="65523"/>
                  </a:lnTo>
                  <a:lnTo>
                    <a:pt x="2746045" y="65523"/>
                  </a:lnTo>
                  <a:lnTo>
                    <a:pt x="2748414" y="65523"/>
                  </a:lnTo>
                  <a:lnTo>
                    <a:pt x="2750784" y="65523"/>
                  </a:lnTo>
                  <a:lnTo>
                    <a:pt x="2753153" y="65523"/>
                  </a:lnTo>
                  <a:lnTo>
                    <a:pt x="2755522" y="65523"/>
                  </a:lnTo>
                  <a:lnTo>
                    <a:pt x="2757892" y="65523"/>
                  </a:lnTo>
                  <a:lnTo>
                    <a:pt x="2760261" y="65523"/>
                  </a:lnTo>
                  <a:lnTo>
                    <a:pt x="2762630" y="65523"/>
                  </a:lnTo>
                  <a:lnTo>
                    <a:pt x="2765000" y="65523"/>
                  </a:lnTo>
                  <a:lnTo>
                    <a:pt x="2767369" y="65523"/>
                  </a:lnTo>
                  <a:lnTo>
                    <a:pt x="2769738" y="65523"/>
                  </a:lnTo>
                  <a:lnTo>
                    <a:pt x="2772108" y="65523"/>
                  </a:lnTo>
                  <a:lnTo>
                    <a:pt x="2774477" y="65523"/>
                  </a:lnTo>
                  <a:lnTo>
                    <a:pt x="2776846" y="65523"/>
                  </a:lnTo>
                  <a:lnTo>
                    <a:pt x="2779216" y="65523"/>
                  </a:lnTo>
                  <a:lnTo>
                    <a:pt x="2781585" y="65523"/>
                  </a:lnTo>
                  <a:lnTo>
                    <a:pt x="2783954" y="65523"/>
                  </a:lnTo>
                  <a:lnTo>
                    <a:pt x="2786324" y="65523"/>
                  </a:lnTo>
                  <a:lnTo>
                    <a:pt x="2788693" y="65523"/>
                  </a:lnTo>
                  <a:lnTo>
                    <a:pt x="2791062" y="65523"/>
                  </a:lnTo>
                  <a:lnTo>
                    <a:pt x="2793432" y="65523"/>
                  </a:lnTo>
                  <a:lnTo>
                    <a:pt x="2795801" y="65523"/>
                  </a:lnTo>
                  <a:lnTo>
                    <a:pt x="2798170" y="65523"/>
                  </a:lnTo>
                  <a:lnTo>
                    <a:pt x="2800540" y="65523"/>
                  </a:lnTo>
                  <a:lnTo>
                    <a:pt x="2802909" y="65523"/>
                  </a:lnTo>
                  <a:lnTo>
                    <a:pt x="2805278" y="65523"/>
                  </a:lnTo>
                  <a:lnTo>
                    <a:pt x="2807648" y="65523"/>
                  </a:lnTo>
                  <a:lnTo>
                    <a:pt x="2810017" y="65523"/>
                  </a:lnTo>
                  <a:lnTo>
                    <a:pt x="2812386" y="65523"/>
                  </a:lnTo>
                  <a:lnTo>
                    <a:pt x="2814756" y="65523"/>
                  </a:lnTo>
                  <a:lnTo>
                    <a:pt x="2817125" y="65523"/>
                  </a:lnTo>
                  <a:lnTo>
                    <a:pt x="2819494" y="65523"/>
                  </a:lnTo>
                  <a:lnTo>
                    <a:pt x="2821863" y="65523"/>
                  </a:lnTo>
                  <a:lnTo>
                    <a:pt x="2824233" y="65523"/>
                  </a:lnTo>
                  <a:lnTo>
                    <a:pt x="2826602" y="65523"/>
                  </a:lnTo>
                  <a:lnTo>
                    <a:pt x="2828971" y="65523"/>
                  </a:lnTo>
                  <a:lnTo>
                    <a:pt x="2831341" y="65523"/>
                  </a:lnTo>
                  <a:lnTo>
                    <a:pt x="2833710" y="65523"/>
                  </a:lnTo>
                  <a:lnTo>
                    <a:pt x="2836079" y="65523"/>
                  </a:lnTo>
                  <a:lnTo>
                    <a:pt x="2838449" y="65523"/>
                  </a:lnTo>
                  <a:lnTo>
                    <a:pt x="2840818" y="65523"/>
                  </a:lnTo>
                  <a:lnTo>
                    <a:pt x="2843187" y="65523"/>
                  </a:lnTo>
                  <a:lnTo>
                    <a:pt x="2845557" y="65523"/>
                  </a:lnTo>
                  <a:lnTo>
                    <a:pt x="2847926" y="65523"/>
                  </a:lnTo>
                  <a:lnTo>
                    <a:pt x="2850295" y="65523"/>
                  </a:lnTo>
                  <a:lnTo>
                    <a:pt x="2852665" y="65523"/>
                  </a:lnTo>
                  <a:lnTo>
                    <a:pt x="2855034" y="65523"/>
                  </a:lnTo>
                  <a:lnTo>
                    <a:pt x="2857403" y="65523"/>
                  </a:lnTo>
                  <a:lnTo>
                    <a:pt x="2859773" y="65523"/>
                  </a:lnTo>
                  <a:lnTo>
                    <a:pt x="2862142" y="65523"/>
                  </a:lnTo>
                  <a:lnTo>
                    <a:pt x="2864511" y="65523"/>
                  </a:lnTo>
                  <a:lnTo>
                    <a:pt x="2866881" y="65523"/>
                  </a:lnTo>
                  <a:lnTo>
                    <a:pt x="2869250" y="65523"/>
                  </a:lnTo>
                  <a:lnTo>
                    <a:pt x="2871619" y="65523"/>
                  </a:lnTo>
                  <a:lnTo>
                    <a:pt x="2871619" y="59566"/>
                  </a:lnTo>
                  <a:lnTo>
                    <a:pt x="2873989" y="59566"/>
                  </a:lnTo>
                  <a:lnTo>
                    <a:pt x="2876358" y="59566"/>
                  </a:lnTo>
                  <a:lnTo>
                    <a:pt x="2878727" y="59566"/>
                  </a:lnTo>
                  <a:lnTo>
                    <a:pt x="2881097" y="59566"/>
                  </a:lnTo>
                  <a:lnTo>
                    <a:pt x="2883466" y="59566"/>
                  </a:lnTo>
                  <a:lnTo>
                    <a:pt x="2885835" y="59566"/>
                  </a:lnTo>
                  <a:lnTo>
                    <a:pt x="2888205" y="59566"/>
                  </a:lnTo>
                  <a:lnTo>
                    <a:pt x="2890574" y="59566"/>
                  </a:lnTo>
                  <a:lnTo>
                    <a:pt x="2892943" y="59566"/>
                  </a:lnTo>
                  <a:lnTo>
                    <a:pt x="2895312" y="59566"/>
                  </a:lnTo>
                  <a:lnTo>
                    <a:pt x="2897682" y="59566"/>
                  </a:lnTo>
                  <a:lnTo>
                    <a:pt x="2900051" y="59566"/>
                  </a:lnTo>
                  <a:lnTo>
                    <a:pt x="2902420" y="59566"/>
                  </a:lnTo>
                  <a:lnTo>
                    <a:pt x="2904790" y="59566"/>
                  </a:lnTo>
                  <a:lnTo>
                    <a:pt x="2907159" y="59566"/>
                  </a:lnTo>
                  <a:lnTo>
                    <a:pt x="2909528" y="59566"/>
                  </a:lnTo>
                  <a:lnTo>
                    <a:pt x="2911898" y="59566"/>
                  </a:lnTo>
                  <a:lnTo>
                    <a:pt x="2911898" y="53609"/>
                  </a:lnTo>
                  <a:lnTo>
                    <a:pt x="2914267" y="53609"/>
                  </a:lnTo>
                  <a:lnTo>
                    <a:pt x="2916636" y="53609"/>
                  </a:lnTo>
                  <a:lnTo>
                    <a:pt x="2919006" y="53609"/>
                  </a:lnTo>
                  <a:lnTo>
                    <a:pt x="2921375" y="53609"/>
                  </a:lnTo>
                  <a:lnTo>
                    <a:pt x="2923744" y="53609"/>
                  </a:lnTo>
                  <a:lnTo>
                    <a:pt x="2926114" y="53609"/>
                  </a:lnTo>
                  <a:lnTo>
                    <a:pt x="2928483" y="53609"/>
                  </a:lnTo>
                  <a:lnTo>
                    <a:pt x="2930852" y="53609"/>
                  </a:lnTo>
                  <a:lnTo>
                    <a:pt x="2933222" y="53609"/>
                  </a:lnTo>
                  <a:lnTo>
                    <a:pt x="2935591" y="53609"/>
                  </a:lnTo>
                  <a:lnTo>
                    <a:pt x="2937960" y="53609"/>
                  </a:lnTo>
                  <a:lnTo>
                    <a:pt x="2937960" y="47653"/>
                  </a:lnTo>
                  <a:lnTo>
                    <a:pt x="2940330" y="47653"/>
                  </a:lnTo>
                  <a:lnTo>
                    <a:pt x="2942699" y="47653"/>
                  </a:lnTo>
                  <a:lnTo>
                    <a:pt x="2945068" y="47653"/>
                  </a:lnTo>
                  <a:lnTo>
                    <a:pt x="2947438" y="47653"/>
                  </a:lnTo>
                  <a:lnTo>
                    <a:pt x="2949807" y="47653"/>
                  </a:lnTo>
                  <a:lnTo>
                    <a:pt x="2952176" y="47653"/>
                  </a:lnTo>
                  <a:lnTo>
                    <a:pt x="2954546" y="47653"/>
                  </a:lnTo>
                  <a:lnTo>
                    <a:pt x="2956915" y="47653"/>
                  </a:lnTo>
                  <a:lnTo>
                    <a:pt x="2959284" y="47653"/>
                  </a:lnTo>
                  <a:lnTo>
                    <a:pt x="2961654" y="47653"/>
                  </a:lnTo>
                  <a:lnTo>
                    <a:pt x="2964023" y="47653"/>
                  </a:lnTo>
                  <a:lnTo>
                    <a:pt x="2966392" y="47653"/>
                  </a:lnTo>
                  <a:lnTo>
                    <a:pt x="2968762" y="47653"/>
                  </a:lnTo>
                  <a:lnTo>
                    <a:pt x="2971131" y="47653"/>
                  </a:lnTo>
                  <a:lnTo>
                    <a:pt x="2973500" y="47653"/>
                  </a:lnTo>
                  <a:lnTo>
                    <a:pt x="2975869" y="47653"/>
                  </a:lnTo>
                  <a:lnTo>
                    <a:pt x="2978239" y="47653"/>
                  </a:lnTo>
                  <a:lnTo>
                    <a:pt x="2980608" y="47653"/>
                  </a:lnTo>
                  <a:lnTo>
                    <a:pt x="2982977" y="47653"/>
                  </a:lnTo>
                  <a:lnTo>
                    <a:pt x="2985347" y="47653"/>
                  </a:lnTo>
                  <a:lnTo>
                    <a:pt x="2987716" y="47653"/>
                  </a:lnTo>
                  <a:lnTo>
                    <a:pt x="2990085" y="47653"/>
                  </a:lnTo>
                  <a:lnTo>
                    <a:pt x="2992455" y="47653"/>
                  </a:lnTo>
                  <a:lnTo>
                    <a:pt x="2994824" y="47653"/>
                  </a:lnTo>
                  <a:lnTo>
                    <a:pt x="2997193" y="47653"/>
                  </a:lnTo>
                  <a:lnTo>
                    <a:pt x="2999563" y="47653"/>
                  </a:lnTo>
                  <a:lnTo>
                    <a:pt x="3001932" y="47653"/>
                  </a:lnTo>
                  <a:lnTo>
                    <a:pt x="3004301" y="47653"/>
                  </a:lnTo>
                  <a:lnTo>
                    <a:pt x="3006671" y="47653"/>
                  </a:lnTo>
                  <a:lnTo>
                    <a:pt x="3009040" y="47653"/>
                  </a:lnTo>
                  <a:lnTo>
                    <a:pt x="3011409" y="47653"/>
                  </a:lnTo>
                  <a:lnTo>
                    <a:pt x="3013779" y="47653"/>
                  </a:lnTo>
                  <a:lnTo>
                    <a:pt x="3016148" y="47653"/>
                  </a:lnTo>
                  <a:lnTo>
                    <a:pt x="3018517" y="47653"/>
                  </a:lnTo>
                  <a:lnTo>
                    <a:pt x="3020887" y="47653"/>
                  </a:lnTo>
                  <a:lnTo>
                    <a:pt x="3023256" y="47653"/>
                  </a:lnTo>
                  <a:lnTo>
                    <a:pt x="3025625" y="47653"/>
                  </a:lnTo>
                  <a:lnTo>
                    <a:pt x="3027995" y="47653"/>
                  </a:lnTo>
                  <a:lnTo>
                    <a:pt x="3030364" y="47653"/>
                  </a:lnTo>
                  <a:lnTo>
                    <a:pt x="3032733" y="47653"/>
                  </a:lnTo>
                  <a:lnTo>
                    <a:pt x="3035103" y="47653"/>
                  </a:lnTo>
                  <a:lnTo>
                    <a:pt x="3037472" y="47653"/>
                  </a:lnTo>
                  <a:lnTo>
                    <a:pt x="3039841" y="47653"/>
                  </a:lnTo>
                  <a:lnTo>
                    <a:pt x="3042211" y="47653"/>
                  </a:lnTo>
                  <a:lnTo>
                    <a:pt x="3044580" y="47653"/>
                  </a:lnTo>
                  <a:lnTo>
                    <a:pt x="3046949" y="47653"/>
                  </a:lnTo>
                  <a:lnTo>
                    <a:pt x="3049319" y="47653"/>
                  </a:lnTo>
                  <a:lnTo>
                    <a:pt x="3051688" y="47653"/>
                  </a:lnTo>
                  <a:lnTo>
                    <a:pt x="3054057" y="47653"/>
                  </a:lnTo>
                  <a:lnTo>
                    <a:pt x="3056426" y="47653"/>
                  </a:lnTo>
                  <a:lnTo>
                    <a:pt x="3058796" y="47653"/>
                  </a:lnTo>
                  <a:lnTo>
                    <a:pt x="3061165" y="47653"/>
                  </a:lnTo>
                  <a:lnTo>
                    <a:pt x="3063534" y="47653"/>
                  </a:lnTo>
                  <a:lnTo>
                    <a:pt x="3065904" y="47653"/>
                  </a:lnTo>
                  <a:lnTo>
                    <a:pt x="3068273" y="47653"/>
                  </a:lnTo>
                  <a:lnTo>
                    <a:pt x="3070642" y="47653"/>
                  </a:lnTo>
                  <a:lnTo>
                    <a:pt x="3073012" y="47653"/>
                  </a:lnTo>
                  <a:lnTo>
                    <a:pt x="3075381" y="47653"/>
                  </a:lnTo>
                  <a:lnTo>
                    <a:pt x="3077750" y="47653"/>
                  </a:lnTo>
                  <a:lnTo>
                    <a:pt x="3080120" y="47653"/>
                  </a:lnTo>
                  <a:lnTo>
                    <a:pt x="3082489" y="47653"/>
                  </a:lnTo>
                  <a:lnTo>
                    <a:pt x="3084858" y="47653"/>
                  </a:lnTo>
                  <a:lnTo>
                    <a:pt x="3087228" y="47653"/>
                  </a:lnTo>
                  <a:lnTo>
                    <a:pt x="3089597" y="47653"/>
                  </a:lnTo>
                  <a:lnTo>
                    <a:pt x="3091966" y="47653"/>
                  </a:lnTo>
                  <a:lnTo>
                    <a:pt x="3094336" y="47653"/>
                  </a:lnTo>
                  <a:lnTo>
                    <a:pt x="3096705" y="47653"/>
                  </a:lnTo>
                  <a:lnTo>
                    <a:pt x="3099074" y="47653"/>
                  </a:lnTo>
                  <a:lnTo>
                    <a:pt x="3101444" y="47653"/>
                  </a:lnTo>
                  <a:lnTo>
                    <a:pt x="3103813" y="47653"/>
                  </a:lnTo>
                  <a:lnTo>
                    <a:pt x="3106182" y="47653"/>
                  </a:lnTo>
                  <a:lnTo>
                    <a:pt x="3108552" y="47653"/>
                  </a:lnTo>
                  <a:lnTo>
                    <a:pt x="3110921" y="47653"/>
                  </a:lnTo>
                  <a:lnTo>
                    <a:pt x="3113290" y="47653"/>
                  </a:lnTo>
                  <a:lnTo>
                    <a:pt x="3115660" y="47653"/>
                  </a:lnTo>
                  <a:lnTo>
                    <a:pt x="3118029" y="47653"/>
                  </a:lnTo>
                  <a:lnTo>
                    <a:pt x="3120398" y="47653"/>
                  </a:lnTo>
                  <a:lnTo>
                    <a:pt x="3122768" y="47653"/>
                  </a:lnTo>
                  <a:lnTo>
                    <a:pt x="3125137" y="47653"/>
                  </a:lnTo>
                  <a:lnTo>
                    <a:pt x="3127506" y="47653"/>
                  </a:lnTo>
                  <a:lnTo>
                    <a:pt x="3129875" y="47653"/>
                  </a:lnTo>
                  <a:lnTo>
                    <a:pt x="3132245" y="47653"/>
                  </a:lnTo>
                  <a:lnTo>
                    <a:pt x="3134614" y="47653"/>
                  </a:lnTo>
                  <a:lnTo>
                    <a:pt x="3136983" y="47653"/>
                  </a:lnTo>
                  <a:lnTo>
                    <a:pt x="3139353" y="47653"/>
                  </a:lnTo>
                  <a:lnTo>
                    <a:pt x="3141722" y="47653"/>
                  </a:lnTo>
                  <a:lnTo>
                    <a:pt x="3144091" y="47653"/>
                  </a:lnTo>
                  <a:lnTo>
                    <a:pt x="3146461" y="47653"/>
                  </a:lnTo>
                  <a:lnTo>
                    <a:pt x="3148830" y="47653"/>
                  </a:lnTo>
                  <a:lnTo>
                    <a:pt x="3151199" y="47653"/>
                  </a:lnTo>
                  <a:lnTo>
                    <a:pt x="3153569" y="47653"/>
                  </a:lnTo>
                  <a:lnTo>
                    <a:pt x="3155938" y="47653"/>
                  </a:lnTo>
                  <a:lnTo>
                    <a:pt x="3158307" y="47653"/>
                  </a:lnTo>
                  <a:lnTo>
                    <a:pt x="3160677" y="47653"/>
                  </a:lnTo>
                  <a:lnTo>
                    <a:pt x="3163046" y="47653"/>
                  </a:lnTo>
                  <a:lnTo>
                    <a:pt x="3165415" y="47653"/>
                  </a:lnTo>
                  <a:lnTo>
                    <a:pt x="3167785" y="47653"/>
                  </a:lnTo>
                  <a:lnTo>
                    <a:pt x="3170154" y="47653"/>
                  </a:lnTo>
                  <a:lnTo>
                    <a:pt x="3172523" y="47653"/>
                  </a:lnTo>
                  <a:lnTo>
                    <a:pt x="3174893" y="47653"/>
                  </a:lnTo>
                  <a:lnTo>
                    <a:pt x="3177262" y="47653"/>
                  </a:lnTo>
                  <a:lnTo>
                    <a:pt x="3179631" y="47653"/>
                  </a:lnTo>
                  <a:lnTo>
                    <a:pt x="3182001" y="47653"/>
                  </a:lnTo>
                  <a:lnTo>
                    <a:pt x="3184370" y="47653"/>
                  </a:lnTo>
                  <a:lnTo>
                    <a:pt x="3186739" y="47653"/>
                  </a:lnTo>
                  <a:lnTo>
                    <a:pt x="3189109" y="47653"/>
                  </a:lnTo>
                  <a:lnTo>
                    <a:pt x="3191478" y="47653"/>
                  </a:lnTo>
                  <a:lnTo>
                    <a:pt x="3193847" y="47653"/>
                  </a:lnTo>
                  <a:lnTo>
                    <a:pt x="3196217" y="47653"/>
                  </a:lnTo>
                  <a:lnTo>
                    <a:pt x="3198586" y="47653"/>
                  </a:lnTo>
                  <a:lnTo>
                    <a:pt x="3200955" y="47653"/>
                  </a:lnTo>
                  <a:lnTo>
                    <a:pt x="3203325" y="47653"/>
                  </a:lnTo>
                  <a:lnTo>
                    <a:pt x="3205694" y="47653"/>
                  </a:lnTo>
                  <a:lnTo>
                    <a:pt x="3208063" y="47653"/>
                  </a:lnTo>
                  <a:lnTo>
                    <a:pt x="3210432" y="47653"/>
                  </a:lnTo>
                  <a:lnTo>
                    <a:pt x="3212802" y="47653"/>
                  </a:lnTo>
                  <a:lnTo>
                    <a:pt x="3215171" y="47653"/>
                  </a:lnTo>
                  <a:lnTo>
                    <a:pt x="3217540" y="47653"/>
                  </a:lnTo>
                  <a:lnTo>
                    <a:pt x="3219910" y="47653"/>
                  </a:lnTo>
                  <a:lnTo>
                    <a:pt x="3222279" y="47653"/>
                  </a:lnTo>
                  <a:lnTo>
                    <a:pt x="3224648" y="47653"/>
                  </a:lnTo>
                  <a:lnTo>
                    <a:pt x="3227018" y="47653"/>
                  </a:lnTo>
                  <a:lnTo>
                    <a:pt x="3229387" y="47653"/>
                  </a:lnTo>
                  <a:lnTo>
                    <a:pt x="3231756" y="47653"/>
                  </a:lnTo>
                  <a:lnTo>
                    <a:pt x="3234126" y="47653"/>
                  </a:lnTo>
                  <a:lnTo>
                    <a:pt x="3236495" y="47653"/>
                  </a:lnTo>
                  <a:lnTo>
                    <a:pt x="3238864" y="47653"/>
                  </a:lnTo>
                  <a:lnTo>
                    <a:pt x="3241234" y="47653"/>
                  </a:lnTo>
                  <a:lnTo>
                    <a:pt x="3243603" y="47653"/>
                  </a:lnTo>
                  <a:lnTo>
                    <a:pt x="3245972" y="47653"/>
                  </a:lnTo>
                  <a:lnTo>
                    <a:pt x="3248342" y="47653"/>
                  </a:lnTo>
                  <a:lnTo>
                    <a:pt x="3250711" y="47653"/>
                  </a:lnTo>
                  <a:lnTo>
                    <a:pt x="3253080" y="47653"/>
                  </a:lnTo>
                  <a:lnTo>
                    <a:pt x="3255450" y="47653"/>
                  </a:lnTo>
                  <a:lnTo>
                    <a:pt x="3257819" y="47653"/>
                  </a:lnTo>
                  <a:lnTo>
                    <a:pt x="3260188" y="47653"/>
                  </a:lnTo>
                  <a:lnTo>
                    <a:pt x="3262558" y="47653"/>
                  </a:lnTo>
                  <a:lnTo>
                    <a:pt x="3264927" y="47653"/>
                  </a:lnTo>
                  <a:lnTo>
                    <a:pt x="3267296" y="47653"/>
                  </a:lnTo>
                  <a:lnTo>
                    <a:pt x="3269666" y="47653"/>
                  </a:lnTo>
                  <a:lnTo>
                    <a:pt x="3272035" y="47653"/>
                  </a:lnTo>
                  <a:lnTo>
                    <a:pt x="3274404" y="47653"/>
                  </a:lnTo>
                  <a:lnTo>
                    <a:pt x="3276774" y="47653"/>
                  </a:lnTo>
                  <a:lnTo>
                    <a:pt x="3279143" y="47653"/>
                  </a:lnTo>
                  <a:lnTo>
                    <a:pt x="3281512" y="47653"/>
                  </a:lnTo>
                  <a:lnTo>
                    <a:pt x="3283882" y="47653"/>
                  </a:lnTo>
                  <a:lnTo>
                    <a:pt x="3286251" y="47653"/>
                  </a:lnTo>
                  <a:lnTo>
                    <a:pt x="3288620" y="47653"/>
                  </a:lnTo>
                  <a:lnTo>
                    <a:pt x="3290989" y="47653"/>
                  </a:lnTo>
                  <a:lnTo>
                    <a:pt x="3293359" y="47653"/>
                  </a:lnTo>
                  <a:lnTo>
                    <a:pt x="3295728" y="47653"/>
                  </a:lnTo>
                  <a:lnTo>
                    <a:pt x="3298097" y="47653"/>
                  </a:lnTo>
                  <a:lnTo>
                    <a:pt x="3300467" y="47653"/>
                  </a:lnTo>
                  <a:lnTo>
                    <a:pt x="3302836" y="47653"/>
                  </a:lnTo>
                  <a:lnTo>
                    <a:pt x="3305205" y="47653"/>
                  </a:lnTo>
                  <a:lnTo>
                    <a:pt x="3307575" y="47653"/>
                  </a:lnTo>
                  <a:lnTo>
                    <a:pt x="3309944" y="47653"/>
                  </a:lnTo>
                  <a:lnTo>
                    <a:pt x="3312313" y="47653"/>
                  </a:lnTo>
                  <a:lnTo>
                    <a:pt x="3314683" y="47653"/>
                  </a:lnTo>
                  <a:lnTo>
                    <a:pt x="3317052" y="47653"/>
                  </a:lnTo>
                  <a:lnTo>
                    <a:pt x="3319421" y="47653"/>
                  </a:lnTo>
                  <a:lnTo>
                    <a:pt x="3321791" y="47653"/>
                  </a:lnTo>
                  <a:lnTo>
                    <a:pt x="3324160" y="47653"/>
                  </a:lnTo>
                  <a:lnTo>
                    <a:pt x="3326529" y="47653"/>
                  </a:lnTo>
                  <a:lnTo>
                    <a:pt x="3328899" y="47653"/>
                  </a:lnTo>
                  <a:lnTo>
                    <a:pt x="3331268" y="47653"/>
                  </a:lnTo>
                  <a:lnTo>
                    <a:pt x="3333637" y="47653"/>
                  </a:lnTo>
                  <a:lnTo>
                    <a:pt x="3336007" y="47653"/>
                  </a:lnTo>
                  <a:lnTo>
                    <a:pt x="3338376" y="47653"/>
                  </a:lnTo>
                  <a:lnTo>
                    <a:pt x="3340745" y="47653"/>
                  </a:lnTo>
                  <a:lnTo>
                    <a:pt x="3343115" y="47653"/>
                  </a:lnTo>
                  <a:lnTo>
                    <a:pt x="3345484" y="47653"/>
                  </a:lnTo>
                  <a:lnTo>
                    <a:pt x="3347853" y="47653"/>
                  </a:lnTo>
                  <a:lnTo>
                    <a:pt x="3350223" y="47653"/>
                  </a:lnTo>
                  <a:lnTo>
                    <a:pt x="3352592" y="47653"/>
                  </a:lnTo>
                  <a:lnTo>
                    <a:pt x="3354961" y="47653"/>
                  </a:lnTo>
                  <a:lnTo>
                    <a:pt x="3357331" y="47653"/>
                  </a:lnTo>
                  <a:lnTo>
                    <a:pt x="3359700" y="47653"/>
                  </a:lnTo>
                  <a:lnTo>
                    <a:pt x="3362069" y="47653"/>
                  </a:lnTo>
                  <a:lnTo>
                    <a:pt x="3364438" y="47653"/>
                  </a:lnTo>
                  <a:lnTo>
                    <a:pt x="3366808" y="47653"/>
                  </a:lnTo>
                  <a:lnTo>
                    <a:pt x="3369177" y="47653"/>
                  </a:lnTo>
                  <a:lnTo>
                    <a:pt x="3371546" y="47653"/>
                  </a:lnTo>
                  <a:lnTo>
                    <a:pt x="3373916" y="47653"/>
                  </a:lnTo>
                  <a:lnTo>
                    <a:pt x="3376285" y="47653"/>
                  </a:lnTo>
                  <a:lnTo>
                    <a:pt x="3378654" y="47653"/>
                  </a:lnTo>
                  <a:lnTo>
                    <a:pt x="3381024" y="47653"/>
                  </a:lnTo>
                  <a:lnTo>
                    <a:pt x="3383393" y="47653"/>
                  </a:lnTo>
                  <a:lnTo>
                    <a:pt x="3385762" y="47653"/>
                  </a:lnTo>
                  <a:lnTo>
                    <a:pt x="3388132" y="47653"/>
                  </a:lnTo>
                  <a:lnTo>
                    <a:pt x="3390501" y="47653"/>
                  </a:lnTo>
                  <a:lnTo>
                    <a:pt x="3392870" y="47653"/>
                  </a:lnTo>
                  <a:lnTo>
                    <a:pt x="3395240" y="47653"/>
                  </a:lnTo>
                  <a:lnTo>
                    <a:pt x="3397609" y="47653"/>
                  </a:lnTo>
                  <a:lnTo>
                    <a:pt x="3399978" y="47653"/>
                  </a:lnTo>
                  <a:lnTo>
                    <a:pt x="3402348" y="47653"/>
                  </a:lnTo>
                  <a:lnTo>
                    <a:pt x="3404717" y="47653"/>
                  </a:lnTo>
                  <a:lnTo>
                    <a:pt x="3407086" y="47653"/>
                  </a:lnTo>
                  <a:lnTo>
                    <a:pt x="3409456" y="47653"/>
                  </a:lnTo>
                  <a:lnTo>
                    <a:pt x="3411825" y="47653"/>
                  </a:lnTo>
                  <a:lnTo>
                    <a:pt x="3414194" y="47653"/>
                  </a:lnTo>
                  <a:lnTo>
                    <a:pt x="3416564" y="47653"/>
                  </a:lnTo>
                  <a:lnTo>
                    <a:pt x="3418933" y="47653"/>
                  </a:lnTo>
                  <a:lnTo>
                    <a:pt x="3421302" y="47653"/>
                  </a:lnTo>
                  <a:lnTo>
                    <a:pt x="3423672" y="47653"/>
                  </a:lnTo>
                  <a:lnTo>
                    <a:pt x="3426041" y="47653"/>
                  </a:lnTo>
                  <a:lnTo>
                    <a:pt x="3428410" y="47653"/>
                  </a:lnTo>
                  <a:lnTo>
                    <a:pt x="3430780" y="47653"/>
                  </a:lnTo>
                  <a:lnTo>
                    <a:pt x="3433149" y="47653"/>
                  </a:lnTo>
                  <a:lnTo>
                    <a:pt x="3435518" y="47653"/>
                  </a:lnTo>
                  <a:lnTo>
                    <a:pt x="3437888" y="47653"/>
                  </a:lnTo>
                  <a:lnTo>
                    <a:pt x="3440257" y="47653"/>
                  </a:lnTo>
                  <a:lnTo>
                    <a:pt x="3442626" y="47653"/>
                  </a:lnTo>
                  <a:lnTo>
                    <a:pt x="3444995" y="47653"/>
                  </a:lnTo>
                  <a:lnTo>
                    <a:pt x="3447365" y="47653"/>
                  </a:lnTo>
                  <a:lnTo>
                    <a:pt x="3449734" y="47653"/>
                  </a:lnTo>
                  <a:lnTo>
                    <a:pt x="3452103" y="47653"/>
                  </a:lnTo>
                  <a:lnTo>
                    <a:pt x="3454473" y="47653"/>
                  </a:lnTo>
                  <a:lnTo>
                    <a:pt x="3456842" y="47653"/>
                  </a:lnTo>
                  <a:lnTo>
                    <a:pt x="3459211" y="47653"/>
                  </a:lnTo>
                  <a:lnTo>
                    <a:pt x="3461581" y="47653"/>
                  </a:lnTo>
                  <a:lnTo>
                    <a:pt x="3463950" y="47653"/>
                  </a:lnTo>
                  <a:lnTo>
                    <a:pt x="3466319" y="47653"/>
                  </a:lnTo>
                  <a:lnTo>
                    <a:pt x="3468689" y="47653"/>
                  </a:lnTo>
                  <a:lnTo>
                    <a:pt x="3471058" y="47653"/>
                  </a:lnTo>
                  <a:lnTo>
                    <a:pt x="3473427" y="47653"/>
                  </a:lnTo>
                  <a:lnTo>
                    <a:pt x="3475797" y="47653"/>
                  </a:lnTo>
                  <a:lnTo>
                    <a:pt x="3478166" y="47653"/>
                  </a:lnTo>
                  <a:lnTo>
                    <a:pt x="3480535" y="47653"/>
                  </a:lnTo>
                  <a:lnTo>
                    <a:pt x="3482905" y="47653"/>
                  </a:lnTo>
                  <a:lnTo>
                    <a:pt x="3485274" y="47653"/>
                  </a:lnTo>
                  <a:lnTo>
                    <a:pt x="3487643" y="47653"/>
                  </a:lnTo>
                  <a:lnTo>
                    <a:pt x="3490013" y="47653"/>
                  </a:lnTo>
                  <a:lnTo>
                    <a:pt x="3492382" y="47653"/>
                  </a:lnTo>
                  <a:lnTo>
                    <a:pt x="3494751" y="47653"/>
                  </a:lnTo>
                  <a:lnTo>
                    <a:pt x="3497121" y="47653"/>
                  </a:lnTo>
                  <a:lnTo>
                    <a:pt x="3499490" y="47653"/>
                  </a:lnTo>
                  <a:lnTo>
                    <a:pt x="3501859" y="47653"/>
                  </a:lnTo>
                  <a:lnTo>
                    <a:pt x="3504229" y="47653"/>
                  </a:lnTo>
                  <a:lnTo>
                    <a:pt x="3506598" y="47653"/>
                  </a:lnTo>
                  <a:lnTo>
                    <a:pt x="3508967" y="47653"/>
                  </a:lnTo>
                  <a:lnTo>
                    <a:pt x="3511337" y="47653"/>
                  </a:lnTo>
                  <a:lnTo>
                    <a:pt x="3513706" y="47653"/>
                  </a:lnTo>
                  <a:lnTo>
                    <a:pt x="3516075" y="47653"/>
                  </a:lnTo>
                  <a:lnTo>
                    <a:pt x="3518445" y="47653"/>
                  </a:lnTo>
                  <a:lnTo>
                    <a:pt x="3520814" y="47653"/>
                  </a:lnTo>
                  <a:lnTo>
                    <a:pt x="3520814" y="41696"/>
                  </a:lnTo>
                  <a:lnTo>
                    <a:pt x="3523183" y="41696"/>
                  </a:lnTo>
                  <a:lnTo>
                    <a:pt x="3525552" y="41696"/>
                  </a:lnTo>
                  <a:lnTo>
                    <a:pt x="3527922" y="41696"/>
                  </a:lnTo>
                  <a:lnTo>
                    <a:pt x="3530291" y="41696"/>
                  </a:lnTo>
                  <a:lnTo>
                    <a:pt x="3532660" y="41696"/>
                  </a:lnTo>
                  <a:lnTo>
                    <a:pt x="3535030" y="41696"/>
                  </a:lnTo>
                  <a:lnTo>
                    <a:pt x="3537399" y="41696"/>
                  </a:lnTo>
                  <a:lnTo>
                    <a:pt x="3539768" y="41696"/>
                  </a:lnTo>
                  <a:lnTo>
                    <a:pt x="3542138" y="41696"/>
                  </a:lnTo>
                  <a:lnTo>
                    <a:pt x="3544507" y="41696"/>
                  </a:lnTo>
                  <a:lnTo>
                    <a:pt x="3546876" y="41696"/>
                  </a:lnTo>
                  <a:lnTo>
                    <a:pt x="3549246" y="41696"/>
                  </a:lnTo>
                  <a:lnTo>
                    <a:pt x="3551615" y="41696"/>
                  </a:lnTo>
                  <a:lnTo>
                    <a:pt x="3553984" y="41696"/>
                  </a:lnTo>
                  <a:lnTo>
                    <a:pt x="3556354" y="41696"/>
                  </a:lnTo>
                  <a:lnTo>
                    <a:pt x="3558723" y="41696"/>
                  </a:lnTo>
                  <a:lnTo>
                    <a:pt x="3561092" y="41696"/>
                  </a:lnTo>
                  <a:lnTo>
                    <a:pt x="3563462" y="41696"/>
                  </a:lnTo>
                  <a:lnTo>
                    <a:pt x="3565831" y="41696"/>
                  </a:lnTo>
                  <a:lnTo>
                    <a:pt x="3568200" y="41696"/>
                  </a:lnTo>
                  <a:lnTo>
                    <a:pt x="3570570" y="41696"/>
                  </a:lnTo>
                  <a:lnTo>
                    <a:pt x="3572939" y="41696"/>
                  </a:lnTo>
                  <a:lnTo>
                    <a:pt x="3575308" y="41696"/>
                  </a:lnTo>
                  <a:lnTo>
                    <a:pt x="3577678" y="41696"/>
                  </a:lnTo>
                  <a:lnTo>
                    <a:pt x="3580047" y="41696"/>
                  </a:lnTo>
                  <a:lnTo>
                    <a:pt x="3582416" y="41696"/>
                  </a:lnTo>
                  <a:lnTo>
                    <a:pt x="3584786" y="41696"/>
                  </a:lnTo>
                  <a:lnTo>
                    <a:pt x="3587155" y="41696"/>
                  </a:lnTo>
                  <a:lnTo>
                    <a:pt x="3589524" y="41696"/>
                  </a:lnTo>
                  <a:lnTo>
                    <a:pt x="3591894" y="41696"/>
                  </a:lnTo>
                  <a:lnTo>
                    <a:pt x="3594263" y="41696"/>
                  </a:lnTo>
                  <a:lnTo>
                    <a:pt x="3596632" y="41696"/>
                  </a:lnTo>
                  <a:lnTo>
                    <a:pt x="3599001" y="41696"/>
                  </a:lnTo>
                  <a:lnTo>
                    <a:pt x="3601371" y="41696"/>
                  </a:lnTo>
                  <a:lnTo>
                    <a:pt x="3603740" y="41696"/>
                  </a:lnTo>
                  <a:lnTo>
                    <a:pt x="3606109" y="41696"/>
                  </a:lnTo>
                  <a:lnTo>
                    <a:pt x="3608479" y="41696"/>
                  </a:lnTo>
                  <a:lnTo>
                    <a:pt x="3610848" y="41696"/>
                  </a:lnTo>
                  <a:lnTo>
                    <a:pt x="3613217" y="41696"/>
                  </a:lnTo>
                  <a:lnTo>
                    <a:pt x="3615587" y="41696"/>
                  </a:lnTo>
                  <a:lnTo>
                    <a:pt x="3617956" y="41696"/>
                  </a:lnTo>
                  <a:lnTo>
                    <a:pt x="3620325" y="41696"/>
                  </a:lnTo>
                  <a:lnTo>
                    <a:pt x="3622695" y="41696"/>
                  </a:lnTo>
                  <a:lnTo>
                    <a:pt x="3625064" y="41696"/>
                  </a:lnTo>
                  <a:lnTo>
                    <a:pt x="3627433" y="41696"/>
                  </a:lnTo>
                  <a:lnTo>
                    <a:pt x="3629803" y="41696"/>
                  </a:lnTo>
                  <a:lnTo>
                    <a:pt x="3632172" y="41696"/>
                  </a:lnTo>
                  <a:lnTo>
                    <a:pt x="3634541" y="41696"/>
                  </a:lnTo>
                  <a:lnTo>
                    <a:pt x="3636911" y="41696"/>
                  </a:lnTo>
                  <a:lnTo>
                    <a:pt x="3639280" y="41696"/>
                  </a:lnTo>
                  <a:lnTo>
                    <a:pt x="3641649" y="41696"/>
                  </a:lnTo>
                  <a:lnTo>
                    <a:pt x="3644019" y="41696"/>
                  </a:lnTo>
                  <a:lnTo>
                    <a:pt x="3646388" y="41696"/>
                  </a:lnTo>
                  <a:lnTo>
                    <a:pt x="3648757" y="41696"/>
                  </a:lnTo>
                  <a:lnTo>
                    <a:pt x="3651127" y="41696"/>
                  </a:lnTo>
                  <a:lnTo>
                    <a:pt x="3653496" y="41696"/>
                  </a:lnTo>
                  <a:lnTo>
                    <a:pt x="3655865" y="41696"/>
                  </a:lnTo>
                  <a:lnTo>
                    <a:pt x="3658235" y="41696"/>
                  </a:lnTo>
                  <a:lnTo>
                    <a:pt x="3658235" y="35739"/>
                  </a:lnTo>
                  <a:lnTo>
                    <a:pt x="3660604" y="35739"/>
                  </a:lnTo>
                  <a:lnTo>
                    <a:pt x="3662973" y="35739"/>
                  </a:lnTo>
                  <a:lnTo>
                    <a:pt x="3665343" y="35739"/>
                  </a:lnTo>
                  <a:lnTo>
                    <a:pt x="3667712" y="35739"/>
                  </a:lnTo>
                  <a:lnTo>
                    <a:pt x="3670081" y="35739"/>
                  </a:lnTo>
                  <a:lnTo>
                    <a:pt x="3672451" y="35739"/>
                  </a:lnTo>
                  <a:lnTo>
                    <a:pt x="3674820" y="35739"/>
                  </a:lnTo>
                  <a:lnTo>
                    <a:pt x="3677189" y="35739"/>
                  </a:lnTo>
                  <a:lnTo>
                    <a:pt x="3679558" y="35739"/>
                  </a:lnTo>
                  <a:lnTo>
                    <a:pt x="3681928" y="35739"/>
                  </a:lnTo>
                  <a:lnTo>
                    <a:pt x="3684297" y="35739"/>
                  </a:lnTo>
                  <a:lnTo>
                    <a:pt x="3686666" y="35739"/>
                  </a:lnTo>
                  <a:lnTo>
                    <a:pt x="3689036" y="35739"/>
                  </a:lnTo>
                  <a:lnTo>
                    <a:pt x="3691405" y="35739"/>
                  </a:lnTo>
                  <a:lnTo>
                    <a:pt x="3693774" y="35739"/>
                  </a:lnTo>
                  <a:lnTo>
                    <a:pt x="3696144" y="35739"/>
                  </a:lnTo>
                  <a:lnTo>
                    <a:pt x="3698513" y="35739"/>
                  </a:lnTo>
                  <a:lnTo>
                    <a:pt x="3700882" y="35739"/>
                  </a:lnTo>
                  <a:lnTo>
                    <a:pt x="3703252" y="35739"/>
                  </a:lnTo>
                  <a:lnTo>
                    <a:pt x="3705621" y="35739"/>
                  </a:lnTo>
                  <a:lnTo>
                    <a:pt x="3707990" y="35739"/>
                  </a:lnTo>
                  <a:lnTo>
                    <a:pt x="3710360" y="35739"/>
                  </a:lnTo>
                  <a:lnTo>
                    <a:pt x="3712729" y="35739"/>
                  </a:lnTo>
                  <a:lnTo>
                    <a:pt x="3715098" y="35739"/>
                  </a:lnTo>
                  <a:lnTo>
                    <a:pt x="3717468" y="35739"/>
                  </a:lnTo>
                  <a:lnTo>
                    <a:pt x="3719837" y="35739"/>
                  </a:lnTo>
                  <a:lnTo>
                    <a:pt x="3722206" y="35739"/>
                  </a:lnTo>
                  <a:lnTo>
                    <a:pt x="3724576" y="35739"/>
                  </a:lnTo>
                  <a:lnTo>
                    <a:pt x="3726945" y="35739"/>
                  </a:lnTo>
                  <a:lnTo>
                    <a:pt x="3729314" y="35739"/>
                  </a:lnTo>
                  <a:lnTo>
                    <a:pt x="3731684" y="35739"/>
                  </a:lnTo>
                  <a:lnTo>
                    <a:pt x="3734053" y="35739"/>
                  </a:lnTo>
                  <a:lnTo>
                    <a:pt x="3734053" y="29783"/>
                  </a:lnTo>
                  <a:lnTo>
                    <a:pt x="3736422" y="29783"/>
                  </a:lnTo>
                  <a:lnTo>
                    <a:pt x="3738792" y="29783"/>
                  </a:lnTo>
                  <a:lnTo>
                    <a:pt x="3741161" y="29783"/>
                  </a:lnTo>
                  <a:lnTo>
                    <a:pt x="3743530" y="29783"/>
                  </a:lnTo>
                  <a:lnTo>
                    <a:pt x="3745900" y="29783"/>
                  </a:lnTo>
                  <a:lnTo>
                    <a:pt x="3748269" y="29783"/>
                  </a:lnTo>
                  <a:lnTo>
                    <a:pt x="3750638" y="29783"/>
                  </a:lnTo>
                  <a:lnTo>
                    <a:pt x="3750638" y="23826"/>
                  </a:lnTo>
                  <a:lnTo>
                    <a:pt x="3753008" y="23826"/>
                  </a:lnTo>
                  <a:lnTo>
                    <a:pt x="3755377" y="23826"/>
                  </a:lnTo>
                  <a:lnTo>
                    <a:pt x="3757746" y="23826"/>
                  </a:lnTo>
                  <a:lnTo>
                    <a:pt x="3760115" y="23826"/>
                  </a:lnTo>
                  <a:lnTo>
                    <a:pt x="3762485" y="23826"/>
                  </a:lnTo>
                  <a:lnTo>
                    <a:pt x="3764854" y="23826"/>
                  </a:lnTo>
                  <a:lnTo>
                    <a:pt x="3767223" y="23826"/>
                  </a:lnTo>
                  <a:lnTo>
                    <a:pt x="3769593" y="23826"/>
                  </a:lnTo>
                  <a:lnTo>
                    <a:pt x="3771962" y="23826"/>
                  </a:lnTo>
                  <a:lnTo>
                    <a:pt x="3774331" y="23826"/>
                  </a:lnTo>
                  <a:lnTo>
                    <a:pt x="3776701" y="23826"/>
                  </a:lnTo>
                  <a:lnTo>
                    <a:pt x="3779070" y="23826"/>
                  </a:lnTo>
                  <a:lnTo>
                    <a:pt x="3781439" y="23826"/>
                  </a:lnTo>
                  <a:lnTo>
                    <a:pt x="3783809" y="23826"/>
                  </a:lnTo>
                  <a:lnTo>
                    <a:pt x="3786178" y="23826"/>
                  </a:lnTo>
                  <a:lnTo>
                    <a:pt x="3788547" y="23826"/>
                  </a:lnTo>
                  <a:lnTo>
                    <a:pt x="3790917" y="23826"/>
                  </a:lnTo>
                  <a:lnTo>
                    <a:pt x="3793286" y="23826"/>
                  </a:lnTo>
                  <a:lnTo>
                    <a:pt x="3795655" y="23826"/>
                  </a:lnTo>
                  <a:lnTo>
                    <a:pt x="3798025" y="23826"/>
                  </a:lnTo>
                  <a:lnTo>
                    <a:pt x="3800394" y="23826"/>
                  </a:lnTo>
                  <a:lnTo>
                    <a:pt x="3802763" y="23826"/>
                  </a:lnTo>
                  <a:lnTo>
                    <a:pt x="3805133" y="23826"/>
                  </a:lnTo>
                  <a:lnTo>
                    <a:pt x="3807502" y="23826"/>
                  </a:lnTo>
                  <a:lnTo>
                    <a:pt x="3809871" y="23826"/>
                  </a:lnTo>
                  <a:lnTo>
                    <a:pt x="3812241" y="23826"/>
                  </a:lnTo>
                  <a:lnTo>
                    <a:pt x="3814610" y="23826"/>
                  </a:lnTo>
                  <a:lnTo>
                    <a:pt x="3816979" y="23826"/>
                  </a:lnTo>
                  <a:lnTo>
                    <a:pt x="3819349" y="23826"/>
                  </a:lnTo>
                  <a:lnTo>
                    <a:pt x="3821718" y="23826"/>
                  </a:lnTo>
                  <a:lnTo>
                    <a:pt x="3824087" y="23826"/>
                  </a:lnTo>
                  <a:lnTo>
                    <a:pt x="3826457" y="23826"/>
                  </a:lnTo>
                  <a:lnTo>
                    <a:pt x="3828826" y="23826"/>
                  </a:lnTo>
                  <a:lnTo>
                    <a:pt x="3831195" y="23826"/>
                  </a:lnTo>
                  <a:lnTo>
                    <a:pt x="3833564" y="23826"/>
                  </a:lnTo>
                  <a:lnTo>
                    <a:pt x="3835934" y="23826"/>
                  </a:lnTo>
                  <a:lnTo>
                    <a:pt x="3838303" y="23826"/>
                  </a:lnTo>
                  <a:lnTo>
                    <a:pt x="3840672" y="23826"/>
                  </a:lnTo>
                  <a:lnTo>
                    <a:pt x="3843042" y="23826"/>
                  </a:lnTo>
                  <a:lnTo>
                    <a:pt x="3845411" y="23826"/>
                  </a:lnTo>
                  <a:lnTo>
                    <a:pt x="3847780" y="23826"/>
                  </a:lnTo>
                  <a:lnTo>
                    <a:pt x="3850150" y="23826"/>
                  </a:lnTo>
                  <a:lnTo>
                    <a:pt x="3852519" y="23826"/>
                  </a:lnTo>
                  <a:lnTo>
                    <a:pt x="3854888" y="23826"/>
                  </a:lnTo>
                  <a:lnTo>
                    <a:pt x="3857258" y="23826"/>
                  </a:lnTo>
                  <a:lnTo>
                    <a:pt x="3859627" y="23826"/>
                  </a:lnTo>
                  <a:lnTo>
                    <a:pt x="3861996" y="23826"/>
                  </a:lnTo>
                  <a:lnTo>
                    <a:pt x="3864366" y="23826"/>
                  </a:lnTo>
                  <a:lnTo>
                    <a:pt x="3866735" y="23826"/>
                  </a:lnTo>
                  <a:lnTo>
                    <a:pt x="3869104" y="23826"/>
                  </a:lnTo>
                  <a:lnTo>
                    <a:pt x="3871474" y="23826"/>
                  </a:lnTo>
                  <a:lnTo>
                    <a:pt x="3873843" y="23826"/>
                  </a:lnTo>
                  <a:lnTo>
                    <a:pt x="3876212" y="23826"/>
                  </a:lnTo>
                  <a:lnTo>
                    <a:pt x="3878582" y="23826"/>
                  </a:lnTo>
                  <a:lnTo>
                    <a:pt x="3880951" y="23826"/>
                  </a:lnTo>
                  <a:lnTo>
                    <a:pt x="3883320" y="23826"/>
                  </a:lnTo>
                  <a:lnTo>
                    <a:pt x="3885690" y="23826"/>
                  </a:lnTo>
                  <a:lnTo>
                    <a:pt x="3888059" y="23826"/>
                  </a:lnTo>
                  <a:lnTo>
                    <a:pt x="3890428" y="23826"/>
                  </a:lnTo>
                  <a:lnTo>
                    <a:pt x="3892798" y="23826"/>
                  </a:lnTo>
                  <a:lnTo>
                    <a:pt x="3895167" y="23826"/>
                  </a:lnTo>
                  <a:lnTo>
                    <a:pt x="3897536" y="23826"/>
                  </a:lnTo>
                  <a:lnTo>
                    <a:pt x="3899906" y="23826"/>
                  </a:lnTo>
                  <a:lnTo>
                    <a:pt x="3902275" y="23826"/>
                  </a:lnTo>
                  <a:lnTo>
                    <a:pt x="3904644" y="23826"/>
                  </a:lnTo>
                  <a:lnTo>
                    <a:pt x="3907014" y="23826"/>
                  </a:lnTo>
                  <a:lnTo>
                    <a:pt x="3909383" y="23826"/>
                  </a:lnTo>
                  <a:lnTo>
                    <a:pt x="3911752" y="23826"/>
                  </a:lnTo>
                  <a:lnTo>
                    <a:pt x="3914121" y="23826"/>
                  </a:lnTo>
                  <a:lnTo>
                    <a:pt x="3916491" y="23826"/>
                  </a:lnTo>
                  <a:lnTo>
                    <a:pt x="3918860" y="23826"/>
                  </a:lnTo>
                  <a:lnTo>
                    <a:pt x="3918860" y="17869"/>
                  </a:lnTo>
                  <a:lnTo>
                    <a:pt x="3921229" y="17869"/>
                  </a:lnTo>
                  <a:lnTo>
                    <a:pt x="3923599" y="17869"/>
                  </a:lnTo>
                  <a:lnTo>
                    <a:pt x="3925968" y="17869"/>
                  </a:lnTo>
                  <a:lnTo>
                    <a:pt x="3928337" y="17869"/>
                  </a:lnTo>
                  <a:lnTo>
                    <a:pt x="3930707" y="17869"/>
                  </a:lnTo>
                  <a:lnTo>
                    <a:pt x="3933076" y="17869"/>
                  </a:lnTo>
                  <a:lnTo>
                    <a:pt x="3935445" y="17869"/>
                  </a:lnTo>
                  <a:lnTo>
                    <a:pt x="3937815" y="17869"/>
                  </a:lnTo>
                  <a:lnTo>
                    <a:pt x="3940184" y="17869"/>
                  </a:lnTo>
                  <a:lnTo>
                    <a:pt x="3942553" y="17869"/>
                  </a:lnTo>
                  <a:lnTo>
                    <a:pt x="3944923" y="17869"/>
                  </a:lnTo>
                  <a:lnTo>
                    <a:pt x="3947292" y="17869"/>
                  </a:lnTo>
                  <a:lnTo>
                    <a:pt x="3949661" y="17869"/>
                  </a:lnTo>
                  <a:lnTo>
                    <a:pt x="3952031" y="17869"/>
                  </a:lnTo>
                  <a:lnTo>
                    <a:pt x="3954400" y="17869"/>
                  </a:lnTo>
                  <a:lnTo>
                    <a:pt x="3956769" y="17869"/>
                  </a:lnTo>
                  <a:lnTo>
                    <a:pt x="3959139" y="17869"/>
                  </a:lnTo>
                  <a:lnTo>
                    <a:pt x="3961508" y="17869"/>
                  </a:lnTo>
                  <a:lnTo>
                    <a:pt x="3963877" y="17869"/>
                  </a:lnTo>
                  <a:lnTo>
                    <a:pt x="3966247" y="17869"/>
                  </a:lnTo>
                  <a:lnTo>
                    <a:pt x="3968616" y="17869"/>
                  </a:lnTo>
                  <a:lnTo>
                    <a:pt x="3970985" y="17869"/>
                  </a:lnTo>
                  <a:lnTo>
                    <a:pt x="3973355" y="17869"/>
                  </a:lnTo>
                  <a:lnTo>
                    <a:pt x="3975724" y="17869"/>
                  </a:lnTo>
                  <a:lnTo>
                    <a:pt x="3978093" y="17869"/>
                  </a:lnTo>
                  <a:lnTo>
                    <a:pt x="3980463" y="17869"/>
                  </a:lnTo>
                  <a:lnTo>
                    <a:pt x="3982832" y="17869"/>
                  </a:lnTo>
                  <a:lnTo>
                    <a:pt x="3985201" y="17869"/>
                  </a:lnTo>
                  <a:lnTo>
                    <a:pt x="3987571" y="17869"/>
                  </a:lnTo>
                  <a:lnTo>
                    <a:pt x="3989940" y="17869"/>
                  </a:lnTo>
                  <a:lnTo>
                    <a:pt x="3992309" y="17869"/>
                  </a:lnTo>
                  <a:lnTo>
                    <a:pt x="3994678" y="17869"/>
                  </a:lnTo>
                  <a:lnTo>
                    <a:pt x="3997048" y="17869"/>
                  </a:lnTo>
                  <a:lnTo>
                    <a:pt x="3999417" y="17869"/>
                  </a:lnTo>
                  <a:lnTo>
                    <a:pt x="4001786" y="17869"/>
                  </a:lnTo>
                  <a:lnTo>
                    <a:pt x="4004156" y="17869"/>
                  </a:lnTo>
                  <a:lnTo>
                    <a:pt x="4006525" y="17869"/>
                  </a:lnTo>
                  <a:lnTo>
                    <a:pt x="4008894" y="17869"/>
                  </a:lnTo>
                  <a:lnTo>
                    <a:pt x="4011264" y="17869"/>
                  </a:lnTo>
                  <a:lnTo>
                    <a:pt x="4013633" y="17869"/>
                  </a:lnTo>
                  <a:lnTo>
                    <a:pt x="4016002" y="17869"/>
                  </a:lnTo>
                  <a:lnTo>
                    <a:pt x="4018372" y="17869"/>
                  </a:lnTo>
                  <a:lnTo>
                    <a:pt x="4020741" y="17869"/>
                  </a:lnTo>
                  <a:lnTo>
                    <a:pt x="4023110" y="17869"/>
                  </a:lnTo>
                  <a:lnTo>
                    <a:pt x="4025480" y="17869"/>
                  </a:lnTo>
                  <a:lnTo>
                    <a:pt x="4027849" y="17869"/>
                  </a:lnTo>
                  <a:lnTo>
                    <a:pt x="4030218" y="17869"/>
                  </a:lnTo>
                  <a:lnTo>
                    <a:pt x="4032588" y="17869"/>
                  </a:lnTo>
                  <a:lnTo>
                    <a:pt x="4034957" y="17869"/>
                  </a:lnTo>
                  <a:lnTo>
                    <a:pt x="4037326" y="17869"/>
                  </a:lnTo>
                  <a:lnTo>
                    <a:pt x="4039696" y="17869"/>
                  </a:lnTo>
                  <a:lnTo>
                    <a:pt x="4042065" y="17869"/>
                  </a:lnTo>
                  <a:lnTo>
                    <a:pt x="4044434" y="17869"/>
                  </a:lnTo>
                  <a:lnTo>
                    <a:pt x="4046804" y="17869"/>
                  </a:lnTo>
                  <a:lnTo>
                    <a:pt x="4049173" y="17869"/>
                  </a:lnTo>
                  <a:lnTo>
                    <a:pt x="4051542" y="17869"/>
                  </a:lnTo>
                  <a:lnTo>
                    <a:pt x="4053912" y="17869"/>
                  </a:lnTo>
                  <a:lnTo>
                    <a:pt x="4056281" y="17869"/>
                  </a:lnTo>
                  <a:lnTo>
                    <a:pt x="4058650" y="17869"/>
                  </a:lnTo>
                  <a:lnTo>
                    <a:pt x="4061020" y="17869"/>
                  </a:lnTo>
                  <a:lnTo>
                    <a:pt x="4063389" y="17869"/>
                  </a:lnTo>
                  <a:lnTo>
                    <a:pt x="4065758" y="17869"/>
                  </a:lnTo>
                  <a:lnTo>
                    <a:pt x="4068127" y="17869"/>
                  </a:lnTo>
                  <a:lnTo>
                    <a:pt x="4070497" y="17869"/>
                  </a:lnTo>
                  <a:lnTo>
                    <a:pt x="4072866" y="17869"/>
                  </a:lnTo>
                  <a:lnTo>
                    <a:pt x="4075235" y="17869"/>
                  </a:lnTo>
                  <a:lnTo>
                    <a:pt x="4077605" y="17869"/>
                  </a:lnTo>
                  <a:lnTo>
                    <a:pt x="4079974" y="17869"/>
                  </a:lnTo>
                  <a:lnTo>
                    <a:pt x="4082343" y="17869"/>
                  </a:lnTo>
                  <a:lnTo>
                    <a:pt x="4084713" y="17869"/>
                  </a:lnTo>
                  <a:lnTo>
                    <a:pt x="4087082" y="17869"/>
                  </a:lnTo>
                  <a:lnTo>
                    <a:pt x="4089451" y="17869"/>
                  </a:lnTo>
                  <a:lnTo>
                    <a:pt x="4091821" y="17869"/>
                  </a:lnTo>
                  <a:lnTo>
                    <a:pt x="4094190" y="17869"/>
                  </a:lnTo>
                  <a:lnTo>
                    <a:pt x="4096559" y="17869"/>
                  </a:lnTo>
                  <a:lnTo>
                    <a:pt x="4098929" y="17869"/>
                  </a:lnTo>
                  <a:lnTo>
                    <a:pt x="4101298" y="17869"/>
                  </a:lnTo>
                  <a:lnTo>
                    <a:pt x="4103667" y="17869"/>
                  </a:lnTo>
                  <a:lnTo>
                    <a:pt x="4106037" y="17869"/>
                  </a:lnTo>
                  <a:lnTo>
                    <a:pt x="4108406" y="17869"/>
                  </a:lnTo>
                  <a:lnTo>
                    <a:pt x="4108406" y="11913"/>
                  </a:lnTo>
                  <a:lnTo>
                    <a:pt x="4110775" y="11913"/>
                  </a:lnTo>
                  <a:lnTo>
                    <a:pt x="4113145" y="11913"/>
                  </a:lnTo>
                  <a:lnTo>
                    <a:pt x="4115514" y="11913"/>
                  </a:lnTo>
                  <a:lnTo>
                    <a:pt x="4117883" y="11913"/>
                  </a:lnTo>
                  <a:lnTo>
                    <a:pt x="4120253" y="11913"/>
                  </a:lnTo>
                  <a:lnTo>
                    <a:pt x="4122622" y="11913"/>
                  </a:lnTo>
                  <a:lnTo>
                    <a:pt x="4124991" y="11913"/>
                  </a:lnTo>
                  <a:lnTo>
                    <a:pt x="4127361" y="11913"/>
                  </a:lnTo>
                  <a:lnTo>
                    <a:pt x="4129730" y="11913"/>
                  </a:lnTo>
                  <a:lnTo>
                    <a:pt x="4132099" y="11913"/>
                  </a:lnTo>
                  <a:lnTo>
                    <a:pt x="4134469" y="11913"/>
                  </a:lnTo>
                  <a:lnTo>
                    <a:pt x="4136838" y="11913"/>
                  </a:lnTo>
                  <a:lnTo>
                    <a:pt x="4139207" y="11913"/>
                  </a:lnTo>
                  <a:lnTo>
                    <a:pt x="4141577" y="11913"/>
                  </a:lnTo>
                  <a:lnTo>
                    <a:pt x="4143946" y="11913"/>
                  </a:lnTo>
                  <a:lnTo>
                    <a:pt x="4146315" y="11913"/>
                  </a:lnTo>
                  <a:lnTo>
                    <a:pt x="4148684" y="11913"/>
                  </a:lnTo>
                  <a:lnTo>
                    <a:pt x="4151054" y="11913"/>
                  </a:lnTo>
                  <a:lnTo>
                    <a:pt x="4153423" y="11913"/>
                  </a:lnTo>
                  <a:lnTo>
                    <a:pt x="4155792" y="11913"/>
                  </a:lnTo>
                  <a:lnTo>
                    <a:pt x="4158162" y="11913"/>
                  </a:lnTo>
                  <a:lnTo>
                    <a:pt x="4160531" y="11913"/>
                  </a:lnTo>
                  <a:lnTo>
                    <a:pt x="4162900" y="11913"/>
                  </a:lnTo>
                  <a:lnTo>
                    <a:pt x="4165270" y="11913"/>
                  </a:lnTo>
                  <a:lnTo>
                    <a:pt x="4167639" y="11913"/>
                  </a:lnTo>
                  <a:lnTo>
                    <a:pt x="4170008" y="11913"/>
                  </a:lnTo>
                  <a:lnTo>
                    <a:pt x="4172378" y="11913"/>
                  </a:lnTo>
                  <a:lnTo>
                    <a:pt x="4174747" y="11913"/>
                  </a:lnTo>
                  <a:lnTo>
                    <a:pt x="4177116" y="11913"/>
                  </a:lnTo>
                  <a:lnTo>
                    <a:pt x="4179486" y="11913"/>
                  </a:lnTo>
                  <a:lnTo>
                    <a:pt x="4181855" y="11913"/>
                  </a:lnTo>
                  <a:lnTo>
                    <a:pt x="4184224" y="11913"/>
                  </a:lnTo>
                  <a:lnTo>
                    <a:pt x="4186594" y="11913"/>
                  </a:lnTo>
                  <a:lnTo>
                    <a:pt x="4188963" y="11913"/>
                  </a:lnTo>
                  <a:lnTo>
                    <a:pt x="4191332" y="11913"/>
                  </a:lnTo>
                  <a:lnTo>
                    <a:pt x="4193702" y="11913"/>
                  </a:lnTo>
                  <a:lnTo>
                    <a:pt x="4196071" y="11913"/>
                  </a:lnTo>
                  <a:lnTo>
                    <a:pt x="4198440" y="11913"/>
                  </a:lnTo>
                  <a:lnTo>
                    <a:pt x="4200810" y="11913"/>
                  </a:lnTo>
                  <a:lnTo>
                    <a:pt x="4203179" y="11913"/>
                  </a:lnTo>
                  <a:lnTo>
                    <a:pt x="4205548" y="11913"/>
                  </a:lnTo>
                  <a:lnTo>
                    <a:pt x="4207918" y="11913"/>
                  </a:lnTo>
                  <a:lnTo>
                    <a:pt x="4210287" y="11913"/>
                  </a:lnTo>
                  <a:lnTo>
                    <a:pt x="4212656" y="11913"/>
                  </a:lnTo>
                  <a:lnTo>
                    <a:pt x="4215026" y="11913"/>
                  </a:lnTo>
                  <a:lnTo>
                    <a:pt x="4217395" y="11913"/>
                  </a:lnTo>
                  <a:lnTo>
                    <a:pt x="4219764" y="11913"/>
                  </a:lnTo>
                  <a:lnTo>
                    <a:pt x="4222134" y="11913"/>
                  </a:lnTo>
                  <a:lnTo>
                    <a:pt x="4224503" y="11913"/>
                  </a:lnTo>
                  <a:lnTo>
                    <a:pt x="4226872" y="11913"/>
                  </a:lnTo>
                  <a:lnTo>
                    <a:pt x="4229241" y="11913"/>
                  </a:lnTo>
                  <a:lnTo>
                    <a:pt x="4231611" y="11913"/>
                  </a:lnTo>
                  <a:lnTo>
                    <a:pt x="4233980" y="11913"/>
                  </a:lnTo>
                  <a:lnTo>
                    <a:pt x="4236349" y="11913"/>
                  </a:lnTo>
                  <a:lnTo>
                    <a:pt x="4238719" y="11913"/>
                  </a:lnTo>
                  <a:lnTo>
                    <a:pt x="4241088" y="11913"/>
                  </a:lnTo>
                  <a:lnTo>
                    <a:pt x="4243457" y="11913"/>
                  </a:lnTo>
                  <a:lnTo>
                    <a:pt x="4245827" y="11913"/>
                  </a:lnTo>
                  <a:lnTo>
                    <a:pt x="4248196" y="11913"/>
                  </a:lnTo>
                  <a:lnTo>
                    <a:pt x="4250565" y="11913"/>
                  </a:lnTo>
                  <a:lnTo>
                    <a:pt x="4252935" y="11913"/>
                  </a:lnTo>
                  <a:lnTo>
                    <a:pt x="4255304" y="11913"/>
                  </a:lnTo>
                  <a:lnTo>
                    <a:pt x="4257673" y="11913"/>
                  </a:lnTo>
                  <a:lnTo>
                    <a:pt x="4260043" y="11913"/>
                  </a:lnTo>
                  <a:lnTo>
                    <a:pt x="4262412" y="11913"/>
                  </a:lnTo>
                  <a:lnTo>
                    <a:pt x="4264781" y="11913"/>
                  </a:lnTo>
                  <a:lnTo>
                    <a:pt x="4267151" y="11913"/>
                  </a:lnTo>
                  <a:lnTo>
                    <a:pt x="4269520" y="11913"/>
                  </a:lnTo>
                  <a:lnTo>
                    <a:pt x="4271889" y="11913"/>
                  </a:lnTo>
                  <a:lnTo>
                    <a:pt x="4274259" y="11913"/>
                  </a:lnTo>
                  <a:lnTo>
                    <a:pt x="4276628" y="11913"/>
                  </a:lnTo>
                  <a:lnTo>
                    <a:pt x="4278997" y="11913"/>
                  </a:lnTo>
                  <a:lnTo>
                    <a:pt x="4281367" y="11913"/>
                  </a:lnTo>
                  <a:lnTo>
                    <a:pt x="4283736" y="11913"/>
                  </a:lnTo>
                  <a:lnTo>
                    <a:pt x="4286105" y="11913"/>
                  </a:lnTo>
                  <a:lnTo>
                    <a:pt x="4288475" y="11913"/>
                  </a:lnTo>
                  <a:lnTo>
                    <a:pt x="4290844" y="11913"/>
                  </a:lnTo>
                  <a:lnTo>
                    <a:pt x="4293213" y="11913"/>
                  </a:lnTo>
                  <a:lnTo>
                    <a:pt x="4295583" y="11913"/>
                  </a:lnTo>
                  <a:lnTo>
                    <a:pt x="4297952" y="11913"/>
                  </a:lnTo>
                  <a:lnTo>
                    <a:pt x="4300321" y="11913"/>
                  </a:lnTo>
                  <a:lnTo>
                    <a:pt x="4302690" y="11913"/>
                  </a:lnTo>
                  <a:lnTo>
                    <a:pt x="4305060" y="11913"/>
                  </a:lnTo>
                  <a:lnTo>
                    <a:pt x="4307429" y="11913"/>
                  </a:lnTo>
                  <a:lnTo>
                    <a:pt x="4309798" y="11913"/>
                  </a:lnTo>
                  <a:lnTo>
                    <a:pt x="4312168" y="11913"/>
                  </a:lnTo>
                  <a:lnTo>
                    <a:pt x="4314537" y="11913"/>
                  </a:lnTo>
                  <a:lnTo>
                    <a:pt x="4316906" y="11913"/>
                  </a:lnTo>
                  <a:lnTo>
                    <a:pt x="4319276" y="11913"/>
                  </a:lnTo>
                  <a:lnTo>
                    <a:pt x="4321645" y="11913"/>
                  </a:lnTo>
                  <a:lnTo>
                    <a:pt x="4324014" y="11913"/>
                  </a:lnTo>
                  <a:lnTo>
                    <a:pt x="4326384" y="11913"/>
                  </a:lnTo>
                  <a:lnTo>
                    <a:pt x="4328753" y="11913"/>
                  </a:lnTo>
                  <a:lnTo>
                    <a:pt x="4331122" y="11913"/>
                  </a:lnTo>
                  <a:lnTo>
                    <a:pt x="4333492" y="11913"/>
                  </a:lnTo>
                  <a:lnTo>
                    <a:pt x="4335861" y="11913"/>
                  </a:lnTo>
                  <a:lnTo>
                    <a:pt x="4338230" y="11913"/>
                  </a:lnTo>
                  <a:lnTo>
                    <a:pt x="4340600" y="11913"/>
                  </a:lnTo>
                  <a:lnTo>
                    <a:pt x="4342969" y="11913"/>
                  </a:lnTo>
                  <a:lnTo>
                    <a:pt x="4345338" y="11913"/>
                  </a:lnTo>
                  <a:lnTo>
                    <a:pt x="4347708" y="11913"/>
                  </a:lnTo>
                  <a:lnTo>
                    <a:pt x="4350077" y="11913"/>
                  </a:lnTo>
                  <a:lnTo>
                    <a:pt x="4352446" y="11913"/>
                  </a:lnTo>
                  <a:lnTo>
                    <a:pt x="4354816" y="11913"/>
                  </a:lnTo>
                  <a:lnTo>
                    <a:pt x="4357185" y="11913"/>
                  </a:lnTo>
                  <a:lnTo>
                    <a:pt x="4359554" y="11913"/>
                  </a:lnTo>
                  <a:lnTo>
                    <a:pt x="4361924" y="11913"/>
                  </a:lnTo>
                  <a:lnTo>
                    <a:pt x="4364293" y="11913"/>
                  </a:lnTo>
                  <a:lnTo>
                    <a:pt x="4366662" y="11913"/>
                  </a:lnTo>
                  <a:lnTo>
                    <a:pt x="4369032" y="11913"/>
                  </a:lnTo>
                  <a:lnTo>
                    <a:pt x="4371401" y="11913"/>
                  </a:lnTo>
                  <a:lnTo>
                    <a:pt x="4373770" y="11913"/>
                  </a:lnTo>
                  <a:lnTo>
                    <a:pt x="4376140" y="11913"/>
                  </a:lnTo>
                  <a:lnTo>
                    <a:pt x="4378509" y="11913"/>
                  </a:lnTo>
                  <a:lnTo>
                    <a:pt x="4380878" y="11913"/>
                  </a:lnTo>
                  <a:lnTo>
                    <a:pt x="4383247" y="11913"/>
                  </a:lnTo>
                  <a:lnTo>
                    <a:pt x="4385617" y="11913"/>
                  </a:lnTo>
                  <a:lnTo>
                    <a:pt x="4387986" y="11913"/>
                  </a:lnTo>
                  <a:lnTo>
                    <a:pt x="4390355" y="11913"/>
                  </a:lnTo>
                  <a:lnTo>
                    <a:pt x="4392725" y="11913"/>
                  </a:lnTo>
                  <a:lnTo>
                    <a:pt x="4395094" y="11913"/>
                  </a:lnTo>
                  <a:lnTo>
                    <a:pt x="4397463" y="11913"/>
                  </a:lnTo>
                  <a:lnTo>
                    <a:pt x="4399833" y="11913"/>
                  </a:lnTo>
                  <a:lnTo>
                    <a:pt x="4402202" y="11913"/>
                  </a:lnTo>
                  <a:lnTo>
                    <a:pt x="4404571" y="11913"/>
                  </a:lnTo>
                  <a:lnTo>
                    <a:pt x="4406941" y="11913"/>
                  </a:lnTo>
                  <a:lnTo>
                    <a:pt x="4409310" y="11913"/>
                  </a:lnTo>
                  <a:lnTo>
                    <a:pt x="4411679" y="11913"/>
                  </a:lnTo>
                  <a:lnTo>
                    <a:pt x="4414049" y="11913"/>
                  </a:lnTo>
                  <a:lnTo>
                    <a:pt x="4416418" y="11913"/>
                  </a:lnTo>
                  <a:lnTo>
                    <a:pt x="4418787" y="11913"/>
                  </a:lnTo>
                  <a:lnTo>
                    <a:pt x="4421157" y="11913"/>
                  </a:lnTo>
                  <a:lnTo>
                    <a:pt x="4423526" y="11913"/>
                  </a:lnTo>
                  <a:lnTo>
                    <a:pt x="4425895" y="11913"/>
                  </a:lnTo>
                  <a:lnTo>
                    <a:pt x="4428265" y="11913"/>
                  </a:lnTo>
                  <a:lnTo>
                    <a:pt x="4430634" y="11913"/>
                  </a:lnTo>
                  <a:lnTo>
                    <a:pt x="4433003" y="11913"/>
                  </a:lnTo>
                  <a:lnTo>
                    <a:pt x="4435373" y="11913"/>
                  </a:lnTo>
                  <a:lnTo>
                    <a:pt x="4437742" y="11913"/>
                  </a:lnTo>
                  <a:lnTo>
                    <a:pt x="4440111" y="11913"/>
                  </a:lnTo>
                  <a:lnTo>
                    <a:pt x="4442481" y="11913"/>
                  </a:lnTo>
                  <a:lnTo>
                    <a:pt x="4444850" y="11913"/>
                  </a:lnTo>
                  <a:lnTo>
                    <a:pt x="4447219" y="11913"/>
                  </a:lnTo>
                  <a:lnTo>
                    <a:pt x="4449589" y="11913"/>
                  </a:lnTo>
                  <a:lnTo>
                    <a:pt x="4451958" y="11913"/>
                  </a:lnTo>
                  <a:lnTo>
                    <a:pt x="4454327" y="11913"/>
                  </a:lnTo>
                  <a:lnTo>
                    <a:pt x="4456697" y="11913"/>
                  </a:lnTo>
                  <a:lnTo>
                    <a:pt x="4459066" y="11913"/>
                  </a:lnTo>
                  <a:lnTo>
                    <a:pt x="4461435" y="11913"/>
                  </a:lnTo>
                  <a:lnTo>
                    <a:pt x="4463804" y="11913"/>
                  </a:lnTo>
                  <a:lnTo>
                    <a:pt x="4466174" y="11913"/>
                  </a:lnTo>
                  <a:lnTo>
                    <a:pt x="4468543" y="11913"/>
                  </a:lnTo>
                  <a:lnTo>
                    <a:pt x="4470912" y="11913"/>
                  </a:lnTo>
                  <a:lnTo>
                    <a:pt x="4473282" y="11913"/>
                  </a:lnTo>
                  <a:lnTo>
                    <a:pt x="4475651" y="11913"/>
                  </a:lnTo>
                  <a:lnTo>
                    <a:pt x="4478020" y="11913"/>
                  </a:lnTo>
                  <a:lnTo>
                    <a:pt x="4480390" y="11913"/>
                  </a:lnTo>
                  <a:lnTo>
                    <a:pt x="4482759" y="11913"/>
                  </a:lnTo>
                  <a:lnTo>
                    <a:pt x="4485128" y="11913"/>
                  </a:lnTo>
                  <a:lnTo>
                    <a:pt x="4487498" y="11913"/>
                  </a:lnTo>
                  <a:lnTo>
                    <a:pt x="4489867" y="11913"/>
                  </a:lnTo>
                  <a:lnTo>
                    <a:pt x="4492236" y="11913"/>
                  </a:lnTo>
                  <a:lnTo>
                    <a:pt x="4494606" y="11913"/>
                  </a:lnTo>
                  <a:lnTo>
                    <a:pt x="4496975" y="11913"/>
                  </a:lnTo>
                  <a:lnTo>
                    <a:pt x="4499344" y="11913"/>
                  </a:lnTo>
                  <a:lnTo>
                    <a:pt x="4501714" y="11913"/>
                  </a:lnTo>
                  <a:lnTo>
                    <a:pt x="4504083" y="11913"/>
                  </a:lnTo>
                  <a:lnTo>
                    <a:pt x="4506452" y="11913"/>
                  </a:lnTo>
                  <a:lnTo>
                    <a:pt x="4508822" y="11913"/>
                  </a:lnTo>
                  <a:lnTo>
                    <a:pt x="4511191" y="11913"/>
                  </a:lnTo>
                  <a:lnTo>
                    <a:pt x="4513560" y="11913"/>
                  </a:lnTo>
                  <a:lnTo>
                    <a:pt x="4515930" y="11913"/>
                  </a:lnTo>
                  <a:lnTo>
                    <a:pt x="4518299" y="11913"/>
                  </a:lnTo>
                  <a:lnTo>
                    <a:pt x="4520668" y="11913"/>
                  </a:lnTo>
                  <a:lnTo>
                    <a:pt x="4523038" y="11913"/>
                  </a:lnTo>
                  <a:lnTo>
                    <a:pt x="4525407" y="11913"/>
                  </a:lnTo>
                  <a:lnTo>
                    <a:pt x="4527776" y="11913"/>
                  </a:lnTo>
                  <a:lnTo>
                    <a:pt x="4530146" y="11913"/>
                  </a:lnTo>
                  <a:lnTo>
                    <a:pt x="4532515" y="11913"/>
                  </a:lnTo>
                  <a:lnTo>
                    <a:pt x="4534884" y="11913"/>
                  </a:lnTo>
                  <a:lnTo>
                    <a:pt x="4537253" y="11913"/>
                  </a:lnTo>
                  <a:lnTo>
                    <a:pt x="4539623" y="11913"/>
                  </a:lnTo>
                  <a:lnTo>
                    <a:pt x="4541992" y="11913"/>
                  </a:lnTo>
                  <a:lnTo>
                    <a:pt x="4544361" y="11913"/>
                  </a:lnTo>
                  <a:lnTo>
                    <a:pt x="4546731" y="11913"/>
                  </a:lnTo>
                  <a:lnTo>
                    <a:pt x="4549100" y="11913"/>
                  </a:lnTo>
                  <a:lnTo>
                    <a:pt x="4551469" y="11913"/>
                  </a:lnTo>
                  <a:lnTo>
                    <a:pt x="4553839" y="11913"/>
                  </a:lnTo>
                  <a:lnTo>
                    <a:pt x="4556208" y="11913"/>
                  </a:lnTo>
                  <a:lnTo>
                    <a:pt x="4558577" y="11913"/>
                  </a:lnTo>
                  <a:lnTo>
                    <a:pt x="4560947" y="11913"/>
                  </a:lnTo>
                  <a:lnTo>
                    <a:pt x="4563316" y="11913"/>
                  </a:lnTo>
                  <a:lnTo>
                    <a:pt x="4565685" y="11913"/>
                  </a:lnTo>
                  <a:lnTo>
                    <a:pt x="4568055" y="11913"/>
                  </a:lnTo>
                  <a:lnTo>
                    <a:pt x="4570424" y="11913"/>
                  </a:lnTo>
                  <a:lnTo>
                    <a:pt x="4572793" y="11913"/>
                  </a:lnTo>
                  <a:lnTo>
                    <a:pt x="4575163" y="11913"/>
                  </a:lnTo>
                  <a:lnTo>
                    <a:pt x="4577532" y="11913"/>
                  </a:lnTo>
                  <a:lnTo>
                    <a:pt x="4579901" y="11913"/>
                  </a:lnTo>
                  <a:lnTo>
                    <a:pt x="4582271" y="11913"/>
                  </a:lnTo>
                  <a:lnTo>
                    <a:pt x="4584640" y="11913"/>
                  </a:lnTo>
                  <a:lnTo>
                    <a:pt x="4587009" y="11913"/>
                  </a:lnTo>
                  <a:lnTo>
                    <a:pt x="4589379" y="11913"/>
                  </a:lnTo>
                  <a:lnTo>
                    <a:pt x="4591748" y="11913"/>
                  </a:lnTo>
                  <a:lnTo>
                    <a:pt x="4594117" y="11913"/>
                  </a:lnTo>
                  <a:lnTo>
                    <a:pt x="4596487" y="11913"/>
                  </a:lnTo>
                  <a:lnTo>
                    <a:pt x="4598856" y="11913"/>
                  </a:lnTo>
                  <a:lnTo>
                    <a:pt x="4601225" y="11913"/>
                  </a:lnTo>
                  <a:lnTo>
                    <a:pt x="4603595" y="11913"/>
                  </a:lnTo>
                  <a:lnTo>
                    <a:pt x="4605964" y="11913"/>
                  </a:lnTo>
                  <a:lnTo>
                    <a:pt x="4608333" y="11913"/>
                  </a:lnTo>
                  <a:lnTo>
                    <a:pt x="4610703" y="11913"/>
                  </a:lnTo>
                  <a:lnTo>
                    <a:pt x="4613072" y="11913"/>
                  </a:lnTo>
                  <a:lnTo>
                    <a:pt x="4615441" y="11913"/>
                  </a:lnTo>
                  <a:lnTo>
                    <a:pt x="4617810" y="11913"/>
                  </a:lnTo>
                  <a:lnTo>
                    <a:pt x="4620180" y="11913"/>
                  </a:lnTo>
                  <a:lnTo>
                    <a:pt x="4622549" y="11913"/>
                  </a:lnTo>
                  <a:lnTo>
                    <a:pt x="4624918" y="11913"/>
                  </a:lnTo>
                  <a:lnTo>
                    <a:pt x="4627288" y="11913"/>
                  </a:lnTo>
                  <a:lnTo>
                    <a:pt x="4629657" y="11913"/>
                  </a:lnTo>
                  <a:lnTo>
                    <a:pt x="4632026" y="11913"/>
                  </a:lnTo>
                  <a:lnTo>
                    <a:pt x="4634396" y="11913"/>
                  </a:lnTo>
                  <a:lnTo>
                    <a:pt x="4636765" y="11913"/>
                  </a:lnTo>
                  <a:lnTo>
                    <a:pt x="4639134" y="11913"/>
                  </a:lnTo>
                  <a:lnTo>
                    <a:pt x="4641504" y="11913"/>
                  </a:lnTo>
                  <a:lnTo>
                    <a:pt x="4643873" y="11913"/>
                  </a:lnTo>
                  <a:lnTo>
                    <a:pt x="4646242" y="11913"/>
                  </a:lnTo>
                  <a:lnTo>
                    <a:pt x="4648612" y="11913"/>
                  </a:lnTo>
                  <a:lnTo>
                    <a:pt x="4650981" y="11913"/>
                  </a:lnTo>
                  <a:lnTo>
                    <a:pt x="4653350" y="11913"/>
                  </a:lnTo>
                  <a:lnTo>
                    <a:pt x="4655720" y="11913"/>
                  </a:lnTo>
                  <a:lnTo>
                    <a:pt x="4658089" y="11913"/>
                  </a:lnTo>
                  <a:lnTo>
                    <a:pt x="4660458" y="11913"/>
                  </a:lnTo>
                  <a:lnTo>
                    <a:pt x="4662828" y="11913"/>
                  </a:lnTo>
                  <a:lnTo>
                    <a:pt x="4665197" y="11913"/>
                  </a:lnTo>
                  <a:lnTo>
                    <a:pt x="4667566" y="11913"/>
                  </a:lnTo>
                  <a:lnTo>
                    <a:pt x="4669936" y="11913"/>
                  </a:lnTo>
                  <a:lnTo>
                    <a:pt x="4672305" y="11913"/>
                  </a:lnTo>
                  <a:lnTo>
                    <a:pt x="4674674" y="11913"/>
                  </a:lnTo>
                  <a:lnTo>
                    <a:pt x="4677044" y="11913"/>
                  </a:lnTo>
                  <a:lnTo>
                    <a:pt x="4679413" y="11913"/>
                  </a:lnTo>
                  <a:lnTo>
                    <a:pt x="4681782" y="11913"/>
                  </a:lnTo>
                  <a:lnTo>
                    <a:pt x="4684152" y="11913"/>
                  </a:lnTo>
                  <a:lnTo>
                    <a:pt x="4686521" y="11913"/>
                  </a:lnTo>
                  <a:lnTo>
                    <a:pt x="4688890" y="11913"/>
                  </a:lnTo>
                  <a:lnTo>
                    <a:pt x="4691260" y="11913"/>
                  </a:lnTo>
                  <a:lnTo>
                    <a:pt x="4693629" y="11913"/>
                  </a:lnTo>
                  <a:lnTo>
                    <a:pt x="4693629" y="5956"/>
                  </a:lnTo>
                  <a:lnTo>
                    <a:pt x="4695998" y="5956"/>
                  </a:lnTo>
                  <a:lnTo>
                    <a:pt x="4698367" y="5956"/>
                  </a:lnTo>
                  <a:lnTo>
                    <a:pt x="4700737" y="5956"/>
                  </a:lnTo>
                  <a:lnTo>
                    <a:pt x="4703106" y="5956"/>
                  </a:lnTo>
                  <a:lnTo>
                    <a:pt x="4705475" y="5956"/>
                  </a:lnTo>
                  <a:lnTo>
                    <a:pt x="4707845" y="5956"/>
                  </a:lnTo>
                  <a:lnTo>
                    <a:pt x="4710214" y="5956"/>
                  </a:lnTo>
                  <a:lnTo>
                    <a:pt x="4712583" y="5956"/>
                  </a:lnTo>
                  <a:lnTo>
                    <a:pt x="4714953" y="5956"/>
                  </a:lnTo>
                  <a:lnTo>
                    <a:pt x="4717322" y="5956"/>
                  </a:lnTo>
                  <a:lnTo>
                    <a:pt x="4719691" y="5956"/>
                  </a:lnTo>
                  <a:lnTo>
                    <a:pt x="4722061" y="5956"/>
                  </a:lnTo>
                  <a:lnTo>
                    <a:pt x="4724430" y="5956"/>
                  </a:lnTo>
                  <a:lnTo>
                    <a:pt x="4726799" y="5956"/>
                  </a:lnTo>
                  <a:lnTo>
                    <a:pt x="4729169" y="5956"/>
                  </a:lnTo>
                  <a:lnTo>
                    <a:pt x="4731538" y="5956"/>
                  </a:lnTo>
                  <a:lnTo>
                    <a:pt x="4733907" y="5956"/>
                  </a:lnTo>
                  <a:lnTo>
                    <a:pt x="4736277" y="5956"/>
                  </a:lnTo>
                  <a:lnTo>
                    <a:pt x="4738646" y="5956"/>
                  </a:lnTo>
                  <a:lnTo>
                    <a:pt x="4741015" y="5956"/>
                  </a:lnTo>
                  <a:lnTo>
                    <a:pt x="4743385" y="5956"/>
                  </a:lnTo>
                  <a:lnTo>
                    <a:pt x="4745754" y="5956"/>
                  </a:lnTo>
                  <a:lnTo>
                    <a:pt x="4748123" y="5956"/>
                  </a:lnTo>
                  <a:lnTo>
                    <a:pt x="4750493" y="5956"/>
                  </a:lnTo>
                  <a:lnTo>
                    <a:pt x="4752862" y="5956"/>
                  </a:lnTo>
                  <a:lnTo>
                    <a:pt x="4755231" y="5956"/>
                  </a:lnTo>
                  <a:lnTo>
                    <a:pt x="4757601" y="5956"/>
                  </a:lnTo>
                  <a:lnTo>
                    <a:pt x="4759970" y="5956"/>
                  </a:lnTo>
                  <a:lnTo>
                    <a:pt x="4762339" y="5956"/>
                  </a:lnTo>
                  <a:lnTo>
                    <a:pt x="4764709" y="5956"/>
                  </a:lnTo>
                  <a:lnTo>
                    <a:pt x="4767078" y="5956"/>
                  </a:lnTo>
                  <a:lnTo>
                    <a:pt x="4769447" y="5956"/>
                  </a:lnTo>
                  <a:lnTo>
                    <a:pt x="4771816" y="5956"/>
                  </a:lnTo>
                  <a:lnTo>
                    <a:pt x="4774186" y="5956"/>
                  </a:lnTo>
                  <a:lnTo>
                    <a:pt x="4776555" y="5956"/>
                  </a:lnTo>
                  <a:lnTo>
                    <a:pt x="4778924" y="5956"/>
                  </a:lnTo>
                  <a:lnTo>
                    <a:pt x="4781294" y="5956"/>
                  </a:lnTo>
                  <a:lnTo>
                    <a:pt x="4783663" y="5956"/>
                  </a:lnTo>
                  <a:lnTo>
                    <a:pt x="4786032" y="5956"/>
                  </a:lnTo>
                  <a:lnTo>
                    <a:pt x="4788402" y="5956"/>
                  </a:lnTo>
                  <a:lnTo>
                    <a:pt x="4790771" y="5956"/>
                  </a:lnTo>
                  <a:lnTo>
                    <a:pt x="4793140" y="5956"/>
                  </a:lnTo>
                  <a:lnTo>
                    <a:pt x="4795510" y="5956"/>
                  </a:lnTo>
                  <a:lnTo>
                    <a:pt x="4797879" y="5956"/>
                  </a:lnTo>
                  <a:lnTo>
                    <a:pt x="4800248" y="5956"/>
                  </a:lnTo>
                  <a:lnTo>
                    <a:pt x="4802618" y="5956"/>
                  </a:lnTo>
                  <a:lnTo>
                    <a:pt x="4804987" y="5956"/>
                  </a:lnTo>
                  <a:lnTo>
                    <a:pt x="4807356" y="5956"/>
                  </a:lnTo>
                  <a:lnTo>
                    <a:pt x="4809726" y="5956"/>
                  </a:lnTo>
                  <a:lnTo>
                    <a:pt x="4812095" y="5956"/>
                  </a:lnTo>
                  <a:lnTo>
                    <a:pt x="4814464" y="5956"/>
                  </a:lnTo>
                  <a:lnTo>
                    <a:pt x="4816834" y="5956"/>
                  </a:lnTo>
                  <a:lnTo>
                    <a:pt x="4819203" y="5956"/>
                  </a:lnTo>
                  <a:lnTo>
                    <a:pt x="4821572" y="5956"/>
                  </a:lnTo>
                  <a:lnTo>
                    <a:pt x="4823942" y="5956"/>
                  </a:lnTo>
                  <a:lnTo>
                    <a:pt x="4826311" y="5956"/>
                  </a:lnTo>
                  <a:lnTo>
                    <a:pt x="4828680" y="5956"/>
                  </a:lnTo>
                  <a:lnTo>
                    <a:pt x="4831050" y="5956"/>
                  </a:lnTo>
                  <a:lnTo>
                    <a:pt x="4833419" y="5956"/>
                  </a:lnTo>
                  <a:lnTo>
                    <a:pt x="4835788" y="5956"/>
                  </a:lnTo>
                  <a:lnTo>
                    <a:pt x="4838158" y="5956"/>
                  </a:lnTo>
                  <a:lnTo>
                    <a:pt x="4840527" y="5956"/>
                  </a:lnTo>
                  <a:lnTo>
                    <a:pt x="4842896" y="5956"/>
                  </a:lnTo>
                  <a:lnTo>
                    <a:pt x="4845266" y="5956"/>
                  </a:lnTo>
                  <a:lnTo>
                    <a:pt x="4847635" y="5956"/>
                  </a:lnTo>
                  <a:lnTo>
                    <a:pt x="4850004" y="5956"/>
                  </a:lnTo>
                  <a:lnTo>
                    <a:pt x="4850004" y="0"/>
                  </a:lnTo>
                  <a:lnTo>
                    <a:pt x="4852373" y="0"/>
                  </a:lnTo>
                  <a:lnTo>
                    <a:pt x="4854743" y="0"/>
                  </a:lnTo>
                  <a:lnTo>
                    <a:pt x="4857112" y="0"/>
                  </a:lnTo>
                  <a:lnTo>
                    <a:pt x="4859481" y="0"/>
                  </a:lnTo>
                  <a:lnTo>
                    <a:pt x="4861851" y="0"/>
                  </a:lnTo>
                  <a:lnTo>
                    <a:pt x="4864220" y="0"/>
                  </a:lnTo>
                  <a:lnTo>
                    <a:pt x="4866589" y="0"/>
                  </a:lnTo>
                  <a:lnTo>
                    <a:pt x="4868959" y="0"/>
                  </a:lnTo>
                  <a:lnTo>
                    <a:pt x="4871328" y="0"/>
                  </a:lnTo>
                  <a:lnTo>
                    <a:pt x="4873697" y="0"/>
                  </a:lnTo>
                  <a:lnTo>
                    <a:pt x="4876067" y="0"/>
                  </a:lnTo>
                  <a:lnTo>
                    <a:pt x="4878436" y="0"/>
                  </a:lnTo>
                  <a:lnTo>
                    <a:pt x="4880805" y="0"/>
                  </a:lnTo>
                  <a:lnTo>
                    <a:pt x="4883175" y="0"/>
                  </a:lnTo>
                  <a:lnTo>
                    <a:pt x="4885544" y="0"/>
                  </a:lnTo>
                  <a:lnTo>
                    <a:pt x="4887913" y="0"/>
                  </a:lnTo>
                  <a:lnTo>
                    <a:pt x="4890283" y="0"/>
                  </a:lnTo>
                  <a:lnTo>
                    <a:pt x="4892652" y="0"/>
                  </a:lnTo>
                  <a:lnTo>
                    <a:pt x="4895021" y="0"/>
                  </a:lnTo>
                  <a:lnTo>
                    <a:pt x="4897391" y="0"/>
                  </a:lnTo>
                  <a:lnTo>
                    <a:pt x="4899760" y="0"/>
                  </a:lnTo>
                  <a:lnTo>
                    <a:pt x="4902129" y="0"/>
                  </a:lnTo>
                  <a:lnTo>
                    <a:pt x="4904499" y="0"/>
                  </a:lnTo>
                  <a:lnTo>
                    <a:pt x="4906868" y="0"/>
                  </a:lnTo>
                  <a:lnTo>
                    <a:pt x="4909237" y="0"/>
                  </a:lnTo>
                  <a:lnTo>
                    <a:pt x="4911607" y="0"/>
                  </a:lnTo>
                  <a:lnTo>
                    <a:pt x="4913976" y="0"/>
                  </a:lnTo>
                  <a:lnTo>
                    <a:pt x="4916345" y="0"/>
                  </a:lnTo>
                  <a:lnTo>
                    <a:pt x="4918715" y="0"/>
                  </a:lnTo>
                  <a:lnTo>
                    <a:pt x="4921084" y="0"/>
                  </a:lnTo>
                  <a:lnTo>
                    <a:pt x="4923453" y="0"/>
                  </a:lnTo>
                  <a:lnTo>
                    <a:pt x="4925823" y="0"/>
                  </a:lnTo>
                  <a:lnTo>
                    <a:pt x="4928192" y="0"/>
                  </a:lnTo>
                  <a:lnTo>
                    <a:pt x="4930561" y="0"/>
                  </a:lnTo>
                  <a:lnTo>
                    <a:pt x="4932930" y="0"/>
                  </a:lnTo>
                  <a:lnTo>
                    <a:pt x="4935300" y="0"/>
                  </a:lnTo>
                  <a:lnTo>
                    <a:pt x="4937669" y="0"/>
                  </a:lnTo>
                  <a:lnTo>
                    <a:pt x="4940038" y="0"/>
                  </a:lnTo>
                  <a:lnTo>
                    <a:pt x="4942408" y="0"/>
                  </a:lnTo>
                  <a:lnTo>
                    <a:pt x="4944777" y="0"/>
                  </a:lnTo>
                  <a:lnTo>
                    <a:pt x="4947146" y="0"/>
                  </a:lnTo>
                  <a:lnTo>
                    <a:pt x="4949516" y="0"/>
                  </a:lnTo>
                  <a:lnTo>
                    <a:pt x="4951885" y="0"/>
                  </a:lnTo>
                  <a:lnTo>
                    <a:pt x="4954254" y="0"/>
                  </a:lnTo>
                  <a:lnTo>
                    <a:pt x="4956624" y="0"/>
                  </a:lnTo>
                  <a:lnTo>
                    <a:pt x="4958993" y="0"/>
                  </a:lnTo>
                  <a:lnTo>
                    <a:pt x="4961362" y="0"/>
                  </a:lnTo>
                  <a:lnTo>
                    <a:pt x="4963732" y="0"/>
                  </a:lnTo>
                  <a:lnTo>
                    <a:pt x="4966101" y="0"/>
                  </a:lnTo>
                  <a:lnTo>
                    <a:pt x="4968470" y="0"/>
                  </a:lnTo>
                  <a:lnTo>
                    <a:pt x="4970840" y="0"/>
                  </a:lnTo>
                  <a:lnTo>
                    <a:pt x="4973209" y="0"/>
                  </a:lnTo>
                  <a:lnTo>
                    <a:pt x="4975578" y="0"/>
                  </a:lnTo>
                  <a:lnTo>
                    <a:pt x="4977948" y="0"/>
                  </a:lnTo>
                  <a:lnTo>
                    <a:pt x="4980317" y="0"/>
                  </a:lnTo>
                  <a:lnTo>
                    <a:pt x="4982686" y="0"/>
                  </a:lnTo>
                  <a:lnTo>
                    <a:pt x="4985056" y="0"/>
                  </a:lnTo>
                  <a:lnTo>
                    <a:pt x="4987425" y="0"/>
                  </a:lnTo>
                  <a:lnTo>
                    <a:pt x="4989794" y="0"/>
                  </a:lnTo>
                  <a:lnTo>
                    <a:pt x="4992164" y="0"/>
                  </a:lnTo>
                  <a:lnTo>
                    <a:pt x="4994533" y="0"/>
                  </a:lnTo>
                  <a:lnTo>
                    <a:pt x="4996902" y="0"/>
                  </a:lnTo>
                  <a:lnTo>
                    <a:pt x="4999272" y="0"/>
                  </a:lnTo>
                  <a:lnTo>
                    <a:pt x="5001641" y="0"/>
                  </a:lnTo>
                  <a:lnTo>
                    <a:pt x="5004010" y="0"/>
                  </a:lnTo>
                  <a:lnTo>
                    <a:pt x="5006379" y="0"/>
                  </a:lnTo>
                  <a:lnTo>
                    <a:pt x="5008749" y="0"/>
                  </a:lnTo>
                  <a:lnTo>
                    <a:pt x="5011118" y="0"/>
                  </a:lnTo>
                  <a:lnTo>
                    <a:pt x="5013487" y="0"/>
                  </a:lnTo>
                  <a:lnTo>
                    <a:pt x="5015857" y="0"/>
                  </a:lnTo>
                  <a:lnTo>
                    <a:pt x="5018226" y="0"/>
                  </a:lnTo>
                  <a:lnTo>
                    <a:pt x="5020595" y="0"/>
                  </a:lnTo>
                  <a:lnTo>
                    <a:pt x="5022965" y="0"/>
                  </a:lnTo>
                  <a:lnTo>
                    <a:pt x="5025334" y="0"/>
                  </a:lnTo>
                  <a:lnTo>
                    <a:pt x="5027703" y="0"/>
                  </a:lnTo>
                  <a:lnTo>
                    <a:pt x="5030073" y="0"/>
                  </a:lnTo>
                  <a:lnTo>
                    <a:pt x="5032442" y="0"/>
                  </a:lnTo>
                  <a:lnTo>
                    <a:pt x="5034811" y="0"/>
                  </a:lnTo>
                  <a:lnTo>
                    <a:pt x="5037181" y="0"/>
                  </a:lnTo>
                  <a:lnTo>
                    <a:pt x="5039550" y="0"/>
                  </a:lnTo>
                  <a:lnTo>
                    <a:pt x="5041919" y="0"/>
                  </a:lnTo>
                  <a:lnTo>
                    <a:pt x="5044289" y="0"/>
                  </a:lnTo>
                  <a:lnTo>
                    <a:pt x="5046658" y="0"/>
                  </a:lnTo>
                  <a:lnTo>
                    <a:pt x="5049027" y="0"/>
                  </a:lnTo>
                  <a:lnTo>
                    <a:pt x="5051397" y="0"/>
                  </a:lnTo>
                  <a:lnTo>
                    <a:pt x="5053766" y="0"/>
                  </a:lnTo>
                  <a:lnTo>
                    <a:pt x="5056135" y="0"/>
                  </a:lnTo>
                  <a:lnTo>
                    <a:pt x="5058505" y="0"/>
                  </a:lnTo>
                  <a:lnTo>
                    <a:pt x="5060874" y="0"/>
                  </a:lnTo>
                  <a:lnTo>
                    <a:pt x="5063243" y="0"/>
                  </a:lnTo>
                  <a:lnTo>
                    <a:pt x="5065613" y="0"/>
                  </a:lnTo>
                  <a:lnTo>
                    <a:pt x="5067982" y="0"/>
                  </a:lnTo>
                  <a:lnTo>
                    <a:pt x="5070351" y="0"/>
                  </a:lnTo>
                  <a:lnTo>
                    <a:pt x="5072721" y="0"/>
                  </a:lnTo>
                  <a:lnTo>
                    <a:pt x="5075090" y="0"/>
                  </a:lnTo>
                  <a:lnTo>
                    <a:pt x="5077459" y="0"/>
                  </a:lnTo>
                  <a:lnTo>
                    <a:pt x="5079829" y="0"/>
                  </a:lnTo>
                  <a:lnTo>
                    <a:pt x="5082198" y="0"/>
                  </a:lnTo>
                  <a:lnTo>
                    <a:pt x="5084567" y="0"/>
                  </a:lnTo>
                  <a:lnTo>
                    <a:pt x="5086936" y="0"/>
                  </a:lnTo>
                  <a:lnTo>
                    <a:pt x="5089306" y="0"/>
                  </a:lnTo>
                  <a:lnTo>
                    <a:pt x="5091675" y="0"/>
                  </a:lnTo>
                  <a:lnTo>
                    <a:pt x="5094044" y="0"/>
                  </a:lnTo>
                  <a:lnTo>
                    <a:pt x="5096414" y="0"/>
                  </a:lnTo>
                  <a:lnTo>
                    <a:pt x="5098783" y="0"/>
                  </a:lnTo>
                  <a:lnTo>
                    <a:pt x="5101152" y="0"/>
                  </a:lnTo>
                  <a:lnTo>
                    <a:pt x="5103522" y="0"/>
                  </a:lnTo>
                  <a:lnTo>
                    <a:pt x="5105891" y="0"/>
                  </a:lnTo>
                  <a:lnTo>
                    <a:pt x="5108260" y="0"/>
                  </a:lnTo>
                  <a:lnTo>
                    <a:pt x="5110630" y="0"/>
                  </a:lnTo>
                  <a:lnTo>
                    <a:pt x="5112999" y="0"/>
                  </a:lnTo>
                  <a:lnTo>
                    <a:pt x="5115368" y="0"/>
                  </a:lnTo>
                  <a:lnTo>
                    <a:pt x="5117738" y="0"/>
                  </a:lnTo>
                  <a:lnTo>
                    <a:pt x="5120107" y="0"/>
                  </a:lnTo>
                  <a:lnTo>
                    <a:pt x="5122476" y="0"/>
                  </a:lnTo>
                  <a:lnTo>
                    <a:pt x="5124846" y="0"/>
                  </a:lnTo>
                  <a:lnTo>
                    <a:pt x="5127215" y="0"/>
                  </a:lnTo>
                  <a:lnTo>
                    <a:pt x="5129584" y="0"/>
                  </a:lnTo>
                  <a:lnTo>
                    <a:pt x="5131954" y="0"/>
                  </a:lnTo>
                  <a:lnTo>
                    <a:pt x="5134323" y="0"/>
                  </a:lnTo>
                  <a:lnTo>
                    <a:pt x="5136692" y="0"/>
                  </a:lnTo>
                  <a:lnTo>
                    <a:pt x="5139062" y="0"/>
                  </a:lnTo>
                  <a:lnTo>
                    <a:pt x="5141431" y="0"/>
                  </a:lnTo>
                  <a:lnTo>
                    <a:pt x="5143800" y="0"/>
                  </a:lnTo>
                  <a:lnTo>
                    <a:pt x="5146170" y="0"/>
                  </a:lnTo>
                  <a:lnTo>
                    <a:pt x="5148539" y="0"/>
                  </a:lnTo>
                  <a:lnTo>
                    <a:pt x="5150908" y="0"/>
                  </a:lnTo>
                  <a:lnTo>
                    <a:pt x="5153278" y="0"/>
                  </a:lnTo>
                  <a:lnTo>
                    <a:pt x="5155647" y="0"/>
                  </a:lnTo>
                  <a:lnTo>
                    <a:pt x="5158016" y="0"/>
                  </a:lnTo>
                  <a:lnTo>
                    <a:pt x="5160386" y="0"/>
                  </a:lnTo>
                  <a:lnTo>
                    <a:pt x="5162755" y="0"/>
                  </a:lnTo>
                  <a:lnTo>
                    <a:pt x="5165124" y="0"/>
                  </a:lnTo>
                  <a:lnTo>
                    <a:pt x="5167493" y="0"/>
                  </a:lnTo>
                  <a:lnTo>
                    <a:pt x="5169863" y="0"/>
                  </a:lnTo>
                  <a:lnTo>
                    <a:pt x="5172232" y="0"/>
                  </a:lnTo>
                  <a:lnTo>
                    <a:pt x="5174601" y="0"/>
                  </a:lnTo>
                  <a:lnTo>
                    <a:pt x="5176971" y="0"/>
                  </a:lnTo>
                  <a:lnTo>
                    <a:pt x="5179340" y="0"/>
                  </a:lnTo>
                  <a:lnTo>
                    <a:pt x="5181709" y="0"/>
                  </a:lnTo>
                  <a:lnTo>
                    <a:pt x="5184079" y="0"/>
                  </a:lnTo>
                  <a:lnTo>
                    <a:pt x="5186448" y="0"/>
                  </a:lnTo>
                  <a:lnTo>
                    <a:pt x="5188817" y="0"/>
                  </a:lnTo>
                  <a:lnTo>
                    <a:pt x="5191187" y="0"/>
                  </a:lnTo>
                  <a:lnTo>
                    <a:pt x="5193556" y="0"/>
                  </a:lnTo>
                  <a:lnTo>
                    <a:pt x="5195925" y="0"/>
                  </a:lnTo>
                  <a:lnTo>
                    <a:pt x="5198295" y="0"/>
                  </a:lnTo>
                  <a:lnTo>
                    <a:pt x="5200664" y="0"/>
                  </a:lnTo>
                  <a:lnTo>
                    <a:pt x="5203033" y="0"/>
                  </a:lnTo>
                  <a:lnTo>
                    <a:pt x="5205403" y="0"/>
                  </a:lnTo>
                  <a:lnTo>
                    <a:pt x="5207772" y="0"/>
                  </a:lnTo>
                  <a:lnTo>
                    <a:pt x="5210141" y="0"/>
                  </a:lnTo>
                  <a:lnTo>
                    <a:pt x="5212511" y="0"/>
                  </a:lnTo>
                  <a:lnTo>
                    <a:pt x="5214880" y="0"/>
                  </a:lnTo>
                  <a:lnTo>
                    <a:pt x="5217249" y="0"/>
                  </a:lnTo>
                  <a:lnTo>
                    <a:pt x="5219619" y="0"/>
                  </a:lnTo>
                  <a:lnTo>
                    <a:pt x="5221988" y="0"/>
                  </a:lnTo>
                  <a:lnTo>
                    <a:pt x="5224357" y="0"/>
                  </a:lnTo>
                  <a:lnTo>
                    <a:pt x="5226727" y="0"/>
                  </a:lnTo>
                  <a:lnTo>
                    <a:pt x="5229096" y="0"/>
                  </a:lnTo>
                  <a:lnTo>
                    <a:pt x="5231465" y="0"/>
                  </a:lnTo>
                  <a:lnTo>
                    <a:pt x="5233835" y="0"/>
                  </a:lnTo>
                  <a:lnTo>
                    <a:pt x="5236204" y="0"/>
                  </a:lnTo>
                  <a:lnTo>
                    <a:pt x="5238573" y="0"/>
                  </a:lnTo>
                  <a:lnTo>
                    <a:pt x="5240942" y="0"/>
                  </a:lnTo>
                  <a:lnTo>
                    <a:pt x="5243312" y="0"/>
                  </a:lnTo>
                  <a:lnTo>
                    <a:pt x="5245681" y="0"/>
                  </a:lnTo>
                  <a:lnTo>
                    <a:pt x="5248050" y="0"/>
                  </a:lnTo>
                  <a:lnTo>
                    <a:pt x="5250420" y="0"/>
                  </a:lnTo>
                  <a:lnTo>
                    <a:pt x="5252789" y="0"/>
                  </a:lnTo>
                  <a:lnTo>
                    <a:pt x="5255158" y="0"/>
                  </a:lnTo>
                  <a:lnTo>
                    <a:pt x="5257528" y="0"/>
                  </a:lnTo>
                  <a:lnTo>
                    <a:pt x="5259897" y="0"/>
                  </a:lnTo>
                  <a:lnTo>
                    <a:pt x="5262266" y="0"/>
                  </a:lnTo>
                  <a:lnTo>
                    <a:pt x="5264636" y="0"/>
                  </a:lnTo>
                  <a:lnTo>
                    <a:pt x="5267005" y="0"/>
                  </a:lnTo>
                  <a:lnTo>
                    <a:pt x="5269374" y="0"/>
                  </a:lnTo>
                  <a:lnTo>
                    <a:pt x="5271744" y="0"/>
                  </a:lnTo>
                  <a:lnTo>
                    <a:pt x="5274113" y="0"/>
                  </a:lnTo>
                  <a:lnTo>
                    <a:pt x="5276482" y="0"/>
                  </a:lnTo>
                  <a:lnTo>
                    <a:pt x="5278852" y="0"/>
                  </a:lnTo>
                  <a:lnTo>
                    <a:pt x="5281221" y="0"/>
                  </a:lnTo>
                  <a:lnTo>
                    <a:pt x="5283590" y="0"/>
                  </a:lnTo>
                  <a:lnTo>
                    <a:pt x="5285960" y="0"/>
                  </a:lnTo>
                  <a:lnTo>
                    <a:pt x="5288329" y="0"/>
                  </a:lnTo>
                  <a:lnTo>
                    <a:pt x="5290698" y="0"/>
                  </a:lnTo>
                  <a:lnTo>
                    <a:pt x="5293068" y="0"/>
                  </a:lnTo>
                  <a:lnTo>
                    <a:pt x="5295437" y="0"/>
                  </a:lnTo>
                  <a:lnTo>
                    <a:pt x="5297806" y="0"/>
                  </a:lnTo>
                  <a:lnTo>
                    <a:pt x="5300176" y="0"/>
                  </a:lnTo>
                  <a:lnTo>
                    <a:pt x="5302545" y="0"/>
                  </a:lnTo>
                  <a:lnTo>
                    <a:pt x="5304914" y="0"/>
                  </a:lnTo>
                  <a:lnTo>
                    <a:pt x="5307284" y="0"/>
                  </a:lnTo>
                  <a:lnTo>
                    <a:pt x="5309653" y="0"/>
                  </a:lnTo>
                  <a:lnTo>
                    <a:pt x="5312022" y="0"/>
                  </a:lnTo>
                  <a:lnTo>
                    <a:pt x="5314392" y="0"/>
                  </a:lnTo>
                  <a:lnTo>
                    <a:pt x="5316761" y="0"/>
                  </a:lnTo>
                  <a:lnTo>
                    <a:pt x="5319130" y="0"/>
                  </a:lnTo>
                  <a:lnTo>
                    <a:pt x="5321499" y="0"/>
                  </a:lnTo>
                  <a:lnTo>
                    <a:pt x="5323869" y="0"/>
                  </a:lnTo>
                  <a:lnTo>
                    <a:pt x="5326238" y="0"/>
                  </a:lnTo>
                  <a:lnTo>
                    <a:pt x="5328607" y="0"/>
                  </a:lnTo>
                  <a:lnTo>
                    <a:pt x="5330977" y="0"/>
                  </a:lnTo>
                  <a:lnTo>
                    <a:pt x="5333346" y="0"/>
                  </a:lnTo>
                  <a:lnTo>
                    <a:pt x="5335715" y="0"/>
                  </a:lnTo>
                  <a:lnTo>
                    <a:pt x="5338085" y="0"/>
                  </a:lnTo>
                  <a:lnTo>
                    <a:pt x="5340454" y="0"/>
                  </a:lnTo>
                  <a:lnTo>
                    <a:pt x="5342823" y="0"/>
                  </a:lnTo>
                  <a:lnTo>
                    <a:pt x="5345193" y="0"/>
                  </a:lnTo>
                  <a:lnTo>
                    <a:pt x="5347562" y="0"/>
                  </a:lnTo>
                  <a:lnTo>
                    <a:pt x="5349931" y="0"/>
                  </a:lnTo>
                  <a:lnTo>
                    <a:pt x="5352301" y="0"/>
                  </a:lnTo>
                  <a:lnTo>
                    <a:pt x="5354670" y="0"/>
                  </a:lnTo>
                  <a:lnTo>
                    <a:pt x="5357039" y="0"/>
                  </a:lnTo>
                  <a:lnTo>
                    <a:pt x="5359409" y="0"/>
                  </a:lnTo>
                  <a:lnTo>
                    <a:pt x="5361778" y="0"/>
                  </a:lnTo>
                  <a:lnTo>
                    <a:pt x="5364147" y="0"/>
                  </a:lnTo>
                  <a:lnTo>
                    <a:pt x="5366517" y="0"/>
                  </a:lnTo>
                  <a:lnTo>
                    <a:pt x="5368886" y="0"/>
                  </a:lnTo>
                  <a:lnTo>
                    <a:pt x="5371255" y="0"/>
                  </a:lnTo>
                  <a:lnTo>
                    <a:pt x="5373625" y="0"/>
                  </a:lnTo>
                  <a:lnTo>
                    <a:pt x="5375994" y="0"/>
                  </a:lnTo>
                  <a:lnTo>
                    <a:pt x="5378363" y="0"/>
                  </a:lnTo>
                  <a:lnTo>
                    <a:pt x="5380733" y="0"/>
                  </a:lnTo>
                  <a:lnTo>
                    <a:pt x="5383102" y="0"/>
                  </a:lnTo>
                  <a:lnTo>
                    <a:pt x="5385471" y="0"/>
                  </a:lnTo>
                  <a:lnTo>
                    <a:pt x="5387841" y="0"/>
                  </a:lnTo>
                  <a:lnTo>
                    <a:pt x="5390210" y="0"/>
                  </a:lnTo>
                  <a:lnTo>
                    <a:pt x="5392579" y="0"/>
                  </a:lnTo>
                  <a:lnTo>
                    <a:pt x="5394949" y="0"/>
                  </a:lnTo>
                  <a:lnTo>
                    <a:pt x="5397318" y="0"/>
                  </a:lnTo>
                  <a:lnTo>
                    <a:pt x="5399687" y="0"/>
                  </a:lnTo>
                  <a:lnTo>
                    <a:pt x="5402056" y="0"/>
                  </a:lnTo>
                  <a:lnTo>
                    <a:pt x="5404426" y="0"/>
                  </a:lnTo>
                  <a:lnTo>
                    <a:pt x="5406795" y="0"/>
                  </a:lnTo>
                  <a:lnTo>
                    <a:pt x="5409164" y="0"/>
                  </a:lnTo>
                  <a:lnTo>
                    <a:pt x="5411534" y="0"/>
                  </a:lnTo>
                  <a:lnTo>
                    <a:pt x="5413903" y="0"/>
                  </a:lnTo>
                  <a:lnTo>
                    <a:pt x="5416272" y="0"/>
                  </a:lnTo>
                  <a:lnTo>
                    <a:pt x="5418642" y="0"/>
                  </a:lnTo>
                  <a:lnTo>
                    <a:pt x="5421011" y="0"/>
                  </a:lnTo>
                  <a:lnTo>
                    <a:pt x="5423380" y="0"/>
                  </a:lnTo>
                  <a:lnTo>
                    <a:pt x="5425750" y="0"/>
                  </a:lnTo>
                  <a:lnTo>
                    <a:pt x="5428119" y="0"/>
                  </a:lnTo>
                  <a:lnTo>
                    <a:pt x="5430488" y="0"/>
                  </a:lnTo>
                  <a:lnTo>
                    <a:pt x="5432858" y="0"/>
                  </a:lnTo>
                  <a:lnTo>
                    <a:pt x="5435227" y="0"/>
                  </a:lnTo>
                  <a:lnTo>
                    <a:pt x="5437596" y="0"/>
                  </a:lnTo>
                  <a:lnTo>
                    <a:pt x="5439966" y="0"/>
                  </a:lnTo>
                  <a:lnTo>
                    <a:pt x="5442335" y="0"/>
                  </a:lnTo>
                  <a:lnTo>
                    <a:pt x="5444704" y="0"/>
                  </a:lnTo>
                  <a:lnTo>
                    <a:pt x="5447074" y="0"/>
                  </a:lnTo>
                  <a:lnTo>
                    <a:pt x="5449443" y="0"/>
                  </a:lnTo>
                  <a:lnTo>
                    <a:pt x="5451812" y="0"/>
                  </a:lnTo>
                  <a:lnTo>
                    <a:pt x="5454182" y="0"/>
                  </a:lnTo>
                  <a:lnTo>
                    <a:pt x="5456551" y="0"/>
                  </a:lnTo>
                  <a:lnTo>
                    <a:pt x="5458920" y="0"/>
                  </a:lnTo>
                  <a:lnTo>
                    <a:pt x="5461290" y="0"/>
                  </a:lnTo>
                  <a:lnTo>
                    <a:pt x="5463659" y="0"/>
                  </a:lnTo>
                  <a:lnTo>
                    <a:pt x="5466028" y="0"/>
                  </a:lnTo>
                  <a:lnTo>
                    <a:pt x="5468398" y="0"/>
                  </a:lnTo>
                  <a:lnTo>
                    <a:pt x="5470767" y="0"/>
                  </a:lnTo>
                  <a:lnTo>
                    <a:pt x="5473136" y="0"/>
                  </a:lnTo>
                  <a:lnTo>
                    <a:pt x="5475505" y="0"/>
                  </a:lnTo>
                  <a:lnTo>
                    <a:pt x="5477875" y="0"/>
                  </a:lnTo>
                  <a:lnTo>
                    <a:pt x="5480244" y="0"/>
                  </a:lnTo>
                  <a:lnTo>
                    <a:pt x="5482613" y="0"/>
                  </a:lnTo>
                  <a:lnTo>
                    <a:pt x="5484983" y="0"/>
                  </a:lnTo>
                  <a:lnTo>
                    <a:pt x="5487352" y="0"/>
                  </a:lnTo>
                  <a:lnTo>
                    <a:pt x="5489721" y="0"/>
                  </a:lnTo>
                  <a:lnTo>
                    <a:pt x="5492091" y="0"/>
                  </a:lnTo>
                  <a:lnTo>
                    <a:pt x="5494460" y="0"/>
                  </a:lnTo>
                  <a:lnTo>
                    <a:pt x="5496829" y="0"/>
                  </a:lnTo>
                  <a:lnTo>
                    <a:pt x="5499199" y="0"/>
                  </a:lnTo>
                  <a:lnTo>
                    <a:pt x="5501568" y="0"/>
                  </a:lnTo>
                  <a:lnTo>
                    <a:pt x="5503937" y="0"/>
                  </a:lnTo>
                  <a:lnTo>
                    <a:pt x="5506307" y="0"/>
                  </a:lnTo>
                  <a:lnTo>
                    <a:pt x="5508676" y="0"/>
                  </a:lnTo>
                  <a:lnTo>
                    <a:pt x="5511045" y="0"/>
                  </a:lnTo>
                  <a:lnTo>
                    <a:pt x="5513415" y="0"/>
                  </a:lnTo>
                  <a:lnTo>
                    <a:pt x="5515784" y="0"/>
                  </a:lnTo>
                  <a:lnTo>
                    <a:pt x="5518153" y="0"/>
                  </a:lnTo>
                  <a:lnTo>
                    <a:pt x="5520523" y="0"/>
                  </a:lnTo>
                  <a:lnTo>
                    <a:pt x="5522892" y="0"/>
                  </a:lnTo>
                  <a:lnTo>
                    <a:pt x="5525261" y="0"/>
                  </a:lnTo>
                  <a:lnTo>
                    <a:pt x="5527631" y="0"/>
                  </a:lnTo>
                  <a:lnTo>
                    <a:pt x="5530000" y="0"/>
                  </a:lnTo>
                  <a:lnTo>
                    <a:pt x="5532369" y="0"/>
                  </a:lnTo>
                  <a:lnTo>
                    <a:pt x="5534739" y="0"/>
                  </a:lnTo>
                  <a:lnTo>
                    <a:pt x="5537108" y="0"/>
                  </a:lnTo>
                  <a:lnTo>
                    <a:pt x="5539477" y="0"/>
                  </a:lnTo>
                  <a:lnTo>
                    <a:pt x="5541847" y="0"/>
                  </a:lnTo>
                  <a:lnTo>
                    <a:pt x="5544216" y="0"/>
                  </a:lnTo>
                  <a:lnTo>
                    <a:pt x="5546585" y="0"/>
                  </a:lnTo>
                  <a:lnTo>
                    <a:pt x="5548955" y="0"/>
                  </a:lnTo>
                  <a:lnTo>
                    <a:pt x="5551324" y="0"/>
                  </a:lnTo>
                  <a:lnTo>
                    <a:pt x="5553693" y="0"/>
                  </a:lnTo>
                  <a:lnTo>
                    <a:pt x="5556062" y="0"/>
                  </a:lnTo>
                  <a:lnTo>
                    <a:pt x="5558432" y="0"/>
                  </a:lnTo>
                  <a:lnTo>
                    <a:pt x="5560801" y="0"/>
                  </a:lnTo>
                  <a:lnTo>
                    <a:pt x="5563170" y="0"/>
                  </a:lnTo>
                  <a:lnTo>
                    <a:pt x="5565540" y="0"/>
                  </a:lnTo>
                  <a:lnTo>
                    <a:pt x="5567909" y="0"/>
                  </a:lnTo>
                  <a:lnTo>
                    <a:pt x="5570278" y="0"/>
                  </a:lnTo>
                  <a:lnTo>
                    <a:pt x="5572648" y="0"/>
                  </a:lnTo>
                  <a:lnTo>
                    <a:pt x="5575017" y="0"/>
                  </a:lnTo>
                  <a:lnTo>
                    <a:pt x="5577386" y="0"/>
                  </a:lnTo>
                  <a:lnTo>
                    <a:pt x="5579756" y="0"/>
                  </a:lnTo>
                  <a:lnTo>
                    <a:pt x="5582125" y="0"/>
                  </a:lnTo>
                  <a:lnTo>
                    <a:pt x="5584494" y="0"/>
                  </a:lnTo>
                  <a:lnTo>
                    <a:pt x="5586864" y="0"/>
                  </a:lnTo>
                  <a:lnTo>
                    <a:pt x="5589233" y="0"/>
                  </a:lnTo>
                  <a:lnTo>
                    <a:pt x="5591602" y="0"/>
                  </a:lnTo>
                  <a:lnTo>
                    <a:pt x="5593972" y="0"/>
                  </a:lnTo>
                  <a:lnTo>
                    <a:pt x="5596341" y="0"/>
                  </a:lnTo>
                  <a:lnTo>
                    <a:pt x="5598710" y="0"/>
                  </a:lnTo>
                  <a:lnTo>
                    <a:pt x="5601080" y="0"/>
                  </a:lnTo>
                  <a:lnTo>
                    <a:pt x="5603449" y="0"/>
                  </a:lnTo>
                  <a:lnTo>
                    <a:pt x="5605818" y="0"/>
                  </a:lnTo>
                  <a:lnTo>
                    <a:pt x="5608188" y="0"/>
                  </a:lnTo>
                  <a:lnTo>
                    <a:pt x="5610557" y="0"/>
                  </a:lnTo>
                  <a:lnTo>
                    <a:pt x="5612926" y="0"/>
                  </a:lnTo>
                  <a:lnTo>
                    <a:pt x="5615296" y="0"/>
                  </a:lnTo>
                  <a:lnTo>
                    <a:pt x="5617665" y="0"/>
                  </a:lnTo>
                  <a:lnTo>
                    <a:pt x="5620034" y="0"/>
                  </a:lnTo>
                  <a:lnTo>
                    <a:pt x="5622404" y="0"/>
                  </a:lnTo>
                  <a:lnTo>
                    <a:pt x="5624773" y="0"/>
                  </a:lnTo>
                  <a:lnTo>
                    <a:pt x="5627142" y="0"/>
                  </a:lnTo>
                  <a:lnTo>
                    <a:pt x="5629512" y="0"/>
                  </a:lnTo>
                  <a:lnTo>
                    <a:pt x="5631881" y="0"/>
                  </a:lnTo>
                  <a:lnTo>
                    <a:pt x="5634250" y="0"/>
                  </a:lnTo>
                  <a:lnTo>
                    <a:pt x="5636619" y="0"/>
                  </a:lnTo>
                  <a:lnTo>
                    <a:pt x="5638989" y="0"/>
                  </a:lnTo>
                  <a:lnTo>
                    <a:pt x="5641358" y="0"/>
                  </a:lnTo>
                  <a:lnTo>
                    <a:pt x="5643727" y="0"/>
                  </a:lnTo>
                  <a:lnTo>
                    <a:pt x="5646097" y="0"/>
                  </a:lnTo>
                  <a:lnTo>
                    <a:pt x="5648466" y="0"/>
                  </a:lnTo>
                  <a:lnTo>
                    <a:pt x="5650835" y="0"/>
                  </a:lnTo>
                  <a:lnTo>
                    <a:pt x="5653205" y="0"/>
                  </a:lnTo>
                  <a:lnTo>
                    <a:pt x="5655574" y="0"/>
                  </a:lnTo>
                  <a:lnTo>
                    <a:pt x="5657943" y="0"/>
                  </a:lnTo>
                  <a:lnTo>
                    <a:pt x="5660313" y="0"/>
                  </a:lnTo>
                  <a:lnTo>
                    <a:pt x="5662682" y="0"/>
                  </a:lnTo>
                  <a:lnTo>
                    <a:pt x="5665051" y="0"/>
                  </a:lnTo>
                  <a:lnTo>
                    <a:pt x="5667421" y="0"/>
                  </a:lnTo>
                  <a:lnTo>
                    <a:pt x="5669790" y="0"/>
                  </a:lnTo>
                  <a:lnTo>
                    <a:pt x="5672159" y="0"/>
                  </a:lnTo>
                  <a:lnTo>
                    <a:pt x="5674529" y="0"/>
                  </a:lnTo>
                  <a:lnTo>
                    <a:pt x="5676898" y="0"/>
                  </a:lnTo>
                  <a:lnTo>
                    <a:pt x="5679267" y="0"/>
                  </a:lnTo>
                  <a:lnTo>
                    <a:pt x="5681637" y="0"/>
                  </a:lnTo>
                  <a:lnTo>
                    <a:pt x="5684006" y="0"/>
                  </a:lnTo>
                  <a:lnTo>
                    <a:pt x="5686375" y="0"/>
                  </a:lnTo>
                  <a:lnTo>
                    <a:pt x="5688745" y="0"/>
                  </a:lnTo>
                  <a:lnTo>
                    <a:pt x="5691114" y="0"/>
                  </a:lnTo>
                  <a:lnTo>
                    <a:pt x="5693483" y="0"/>
                  </a:lnTo>
                  <a:lnTo>
                    <a:pt x="5695853" y="0"/>
                  </a:lnTo>
                  <a:lnTo>
                    <a:pt x="5698222" y="0"/>
                  </a:lnTo>
                  <a:lnTo>
                    <a:pt x="5700591" y="0"/>
                  </a:lnTo>
                  <a:lnTo>
                    <a:pt x="5702961" y="0"/>
                  </a:lnTo>
                  <a:lnTo>
                    <a:pt x="5705330" y="0"/>
                  </a:lnTo>
                  <a:lnTo>
                    <a:pt x="5707699" y="0"/>
                  </a:lnTo>
                  <a:lnTo>
                    <a:pt x="5710068" y="0"/>
                  </a:lnTo>
                  <a:lnTo>
                    <a:pt x="5712438" y="0"/>
                  </a:lnTo>
                  <a:lnTo>
                    <a:pt x="5714807" y="0"/>
                  </a:lnTo>
                  <a:lnTo>
                    <a:pt x="5717176" y="0"/>
                  </a:lnTo>
                  <a:lnTo>
                    <a:pt x="5719546" y="0"/>
                  </a:lnTo>
                  <a:lnTo>
                    <a:pt x="5721915" y="0"/>
                  </a:lnTo>
                  <a:lnTo>
                    <a:pt x="5724284" y="0"/>
                  </a:lnTo>
                  <a:lnTo>
                    <a:pt x="5726654" y="0"/>
                  </a:lnTo>
                  <a:lnTo>
                    <a:pt x="5729023" y="0"/>
                  </a:lnTo>
                  <a:lnTo>
                    <a:pt x="5731392" y="0"/>
                  </a:lnTo>
                  <a:lnTo>
                    <a:pt x="5733762" y="0"/>
                  </a:lnTo>
                  <a:lnTo>
                    <a:pt x="5736131" y="0"/>
                  </a:lnTo>
                  <a:lnTo>
                    <a:pt x="5738500" y="0"/>
                  </a:lnTo>
                  <a:lnTo>
                    <a:pt x="5740870" y="0"/>
                  </a:lnTo>
                  <a:lnTo>
                    <a:pt x="5743239" y="0"/>
                  </a:lnTo>
                  <a:lnTo>
                    <a:pt x="5745608" y="0"/>
                  </a:lnTo>
                  <a:lnTo>
                    <a:pt x="5747978" y="0"/>
                  </a:lnTo>
                  <a:lnTo>
                    <a:pt x="5750347" y="0"/>
                  </a:lnTo>
                  <a:lnTo>
                    <a:pt x="5752716" y="0"/>
                  </a:lnTo>
                  <a:lnTo>
                    <a:pt x="5755086" y="0"/>
                  </a:lnTo>
                  <a:lnTo>
                    <a:pt x="5757455" y="0"/>
                  </a:lnTo>
                  <a:lnTo>
                    <a:pt x="5759824" y="0"/>
                  </a:lnTo>
                  <a:lnTo>
                    <a:pt x="5762194" y="0"/>
                  </a:lnTo>
                  <a:lnTo>
                    <a:pt x="5764563" y="0"/>
                  </a:lnTo>
                  <a:lnTo>
                    <a:pt x="5766932" y="0"/>
                  </a:lnTo>
                  <a:lnTo>
                    <a:pt x="5769302" y="0"/>
                  </a:lnTo>
                  <a:lnTo>
                    <a:pt x="5771671" y="0"/>
                  </a:lnTo>
                  <a:lnTo>
                    <a:pt x="5774040" y="0"/>
                  </a:lnTo>
                  <a:lnTo>
                    <a:pt x="5776410" y="0"/>
                  </a:lnTo>
                  <a:lnTo>
                    <a:pt x="5778779" y="0"/>
                  </a:lnTo>
                  <a:lnTo>
                    <a:pt x="5781148" y="0"/>
                  </a:lnTo>
                  <a:lnTo>
                    <a:pt x="5783518" y="0"/>
                  </a:lnTo>
                  <a:lnTo>
                    <a:pt x="5785887" y="0"/>
                  </a:lnTo>
                  <a:lnTo>
                    <a:pt x="5788256" y="0"/>
                  </a:lnTo>
                  <a:lnTo>
                    <a:pt x="5790625" y="0"/>
                  </a:lnTo>
                  <a:lnTo>
                    <a:pt x="5792995" y="0"/>
                  </a:lnTo>
                  <a:lnTo>
                    <a:pt x="5795364" y="0"/>
                  </a:lnTo>
                  <a:lnTo>
                    <a:pt x="5797733" y="0"/>
                  </a:lnTo>
                  <a:lnTo>
                    <a:pt x="5800103" y="0"/>
                  </a:lnTo>
                  <a:lnTo>
                    <a:pt x="5802472" y="0"/>
                  </a:lnTo>
                  <a:lnTo>
                    <a:pt x="5804841" y="0"/>
                  </a:lnTo>
                  <a:lnTo>
                    <a:pt x="5807211" y="0"/>
                  </a:lnTo>
                  <a:lnTo>
                    <a:pt x="5809580" y="0"/>
                  </a:lnTo>
                  <a:lnTo>
                    <a:pt x="5811949" y="0"/>
                  </a:lnTo>
                  <a:lnTo>
                    <a:pt x="5814319" y="0"/>
                  </a:lnTo>
                  <a:lnTo>
                    <a:pt x="5816688" y="0"/>
                  </a:lnTo>
                  <a:lnTo>
                    <a:pt x="5819057" y="0"/>
                  </a:lnTo>
                  <a:lnTo>
                    <a:pt x="5821427" y="0"/>
                  </a:lnTo>
                  <a:lnTo>
                    <a:pt x="5823796" y="0"/>
                  </a:lnTo>
                  <a:lnTo>
                    <a:pt x="5826165" y="0"/>
                  </a:lnTo>
                  <a:lnTo>
                    <a:pt x="5828535" y="0"/>
                  </a:lnTo>
                  <a:lnTo>
                    <a:pt x="5830904" y="0"/>
                  </a:lnTo>
                  <a:lnTo>
                    <a:pt x="5833273" y="0"/>
                  </a:lnTo>
                  <a:lnTo>
                    <a:pt x="5835643" y="0"/>
                  </a:lnTo>
                  <a:lnTo>
                    <a:pt x="5838012" y="0"/>
                  </a:lnTo>
                  <a:lnTo>
                    <a:pt x="5840381" y="0"/>
                  </a:lnTo>
                  <a:lnTo>
                    <a:pt x="5842751" y="0"/>
                  </a:lnTo>
                  <a:lnTo>
                    <a:pt x="5845120" y="0"/>
                  </a:lnTo>
                  <a:lnTo>
                    <a:pt x="5847489" y="0"/>
                  </a:lnTo>
                  <a:lnTo>
                    <a:pt x="5849859" y="0"/>
                  </a:lnTo>
                  <a:lnTo>
                    <a:pt x="5852228" y="0"/>
                  </a:lnTo>
                  <a:lnTo>
                    <a:pt x="5854597" y="0"/>
                  </a:lnTo>
                  <a:lnTo>
                    <a:pt x="5856967" y="0"/>
                  </a:lnTo>
                  <a:lnTo>
                    <a:pt x="5859336" y="0"/>
                  </a:lnTo>
                  <a:lnTo>
                    <a:pt x="5861705" y="0"/>
                  </a:lnTo>
                  <a:lnTo>
                    <a:pt x="5864075" y="0"/>
                  </a:lnTo>
                  <a:lnTo>
                    <a:pt x="5866444" y="0"/>
                  </a:lnTo>
                  <a:lnTo>
                    <a:pt x="5868813" y="0"/>
                  </a:lnTo>
                  <a:lnTo>
                    <a:pt x="5871182" y="0"/>
                  </a:lnTo>
                  <a:lnTo>
                    <a:pt x="5873552" y="0"/>
                  </a:lnTo>
                  <a:lnTo>
                    <a:pt x="5875921" y="0"/>
                  </a:lnTo>
                  <a:lnTo>
                    <a:pt x="5878290" y="0"/>
                  </a:lnTo>
                  <a:lnTo>
                    <a:pt x="5880660" y="0"/>
                  </a:lnTo>
                  <a:lnTo>
                    <a:pt x="5883029" y="0"/>
                  </a:lnTo>
                  <a:lnTo>
                    <a:pt x="5885398" y="0"/>
                  </a:lnTo>
                  <a:lnTo>
                    <a:pt x="5887768" y="0"/>
                  </a:lnTo>
                  <a:lnTo>
                    <a:pt x="5890137" y="0"/>
                  </a:lnTo>
                  <a:lnTo>
                    <a:pt x="5892506" y="0"/>
                  </a:lnTo>
                  <a:lnTo>
                    <a:pt x="5894876" y="0"/>
                  </a:lnTo>
                  <a:lnTo>
                    <a:pt x="5897245" y="0"/>
                  </a:lnTo>
                  <a:lnTo>
                    <a:pt x="5899614" y="0"/>
                  </a:lnTo>
                  <a:lnTo>
                    <a:pt x="5901984" y="0"/>
                  </a:lnTo>
                  <a:lnTo>
                    <a:pt x="5904353" y="0"/>
                  </a:lnTo>
                  <a:lnTo>
                    <a:pt x="5906722" y="0"/>
                  </a:lnTo>
                  <a:lnTo>
                    <a:pt x="5909092" y="0"/>
                  </a:lnTo>
                  <a:lnTo>
                    <a:pt x="5911461" y="0"/>
                  </a:lnTo>
                  <a:lnTo>
                    <a:pt x="5913830" y="0"/>
                  </a:lnTo>
                  <a:lnTo>
                    <a:pt x="5916200" y="0"/>
                  </a:lnTo>
                  <a:lnTo>
                    <a:pt x="5918569" y="0"/>
                  </a:lnTo>
                  <a:lnTo>
                    <a:pt x="5920938" y="0"/>
                  </a:lnTo>
                  <a:lnTo>
                    <a:pt x="5923308" y="0"/>
                  </a:lnTo>
                  <a:lnTo>
                    <a:pt x="5925677" y="0"/>
                  </a:lnTo>
                  <a:lnTo>
                    <a:pt x="5928046" y="0"/>
                  </a:lnTo>
                  <a:lnTo>
                    <a:pt x="5930416" y="0"/>
                  </a:lnTo>
                  <a:lnTo>
                    <a:pt x="5932785" y="0"/>
                  </a:lnTo>
                  <a:lnTo>
                    <a:pt x="5935154" y="0"/>
                  </a:lnTo>
                  <a:lnTo>
                    <a:pt x="5937524" y="0"/>
                  </a:lnTo>
                  <a:lnTo>
                    <a:pt x="5939893" y="0"/>
                  </a:lnTo>
                  <a:lnTo>
                    <a:pt x="5942262" y="0"/>
                  </a:lnTo>
                  <a:lnTo>
                    <a:pt x="5944631" y="0"/>
                  </a:lnTo>
                  <a:lnTo>
                    <a:pt x="5947001" y="0"/>
                  </a:lnTo>
                  <a:lnTo>
                    <a:pt x="5949370" y="0"/>
                  </a:lnTo>
                  <a:lnTo>
                    <a:pt x="5951739" y="0"/>
                  </a:lnTo>
                  <a:lnTo>
                    <a:pt x="5954109" y="0"/>
                  </a:lnTo>
                  <a:lnTo>
                    <a:pt x="5956478" y="0"/>
                  </a:lnTo>
                  <a:lnTo>
                    <a:pt x="5958847" y="0"/>
                  </a:lnTo>
                  <a:lnTo>
                    <a:pt x="5961217" y="0"/>
                  </a:lnTo>
                  <a:lnTo>
                    <a:pt x="5963586" y="0"/>
                  </a:lnTo>
                  <a:lnTo>
                    <a:pt x="5965955" y="0"/>
                  </a:lnTo>
                  <a:lnTo>
                    <a:pt x="5968325" y="0"/>
                  </a:lnTo>
                  <a:lnTo>
                    <a:pt x="5970694" y="0"/>
                  </a:lnTo>
                  <a:lnTo>
                    <a:pt x="5973063" y="0"/>
                  </a:lnTo>
                  <a:lnTo>
                    <a:pt x="5975433" y="0"/>
                  </a:lnTo>
                  <a:lnTo>
                    <a:pt x="5977802" y="0"/>
                  </a:lnTo>
                  <a:lnTo>
                    <a:pt x="5980171" y="0"/>
                  </a:lnTo>
                  <a:lnTo>
                    <a:pt x="5982541" y="0"/>
                  </a:lnTo>
                  <a:lnTo>
                    <a:pt x="5984910" y="0"/>
                  </a:lnTo>
                  <a:lnTo>
                    <a:pt x="5987279" y="0"/>
                  </a:lnTo>
                  <a:lnTo>
                    <a:pt x="5989649" y="0"/>
                  </a:lnTo>
                  <a:lnTo>
                    <a:pt x="5992018" y="0"/>
                  </a:lnTo>
                  <a:lnTo>
                    <a:pt x="5994387" y="0"/>
                  </a:lnTo>
                  <a:lnTo>
                    <a:pt x="5996757" y="0"/>
                  </a:lnTo>
                  <a:lnTo>
                    <a:pt x="5999126" y="0"/>
                  </a:lnTo>
                  <a:lnTo>
                    <a:pt x="6001495" y="0"/>
                  </a:lnTo>
                  <a:lnTo>
                    <a:pt x="6003865" y="0"/>
                  </a:lnTo>
                  <a:lnTo>
                    <a:pt x="6006234" y="0"/>
                  </a:lnTo>
                  <a:lnTo>
                    <a:pt x="6008603" y="0"/>
                  </a:lnTo>
                  <a:lnTo>
                    <a:pt x="6010973" y="0"/>
                  </a:lnTo>
                  <a:lnTo>
                    <a:pt x="6013342" y="0"/>
                  </a:lnTo>
                  <a:lnTo>
                    <a:pt x="6015711" y="0"/>
                  </a:lnTo>
                  <a:lnTo>
                    <a:pt x="6018081" y="0"/>
                  </a:lnTo>
                  <a:lnTo>
                    <a:pt x="6020450" y="0"/>
                  </a:lnTo>
                  <a:lnTo>
                    <a:pt x="6022819" y="0"/>
                  </a:lnTo>
                  <a:lnTo>
                    <a:pt x="6025188" y="0"/>
                  </a:lnTo>
                  <a:lnTo>
                    <a:pt x="6027558" y="0"/>
                  </a:lnTo>
                  <a:lnTo>
                    <a:pt x="6029927" y="0"/>
                  </a:lnTo>
                  <a:lnTo>
                    <a:pt x="6032296" y="0"/>
                  </a:lnTo>
                  <a:lnTo>
                    <a:pt x="6034666" y="0"/>
                  </a:lnTo>
                  <a:lnTo>
                    <a:pt x="6037035" y="0"/>
                  </a:lnTo>
                  <a:lnTo>
                    <a:pt x="6039404" y="0"/>
                  </a:lnTo>
                  <a:lnTo>
                    <a:pt x="6041774" y="0"/>
                  </a:lnTo>
                  <a:lnTo>
                    <a:pt x="6044143" y="0"/>
                  </a:lnTo>
                  <a:lnTo>
                    <a:pt x="6046512" y="0"/>
                  </a:lnTo>
                  <a:lnTo>
                    <a:pt x="6048882" y="0"/>
                  </a:lnTo>
                  <a:lnTo>
                    <a:pt x="6051251" y="0"/>
                  </a:lnTo>
                  <a:lnTo>
                    <a:pt x="6053620" y="0"/>
                  </a:lnTo>
                  <a:lnTo>
                    <a:pt x="6055990" y="0"/>
                  </a:lnTo>
                  <a:lnTo>
                    <a:pt x="6058359" y="0"/>
                  </a:lnTo>
                  <a:lnTo>
                    <a:pt x="6060728" y="0"/>
                  </a:lnTo>
                  <a:lnTo>
                    <a:pt x="6063098" y="0"/>
                  </a:lnTo>
                  <a:lnTo>
                    <a:pt x="6065467" y="0"/>
                  </a:lnTo>
                  <a:lnTo>
                    <a:pt x="6067836" y="0"/>
                  </a:lnTo>
                  <a:lnTo>
                    <a:pt x="6070206" y="0"/>
                  </a:lnTo>
                  <a:lnTo>
                    <a:pt x="6072575" y="0"/>
                  </a:lnTo>
                  <a:lnTo>
                    <a:pt x="6074944" y="0"/>
                  </a:lnTo>
                  <a:lnTo>
                    <a:pt x="6077314" y="0"/>
                  </a:lnTo>
                  <a:lnTo>
                    <a:pt x="6079683" y="0"/>
                  </a:lnTo>
                  <a:lnTo>
                    <a:pt x="6082052" y="0"/>
                  </a:lnTo>
                  <a:lnTo>
                    <a:pt x="6084422" y="0"/>
                  </a:lnTo>
                  <a:lnTo>
                    <a:pt x="6086791" y="0"/>
                  </a:lnTo>
                  <a:lnTo>
                    <a:pt x="6089160" y="0"/>
                  </a:lnTo>
                  <a:lnTo>
                    <a:pt x="6091530" y="0"/>
                  </a:lnTo>
                  <a:lnTo>
                    <a:pt x="6093899" y="0"/>
                  </a:lnTo>
                  <a:lnTo>
                    <a:pt x="6096268" y="0"/>
                  </a:lnTo>
                  <a:lnTo>
                    <a:pt x="6098638" y="0"/>
                  </a:lnTo>
                  <a:lnTo>
                    <a:pt x="6101007" y="0"/>
                  </a:lnTo>
                  <a:lnTo>
                    <a:pt x="6103376" y="0"/>
                  </a:lnTo>
                  <a:lnTo>
                    <a:pt x="6105745" y="0"/>
                  </a:lnTo>
                  <a:lnTo>
                    <a:pt x="6108115" y="0"/>
                  </a:lnTo>
                  <a:lnTo>
                    <a:pt x="6110484" y="0"/>
                  </a:lnTo>
                  <a:lnTo>
                    <a:pt x="6112853" y="0"/>
                  </a:lnTo>
                  <a:lnTo>
                    <a:pt x="6115223" y="0"/>
                  </a:lnTo>
                  <a:lnTo>
                    <a:pt x="6117592" y="0"/>
                  </a:lnTo>
                  <a:lnTo>
                    <a:pt x="6119961" y="0"/>
                  </a:lnTo>
                  <a:lnTo>
                    <a:pt x="6122331" y="0"/>
                  </a:lnTo>
                  <a:lnTo>
                    <a:pt x="6124700" y="0"/>
                  </a:lnTo>
                  <a:lnTo>
                    <a:pt x="6127069" y="0"/>
                  </a:lnTo>
                  <a:lnTo>
                    <a:pt x="6129439" y="0"/>
                  </a:lnTo>
                  <a:lnTo>
                    <a:pt x="6131808" y="0"/>
                  </a:lnTo>
                  <a:lnTo>
                    <a:pt x="6134177" y="0"/>
                  </a:lnTo>
                  <a:lnTo>
                    <a:pt x="6136547" y="0"/>
                  </a:lnTo>
                  <a:lnTo>
                    <a:pt x="6138916" y="0"/>
                  </a:lnTo>
                  <a:lnTo>
                    <a:pt x="6141285" y="0"/>
                  </a:lnTo>
                  <a:lnTo>
                    <a:pt x="6143655" y="0"/>
                  </a:lnTo>
                  <a:lnTo>
                    <a:pt x="6146024" y="0"/>
                  </a:lnTo>
                  <a:lnTo>
                    <a:pt x="6148393" y="0"/>
                  </a:lnTo>
                  <a:lnTo>
                    <a:pt x="6150763" y="0"/>
                  </a:lnTo>
                  <a:lnTo>
                    <a:pt x="6153132" y="0"/>
                  </a:lnTo>
                  <a:lnTo>
                    <a:pt x="6155501" y="0"/>
                  </a:lnTo>
                  <a:lnTo>
                    <a:pt x="6157871" y="0"/>
                  </a:lnTo>
                  <a:lnTo>
                    <a:pt x="6160240" y="0"/>
                  </a:lnTo>
                  <a:lnTo>
                    <a:pt x="6162609" y="0"/>
                  </a:lnTo>
                  <a:lnTo>
                    <a:pt x="6164979" y="0"/>
                  </a:lnTo>
                  <a:lnTo>
                    <a:pt x="6167348" y="0"/>
                  </a:lnTo>
                  <a:lnTo>
                    <a:pt x="6169717" y="0"/>
                  </a:lnTo>
                  <a:lnTo>
                    <a:pt x="6172087" y="0"/>
                  </a:lnTo>
                  <a:lnTo>
                    <a:pt x="6174456" y="0"/>
                  </a:lnTo>
                  <a:lnTo>
                    <a:pt x="6176825" y="0"/>
                  </a:lnTo>
                  <a:lnTo>
                    <a:pt x="6179194" y="0"/>
                  </a:lnTo>
                  <a:lnTo>
                    <a:pt x="6181564" y="0"/>
                  </a:lnTo>
                  <a:lnTo>
                    <a:pt x="6183933" y="0"/>
                  </a:lnTo>
                  <a:lnTo>
                    <a:pt x="6186302" y="0"/>
                  </a:lnTo>
                  <a:lnTo>
                    <a:pt x="6188672" y="0"/>
                  </a:lnTo>
                  <a:lnTo>
                    <a:pt x="6191041" y="0"/>
                  </a:lnTo>
                  <a:lnTo>
                    <a:pt x="6193410" y="0"/>
                  </a:lnTo>
                  <a:lnTo>
                    <a:pt x="6195780" y="0"/>
                  </a:lnTo>
                  <a:lnTo>
                    <a:pt x="6198149" y="0"/>
                  </a:lnTo>
                  <a:lnTo>
                    <a:pt x="6200518" y="0"/>
                  </a:lnTo>
                  <a:lnTo>
                    <a:pt x="6202888" y="0"/>
                  </a:lnTo>
                  <a:lnTo>
                    <a:pt x="6205257" y="0"/>
                  </a:lnTo>
                  <a:lnTo>
                    <a:pt x="6207626" y="0"/>
                  </a:lnTo>
                  <a:lnTo>
                    <a:pt x="6209996" y="0"/>
                  </a:lnTo>
                  <a:lnTo>
                    <a:pt x="6212365" y="0"/>
                  </a:lnTo>
                  <a:lnTo>
                    <a:pt x="6214734" y="0"/>
                  </a:lnTo>
                  <a:lnTo>
                    <a:pt x="6217104" y="0"/>
                  </a:lnTo>
                  <a:lnTo>
                    <a:pt x="6219473" y="0"/>
                  </a:lnTo>
                  <a:lnTo>
                    <a:pt x="6221842" y="0"/>
                  </a:lnTo>
                  <a:lnTo>
                    <a:pt x="6224212" y="0"/>
                  </a:lnTo>
                  <a:lnTo>
                    <a:pt x="6226581" y="0"/>
                  </a:lnTo>
                  <a:lnTo>
                    <a:pt x="6228950" y="0"/>
                  </a:lnTo>
                  <a:lnTo>
                    <a:pt x="6231320" y="0"/>
                  </a:lnTo>
                  <a:lnTo>
                    <a:pt x="6233689" y="0"/>
                  </a:lnTo>
                  <a:lnTo>
                    <a:pt x="6236058" y="0"/>
                  </a:lnTo>
                  <a:lnTo>
                    <a:pt x="6238428" y="0"/>
                  </a:lnTo>
                  <a:lnTo>
                    <a:pt x="6240797" y="0"/>
                  </a:lnTo>
                  <a:lnTo>
                    <a:pt x="6243166" y="0"/>
                  </a:lnTo>
                  <a:lnTo>
                    <a:pt x="6245536" y="0"/>
                  </a:lnTo>
                  <a:lnTo>
                    <a:pt x="6247905" y="0"/>
                  </a:lnTo>
                  <a:lnTo>
                    <a:pt x="6250274" y="0"/>
                  </a:lnTo>
                  <a:lnTo>
                    <a:pt x="6252644" y="0"/>
                  </a:lnTo>
                  <a:lnTo>
                    <a:pt x="6255013" y="0"/>
                  </a:lnTo>
                  <a:lnTo>
                    <a:pt x="6257382" y="0"/>
                  </a:lnTo>
                  <a:lnTo>
                    <a:pt x="6259751" y="0"/>
                  </a:lnTo>
                  <a:lnTo>
                    <a:pt x="6262121" y="0"/>
                  </a:lnTo>
                  <a:lnTo>
                    <a:pt x="6264490" y="0"/>
                  </a:lnTo>
                  <a:lnTo>
                    <a:pt x="6266859" y="0"/>
                  </a:lnTo>
                  <a:lnTo>
                    <a:pt x="6269229" y="0"/>
                  </a:lnTo>
                  <a:lnTo>
                    <a:pt x="6271598" y="0"/>
                  </a:lnTo>
                  <a:lnTo>
                    <a:pt x="6273967" y="0"/>
                  </a:lnTo>
                  <a:lnTo>
                    <a:pt x="6276337" y="0"/>
                  </a:lnTo>
                  <a:lnTo>
                    <a:pt x="6278706" y="0"/>
                  </a:lnTo>
                  <a:lnTo>
                    <a:pt x="6281075" y="0"/>
                  </a:lnTo>
                  <a:lnTo>
                    <a:pt x="6283445" y="0"/>
                  </a:lnTo>
                  <a:lnTo>
                    <a:pt x="6285814" y="0"/>
                  </a:lnTo>
                  <a:lnTo>
                    <a:pt x="6288183" y="0"/>
                  </a:lnTo>
                  <a:lnTo>
                    <a:pt x="6290553" y="0"/>
                  </a:lnTo>
                  <a:lnTo>
                    <a:pt x="6292922" y="0"/>
                  </a:lnTo>
                  <a:lnTo>
                    <a:pt x="6295291" y="0"/>
                  </a:lnTo>
                  <a:lnTo>
                    <a:pt x="6297661" y="0"/>
                  </a:lnTo>
                  <a:lnTo>
                    <a:pt x="6300030" y="0"/>
                  </a:lnTo>
                  <a:lnTo>
                    <a:pt x="6302399" y="0"/>
                  </a:lnTo>
                  <a:lnTo>
                    <a:pt x="6304769" y="0"/>
                  </a:lnTo>
                  <a:lnTo>
                    <a:pt x="6307138" y="0"/>
                  </a:lnTo>
                  <a:lnTo>
                    <a:pt x="6309507" y="0"/>
                  </a:lnTo>
                  <a:lnTo>
                    <a:pt x="6311877" y="0"/>
                  </a:lnTo>
                  <a:lnTo>
                    <a:pt x="6314246" y="0"/>
                  </a:lnTo>
                  <a:lnTo>
                    <a:pt x="6316615" y="0"/>
                  </a:lnTo>
                  <a:lnTo>
                    <a:pt x="6318985" y="0"/>
                  </a:lnTo>
                  <a:lnTo>
                    <a:pt x="6321354" y="0"/>
                  </a:lnTo>
                  <a:lnTo>
                    <a:pt x="6323723" y="0"/>
                  </a:lnTo>
                  <a:lnTo>
                    <a:pt x="6326093" y="0"/>
                  </a:lnTo>
                  <a:lnTo>
                    <a:pt x="6328462" y="0"/>
                  </a:lnTo>
                  <a:lnTo>
                    <a:pt x="6330831" y="0"/>
                  </a:lnTo>
                  <a:lnTo>
                    <a:pt x="6333201" y="0"/>
                  </a:lnTo>
                  <a:lnTo>
                    <a:pt x="6335570" y="0"/>
                  </a:lnTo>
                  <a:lnTo>
                    <a:pt x="6337939" y="0"/>
                  </a:lnTo>
                  <a:lnTo>
                    <a:pt x="6340308" y="0"/>
                  </a:lnTo>
                  <a:lnTo>
                    <a:pt x="6342678" y="0"/>
                  </a:lnTo>
                  <a:lnTo>
                    <a:pt x="6345047" y="0"/>
                  </a:lnTo>
                  <a:lnTo>
                    <a:pt x="6347416" y="0"/>
                  </a:lnTo>
                  <a:lnTo>
                    <a:pt x="6349786" y="0"/>
                  </a:lnTo>
                  <a:lnTo>
                    <a:pt x="6352155" y="0"/>
                  </a:lnTo>
                  <a:lnTo>
                    <a:pt x="6354524" y="0"/>
                  </a:lnTo>
                  <a:lnTo>
                    <a:pt x="6356894" y="0"/>
                  </a:lnTo>
                  <a:lnTo>
                    <a:pt x="6359263" y="0"/>
                  </a:lnTo>
                  <a:lnTo>
                    <a:pt x="6361632" y="0"/>
                  </a:lnTo>
                  <a:lnTo>
                    <a:pt x="6364002" y="0"/>
                  </a:lnTo>
                  <a:lnTo>
                    <a:pt x="6366371" y="0"/>
                  </a:lnTo>
                  <a:lnTo>
                    <a:pt x="6368740" y="0"/>
                  </a:lnTo>
                  <a:lnTo>
                    <a:pt x="6371110" y="0"/>
                  </a:lnTo>
                  <a:lnTo>
                    <a:pt x="6373479" y="0"/>
                  </a:lnTo>
                  <a:lnTo>
                    <a:pt x="6375848" y="0"/>
                  </a:lnTo>
                  <a:lnTo>
                    <a:pt x="6378218" y="0"/>
                  </a:lnTo>
                  <a:lnTo>
                    <a:pt x="6380587" y="0"/>
                  </a:lnTo>
                  <a:lnTo>
                    <a:pt x="6382956" y="0"/>
                  </a:lnTo>
                  <a:lnTo>
                    <a:pt x="6385326" y="0"/>
                  </a:lnTo>
                  <a:lnTo>
                    <a:pt x="6387695" y="0"/>
                  </a:lnTo>
                  <a:lnTo>
                    <a:pt x="6390064" y="0"/>
                  </a:lnTo>
                  <a:lnTo>
                    <a:pt x="6392434" y="0"/>
                  </a:lnTo>
                  <a:lnTo>
                    <a:pt x="6394803" y="0"/>
                  </a:lnTo>
                  <a:lnTo>
                    <a:pt x="6397172" y="0"/>
                  </a:lnTo>
                  <a:lnTo>
                    <a:pt x="6399542" y="0"/>
                  </a:lnTo>
                  <a:lnTo>
                    <a:pt x="6401911" y="0"/>
                  </a:lnTo>
                  <a:lnTo>
                    <a:pt x="6404280" y="0"/>
                  </a:lnTo>
                  <a:lnTo>
                    <a:pt x="6406650" y="0"/>
                  </a:lnTo>
                  <a:lnTo>
                    <a:pt x="6409019" y="0"/>
                  </a:lnTo>
                  <a:lnTo>
                    <a:pt x="6411388" y="0"/>
                  </a:lnTo>
                  <a:lnTo>
                    <a:pt x="6413757" y="0"/>
                  </a:lnTo>
                  <a:lnTo>
                    <a:pt x="6416127" y="0"/>
                  </a:lnTo>
                  <a:lnTo>
                    <a:pt x="6418496" y="0"/>
                  </a:lnTo>
                  <a:lnTo>
                    <a:pt x="6420865" y="0"/>
                  </a:lnTo>
                  <a:lnTo>
                    <a:pt x="6423235" y="0"/>
                  </a:lnTo>
                  <a:lnTo>
                    <a:pt x="6425604" y="0"/>
                  </a:lnTo>
                  <a:lnTo>
                    <a:pt x="6427973" y="0"/>
                  </a:lnTo>
                  <a:lnTo>
                    <a:pt x="6430343" y="0"/>
                  </a:lnTo>
                  <a:lnTo>
                    <a:pt x="6432712" y="0"/>
                  </a:lnTo>
                  <a:lnTo>
                    <a:pt x="6435081" y="0"/>
                  </a:lnTo>
                  <a:lnTo>
                    <a:pt x="6437451" y="0"/>
                  </a:lnTo>
                  <a:lnTo>
                    <a:pt x="6439820" y="0"/>
                  </a:lnTo>
                  <a:lnTo>
                    <a:pt x="6442189" y="0"/>
                  </a:lnTo>
                  <a:lnTo>
                    <a:pt x="6444559" y="0"/>
                  </a:lnTo>
                  <a:lnTo>
                    <a:pt x="6446928" y="0"/>
                  </a:lnTo>
                  <a:lnTo>
                    <a:pt x="6449297" y="0"/>
                  </a:lnTo>
                  <a:lnTo>
                    <a:pt x="6451667" y="0"/>
                  </a:lnTo>
                  <a:lnTo>
                    <a:pt x="6454036" y="0"/>
                  </a:lnTo>
                  <a:lnTo>
                    <a:pt x="6456405" y="0"/>
                  </a:lnTo>
                  <a:lnTo>
                    <a:pt x="6458775" y="0"/>
                  </a:lnTo>
                  <a:lnTo>
                    <a:pt x="6461144" y="0"/>
                  </a:lnTo>
                  <a:lnTo>
                    <a:pt x="6463513" y="0"/>
                  </a:lnTo>
                  <a:lnTo>
                    <a:pt x="6465883" y="0"/>
                  </a:lnTo>
                  <a:lnTo>
                    <a:pt x="6468252" y="0"/>
                  </a:lnTo>
                  <a:lnTo>
                    <a:pt x="6470621" y="0"/>
                  </a:lnTo>
                  <a:lnTo>
                    <a:pt x="6472991" y="0"/>
                  </a:lnTo>
                  <a:lnTo>
                    <a:pt x="6475360" y="0"/>
                  </a:lnTo>
                  <a:lnTo>
                    <a:pt x="6477729" y="0"/>
                  </a:lnTo>
                  <a:lnTo>
                    <a:pt x="6480099" y="0"/>
                  </a:lnTo>
                  <a:lnTo>
                    <a:pt x="6482468" y="0"/>
                  </a:lnTo>
                  <a:lnTo>
                    <a:pt x="6484837" y="0"/>
                  </a:lnTo>
                  <a:lnTo>
                    <a:pt x="6487207" y="0"/>
                  </a:lnTo>
                  <a:lnTo>
                    <a:pt x="6489576" y="0"/>
                  </a:lnTo>
                  <a:lnTo>
                    <a:pt x="6491945" y="0"/>
                  </a:lnTo>
                  <a:lnTo>
                    <a:pt x="6494314" y="0"/>
                  </a:lnTo>
                  <a:lnTo>
                    <a:pt x="6496684" y="0"/>
                  </a:lnTo>
                  <a:lnTo>
                    <a:pt x="6499053" y="0"/>
                  </a:lnTo>
                  <a:lnTo>
                    <a:pt x="6501422" y="0"/>
                  </a:lnTo>
                  <a:lnTo>
                    <a:pt x="6503792" y="0"/>
                  </a:lnTo>
                  <a:lnTo>
                    <a:pt x="6506161" y="0"/>
                  </a:lnTo>
                  <a:lnTo>
                    <a:pt x="6508530" y="0"/>
                  </a:lnTo>
                  <a:lnTo>
                    <a:pt x="6510900" y="0"/>
                  </a:lnTo>
                  <a:lnTo>
                    <a:pt x="6513269" y="0"/>
                  </a:lnTo>
                  <a:lnTo>
                    <a:pt x="6515638" y="0"/>
                  </a:lnTo>
                  <a:lnTo>
                    <a:pt x="6518008" y="0"/>
                  </a:lnTo>
                  <a:lnTo>
                    <a:pt x="6520377" y="0"/>
                  </a:lnTo>
                  <a:lnTo>
                    <a:pt x="6522746" y="0"/>
                  </a:lnTo>
                  <a:lnTo>
                    <a:pt x="6525116" y="0"/>
                  </a:lnTo>
                  <a:lnTo>
                    <a:pt x="6527485" y="0"/>
                  </a:lnTo>
                  <a:lnTo>
                    <a:pt x="6529854" y="0"/>
                  </a:lnTo>
                  <a:lnTo>
                    <a:pt x="6532224" y="0"/>
                  </a:lnTo>
                  <a:lnTo>
                    <a:pt x="6534593" y="0"/>
                  </a:lnTo>
                  <a:lnTo>
                    <a:pt x="6536962" y="0"/>
                  </a:lnTo>
                  <a:lnTo>
                    <a:pt x="6539332" y="0"/>
                  </a:lnTo>
                  <a:lnTo>
                    <a:pt x="6541701" y="0"/>
                  </a:lnTo>
                  <a:lnTo>
                    <a:pt x="6544070" y="0"/>
                  </a:lnTo>
                  <a:lnTo>
                    <a:pt x="6546440" y="0"/>
                  </a:lnTo>
                  <a:lnTo>
                    <a:pt x="6548809" y="0"/>
                  </a:lnTo>
                  <a:lnTo>
                    <a:pt x="6551178" y="0"/>
                  </a:lnTo>
                  <a:lnTo>
                    <a:pt x="6553548" y="0"/>
                  </a:lnTo>
                  <a:lnTo>
                    <a:pt x="6555917" y="0"/>
                  </a:lnTo>
                  <a:lnTo>
                    <a:pt x="6558286" y="0"/>
                  </a:lnTo>
                  <a:lnTo>
                    <a:pt x="6560656" y="0"/>
                  </a:lnTo>
                  <a:lnTo>
                    <a:pt x="6563025" y="0"/>
                  </a:lnTo>
                  <a:lnTo>
                    <a:pt x="6565394" y="0"/>
                  </a:lnTo>
                  <a:lnTo>
                    <a:pt x="6567764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838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0978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118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259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66265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7668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29071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0473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187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455321"/>
              <a:ext cx="0" cy="2638796"/>
            </a:xfrm>
            <a:custGeom>
              <a:avLst/>
              <a:pathLst>
                <a:path w="0" h="2638796">
                  <a:moveTo>
                    <a:pt x="0" y="263879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09411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56635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03859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51084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298308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 rot="-5400000">
              <a:off x="808735" y="503648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08735" y="450872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398096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345320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8735" y="292544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23976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1785089" y="1864777"/>
              <a:ext cx="5939581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auc train 0.921, test 0.93, train np = 2773, na = 5230, nn = 443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679759" y="5772630"/>
              <a:ext cx="150241" cy="1157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fn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474191" y="3702387"/>
              <a:ext cx="156492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tp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469813" y="2455321"/>
              <a:ext cx="6570133" cy="2614134"/>
            </a:xfrm>
            <a:custGeom>
              <a:avLst/>
              <a:pathLst>
                <a:path w="6570133" h="2614134">
                  <a:moveTo>
                    <a:pt x="0" y="2614134"/>
                  </a:moveTo>
                  <a:lnTo>
                    <a:pt x="0" y="2589473"/>
                  </a:lnTo>
                  <a:lnTo>
                    <a:pt x="0" y="2564811"/>
                  </a:lnTo>
                  <a:lnTo>
                    <a:pt x="0" y="2540149"/>
                  </a:lnTo>
                  <a:lnTo>
                    <a:pt x="0" y="2515488"/>
                  </a:lnTo>
                  <a:lnTo>
                    <a:pt x="0" y="2490826"/>
                  </a:lnTo>
                  <a:lnTo>
                    <a:pt x="0" y="2466164"/>
                  </a:lnTo>
                  <a:lnTo>
                    <a:pt x="0" y="2441503"/>
                  </a:lnTo>
                  <a:lnTo>
                    <a:pt x="0" y="2416841"/>
                  </a:lnTo>
                  <a:lnTo>
                    <a:pt x="0" y="2392179"/>
                  </a:lnTo>
                  <a:lnTo>
                    <a:pt x="0" y="2367518"/>
                  </a:lnTo>
                  <a:lnTo>
                    <a:pt x="0" y="2342856"/>
                  </a:lnTo>
                  <a:lnTo>
                    <a:pt x="10445" y="2342856"/>
                  </a:lnTo>
                  <a:lnTo>
                    <a:pt x="10445" y="2318195"/>
                  </a:lnTo>
                  <a:lnTo>
                    <a:pt x="10445" y="2293533"/>
                  </a:lnTo>
                  <a:lnTo>
                    <a:pt x="20890" y="2293533"/>
                  </a:lnTo>
                  <a:lnTo>
                    <a:pt x="20890" y="2268871"/>
                  </a:lnTo>
                  <a:lnTo>
                    <a:pt x="31336" y="2268871"/>
                  </a:lnTo>
                  <a:lnTo>
                    <a:pt x="31336" y="2244210"/>
                  </a:lnTo>
                  <a:lnTo>
                    <a:pt x="31336" y="2219548"/>
                  </a:lnTo>
                  <a:lnTo>
                    <a:pt x="31336" y="2194886"/>
                  </a:lnTo>
                  <a:lnTo>
                    <a:pt x="31336" y="2170225"/>
                  </a:lnTo>
                  <a:lnTo>
                    <a:pt x="31336" y="2145563"/>
                  </a:lnTo>
                  <a:lnTo>
                    <a:pt x="31336" y="2120901"/>
                  </a:lnTo>
                  <a:lnTo>
                    <a:pt x="31336" y="2096240"/>
                  </a:lnTo>
                  <a:lnTo>
                    <a:pt x="31336" y="2071578"/>
                  </a:lnTo>
                  <a:lnTo>
                    <a:pt x="31336" y="2046916"/>
                  </a:lnTo>
                  <a:lnTo>
                    <a:pt x="31336" y="2022255"/>
                  </a:lnTo>
                  <a:lnTo>
                    <a:pt x="31336" y="1997593"/>
                  </a:lnTo>
                  <a:lnTo>
                    <a:pt x="31336" y="1972931"/>
                  </a:lnTo>
                  <a:lnTo>
                    <a:pt x="31336" y="1948270"/>
                  </a:lnTo>
                  <a:lnTo>
                    <a:pt x="31336" y="1923608"/>
                  </a:lnTo>
                  <a:lnTo>
                    <a:pt x="41781" y="1923608"/>
                  </a:lnTo>
                  <a:lnTo>
                    <a:pt x="41781" y="1898946"/>
                  </a:lnTo>
                  <a:lnTo>
                    <a:pt x="52226" y="1898946"/>
                  </a:lnTo>
                  <a:lnTo>
                    <a:pt x="62672" y="1898946"/>
                  </a:lnTo>
                  <a:lnTo>
                    <a:pt x="62672" y="1874285"/>
                  </a:lnTo>
                  <a:lnTo>
                    <a:pt x="62672" y="1849623"/>
                  </a:lnTo>
                  <a:lnTo>
                    <a:pt x="73117" y="1849623"/>
                  </a:lnTo>
                  <a:lnTo>
                    <a:pt x="73117" y="1824962"/>
                  </a:lnTo>
                  <a:lnTo>
                    <a:pt x="83562" y="1824962"/>
                  </a:lnTo>
                  <a:lnTo>
                    <a:pt x="83562" y="1800300"/>
                  </a:lnTo>
                  <a:lnTo>
                    <a:pt x="83562" y="1775638"/>
                  </a:lnTo>
                  <a:lnTo>
                    <a:pt x="83562" y="1750977"/>
                  </a:lnTo>
                  <a:lnTo>
                    <a:pt x="94008" y="1750977"/>
                  </a:lnTo>
                  <a:lnTo>
                    <a:pt x="104453" y="1750977"/>
                  </a:lnTo>
                  <a:lnTo>
                    <a:pt x="104453" y="1726315"/>
                  </a:lnTo>
                  <a:lnTo>
                    <a:pt x="104453" y="1701653"/>
                  </a:lnTo>
                  <a:lnTo>
                    <a:pt x="104453" y="1676992"/>
                  </a:lnTo>
                  <a:lnTo>
                    <a:pt x="114898" y="1676992"/>
                  </a:lnTo>
                  <a:lnTo>
                    <a:pt x="114898" y="1652330"/>
                  </a:lnTo>
                  <a:lnTo>
                    <a:pt x="114898" y="1627668"/>
                  </a:lnTo>
                  <a:lnTo>
                    <a:pt x="114898" y="1603007"/>
                  </a:lnTo>
                  <a:lnTo>
                    <a:pt x="125344" y="1603007"/>
                  </a:lnTo>
                  <a:lnTo>
                    <a:pt x="125344" y="1578345"/>
                  </a:lnTo>
                  <a:lnTo>
                    <a:pt x="125344" y="1553683"/>
                  </a:lnTo>
                  <a:lnTo>
                    <a:pt x="135789" y="1553683"/>
                  </a:lnTo>
                  <a:lnTo>
                    <a:pt x="135789" y="1529022"/>
                  </a:lnTo>
                  <a:lnTo>
                    <a:pt x="146235" y="1529022"/>
                  </a:lnTo>
                  <a:lnTo>
                    <a:pt x="156680" y="1529022"/>
                  </a:lnTo>
                  <a:lnTo>
                    <a:pt x="156680" y="1504360"/>
                  </a:lnTo>
                  <a:lnTo>
                    <a:pt x="156680" y="1479698"/>
                  </a:lnTo>
                  <a:lnTo>
                    <a:pt x="156680" y="1455037"/>
                  </a:lnTo>
                  <a:lnTo>
                    <a:pt x="167125" y="1455037"/>
                  </a:lnTo>
                  <a:lnTo>
                    <a:pt x="167125" y="1430375"/>
                  </a:lnTo>
                  <a:lnTo>
                    <a:pt x="167125" y="1405714"/>
                  </a:lnTo>
                  <a:lnTo>
                    <a:pt x="167125" y="1381052"/>
                  </a:lnTo>
                  <a:lnTo>
                    <a:pt x="167125" y="1356390"/>
                  </a:lnTo>
                  <a:lnTo>
                    <a:pt x="167125" y="1331729"/>
                  </a:lnTo>
                  <a:lnTo>
                    <a:pt x="177571" y="1331729"/>
                  </a:lnTo>
                  <a:lnTo>
                    <a:pt x="188016" y="1331729"/>
                  </a:lnTo>
                  <a:lnTo>
                    <a:pt x="188016" y="1307067"/>
                  </a:lnTo>
                  <a:lnTo>
                    <a:pt x="198461" y="1307067"/>
                  </a:lnTo>
                  <a:lnTo>
                    <a:pt x="208907" y="1307067"/>
                  </a:lnTo>
                  <a:lnTo>
                    <a:pt x="219352" y="1307067"/>
                  </a:lnTo>
                  <a:lnTo>
                    <a:pt x="219352" y="1282405"/>
                  </a:lnTo>
                  <a:lnTo>
                    <a:pt x="219352" y="1257744"/>
                  </a:lnTo>
                  <a:lnTo>
                    <a:pt x="229797" y="1257744"/>
                  </a:lnTo>
                  <a:lnTo>
                    <a:pt x="229797" y="1233082"/>
                  </a:lnTo>
                  <a:lnTo>
                    <a:pt x="240243" y="1233082"/>
                  </a:lnTo>
                  <a:lnTo>
                    <a:pt x="240243" y="1208420"/>
                  </a:lnTo>
                  <a:lnTo>
                    <a:pt x="240243" y="1183759"/>
                  </a:lnTo>
                  <a:lnTo>
                    <a:pt x="250688" y="1183759"/>
                  </a:lnTo>
                  <a:lnTo>
                    <a:pt x="250688" y="1159097"/>
                  </a:lnTo>
                  <a:lnTo>
                    <a:pt x="250688" y="1134435"/>
                  </a:lnTo>
                  <a:lnTo>
                    <a:pt x="250688" y="1109774"/>
                  </a:lnTo>
                  <a:lnTo>
                    <a:pt x="250688" y="1085112"/>
                  </a:lnTo>
                  <a:lnTo>
                    <a:pt x="250688" y="1060450"/>
                  </a:lnTo>
                  <a:lnTo>
                    <a:pt x="261134" y="1060450"/>
                  </a:lnTo>
                  <a:lnTo>
                    <a:pt x="261134" y="1035789"/>
                  </a:lnTo>
                  <a:lnTo>
                    <a:pt x="261134" y="1011127"/>
                  </a:lnTo>
                  <a:lnTo>
                    <a:pt x="271579" y="1011127"/>
                  </a:lnTo>
                  <a:lnTo>
                    <a:pt x="282024" y="1011127"/>
                  </a:lnTo>
                  <a:lnTo>
                    <a:pt x="282024" y="986465"/>
                  </a:lnTo>
                  <a:lnTo>
                    <a:pt x="282024" y="961804"/>
                  </a:lnTo>
                  <a:lnTo>
                    <a:pt x="282024" y="937142"/>
                  </a:lnTo>
                  <a:lnTo>
                    <a:pt x="282024" y="912481"/>
                  </a:lnTo>
                  <a:lnTo>
                    <a:pt x="282024" y="887819"/>
                  </a:lnTo>
                  <a:lnTo>
                    <a:pt x="292470" y="887819"/>
                  </a:lnTo>
                  <a:lnTo>
                    <a:pt x="302915" y="887819"/>
                  </a:lnTo>
                  <a:lnTo>
                    <a:pt x="302915" y="863157"/>
                  </a:lnTo>
                  <a:lnTo>
                    <a:pt x="313360" y="863157"/>
                  </a:lnTo>
                  <a:lnTo>
                    <a:pt x="323806" y="863157"/>
                  </a:lnTo>
                  <a:lnTo>
                    <a:pt x="323806" y="838496"/>
                  </a:lnTo>
                  <a:lnTo>
                    <a:pt x="334251" y="838496"/>
                  </a:lnTo>
                  <a:lnTo>
                    <a:pt x="344696" y="838496"/>
                  </a:lnTo>
                  <a:lnTo>
                    <a:pt x="355142" y="838496"/>
                  </a:lnTo>
                  <a:lnTo>
                    <a:pt x="355142" y="813834"/>
                  </a:lnTo>
                  <a:lnTo>
                    <a:pt x="365587" y="813834"/>
                  </a:lnTo>
                  <a:lnTo>
                    <a:pt x="376033" y="813834"/>
                  </a:lnTo>
                  <a:lnTo>
                    <a:pt x="386478" y="813834"/>
                  </a:lnTo>
                  <a:lnTo>
                    <a:pt x="396923" y="813834"/>
                  </a:lnTo>
                  <a:lnTo>
                    <a:pt x="407369" y="813834"/>
                  </a:lnTo>
                  <a:lnTo>
                    <a:pt x="417814" y="813834"/>
                  </a:lnTo>
                  <a:lnTo>
                    <a:pt x="428259" y="813834"/>
                  </a:lnTo>
                  <a:lnTo>
                    <a:pt x="438705" y="813834"/>
                  </a:lnTo>
                  <a:lnTo>
                    <a:pt x="438705" y="789172"/>
                  </a:lnTo>
                  <a:lnTo>
                    <a:pt x="438705" y="764511"/>
                  </a:lnTo>
                  <a:lnTo>
                    <a:pt x="438705" y="739849"/>
                  </a:lnTo>
                  <a:lnTo>
                    <a:pt x="449150" y="739849"/>
                  </a:lnTo>
                  <a:lnTo>
                    <a:pt x="449150" y="715187"/>
                  </a:lnTo>
                  <a:lnTo>
                    <a:pt x="459595" y="715187"/>
                  </a:lnTo>
                  <a:lnTo>
                    <a:pt x="459595" y="690526"/>
                  </a:lnTo>
                  <a:lnTo>
                    <a:pt x="470041" y="690526"/>
                  </a:lnTo>
                  <a:lnTo>
                    <a:pt x="480486" y="690526"/>
                  </a:lnTo>
                  <a:lnTo>
                    <a:pt x="490932" y="690526"/>
                  </a:lnTo>
                  <a:lnTo>
                    <a:pt x="490932" y="665864"/>
                  </a:lnTo>
                  <a:lnTo>
                    <a:pt x="501377" y="665864"/>
                  </a:lnTo>
                  <a:lnTo>
                    <a:pt x="511822" y="665864"/>
                  </a:lnTo>
                  <a:lnTo>
                    <a:pt x="522268" y="665864"/>
                  </a:lnTo>
                  <a:lnTo>
                    <a:pt x="532713" y="665864"/>
                  </a:lnTo>
                  <a:lnTo>
                    <a:pt x="532713" y="641202"/>
                  </a:lnTo>
                  <a:lnTo>
                    <a:pt x="543158" y="641202"/>
                  </a:lnTo>
                  <a:lnTo>
                    <a:pt x="553604" y="641202"/>
                  </a:lnTo>
                  <a:lnTo>
                    <a:pt x="564049" y="641202"/>
                  </a:lnTo>
                  <a:lnTo>
                    <a:pt x="564049" y="616541"/>
                  </a:lnTo>
                  <a:lnTo>
                    <a:pt x="574494" y="616541"/>
                  </a:lnTo>
                  <a:lnTo>
                    <a:pt x="584940" y="616541"/>
                  </a:lnTo>
                  <a:lnTo>
                    <a:pt x="595385" y="616541"/>
                  </a:lnTo>
                  <a:lnTo>
                    <a:pt x="605831" y="616541"/>
                  </a:lnTo>
                  <a:lnTo>
                    <a:pt x="616276" y="616541"/>
                  </a:lnTo>
                  <a:lnTo>
                    <a:pt x="626721" y="616541"/>
                  </a:lnTo>
                  <a:lnTo>
                    <a:pt x="637167" y="616541"/>
                  </a:lnTo>
                  <a:lnTo>
                    <a:pt x="647612" y="616541"/>
                  </a:lnTo>
                  <a:lnTo>
                    <a:pt x="658057" y="616541"/>
                  </a:lnTo>
                  <a:lnTo>
                    <a:pt x="668503" y="616541"/>
                  </a:lnTo>
                  <a:lnTo>
                    <a:pt x="678948" y="616541"/>
                  </a:lnTo>
                  <a:lnTo>
                    <a:pt x="678948" y="591879"/>
                  </a:lnTo>
                  <a:lnTo>
                    <a:pt x="678948" y="567217"/>
                  </a:lnTo>
                  <a:lnTo>
                    <a:pt x="689393" y="567217"/>
                  </a:lnTo>
                  <a:lnTo>
                    <a:pt x="699839" y="567217"/>
                  </a:lnTo>
                  <a:lnTo>
                    <a:pt x="710284" y="567217"/>
                  </a:lnTo>
                  <a:lnTo>
                    <a:pt x="720730" y="567217"/>
                  </a:lnTo>
                  <a:lnTo>
                    <a:pt x="720730" y="542556"/>
                  </a:lnTo>
                  <a:lnTo>
                    <a:pt x="731175" y="542556"/>
                  </a:lnTo>
                  <a:lnTo>
                    <a:pt x="731175" y="517894"/>
                  </a:lnTo>
                  <a:lnTo>
                    <a:pt x="731175" y="493232"/>
                  </a:lnTo>
                  <a:lnTo>
                    <a:pt x="731175" y="468571"/>
                  </a:lnTo>
                  <a:lnTo>
                    <a:pt x="741620" y="468571"/>
                  </a:lnTo>
                  <a:lnTo>
                    <a:pt x="741620" y="443909"/>
                  </a:lnTo>
                  <a:lnTo>
                    <a:pt x="752066" y="443909"/>
                  </a:lnTo>
                  <a:lnTo>
                    <a:pt x="762511" y="443909"/>
                  </a:lnTo>
                  <a:lnTo>
                    <a:pt x="772956" y="443909"/>
                  </a:lnTo>
                  <a:lnTo>
                    <a:pt x="783402" y="443909"/>
                  </a:lnTo>
                  <a:lnTo>
                    <a:pt x="793847" y="443909"/>
                  </a:lnTo>
                  <a:lnTo>
                    <a:pt x="804292" y="443909"/>
                  </a:lnTo>
                  <a:lnTo>
                    <a:pt x="814738" y="443909"/>
                  </a:lnTo>
                  <a:lnTo>
                    <a:pt x="814738" y="419248"/>
                  </a:lnTo>
                  <a:lnTo>
                    <a:pt x="825183" y="419248"/>
                  </a:lnTo>
                  <a:lnTo>
                    <a:pt x="835629" y="419248"/>
                  </a:lnTo>
                  <a:lnTo>
                    <a:pt x="846074" y="419248"/>
                  </a:lnTo>
                  <a:lnTo>
                    <a:pt x="846074" y="394586"/>
                  </a:lnTo>
                  <a:lnTo>
                    <a:pt x="856519" y="394586"/>
                  </a:lnTo>
                  <a:lnTo>
                    <a:pt x="866965" y="394586"/>
                  </a:lnTo>
                  <a:lnTo>
                    <a:pt x="877410" y="394586"/>
                  </a:lnTo>
                  <a:lnTo>
                    <a:pt x="877410" y="369924"/>
                  </a:lnTo>
                  <a:lnTo>
                    <a:pt x="877410" y="345263"/>
                  </a:lnTo>
                  <a:lnTo>
                    <a:pt x="887855" y="345263"/>
                  </a:lnTo>
                  <a:lnTo>
                    <a:pt x="898301" y="345263"/>
                  </a:lnTo>
                  <a:lnTo>
                    <a:pt x="908746" y="345263"/>
                  </a:lnTo>
                  <a:lnTo>
                    <a:pt x="919191" y="345263"/>
                  </a:lnTo>
                  <a:lnTo>
                    <a:pt x="929637" y="345263"/>
                  </a:lnTo>
                  <a:lnTo>
                    <a:pt x="940082" y="345263"/>
                  </a:lnTo>
                  <a:lnTo>
                    <a:pt x="950528" y="345263"/>
                  </a:lnTo>
                  <a:lnTo>
                    <a:pt x="960973" y="345263"/>
                  </a:lnTo>
                  <a:lnTo>
                    <a:pt x="971418" y="345263"/>
                  </a:lnTo>
                  <a:lnTo>
                    <a:pt x="981864" y="345263"/>
                  </a:lnTo>
                  <a:lnTo>
                    <a:pt x="981864" y="320601"/>
                  </a:lnTo>
                  <a:lnTo>
                    <a:pt x="992309" y="320601"/>
                  </a:lnTo>
                  <a:lnTo>
                    <a:pt x="1002754" y="320601"/>
                  </a:lnTo>
                  <a:lnTo>
                    <a:pt x="1013200" y="320601"/>
                  </a:lnTo>
                  <a:lnTo>
                    <a:pt x="1023645" y="320601"/>
                  </a:lnTo>
                  <a:lnTo>
                    <a:pt x="1034090" y="320601"/>
                  </a:lnTo>
                  <a:lnTo>
                    <a:pt x="1044536" y="320601"/>
                  </a:lnTo>
                  <a:lnTo>
                    <a:pt x="1054981" y="320601"/>
                  </a:lnTo>
                  <a:lnTo>
                    <a:pt x="1065427" y="320601"/>
                  </a:lnTo>
                  <a:lnTo>
                    <a:pt x="1075872" y="320601"/>
                  </a:lnTo>
                  <a:lnTo>
                    <a:pt x="1075872" y="295939"/>
                  </a:lnTo>
                  <a:lnTo>
                    <a:pt x="1086317" y="295939"/>
                  </a:lnTo>
                  <a:lnTo>
                    <a:pt x="1096763" y="295939"/>
                  </a:lnTo>
                  <a:lnTo>
                    <a:pt x="1107208" y="295939"/>
                  </a:lnTo>
                  <a:lnTo>
                    <a:pt x="1117653" y="295939"/>
                  </a:lnTo>
                  <a:lnTo>
                    <a:pt x="1117653" y="271278"/>
                  </a:lnTo>
                  <a:lnTo>
                    <a:pt x="1128099" y="271278"/>
                  </a:lnTo>
                  <a:lnTo>
                    <a:pt x="1138544" y="271278"/>
                  </a:lnTo>
                  <a:lnTo>
                    <a:pt x="1148989" y="271278"/>
                  </a:lnTo>
                  <a:lnTo>
                    <a:pt x="1159435" y="271278"/>
                  </a:lnTo>
                  <a:lnTo>
                    <a:pt x="1169880" y="271278"/>
                  </a:lnTo>
                  <a:lnTo>
                    <a:pt x="1180326" y="271278"/>
                  </a:lnTo>
                  <a:lnTo>
                    <a:pt x="1180326" y="246616"/>
                  </a:lnTo>
                  <a:lnTo>
                    <a:pt x="1180326" y="221954"/>
                  </a:lnTo>
                  <a:lnTo>
                    <a:pt x="1190771" y="221954"/>
                  </a:lnTo>
                  <a:lnTo>
                    <a:pt x="1201216" y="221954"/>
                  </a:lnTo>
                  <a:lnTo>
                    <a:pt x="1211662" y="221954"/>
                  </a:lnTo>
                  <a:lnTo>
                    <a:pt x="1222107" y="221954"/>
                  </a:lnTo>
                  <a:lnTo>
                    <a:pt x="1232552" y="221954"/>
                  </a:lnTo>
                  <a:lnTo>
                    <a:pt x="1242998" y="221954"/>
                  </a:lnTo>
                  <a:lnTo>
                    <a:pt x="1253443" y="221954"/>
                  </a:lnTo>
                  <a:lnTo>
                    <a:pt x="1263888" y="221954"/>
                  </a:lnTo>
                  <a:lnTo>
                    <a:pt x="1274334" y="221954"/>
                  </a:lnTo>
                  <a:lnTo>
                    <a:pt x="1284779" y="221954"/>
                  </a:lnTo>
                  <a:lnTo>
                    <a:pt x="1295225" y="221954"/>
                  </a:lnTo>
                  <a:lnTo>
                    <a:pt x="1305670" y="221954"/>
                  </a:lnTo>
                  <a:lnTo>
                    <a:pt x="1316115" y="221954"/>
                  </a:lnTo>
                  <a:lnTo>
                    <a:pt x="1326561" y="221954"/>
                  </a:lnTo>
                  <a:lnTo>
                    <a:pt x="1337006" y="221954"/>
                  </a:lnTo>
                  <a:lnTo>
                    <a:pt x="1347451" y="221954"/>
                  </a:lnTo>
                  <a:lnTo>
                    <a:pt x="1357897" y="221954"/>
                  </a:lnTo>
                  <a:lnTo>
                    <a:pt x="1368342" y="221954"/>
                  </a:lnTo>
                  <a:lnTo>
                    <a:pt x="1378787" y="221954"/>
                  </a:lnTo>
                  <a:lnTo>
                    <a:pt x="1389233" y="221954"/>
                  </a:lnTo>
                  <a:lnTo>
                    <a:pt x="1399678" y="221954"/>
                  </a:lnTo>
                  <a:lnTo>
                    <a:pt x="1410124" y="221954"/>
                  </a:lnTo>
                  <a:lnTo>
                    <a:pt x="1420569" y="221954"/>
                  </a:lnTo>
                  <a:lnTo>
                    <a:pt x="1431014" y="221954"/>
                  </a:lnTo>
                  <a:lnTo>
                    <a:pt x="1441460" y="221954"/>
                  </a:lnTo>
                  <a:lnTo>
                    <a:pt x="1451905" y="221954"/>
                  </a:lnTo>
                  <a:lnTo>
                    <a:pt x="1462350" y="221954"/>
                  </a:lnTo>
                  <a:lnTo>
                    <a:pt x="1472796" y="221954"/>
                  </a:lnTo>
                  <a:lnTo>
                    <a:pt x="1483241" y="221954"/>
                  </a:lnTo>
                  <a:lnTo>
                    <a:pt x="1493686" y="221954"/>
                  </a:lnTo>
                  <a:lnTo>
                    <a:pt x="1504132" y="221954"/>
                  </a:lnTo>
                  <a:lnTo>
                    <a:pt x="1514577" y="221954"/>
                  </a:lnTo>
                  <a:lnTo>
                    <a:pt x="1525022" y="221954"/>
                  </a:lnTo>
                  <a:lnTo>
                    <a:pt x="1535468" y="221954"/>
                  </a:lnTo>
                  <a:lnTo>
                    <a:pt x="1545913" y="221954"/>
                  </a:lnTo>
                  <a:lnTo>
                    <a:pt x="1556359" y="221954"/>
                  </a:lnTo>
                  <a:lnTo>
                    <a:pt x="1556359" y="197293"/>
                  </a:lnTo>
                  <a:lnTo>
                    <a:pt x="1566804" y="197293"/>
                  </a:lnTo>
                  <a:lnTo>
                    <a:pt x="1577249" y="197293"/>
                  </a:lnTo>
                  <a:lnTo>
                    <a:pt x="1587695" y="197293"/>
                  </a:lnTo>
                  <a:lnTo>
                    <a:pt x="1598140" y="197293"/>
                  </a:lnTo>
                  <a:lnTo>
                    <a:pt x="1608585" y="197293"/>
                  </a:lnTo>
                  <a:lnTo>
                    <a:pt x="1619031" y="197293"/>
                  </a:lnTo>
                  <a:lnTo>
                    <a:pt x="1629476" y="197293"/>
                  </a:lnTo>
                  <a:lnTo>
                    <a:pt x="1639921" y="197293"/>
                  </a:lnTo>
                  <a:lnTo>
                    <a:pt x="1650367" y="197293"/>
                  </a:lnTo>
                  <a:lnTo>
                    <a:pt x="1660812" y="197293"/>
                  </a:lnTo>
                  <a:lnTo>
                    <a:pt x="1671258" y="197293"/>
                  </a:lnTo>
                  <a:lnTo>
                    <a:pt x="1681703" y="197293"/>
                  </a:lnTo>
                  <a:lnTo>
                    <a:pt x="1692148" y="197293"/>
                  </a:lnTo>
                  <a:lnTo>
                    <a:pt x="1702594" y="197293"/>
                  </a:lnTo>
                  <a:lnTo>
                    <a:pt x="1713039" y="197293"/>
                  </a:lnTo>
                  <a:lnTo>
                    <a:pt x="1723484" y="197293"/>
                  </a:lnTo>
                  <a:lnTo>
                    <a:pt x="1733930" y="197293"/>
                  </a:lnTo>
                  <a:lnTo>
                    <a:pt x="1744375" y="197293"/>
                  </a:lnTo>
                  <a:lnTo>
                    <a:pt x="1754820" y="197293"/>
                  </a:lnTo>
                  <a:lnTo>
                    <a:pt x="1765266" y="197293"/>
                  </a:lnTo>
                  <a:lnTo>
                    <a:pt x="1775711" y="197293"/>
                  </a:lnTo>
                  <a:lnTo>
                    <a:pt x="1786157" y="197293"/>
                  </a:lnTo>
                  <a:lnTo>
                    <a:pt x="1796602" y="197293"/>
                  </a:lnTo>
                  <a:lnTo>
                    <a:pt x="1807047" y="197293"/>
                  </a:lnTo>
                  <a:lnTo>
                    <a:pt x="1817493" y="197293"/>
                  </a:lnTo>
                  <a:lnTo>
                    <a:pt x="1827938" y="197293"/>
                  </a:lnTo>
                  <a:lnTo>
                    <a:pt x="1838383" y="197293"/>
                  </a:lnTo>
                  <a:lnTo>
                    <a:pt x="1848829" y="197293"/>
                  </a:lnTo>
                  <a:lnTo>
                    <a:pt x="1859274" y="197293"/>
                  </a:lnTo>
                  <a:lnTo>
                    <a:pt x="1869719" y="197293"/>
                  </a:lnTo>
                  <a:lnTo>
                    <a:pt x="1880165" y="197293"/>
                  </a:lnTo>
                  <a:lnTo>
                    <a:pt x="1890610" y="197293"/>
                  </a:lnTo>
                  <a:lnTo>
                    <a:pt x="1901056" y="197293"/>
                  </a:lnTo>
                  <a:lnTo>
                    <a:pt x="1911501" y="197293"/>
                  </a:lnTo>
                  <a:lnTo>
                    <a:pt x="1921946" y="197293"/>
                  </a:lnTo>
                  <a:lnTo>
                    <a:pt x="1932392" y="197293"/>
                  </a:lnTo>
                  <a:lnTo>
                    <a:pt x="1942837" y="197293"/>
                  </a:lnTo>
                  <a:lnTo>
                    <a:pt x="1953282" y="197293"/>
                  </a:lnTo>
                  <a:lnTo>
                    <a:pt x="1953282" y="172631"/>
                  </a:lnTo>
                  <a:lnTo>
                    <a:pt x="1963728" y="172631"/>
                  </a:lnTo>
                  <a:lnTo>
                    <a:pt x="1974173" y="172631"/>
                  </a:lnTo>
                  <a:lnTo>
                    <a:pt x="1984618" y="172631"/>
                  </a:lnTo>
                  <a:lnTo>
                    <a:pt x="1995064" y="172631"/>
                  </a:lnTo>
                  <a:lnTo>
                    <a:pt x="2005509" y="172631"/>
                  </a:lnTo>
                  <a:lnTo>
                    <a:pt x="2015955" y="172631"/>
                  </a:lnTo>
                  <a:lnTo>
                    <a:pt x="2026400" y="172631"/>
                  </a:lnTo>
                  <a:lnTo>
                    <a:pt x="2036845" y="172631"/>
                  </a:lnTo>
                  <a:lnTo>
                    <a:pt x="2047291" y="172631"/>
                  </a:lnTo>
                  <a:lnTo>
                    <a:pt x="2047291" y="147969"/>
                  </a:lnTo>
                  <a:lnTo>
                    <a:pt x="2057736" y="147969"/>
                  </a:lnTo>
                  <a:lnTo>
                    <a:pt x="2068181" y="147969"/>
                  </a:lnTo>
                  <a:lnTo>
                    <a:pt x="2078627" y="147969"/>
                  </a:lnTo>
                  <a:lnTo>
                    <a:pt x="2089072" y="147969"/>
                  </a:lnTo>
                  <a:lnTo>
                    <a:pt x="2099517" y="147969"/>
                  </a:lnTo>
                  <a:lnTo>
                    <a:pt x="2109963" y="147969"/>
                  </a:lnTo>
                  <a:lnTo>
                    <a:pt x="2120408" y="147969"/>
                  </a:lnTo>
                  <a:lnTo>
                    <a:pt x="2130854" y="147969"/>
                  </a:lnTo>
                  <a:lnTo>
                    <a:pt x="2141299" y="147969"/>
                  </a:lnTo>
                  <a:lnTo>
                    <a:pt x="2151744" y="147969"/>
                  </a:lnTo>
                  <a:lnTo>
                    <a:pt x="2162190" y="147969"/>
                  </a:lnTo>
                  <a:lnTo>
                    <a:pt x="2172635" y="147969"/>
                  </a:lnTo>
                  <a:lnTo>
                    <a:pt x="2183080" y="147969"/>
                  </a:lnTo>
                  <a:lnTo>
                    <a:pt x="2193526" y="147969"/>
                  </a:lnTo>
                  <a:lnTo>
                    <a:pt x="2203971" y="147969"/>
                  </a:lnTo>
                  <a:lnTo>
                    <a:pt x="2214416" y="147969"/>
                  </a:lnTo>
                  <a:lnTo>
                    <a:pt x="2224862" y="147969"/>
                  </a:lnTo>
                  <a:lnTo>
                    <a:pt x="2235307" y="147969"/>
                  </a:lnTo>
                  <a:lnTo>
                    <a:pt x="2245753" y="147969"/>
                  </a:lnTo>
                  <a:lnTo>
                    <a:pt x="2245753" y="123308"/>
                  </a:lnTo>
                  <a:lnTo>
                    <a:pt x="2256198" y="123308"/>
                  </a:lnTo>
                  <a:lnTo>
                    <a:pt x="2266643" y="123308"/>
                  </a:lnTo>
                  <a:lnTo>
                    <a:pt x="2277089" y="123308"/>
                  </a:lnTo>
                  <a:lnTo>
                    <a:pt x="2287534" y="123308"/>
                  </a:lnTo>
                  <a:lnTo>
                    <a:pt x="2297979" y="123308"/>
                  </a:lnTo>
                  <a:lnTo>
                    <a:pt x="2308425" y="123308"/>
                  </a:lnTo>
                  <a:lnTo>
                    <a:pt x="2308425" y="98646"/>
                  </a:lnTo>
                  <a:lnTo>
                    <a:pt x="2318870" y="98646"/>
                  </a:lnTo>
                  <a:lnTo>
                    <a:pt x="2329315" y="98646"/>
                  </a:lnTo>
                  <a:lnTo>
                    <a:pt x="2339761" y="98646"/>
                  </a:lnTo>
                  <a:lnTo>
                    <a:pt x="2350206" y="98646"/>
                  </a:lnTo>
                  <a:lnTo>
                    <a:pt x="2360652" y="98646"/>
                  </a:lnTo>
                  <a:lnTo>
                    <a:pt x="2371097" y="98646"/>
                  </a:lnTo>
                  <a:lnTo>
                    <a:pt x="2381542" y="98646"/>
                  </a:lnTo>
                  <a:lnTo>
                    <a:pt x="2391988" y="98646"/>
                  </a:lnTo>
                  <a:lnTo>
                    <a:pt x="2402433" y="98646"/>
                  </a:lnTo>
                  <a:lnTo>
                    <a:pt x="2412878" y="98646"/>
                  </a:lnTo>
                  <a:lnTo>
                    <a:pt x="2423324" y="98646"/>
                  </a:lnTo>
                  <a:lnTo>
                    <a:pt x="2433769" y="98646"/>
                  </a:lnTo>
                  <a:lnTo>
                    <a:pt x="2433769" y="73984"/>
                  </a:lnTo>
                  <a:lnTo>
                    <a:pt x="2444214" y="73984"/>
                  </a:lnTo>
                  <a:lnTo>
                    <a:pt x="2454660" y="73984"/>
                  </a:lnTo>
                  <a:lnTo>
                    <a:pt x="2465105" y="73984"/>
                  </a:lnTo>
                  <a:lnTo>
                    <a:pt x="2475551" y="73984"/>
                  </a:lnTo>
                  <a:lnTo>
                    <a:pt x="2485996" y="73984"/>
                  </a:lnTo>
                  <a:lnTo>
                    <a:pt x="2496441" y="73984"/>
                  </a:lnTo>
                  <a:lnTo>
                    <a:pt x="2506887" y="73984"/>
                  </a:lnTo>
                  <a:lnTo>
                    <a:pt x="2517332" y="73984"/>
                  </a:lnTo>
                  <a:lnTo>
                    <a:pt x="2527777" y="73984"/>
                  </a:lnTo>
                  <a:lnTo>
                    <a:pt x="2538223" y="73984"/>
                  </a:lnTo>
                  <a:lnTo>
                    <a:pt x="2548668" y="73984"/>
                  </a:lnTo>
                  <a:lnTo>
                    <a:pt x="2559113" y="73984"/>
                  </a:lnTo>
                  <a:lnTo>
                    <a:pt x="2569559" y="73984"/>
                  </a:lnTo>
                  <a:lnTo>
                    <a:pt x="2580004" y="73984"/>
                  </a:lnTo>
                  <a:lnTo>
                    <a:pt x="2590450" y="73984"/>
                  </a:lnTo>
                  <a:lnTo>
                    <a:pt x="2600895" y="73984"/>
                  </a:lnTo>
                  <a:lnTo>
                    <a:pt x="2611340" y="73984"/>
                  </a:lnTo>
                  <a:lnTo>
                    <a:pt x="2621786" y="73984"/>
                  </a:lnTo>
                  <a:lnTo>
                    <a:pt x="2632231" y="73984"/>
                  </a:lnTo>
                  <a:lnTo>
                    <a:pt x="2642676" y="73984"/>
                  </a:lnTo>
                  <a:lnTo>
                    <a:pt x="2653122" y="73984"/>
                  </a:lnTo>
                  <a:lnTo>
                    <a:pt x="2663567" y="73984"/>
                  </a:lnTo>
                  <a:lnTo>
                    <a:pt x="2674012" y="73984"/>
                  </a:lnTo>
                  <a:lnTo>
                    <a:pt x="2674012" y="49323"/>
                  </a:lnTo>
                  <a:lnTo>
                    <a:pt x="2684458" y="49323"/>
                  </a:lnTo>
                  <a:lnTo>
                    <a:pt x="2694903" y="49323"/>
                  </a:lnTo>
                  <a:lnTo>
                    <a:pt x="2705349" y="49323"/>
                  </a:lnTo>
                  <a:lnTo>
                    <a:pt x="2715794" y="49323"/>
                  </a:lnTo>
                  <a:lnTo>
                    <a:pt x="2726239" y="49323"/>
                  </a:lnTo>
                  <a:lnTo>
                    <a:pt x="2736685" y="49323"/>
                  </a:lnTo>
                  <a:lnTo>
                    <a:pt x="2747130" y="49323"/>
                  </a:lnTo>
                  <a:lnTo>
                    <a:pt x="2757575" y="49323"/>
                  </a:lnTo>
                  <a:lnTo>
                    <a:pt x="2768021" y="49323"/>
                  </a:lnTo>
                  <a:lnTo>
                    <a:pt x="2778466" y="49323"/>
                  </a:lnTo>
                  <a:lnTo>
                    <a:pt x="2788911" y="49323"/>
                  </a:lnTo>
                  <a:lnTo>
                    <a:pt x="2799357" y="49323"/>
                  </a:lnTo>
                  <a:lnTo>
                    <a:pt x="2809802" y="49323"/>
                  </a:lnTo>
                  <a:lnTo>
                    <a:pt x="2820248" y="49323"/>
                  </a:lnTo>
                  <a:lnTo>
                    <a:pt x="2830693" y="49323"/>
                  </a:lnTo>
                  <a:lnTo>
                    <a:pt x="2841138" y="49323"/>
                  </a:lnTo>
                  <a:lnTo>
                    <a:pt x="2851584" y="49323"/>
                  </a:lnTo>
                  <a:lnTo>
                    <a:pt x="2862029" y="49323"/>
                  </a:lnTo>
                  <a:lnTo>
                    <a:pt x="2872474" y="49323"/>
                  </a:lnTo>
                  <a:lnTo>
                    <a:pt x="2882920" y="49323"/>
                  </a:lnTo>
                  <a:lnTo>
                    <a:pt x="2893365" y="49323"/>
                  </a:lnTo>
                  <a:lnTo>
                    <a:pt x="2903810" y="49323"/>
                  </a:lnTo>
                  <a:lnTo>
                    <a:pt x="2914256" y="49323"/>
                  </a:lnTo>
                  <a:lnTo>
                    <a:pt x="2924701" y="49323"/>
                  </a:lnTo>
                  <a:lnTo>
                    <a:pt x="2935147" y="49323"/>
                  </a:lnTo>
                  <a:lnTo>
                    <a:pt x="2945592" y="49323"/>
                  </a:lnTo>
                  <a:lnTo>
                    <a:pt x="2956037" y="49323"/>
                  </a:lnTo>
                  <a:lnTo>
                    <a:pt x="2966483" y="49323"/>
                  </a:lnTo>
                  <a:lnTo>
                    <a:pt x="2976928" y="49323"/>
                  </a:lnTo>
                  <a:lnTo>
                    <a:pt x="2987373" y="49323"/>
                  </a:lnTo>
                  <a:lnTo>
                    <a:pt x="2997819" y="49323"/>
                  </a:lnTo>
                  <a:lnTo>
                    <a:pt x="3008264" y="49323"/>
                  </a:lnTo>
                  <a:lnTo>
                    <a:pt x="3018709" y="49323"/>
                  </a:lnTo>
                  <a:lnTo>
                    <a:pt x="3029155" y="49323"/>
                  </a:lnTo>
                  <a:lnTo>
                    <a:pt x="3039600" y="49323"/>
                  </a:lnTo>
                  <a:lnTo>
                    <a:pt x="3050045" y="49323"/>
                  </a:lnTo>
                  <a:lnTo>
                    <a:pt x="3060491" y="49323"/>
                  </a:lnTo>
                  <a:lnTo>
                    <a:pt x="3070936" y="49323"/>
                  </a:lnTo>
                  <a:lnTo>
                    <a:pt x="3081382" y="49323"/>
                  </a:lnTo>
                  <a:lnTo>
                    <a:pt x="3091827" y="49323"/>
                  </a:lnTo>
                  <a:lnTo>
                    <a:pt x="3102272" y="49323"/>
                  </a:lnTo>
                  <a:lnTo>
                    <a:pt x="3112718" y="49323"/>
                  </a:lnTo>
                  <a:lnTo>
                    <a:pt x="3123163" y="49323"/>
                  </a:lnTo>
                  <a:lnTo>
                    <a:pt x="3133608" y="49323"/>
                  </a:lnTo>
                  <a:lnTo>
                    <a:pt x="3144054" y="49323"/>
                  </a:lnTo>
                  <a:lnTo>
                    <a:pt x="3154499" y="49323"/>
                  </a:lnTo>
                  <a:lnTo>
                    <a:pt x="3164944" y="49323"/>
                  </a:lnTo>
                  <a:lnTo>
                    <a:pt x="3175390" y="49323"/>
                  </a:lnTo>
                  <a:lnTo>
                    <a:pt x="3185835" y="49323"/>
                  </a:lnTo>
                  <a:lnTo>
                    <a:pt x="3196281" y="49323"/>
                  </a:lnTo>
                  <a:lnTo>
                    <a:pt x="3206726" y="49323"/>
                  </a:lnTo>
                  <a:lnTo>
                    <a:pt x="3217171" y="49323"/>
                  </a:lnTo>
                  <a:lnTo>
                    <a:pt x="3227617" y="49323"/>
                  </a:lnTo>
                  <a:lnTo>
                    <a:pt x="3238062" y="49323"/>
                  </a:lnTo>
                  <a:lnTo>
                    <a:pt x="3248507" y="49323"/>
                  </a:lnTo>
                  <a:lnTo>
                    <a:pt x="3258953" y="49323"/>
                  </a:lnTo>
                  <a:lnTo>
                    <a:pt x="3269398" y="49323"/>
                  </a:lnTo>
                  <a:lnTo>
                    <a:pt x="3279843" y="49323"/>
                  </a:lnTo>
                  <a:lnTo>
                    <a:pt x="3290289" y="49323"/>
                  </a:lnTo>
                  <a:lnTo>
                    <a:pt x="3300734" y="49323"/>
                  </a:lnTo>
                  <a:lnTo>
                    <a:pt x="3311180" y="49323"/>
                  </a:lnTo>
                  <a:lnTo>
                    <a:pt x="3321625" y="49323"/>
                  </a:lnTo>
                  <a:lnTo>
                    <a:pt x="3332070" y="49323"/>
                  </a:lnTo>
                  <a:lnTo>
                    <a:pt x="3342516" y="49323"/>
                  </a:lnTo>
                  <a:lnTo>
                    <a:pt x="3352961" y="49323"/>
                  </a:lnTo>
                  <a:lnTo>
                    <a:pt x="3363406" y="49323"/>
                  </a:lnTo>
                  <a:lnTo>
                    <a:pt x="3373852" y="49323"/>
                  </a:lnTo>
                  <a:lnTo>
                    <a:pt x="3384297" y="49323"/>
                  </a:lnTo>
                  <a:lnTo>
                    <a:pt x="3394742" y="49323"/>
                  </a:lnTo>
                  <a:lnTo>
                    <a:pt x="3405188" y="49323"/>
                  </a:lnTo>
                  <a:lnTo>
                    <a:pt x="3415633" y="49323"/>
                  </a:lnTo>
                  <a:lnTo>
                    <a:pt x="3426079" y="49323"/>
                  </a:lnTo>
                  <a:lnTo>
                    <a:pt x="3426079" y="24661"/>
                  </a:lnTo>
                  <a:lnTo>
                    <a:pt x="3436524" y="24661"/>
                  </a:lnTo>
                  <a:lnTo>
                    <a:pt x="3446969" y="24661"/>
                  </a:lnTo>
                  <a:lnTo>
                    <a:pt x="3457415" y="24661"/>
                  </a:lnTo>
                  <a:lnTo>
                    <a:pt x="3467860" y="24661"/>
                  </a:lnTo>
                  <a:lnTo>
                    <a:pt x="3478305" y="24661"/>
                  </a:lnTo>
                  <a:lnTo>
                    <a:pt x="3488751" y="24661"/>
                  </a:lnTo>
                  <a:lnTo>
                    <a:pt x="3499196" y="24661"/>
                  </a:lnTo>
                  <a:lnTo>
                    <a:pt x="3509641" y="24661"/>
                  </a:lnTo>
                  <a:lnTo>
                    <a:pt x="3520087" y="24661"/>
                  </a:lnTo>
                  <a:lnTo>
                    <a:pt x="3530532" y="24661"/>
                  </a:lnTo>
                  <a:lnTo>
                    <a:pt x="3540978" y="24661"/>
                  </a:lnTo>
                  <a:lnTo>
                    <a:pt x="3551423" y="24661"/>
                  </a:lnTo>
                  <a:lnTo>
                    <a:pt x="3561868" y="24661"/>
                  </a:lnTo>
                  <a:lnTo>
                    <a:pt x="3572314" y="24661"/>
                  </a:lnTo>
                  <a:lnTo>
                    <a:pt x="3582759" y="24661"/>
                  </a:lnTo>
                  <a:lnTo>
                    <a:pt x="3593204" y="24661"/>
                  </a:lnTo>
                  <a:lnTo>
                    <a:pt x="3603650" y="24661"/>
                  </a:lnTo>
                  <a:lnTo>
                    <a:pt x="3614095" y="24661"/>
                  </a:lnTo>
                  <a:lnTo>
                    <a:pt x="3624540" y="24661"/>
                  </a:lnTo>
                  <a:lnTo>
                    <a:pt x="3634986" y="24661"/>
                  </a:lnTo>
                  <a:lnTo>
                    <a:pt x="3645431" y="24661"/>
                  </a:lnTo>
                  <a:lnTo>
                    <a:pt x="3655877" y="24661"/>
                  </a:lnTo>
                  <a:lnTo>
                    <a:pt x="3666322" y="24661"/>
                  </a:lnTo>
                  <a:lnTo>
                    <a:pt x="3676767" y="24661"/>
                  </a:lnTo>
                  <a:lnTo>
                    <a:pt x="3687213" y="24661"/>
                  </a:lnTo>
                  <a:lnTo>
                    <a:pt x="3697658" y="24661"/>
                  </a:lnTo>
                  <a:lnTo>
                    <a:pt x="3708103" y="24661"/>
                  </a:lnTo>
                  <a:lnTo>
                    <a:pt x="3718549" y="24661"/>
                  </a:lnTo>
                  <a:lnTo>
                    <a:pt x="3728994" y="24661"/>
                  </a:lnTo>
                  <a:lnTo>
                    <a:pt x="3739439" y="24661"/>
                  </a:lnTo>
                  <a:lnTo>
                    <a:pt x="3749885" y="24661"/>
                  </a:lnTo>
                  <a:lnTo>
                    <a:pt x="3760330" y="24661"/>
                  </a:lnTo>
                  <a:lnTo>
                    <a:pt x="3770776" y="24661"/>
                  </a:lnTo>
                  <a:lnTo>
                    <a:pt x="3781221" y="24661"/>
                  </a:lnTo>
                  <a:lnTo>
                    <a:pt x="3791666" y="24661"/>
                  </a:lnTo>
                  <a:lnTo>
                    <a:pt x="3802112" y="24661"/>
                  </a:lnTo>
                  <a:lnTo>
                    <a:pt x="3812557" y="24661"/>
                  </a:lnTo>
                  <a:lnTo>
                    <a:pt x="3823002" y="24661"/>
                  </a:lnTo>
                  <a:lnTo>
                    <a:pt x="3833448" y="24661"/>
                  </a:lnTo>
                  <a:lnTo>
                    <a:pt x="3843893" y="24661"/>
                  </a:lnTo>
                  <a:lnTo>
                    <a:pt x="3854338" y="24661"/>
                  </a:lnTo>
                  <a:lnTo>
                    <a:pt x="3864784" y="24661"/>
                  </a:lnTo>
                  <a:lnTo>
                    <a:pt x="3875229" y="24661"/>
                  </a:lnTo>
                  <a:lnTo>
                    <a:pt x="3885675" y="24661"/>
                  </a:lnTo>
                  <a:lnTo>
                    <a:pt x="3896120" y="24661"/>
                  </a:lnTo>
                  <a:lnTo>
                    <a:pt x="3906565" y="24661"/>
                  </a:lnTo>
                  <a:lnTo>
                    <a:pt x="3917011" y="24661"/>
                  </a:lnTo>
                  <a:lnTo>
                    <a:pt x="3927456" y="24661"/>
                  </a:lnTo>
                  <a:lnTo>
                    <a:pt x="3937901" y="24661"/>
                  </a:lnTo>
                  <a:lnTo>
                    <a:pt x="3948347" y="24661"/>
                  </a:lnTo>
                  <a:lnTo>
                    <a:pt x="3958792" y="24661"/>
                  </a:lnTo>
                  <a:lnTo>
                    <a:pt x="3969237" y="24661"/>
                  </a:lnTo>
                  <a:lnTo>
                    <a:pt x="3979683" y="24661"/>
                  </a:lnTo>
                  <a:lnTo>
                    <a:pt x="3990128" y="24661"/>
                  </a:lnTo>
                  <a:lnTo>
                    <a:pt x="4000574" y="24661"/>
                  </a:lnTo>
                  <a:lnTo>
                    <a:pt x="4011019" y="24661"/>
                  </a:lnTo>
                  <a:lnTo>
                    <a:pt x="4021464" y="24661"/>
                  </a:lnTo>
                  <a:lnTo>
                    <a:pt x="4031910" y="24661"/>
                  </a:lnTo>
                  <a:lnTo>
                    <a:pt x="4042355" y="24661"/>
                  </a:lnTo>
                  <a:lnTo>
                    <a:pt x="4052800" y="24661"/>
                  </a:lnTo>
                  <a:lnTo>
                    <a:pt x="4063246" y="24661"/>
                  </a:lnTo>
                  <a:lnTo>
                    <a:pt x="4073691" y="24661"/>
                  </a:lnTo>
                  <a:lnTo>
                    <a:pt x="4084136" y="24661"/>
                  </a:lnTo>
                  <a:lnTo>
                    <a:pt x="4094582" y="24661"/>
                  </a:lnTo>
                  <a:lnTo>
                    <a:pt x="4105027" y="24661"/>
                  </a:lnTo>
                  <a:lnTo>
                    <a:pt x="4115473" y="24661"/>
                  </a:lnTo>
                  <a:lnTo>
                    <a:pt x="4125918" y="24661"/>
                  </a:lnTo>
                  <a:lnTo>
                    <a:pt x="4136363" y="24661"/>
                  </a:lnTo>
                  <a:lnTo>
                    <a:pt x="4146809" y="24661"/>
                  </a:lnTo>
                  <a:lnTo>
                    <a:pt x="4157254" y="24661"/>
                  </a:lnTo>
                  <a:lnTo>
                    <a:pt x="4167699" y="24661"/>
                  </a:lnTo>
                  <a:lnTo>
                    <a:pt x="4178145" y="24661"/>
                  </a:lnTo>
                  <a:lnTo>
                    <a:pt x="4178145" y="0"/>
                  </a:lnTo>
                  <a:lnTo>
                    <a:pt x="4188590" y="0"/>
                  </a:lnTo>
                  <a:lnTo>
                    <a:pt x="4199035" y="0"/>
                  </a:lnTo>
                  <a:lnTo>
                    <a:pt x="4209481" y="0"/>
                  </a:lnTo>
                  <a:lnTo>
                    <a:pt x="4219926" y="0"/>
                  </a:lnTo>
                  <a:lnTo>
                    <a:pt x="4230372" y="0"/>
                  </a:lnTo>
                  <a:lnTo>
                    <a:pt x="4240817" y="0"/>
                  </a:lnTo>
                  <a:lnTo>
                    <a:pt x="4251262" y="0"/>
                  </a:lnTo>
                  <a:lnTo>
                    <a:pt x="4261708" y="0"/>
                  </a:lnTo>
                  <a:lnTo>
                    <a:pt x="4272153" y="0"/>
                  </a:lnTo>
                  <a:lnTo>
                    <a:pt x="4282598" y="0"/>
                  </a:lnTo>
                  <a:lnTo>
                    <a:pt x="4293044" y="0"/>
                  </a:lnTo>
                  <a:lnTo>
                    <a:pt x="4303489" y="0"/>
                  </a:lnTo>
                  <a:lnTo>
                    <a:pt x="4313934" y="0"/>
                  </a:lnTo>
                  <a:lnTo>
                    <a:pt x="4324380" y="0"/>
                  </a:lnTo>
                  <a:lnTo>
                    <a:pt x="4334825" y="0"/>
                  </a:lnTo>
                  <a:lnTo>
                    <a:pt x="4345271" y="0"/>
                  </a:lnTo>
                  <a:lnTo>
                    <a:pt x="4355716" y="0"/>
                  </a:lnTo>
                  <a:lnTo>
                    <a:pt x="4366161" y="0"/>
                  </a:lnTo>
                  <a:lnTo>
                    <a:pt x="4376607" y="0"/>
                  </a:lnTo>
                  <a:lnTo>
                    <a:pt x="4387052" y="0"/>
                  </a:lnTo>
                  <a:lnTo>
                    <a:pt x="4397497" y="0"/>
                  </a:lnTo>
                  <a:lnTo>
                    <a:pt x="4407943" y="0"/>
                  </a:lnTo>
                  <a:lnTo>
                    <a:pt x="4418388" y="0"/>
                  </a:lnTo>
                  <a:lnTo>
                    <a:pt x="4428833" y="0"/>
                  </a:lnTo>
                  <a:lnTo>
                    <a:pt x="4439279" y="0"/>
                  </a:lnTo>
                  <a:lnTo>
                    <a:pt x="4449724" y="0"/>
                  </a:lnTo>
                  <a:lnTo>
                    <a:pt x="4460170" y="0"/>
                  </a:lnTo>
                  <a:lnTo>
                    <a:pt x="4470615" y="0"/>
                  </a:lnTo>
                  <a:lnTo>
                    <a:pt x="4481060" y="0"/>
                  </a:lnTo>
                  <a:lnTo>
                    <a:pt x="4491506" y="0"/>
                  </a:lnTo>
                  <a:lnTo>
                    <a:pt x="4501951" y="0"/>
                  </a:lnTo>
                  <a:lnTo>
                    <a:pt x="4512396" y="0"/>
                  </a:lnTo>
                  <a:lnTo>
                    <a:pt x="4522842" y="0"/>
                  </a:lnTo>
                  <a:lnTo>
                    <a:pt x="4533287" y="0"/>
                  </a:lnTo>
                  <a:lnTo>
                    <a:pt x="4543732" y="0"/>
                  </a:lnTo>
                  <a:lnTo>
                    <a:pt x="4554178" y="0"/>
                  </a:lnTo>
                  <a:lnTo>
                    <a:pt x="4564623" y="0"/>
                  </a:lnTo>
                  <a:lnTo>
                    <a:pt x="4575068" y="0"/>
                  </a:lnTo>
                  <a:lnTo>
                    <a:pt x="4585514" y="0"/>
                  </a:lnTo>
                  <a:lnTo>
                    <a:pt x="4595959" y="0"/>
                  </a:lnTo>
                  <a:lnTo>
                    <a:pt x="4606405" y="0"/>
                  </a:lnTo>
                  <a:lnTo>
                    <a:pt x="4616850" y="0"/>
                  </a:lnTo>
                  <a:lnTo>
                    <a:pt x="4627295" y="0"/>
                  </a:lnTo>
                  <a:lnTo>
                    <a:pt x="4637741" y="0"/>
                  </a:lnTo>
                  <a:lnTo>
                    <a:pt x="4648186" y="0"/>
                  </a:lnTo>
                  <a:lnTo>
                    <a:pt x="4658631" y="0"/>
                  </a:lnTo>
                  <a:lnTo>
                    <a:pt x="4669077" y="0"/>
                  </a:lnTo>
                  <a:lnTo>
                    <a:pt x="4679522" y="0"/>
                  </a:lnTo>
                  <a:lnTo>
                    <a:pt x="4689967" y="0"/>
                  </a:lnTo>
                  <a:lnTo>
                    <a:pt x="4700413" y="0"/>
                  </a:lnTo>
                  <a:lnTo>
                    <a:pt x="4710858" y="0"/>
                  </a:lnTo>
                  <a:lnTo>
                    <a:pt x="4721304" y="0"/>
                  </a:lnTo>
                  <a:lnTo>
                    <a:pt x="4731749" y="0"/>
                  </a:lnTo>
                  <a:lnTo>
                    <a:pt x="4742194" y="0"/>
                  </a:lnTo>
                  <a:lnTo>
                    <a:pt x="4752640" y="0"/>
                  </a:lnTo>
                  <a:lnTo>
                    <a:pt x="4763085" y="0"/>
                  </a:lnTo>
                  <a:lnTo>
                    <a:pt x="4773530" y="0"/>
                  </a:lnTo>
                  <a:lnTo>
                    <a:pt x="4783976" y="0"/>
                  </a:lnTo>
                  <a:lnTo>
                    <a:pt x="4794421" y="0"/>
                  </a:lnTo>
                  <a:lnTo>
                    <a:pt x="4804866" y="0"/>
                  </a:lnTo>
                  <a:lnTo>
                    <a:pt x="4815312" y="0"/>
                  </a:lnTo>
                  <a:lnTo>
                    <a:pt x="4825757" y="0"/>
                  </a:lnTo>
                  <a:lnTo>
                    <a:pt x="4836203" y="0"/>
                  </a:lnTo>
                  <a:lnTo>
                    <a:pt x="4846648" y="0"/>
                  </a:lnTo>
                  <a:lnTo>
                    <a:pt x="4857093" y="0"/>
                  </a:lnTo>
                  <a:lnTo>
                    <a:pt x="4867539" y="0"/>
                  </a:lnTo>
                  <a:lnTo>
                    <a:pt x="4877984" y="0"/>
                  </a:lnTo>
                  <a:lnTo>
                    <a:pt x="4888429" y="0"/>
                  </a:lnTo>
                  <a:lnTo>
                    <a:pt x="4898875" y="0"/>
                  </a:lnTo>
                  <a:lnTo>
                    <a:pt x="4909320" y="0"/>
                  </a:lnTo>
                  <a:lnTo>
                    <a:pt x="4919765" y="0"/>
                  </a:lnTo>
                  <a:lnTo>
                    <a:pt x="4930211" y="0"/>
                  </a:lnTo>
                  <a:lnTo>
                    <a:pt x="4940656" y="0"/>
                  </a:lnTo>
                  <a:lnTo>
                    <a:pt x="4951102" y="0"/>
                  </a:lnTo>
                  <a:lnTo>
                    <a:pt x="4961547" y="0"/>
                  </a:lnTo>
                  <a:lnTo>
                    <a:pt x="4971992" y="0"/>
                  </a:lnTo>
                  <a:lnTo>
                    <a:pt x="4982438" y="0"/>
                  </a:lnTo>
                  <a:lnTo>
                    <a:pt x="4992883" y="0"/>
                  </a:lnTo>
                  <a:lnTo>
                    <a:pt x="5003328" y="0"/>
                  </a:lnTo>
                  <a:lnTo>
                    <a:pt x="5013774" y="0"/>
                  </a:lnTo>
                  <a:lnTo>
                    <a:pt x="5024219" y="0"/>
                  </a:lnTo>
                  <a:lnTo>
                    <a:pt x="5034664" y="0"/>
                  </a:lnTo>
                  <a:lnTo>
                    <a:pt x="5045110" y="0"/>
                  </a:lnTo>
                  <a:lnTo>
                    <a:pt x="5055555" y="0"/>
                  </a:lnTo>
                  <a:lnTo>
                    <a:pt x="5066001" y="0"/>
                  </a:lnTo>
                  <a:lnTo>
                    <a:pt x="5076446" y="0"/>
                  </a:lnTo>
                  <a:lnTo>
                    <a:pt x="5086891" y="0"/>
                  </a:lnTo>
                  <a:lnTo>
                    <a:pt x="5097337" y="0"/>
                  </a:lnTo>
                  <a:lnTo>
                    <a:pt x="5107782" y="0"/>
                  </a:lnTo>
                  <a:lnTo>
                    <a:pt x="5118227" y="0"/>
                  </a:lnTo>
                  <a:lnTo>
                    <a:pt x="5128673" y="0"/>
                  </a:lnTo>
                  <a:lnTo>
                    <a:pt x="5139118" y="0"/>
                  </a:lnTo>
                  <a:lnTo>
                    <a:pt x="5149563" y="0"/>
                  </a:lnTo>
                  <a:lnTo>
                    <a:pt x="5160009" y="0"/>
                  </a:lnTo>
                  <a:lnTo>
                    <a:pt x="5170454" y="0"/>
                  </a:lnTo>
                  <a:lnTo>
                    <a:pt x="5180900" y="0"/>
                  </a:lnTo>
                  <a:lnTo>
                    <a:pt x="5191345" y="0"/>
                  </a:lnTo>
                  <a:lnTo>
                    <a:pt x="5201790" y="0"/>
                  </a:lnTo>
                  <a:lnTo>
                    <a:pt x="5212236" y="0"/>
                  </a:lnTo>
                  <a:lnTo>
                    <a:pt x="5222681" y="0"/>
                  </a:lnTo>
                  <a:lnTo>
                    <a:pt x="5233126" y="0"/>
                  </a:lnTo>
                  <a:lnTo>
                    <a:pt x="5243572" y="0"/>
                  </a:lnTo>
                  <a:lnTo>
                    <a:pt x="5254017" y="0"/>
                  </a:lnTo>
                  <a:lnTo>
                    <a:pt x="5264462" y="0"/>
                  </a:lnTo>
                  <a:lnTo>
                    <a:pt x="5274908" y="0"/>
                  </a:lnTo>
                  <a:lnTo>
                    <a:pt x="5285353" y="0"/>
                  </a:lnTo>
                  <a:lnTo>
                    <a:pt x="5295799" y="0"/>
                  </a:lnTo>
                  <a:lnTo>
                    <a:pt x="5306244" y="0"/>
                  </a:lnTo>
                  <a:lnTo>
                    <a:pt x="5316689" y="0"/>
                  </a:lnTo>
                  <a:lnTo>
                    <a:pt x="5327135" y="0"/>
                  </a:lnTo>
                  <a:lnTo>
                    <a:pt x="5337580" y="0"/>
                  </a:lnTo>
                  <a:lnTo>
                    <a:pt x="5348025" y="0"/>
                  </a:lnTo>
                  <a:lnTo>
                    <a:pt x="5358471" y="0"/>
                  </a:lnTo>
                  <a:lnTo>
                    <a:pt x="5368916" y="0"/>
                  </a:lnTo>
                  <a:lnTo>
                    <a:pt x="5379361" y="0"/>
                  </a:lnTo>
                  <a:lnTo>
                    <a:pt x="5389807" y="0"/>
                  </a:lnTo>
                  <a:lnTo>
                    <a:pt x="5400252" y="0"/>
                  </a:lnTo>
                  <a:lnTo>
                    <a:pt x="5410698" y="0"/>
                  </a:lnTo>
                  <a:lnTo>
                    <a:pt x="5421143" y="0"/>
                  </a:lnTo>
                  <a:lnTo>
                    <a:pt x="5431588" y="0"/>
                  </a:lnTo>
                  <a:lnTo>
                    <a:pt x="5442034" y="0"/>
                  </a:lnTo>
                  <a:lnTo>
                    <a:pt x="5452479" y="0"/>
                  </a:lnTo>
                  <a:lnTo>
                    <a:pt x="5462924" y="0"/>
                  </a:lnTo>
                  <a:lnTo>
                    <a:pt x="5473370" y="0"/>
                  </a:lnTo>
                  <a:lnTo>
                    <a:pt x="5483815" y="0"/>
                  </a:lnTo>
                  <a:lnTo>
                    <a:pt x="5494260" y="0"/>
                  </a:lnTo>
                  <a:lnTo>
                    <a:pt x="5504706" y="0"/>
                  </a:lnTo>
                  <a:lnTo>
                    <a:pt x="5515151" y="0"/>
                  </a:lnTo>
                  <a:lnTo>
                    <a:pt x="5525597" y="0"/>
                  </a:lnTo>
                  <a:lnTo>
                    <a:pt x="5536042" y="0"/>
                  </a:lnTo>
                  <a:lnTo>
                    <a:pt x="5546487" y="0"/>
                  </a:lnTo>
                  <a:lnTo>
                    <a:pt x="5556933" y="0"/>
                  </a:lnTo>
                  <a:lnTo>
                    <a:pt x="5567378" y="0"/>
                  </a:lnTo>
                  <a:lnTo>
                    <a:pt x="5577823" y="0"/>
                  </a:lnTo>
                  <a:lnTo>
                    <a:pt x="5588269" y="0"/>
                  </a:lnTo>
                  <a:lnTo>
                    <a:pt x="5598714" y="0"/>
                  </a:lnTo>
                  <a:lnTo>
                    <a:pt x="5609159" y="0"/>
                  </a:lnTo>
                  <a:lnTo>
                    <a:pt x="5619605" y="0"/>
                  </a:lnTo>
                  <a:lnTo>
                    <a:pt x="5630050" y="0"/>
                  </a:lnTo>
                  <a:lnTo>
                    <a:pt x="5640496" y="0"/>
                  </a:lnTo>
                  <a:lnTo>
                    <a:pt x="5650941" y="0"/>
                  </a:lnTo>
                  <a:lnTo>
                    <a:pt x="5661386" y="0"/>
                  </a:lnTo>
                  <a:lnTo>
                    <a:pt x="5671832" y="0"/>
                  </a:lnTo>
                  <a:lnTo>
                    <a:pt x="5682277" y="0"/>
                  </a:lnTo>
                  <a:lnTo>
                    <a:pt x="5692722" y="0"/>
                  </a:lnTo>
                  <a:lnTo>
                    <a:pt x="5703168" y="0"/>
                  </a:lnTo>
                  <a:lnTo>
                    <a:pt x="5713613" y="0"/>
                  </a:lnTo>
                  <a:lnTo>
                    <a:pt x="5724058" y="0"/>
                  </a:lnTo>
                  <a:lnTo>
                    <a:pt x="5734504" y="0"/>
                  </a:lnTo>
                  <a:lnTo>
                    <a:pt x="5744949" y="0"/>
                  </a:lnTo>
                  <a:lnTo>
                    <a:pt x="5755395" y="0"/>
                  </a:lnTo>
                  <a:lnTo>
                    <a:pt x="5765840" y="0"/>
                  </a:lnTo>
                  <a:lnTo>
                    <a:pt x="5776285" y="0"/>
                  </a:lnTo>
                  <a:lnTo>
                    <a:pt x="5786731" y="0"/>
                  </a:lnTo>
                  <a:lnTo>
                    <a:pt x="5797176" y="0"/>
                  </a:lnTo>
                  <a:lnTo>
                    <a:pt x="5807621" y="0"/>
                  </a:lnTo>
                  <a:lnTo>
                    <a:pt x="5818067" y="0"/>
                  </a:lnTo>
                  <a:lnTo>
                    <a:pt x="5828512" y="0"/>
                  </a:lnTo>
                  <a:lnTo>
                    <a:pt x="5838957" y="0"/>
                  </a:lnTo>
                  <a:lnTo>
                    <a:pt x="5849403" y="0"/>
                  </a:lnTo>
                  <a:lnTo>
                    <a:pt x="5859848" y="0"/>
                  </a:lnTo>
                  <a:lnTo>
                    <a:pt x="5870294" y="0"/>
                  </a:lnTo>
                  <a:lnTo>
                    <a:pt x="5880739" y="0"/>
                  </a:lnTo>
                  <a:lnTo>
                    <a:pt x="5891184" y="0"/>
                  </a:lnTo>
                  <a:lnTo>
                    <a:pt x="5901630" y="0"/>
                  </a:lnTo>
                  <a:lnTo>
                    <a:pt x="5912075" y="0"/>
                  </a:lnTo>
                  <a:lnTo>
                    <a:pt x="5922520" y="0"/>
                  </a:lnTo>
                  <a:lnTo>
                    <a:pt x="5932966" y="0"/>
                  </a:lnTo>
                  <a:lnTo>
                    <a:pt x="5943411" y="0"/>
                  </a:lnTo>
                  <a:lnTo>
                    <a:pt x="5953856" y="0"/>
                  </a:lnTo>
                  <a:lnTo>
                    <a:pt x="5964302" y="0"/>
                  </a:lnTo>
                  <a:lnTo>
                    <a:pt x="5974747" y="0"/>
                  </a:lnTo>
                  <a:lnTo>
                    <a:pt x="5985193" y="0"/>
                  </a:lnTo>
                  <a:lnTo>
                    <a:pt x="5995638" y="0"/>
                  </a:lnTo>
                  <a:lnTo>
                    <a:pt x="6006083" y="0"/>
                  </a:lnTo>
                  <a:lnTo>
                    <a:pt x="6016529" y="0"/>
                  </a:lnTo>
                  <a:lnTo>
                    <a:pt x="6026974" y="0"/>
                  </a:lnTo>
                  <a:lnTo>
                    <a:pt x="6037419" y="0"/>
                  </a:lnTo>
                  <a:lnTo>
                    <a:pt x="6047865" y="0"/>
                  </a:lnTo>
                  <a:lnTo>
                    <a:pt x="6058310" y="0"/>
                  </a:lnTo>
                  <a:lnTo>
                    <a:pt x="6068755" y="0"/>
                  </a:lnTo>
                  <a:lnTo>
                    <a:pt x="6079201" y="0"/>
                  </a:lnTo>
                  <a:lnTo>
                    <a:pt x="6089646" y="0"/>
                  </a:lnTo>
                  <a:lnTo>
                    <a:pt x="6100091" y="0"/>
                  </a:lnTo>
                  <a:lnTo>
                    <a:pt x="6110537" y="0"/>
                  </a:lnTo>
                  <a:lnTo>
                    <a:pt x="6120982" y="0"/>
                  </a:lnTo>
                  <a:lnTo>
                    <a:pt x="6131428" y="0"/>
                  </a:lnTo>
                  <a:lnTo>
                    <a:pt x="6141873" y="0"/>
                  </a:lnTo>
                  <a:lnTo>
                    <a:pt x="6152318" y="0"/>
                  </a:lnTo>
                  <a:lnTo>
                    <a:pt x="6162764" y="0"/>
                  </a:lnTo>
                  <a:lnTo>
                    <a:pt x="6173209" y="0"/>
                  </a:lnTo>
                  <a:lnTo>
                    <a:pt x="6183654" y="0"/>
                  </a:lnTo>
                  <a:lnTo>
                    <a:pt x="6194100" y="0"/>
                  </a:lnTo>
                  <a:lnTo>
                    <a:pt x="6204545" y="0"/>
                  </a:lnTo>
                  <a:lnTo>
                    <a:pt x="6214990" y="0"/>
                  </a:lnTo>
                  <a:lnTo>
                    <a:pt x="6225436" y="0"/>
                  </a:lnTo>
                  <a:lnTo>
                    <a:pt x="6235881" y="0"/>
                  </a:lnTo>
                  <a:lnTo>
                    <a:pt x="6246327" y="0"/>
                  </a:lnTo>
                  <a:lnTo>
                    <a:pt x="6256772" y="0"/>
                  </a:lnTo>
                  <a:lnTo>
                    <a:pt x="6267217" y="0"/>
                  </a:lnTo>
                  <a:lnTo>
                    <a:pt x="6277663" y="0"/>
                  </a:lnTo>
                  <a:lnTo>
                    <a:pt x="6288108" y="0"/>
                  </a:lnTo>
                  <a:lnTo>
                    <a:pt x="6298553" y="0"/>
                  </a:lnTo>
                  <a:lnTo>
                    <a:pt x="6308999" y="0"/>
                  </a:lnTo>
                  <a:lnTo>
                    <a:pt x="6319444" y="0"/>
                  </a:lnTo>
                  <a:lnTo>
                    <a:pt x="6329889" y="0"/>
                  </a:lnTo>
                  <a:lnTo>
                    <a:pt x="6340335" y="0"/>
                  </a:lnTo>
                  <a:lnTo>
                    <a:pt x="6350780" y="0"/>
                  </a:lnTo>
                  <a:lnTo>
                    <a:pt x="6361226" y="0"/>
                  </a:lnTo>
                  <a:lnTo>
                    <a:pt x="6371671" y="0"/>
                  </a:lnTo>
                  <a:lnTo>
                    <a:pt x="6382116" y="0"/>
                  </a:lnTo>
                  <a:lnTo>
                    <a:pt x="6392562" y="0"/>
                  </a:lnTo>
                  <a:lnTo>
                    <a:pt x="6403007" y="0"/>
                  </a:lnTo>
                  <a:lnTo>
                    <a:pt x="6413452" y="0"/>
                  </a:lnTo>
                  <a:lnTo>
                    <a:pt x="6423898" y="0"/>
                  </a:lnTo>
                  <a:lnTo>
                    <a:pt x="6434343" y="0"/>
                  </a:lnTo>
                  <a:lnTo>
                    <a:pt x="6444788" y="0"/>
                  </a:lnTo>
                  <a:lnTo>
                    <a:pt x="6455234" y="0"/>
                  </a:lnTo>
                  <a:lnTo>
                    <a:pt x="6465679" y="0"/>
                  </a:lnTo>
                  <a:lnTo>
                    <a:pt x="6476125" y="0"/>
                  </a:lnTo>
                  <a:lnTo>
                    <a:pt x="6486570" y="0"/>
                  </a:lnTo>
                  <a:lnTo>
                    <a:pt x="6497015" y="0"/>
                  </a:lnTo>
                  <a:lnTo>
                    <a:pt x="6507461" y="0"/>
                  </a:lnTo>
                  <a:lnTo>
                    <a:pt x="6517906" y="0"/>
                  </a:lnTo>
                  <a:lnTo>
                    <a:pt x="6528351" y="0"/>
                  </a:lnTo>
                  <a:lnTo>
                    <a:pt x="6538797" y="0"/>
                  </a:lnTo>
                  <a:lnTo>
                    <a:pt x="6549242" y="0"/>
                  </a:lnTo>
                  <a:lnTo>
                    <a:pt x="6559687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222432" y="2350008"/>
              <a:ext cx="7079726" cy="2843466"/>
            </a:xfrm>
            <a:custGeom>
              <a:avLst/>
              <a:pathLst>
                <a:path w="7079726" h="2843466">
                  <a:moveTo>
                    <a:pt x="0" y="2843466"/>
                  </a:moveTo>
                  <a:lnTo>
                    <a:pt x="7079726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2026-03-08T12:17:47Z</dcterms:modified>
  <cp:category/>
</cp:coreProperties>
</file>