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39333" y="2036227"/>
              <a:ext cx="6265333" cy="1813042"/>
            </a:xfrm>
            <a:custGeom>
              <a:avLst/>
              <a:pathLst>
                <a:path w="6265333" h="1813042">
                  <a:moveTo>
                    <a:pt x="0" y="1525670"/>
                  </a:moveTo>
                  <a:lnTo>
                    <a:pt x="470" y="1526202"/>
                  </a:lnTo>
                  <a:lnTo>
                    <a:pt x="3604" y="1526734"/>
                  </a:lnTo>
                  <a:lnTo>
                    <a:pt x="6738" y="1527722"/>
                  </a:lnTo>
                  <a:lnTo>
                    <a:pt x="9872" y="1528608"/>
                  </a:lnTo>
                  <a:lnTo>
                    <a:pt x="13006" y="1528877"/>
                  </a:lnTo>
                  <a:lnTo>
                    <a:pt x="16140" y="1528877"/>
                  </a:lnTo>
                  <a:lnTo>
                    <a:pt x="19274" y="1528612"/>
                  </a:lnTo>
                  <a:lnTo>
                    <a:pt x="22408" y="1528407"/>
                  </a:lnTo>
                  <a:lnTo>
                    <a:pt x="25542" y="1530882"/>
                  </a:lnTo>
                  <a:lnTo>
                    <a:pt x="28676" y="1533357"/>
                  </a:lnTo>
                  <a:lnTo>
                    <a:pt x="31810" y="1535567"/>
                  </a:lnTo>
                  <a:lnTo>
                    <a:pt x="34944" y="1539592"/>
                  </a:lnTo>
                  <a:lnTo>
                    <a:pt x="38078" y="1543801"/>
                  </a:lnTo>
                  <a:lnTo>
                    <a:pt x="41212" y="1547601"/>
                  </a:lnTo>
                  <a:lnTo>
                    <a:pt x="44346" y="1551413"/>
                  </a:lnTo>
                  <a:lnTo>
                    <a:pt x="47480" y="1551787"/>
                  </a:lnTo>
                  <a:lnTo>
                    <a:pt x="50614" y="1552627"/>
                  </a:lnTo>
                  <a:lnTo>
                    <a:pt x="53748" y="1553280"/>
                  </a:lnTo>
                  <a:lnTo>
                    <a:pt x="56882" y="1554031"/>
                  </a:lnTo>
                  <a:lnTo>
                    <a:pt x="60016" y="1554138"/>
                  </a:lnTo>
                  <a:lnTo>
                    <a:pt x="63150" y="1552558"/>
                  </a:lnTo>
                  <a:lnTo>
                    <a:pt x="66284" y="1550978"/>
                  </a:lnTo>
                  <a:lnTo>
                    <a:pt x="69418" y="1549194"/>
                  </a:lnTo>
                  <a:lnTo>
                    <a:pt x="72552" y="1545481"/>
                  </a:lnTo>
                  <a:lnTo>
                    <a:pt x="75686" y="1541769"/>
                  </a:lnTo>
                  <a:lnTo>
                    <a:pt x="78820" y="1540223"/>
                  </a:lnTo>
                  <a:lnTo>
                    <a:pt x="81954" y="1536689"/>
                  </a:lnTo>
                  <a:lnTo>
                    <a:pt x="85088" y="1532443"/>
                  </a:lnTo>
                  <a:lnTo>
                    <a:pt x="88222" y="1528102"/>
                  </a:lnTo>
                  <a:lnTo>
                    <a:pt x="91356" y="1523987"/>
                  </a:lnTo>
                  <a:lnTo>
                    <a:pt x="94490" y="1523032"/>
                  </a:lnTo>
                  <a:lnTo>
                    <a:pt x="97624" y="1521646"/>
                  </a:lnTo>
                  <a:lnTo>
                    <a:pt x="100758" y="1520477"/>
                  </a:lnTo>
                  <a:lnTo>
                    <a:pt x="103892" y="1519308"/>
                  </a:lnTo>
                  <a:lnTo>
                    <a:pt x="107026" y="1519257"/>
                  </a:lnTo>
                  <a:lnTo>
                    <a:pt x="110160" y="1521475"/>
                  </a:lnTo>
                  <a:lnTo>
                    <a:pt x="113294" y="1523694"/>
                  </a:lnTo>
                  <a:lnTo>
                    <a:pt x="116428" y="1525913"/>
                  </a:lnTo>
                  <a:lnTo>
                    <a:pt x="119562" y="1528132"/>
                  </a:lnTo>
                  <a:lnTo>
                    <a:pt x="122696" y="1530535"/>
                  </a:lnTo>
                  <a:lnTo>
                    <a:pt x="125830" y="1530271"/>
                  </a:lnTo>
                  <a:lnTo>
                    <a:pt x="128964" y="1530007"/>
                  </a:lnTo>
                  <a:lnTo>
                    <a:pt x="132098" y="1529742"/>
                  </a:lnTo>
                  <a:lnTo>
                    <a:pt x="135232" y="1529210"/>
                  </a:lnTo>
                  <a:lnTo>
                    <a:pt x="138366" y="1528678"/>
                  </a:lnTo>
                  <a:lnTo>
                    <a:pt x="141500" y="1528413"/>
                  </a:lnTo>
                  <a:lnTo>
                    <a:pt x="144634" y="1527882"/>
                  </a:lnTo>
                  <a:lnTo>
                    <a:pt x="147768" y="1527350"/>
                  </a:lnTo>
                  <a:lnTo>
                    <a:pt x="150902" y="1527083"/>
                  </a:lnTo>
                  <a:lnTo>
                    <a:pt x="154036" y="1526172"/>
                  </a:lnTo>
                  <a:lnTo>
                    <a:pt x="157170" y="1523052"/>
                  </a:lnTo>
                  <a:lnTo>
                    <a:pt x="160304" y="1519931"/>
                  </a:lnTo>
                  <a:lnTo>
                    <a:pt x="163438" y="1516811"/>
                  </a:lnTo>
                  <a:lnTo>
                    <a:pt x="166572" y="1513691"/>
                  </a:lnTo>
                  <a:lnTo>
                    <a:pt x="169706" y="1513072"/>
                  </a:lnTo>
                  <a:lnTo>
                    <a:pt x="172840" y="1512540"/>
                  </a:lnTo>
                  <a:lnTo>
                    <a:pt x="175974" y="1512275"/>
                  </a:lnTo>
                  <a:lnTo>
                    <a:pt x="179108" y="1512808"/>
                  </a:lnTo>
                  <a:lnTo>
                    <a:pt x="182242" y="1513568"/>
                  </a:lnTo>
                  <a:lnTo>
                    <a:pt x="185376" y="1512268"/>
                  </a:lnTo>
                  <a:lnTo>
                    <a:pt x="188510" y="1510324"/>
                  </a:lnTo>
                  <a:lnTo>
                    <a:pt x="191644" y="1508382"/>
                  </a:lnTo>
                  <a:lnTo>
                    <a:pt x="194778" y="1506171"/>
                  </a:lnTo>
                  <a:lnTo>
                    <a:pt x="197912" y="1505494"/>
                  </a:lnTo>
                  <a:lnTo>
                    <a:pt x="201046" y="1506102"/>
                  </a:lnTo>
                  <a:lnTo>
                    <a:pt x="204180" y="1509281"/>
                  </a:lnTo>
                  <a:lnTo>
                    <a:pt x="207314" y="1515899"/>
                  </a:lnTo>
                  <a:lnTo>
                    <a:pt x="210448" y="1523572"/>
                  </a:lnTo>
                  <a:lnTo>
                    <a:pt x="213582" y="1530816"/>
                  </a:lnTo>
                  <a:lnTo>
                    <a:pt x="216716" y="1534316"/>
                  </a:lnTo>
                  <a:lnTo>
                    <a:pt x="219850" y="1536319"/>
                  </a:lnTo>
                  <a:lnTo>
                    <a:pt x="222984" y="1539353"/>
                  </a:lnTo>
                  <a:lnTo>
                    <a:pt x="226118" y="1541896"/>
                  </a:lnTo>
                  <a:lnTo>
                    <a:pt x="229251" y="1544437"/>
                  </a:lnTo>
                  <a:lnTo>
                    <a:pt x="232385" y="1548969"/>
                  </a:lnTo>
                  <a:lnTo>
                    <a:pt x="235519" y="1554123"/>
                  </a:lnTo>
                  <a:lnTo>
                    <a:pt x="238653" y="1559653"/>
                  </a:lnTo>
                  <a:lnTo>
                    <a:pt x="241787" y="1565448"/>
                  </a:lnTo>
                  <a:lnTo>
                    <a:pt x="244921" y="1569882"/>
                  </a:lnTo>
                  <a:lnTo>
                    <a:pt x="248055" y="1573543"/>
                  </a:lnTo>
                  <a:lnTo>
                    <a:pt x="251189" y="1576979"/>
                  </a:lnTo>
                  <a:lnTo>
                    <a:pt x="254323" y="1576946"/>
                  </a:lnTo>
                  <a:lnTo>
                    <a:pt x="257457" y="1575520"/>
                  </a:lnTo>
                  <a:lnTo>
                    <a:pt x="260591" y="1574102"/>
                  </a:lnTo>
                  <a:lnTo>
                    <a:pt x="263725" y="1574739"/>
                  </a:lnTo>
                  <a:lnTo>
                    <a:pt x="266859" y="1576868"/>
                  </a:lnTo>
                  <a:lnTo>
                    <a:pt x="269993" y="1577769"/>
                  </a:lnTo>
                  <a:lnTo>
                    <a:pt x="273127" y="1578671"/>
                  </a:lnTo>
                  <a:lnTo>
                    <a:pt x="276261" y="1579572"/>
                  </a:lnTo>
                  <a:lnTo>
                    <a:pt x="279395" y="1580209"/>
                  </a:lnTo>
                  <a:lnTo>
                    <a:pt x="282529" y="1580662"/>
                  </a:lnTo>
                  <a:lnTo>
                    <a:pt x="285663" y="1580662"/>
                  </a:lnTo>
                  <a:lnTo>
                    <a:pt x="288797" y="1580434"/>
                  </a:lnTo>
                  <a:lnTo>
                    <a:pt x="291931" y="1580205"/>
                  </a:lnTo>
                  <a:lnTo>
                    <a:pt x="295065" y="1579977"/>
                  </a:lnTo>
                  <a:lnTo>
                    <a:pt x="298199" y="1579977"/>
                  </a:lnTo>
                  <a:lnTo>
                    <a:pt x="301333" y="1579749"/>
                  </a:lnTo>
                  <a:lnTo>
                    <a:pt x="304467" y="1579520"/>
                  </a:lnTo>
                  <a:lnTo>
                    <a:pt x="307601" y="1579293"/>
                  </a:lnTo>
                  <a:lnTo>
                    <a:pt x="310735" y="1578800"/>
                  </a:lnTo>
                  <a:lnTo>
                    <a:pt x="313869" y="1578315"/>
                  </a:lnTo>
                  <a:lnTo>
                    <a:pt x="317003" y="1580267"/>
                  </a:lnTo>
                  <a:lnTo>
                    <a:pt x="320137" y="1582218"/>
                  </a:lnTo>
                  <a:lnTo>
                    <a:pt x="323271" y="1584169"/>
                  </a:lnTo>
                  <a:lnTo>
                    <a:pt x="326405" y="1586305"/>
                  </a:lnTo>
                  <a:lnTo>
                    <a:pt x="329539" y="1588441"/>
                  </a:lnTo>
                  <a:lnTo>
                    <a:pt x="332673" y="1591108"/>
                  </a:lnTo>
                  <a:lnTo>
                    <a:pt x="335807" y="1593776"/>
                  </a:lnTo>
                  <a:lnTo>
                    <a:pt x="338941" y="1595911"/>
                  </a:lnTo>
                  <a:lnTo>
                    <a:pt x="342075" y="1598047"/>
                  </a:lnTo>
                  <a:lnTo>
                    <a:pt x="345209" y="1602058"/>
                  </a:lnTo>
                  <a:lnTo>
                    <a:pt x="348343" y="1606712"/>
                  </a:lnTo>
                  <a:lnTo>
                    <a:pt x="351477" y="1611367"/>
                  </a:lnTo>
                  <a:lnTo>
                    <a:pt x="354611" y="1616288"/>
                  </a:lnTo>
                  <a:lnTo>
                    <a:pt x="357745" y="1621475"/>
                  </a:lnTo>
                  <a:lnTo>
                    <a:pt x="360879" y="1626506"/>
                  </a:lnTo>
                  <a:lnTo>
                    <a:pt x="364013" y="1629217"/>
                  </a:lnTo>
                  <a:lnTo>
                    <a:pt x="367147" y="1632113"/>
                  </a:lnTo>
                  <a:lnTo>
                    <a:pt x="370281" y="1634780"/>
                  </a:lnTo>
                  <a:lnTo>
                    <a:pt x="373415" y="1637693"/>
                  </a:lnTo>
                  <a:lnTo>
                    <a:pt x="376549" y="1642879"/>
                  </a:lnTo>
                  <a:lnTo>
                    <a:pt x="379683" y="1649713"/>
                  </a:lnTo>
                  <a:lnTo>
                    <a:pt x="382817" y="1657204"/>
                  </a:lnTo>
                  <a:lnTo>
                    <a:pt x="385951" y="1665411"/>
                  </a:lnTo>
                  <a:lnTo>
                    <a:pt x="389085" y="1673619"/>
                  </a:lnTo>
                  <a:lnTo>
                    <a:pt x="392219" y="1680065"/>
                  </a:lnTo>
                  <a:lnTo>
                    <a:pt x="395353" y="1686153"/>
                  </a:lnTo>
                  <a:lnTo>
                    <a:pt x="398487" y="1692508"/>
                  </a:lnTo>
                  <a:lnTo>
                    <a:pt x="401621" y="1698599"/>
                  </a:lnTo>
                  <a:lnTo>
                    <a:pt x="404755" y="1704690"/>
                  </a:lnTo>
                  <a:lnTo>
                    <a:pt x="407889" y="1710781"/>
                  </a:lnTo>
                  <a:lnTo>
                    <a:pt x="411023" y="1716872"/>
                  </a:lnTo>
                  <a:lnTo>
                    <a:pt x="414157" y="1722428"/>
                  </a:lnTo>
                  <a:lnTo>
                    <a:pt x="417291" y="1728251"/>
                  </a:lnTo>
                  <a:lnTo>
                    <a:pt x="420425" y="1733692"/>
                  </a:lnTo>
                  <a:lnTo>
                    <a:pt x="423559" y="1737076"/>
                  </a:lnTo>
                  <a:lnTo>
                    <a:pt x="426693" y="1737292"/>
                  </a:lnTo>
                  <a:lnTo>
                    <a:pt x="429827" y="1734172"/>
                  </a:lnTo>
                  <a:lnTo>
                    <a:pt x="432961" y="1731052"/>
                  </a:lnTo>
                  <a:lnTo>
                    <a:pt x="436095" y="1727931"/>
                  </a:lnTo>
                  <a:lnTo>
                    <a:pt x="439229" y="1724811"/>
                  </a:lnTo>
                  <a:lnTo>
                    <a:pt x="442363" y="1721690"/>
                  </a:lnTo>
                  <a:lnTo>
                    <a:pt x="445497" y="1718570"/>
                  </a:lnTo>
                  <a:lnTo>
                    <a:pt x="448631" y="1715678"/>
                  </a:lnTo>
                  <a:lnTo>
                    <a:pt x="451765" y="1711789"/>
                  </a:lnTo>
                  <a:lnTo>
                    <a:pt x="454899" y="1704567"/>
                  </a:lnTo>
                  <a:lnTo>
                    <a:pt x="458033" y="1696891"/>
                  </a:lnTo>
                  <a:lnTo>
                    <a:pt x="461167" y="1689855"/>
                  </a:lnTo>
                  <a:lnTo>
                    <a:pt x="464301" y="1682819"/>
                  </a:lnTo>
                  <a:lnTo>
                    <a:pt x="467435" y="1675782"/>
                  </a:lnTo>
                  <a:lnTo>
                    <a:pt x="470569" y="1668746"/>
                  </a:lnTo>
                  <a:lnTo>
                    <a:pt x="473703" y="1662738"/>
                  </a:lnTo>
                  <a:lnTo>
                    <a:pt x="476837" y="1655123"/>
                  </a:lnTo>
                  <a:lnTo>
                    <a:pt x="479971" y="1646363"/>
                  </a:lnTo>
                  <a:lnTo>
                    <a:pt x="483105" y="1637603"/>
                  </a:lnTo>
                  <a:lnTo>
                    <a:pt x="486239" y="1628658"/>
                  </a:lnTo>
                  <a:lnTo>
                    <a:pt x="489373" y="1619713"/>
                  </a:lnTo>
                  <a:lnTo>
                    <a:pt x="492507" y="1610358"/>
                  </a:lnTo>
                  <a:lnTo>
                    <a:pt x="495641" y="1601413"/>
                  </a:lnTo>
                  <a:lnTo>
                    <a:pt x="498775" y="1592990"/>
                  </a:lnTo>
                  <a:lnTo>
                    <a:pt x="501909" y="1587632"/>
                  </a:lnTo>
                  <a:lnTo>
                    <a:pt x="505043" y="1581129"/>
                  </a:lnTo>
                  <a:lnTo>
                    <a:pt x="508177" y="1573559"/>
                  </a:lnTo>
                  <a:lnTo>
                    <a:pt x="511311" y="1565989"/>
                  </a:lnTo>
                  <a:lnTo>
                    <a:pt x="514445" y="1558950"/>
                  </a:lnTo>
                  <a:lnTo>
                    <a:pt x="517579" y="1552322"/>
                  </a:lnTo>
                  <a:lnTo>
                    <a:pt x="520713" y="1546613"/>
                  </a:lnTo>
                  <a:lnTo>
                    <a:pt x="523847" y="1544120"/>
                  </a:lnTo>
                  <a:lnTo>
                    <a:pt x="526981" y="1542973"/>
                  </a:lnTo>
                  <a:lnTo>
                    <a:pt x="530115" y="1542354"/>
                  </a:lnTo>
                  <a:lnTo>
                    <a:pt x="533249" y="1541919"/>
                  </a:lnTo>
                  <a:lnTo>
                    <a:pt x="536383" y="1540774"/>
                  </a:lnTo>
                  <a:lnTo>
                    <a:pt x="539517" y="1537965"/>
                  </a:lnTo>
                  <a:lnTo>
                    <a:pt x="542651" y="1535810"/>
                  </a:lnTo>
                  <a:lnTo>
                    <a:pt x="545785" y="1533431"/>
                  </a:lnTo>
                  <a:lnTo>
                    <a:pt x="548919" y="1531773"/>
                  </a:lnTo>
                  <a:lnTo>
                    <a:pt x="552053" y="1531602"/>
                  </a:lnTo>
                  <a:lnTo>
                    <a:pt x="555187" y="1532154"/>
                  </a:lnTo>
                  <a:lnTo>
                    <a:pt x="558321" y="1532439"/>
                  </a:lnTo>
                  <a:lnTo>
                    <a:pt x="561455" y="1532723"/>
                  </a:lnTo>
                  <a:lnTo>
                    <a:pt x="564589" y="1533009"/>
                  </a:lnTo>
                  <a:lnTo>
                    <a:pt x="567723" y="1532573"/>
                  </a:lnTo>
                  <a:lnTo>
                    <a:pt x="570857" y="1530606"/>
                  </a:lnTo>
                  <a:lnTo>
                    <a:pt x="573991" y="1526626"/>
                  </a:lnTo>
                  <a:lnTo>
                    <a:pt x="577125" y="1521371"/>
                  </a:lnTo>
                  <a:lnTo>
                    <a:pt x="580259" y="1515460"/>
                  </a:lnTo>
                  <a:lnTo>
                    <a:pt x="583393" y="1510119"/>
                  </a:lnTo>
                  <a:lnTo>
                    <a:pt x="586527" y="1507171"/>
                  </a:lnTo>
                  <a:lnTo>
                    <a:pt x="589661" y="1505724"/>
                  </a:lnTo>
                  <a:lnTo>
                    <a:pt x="592795" y="1502002"/>
                  </a:lnTo>
                  <a:lnTo>
                    <a:pt x="595929" y="1497594"/>
                  </a:lnTo>
                  <a:lnTo>
                    <a:pt x="599063" y="1492356"/>
                  </a:lnTo>
                  <a:lnTo>
                    <a:pt x="602197" y="1483831"/>
                  </a:lnTo>
                  <a:lnTo>
                    <a:pt x="605331" y="1475213"/>
                  </a:lnTo>
                  <a:lnTo>
                    <a:pt x="608465" y="1466328"/>
                  </a:lnTo>
                  <a:lnTo>
                    <a:pt x="611599" y="1457948"/>
                  </a:lnTo>
                  <a:lnTo>
                    <a:pt x="614733" y="1452899"/>
                  </a:lnTo>
                  <a:lnTo>
                    <a:pt x="617867" y="1448891"/>
                  </a:lnTo>
                  <a:lnTo>
                    <a:pt x="621001" y="1444471"/>
                  </a:lnTo>
                  <a:lnTo>
                    <a:pt x="624135" y="1440943"/>
                  </a:lnTo>
                  <a:lnTo>
                    <a:pt x="627269" y="1437414"/>
                  </a:lnTo>
                  <a:lnTo>
                    <a:pt x="630403" y="1433886"/>
                  </a:lnTo>
                  <a:lnTo>
                    <a:pt x="633537" y="1429553"/>
                  </a:lnTo>
                  <a:lnTo>
                    <a:pt x="636671" y="1427012"/>
                  </a:lnTo>
                  <a:lnTo>
                    <a:pt x="639805" y="1425515"/>
                  </a:lnTo>
                  <a:lnTo>
                    <a:pt x="642939" y="1423935"/>
                  </a:lnTo>
                  <a:lnTo>
                    <a:pt x="646073" y="1423393"/>
                  </a:lnTo>
                  <a:lnTo>
                    <a:pt x="649207" y="1426204"/>
                  </a:lnTo>
                  <a:lnTo>
                    <a:pt x="652341" y="1429552"/>
                  </a:lnTo>
                  <a:lnTo>
                    <a:pt x="655475" y="1432488"/>
                  </a:lnTo>
                  <a:lnTo>
                    <a:pt x="658609" y="1434904"/>
                  </a:lnTo>
                  <a:lnTo>
                    <a:pt x="661743" y="1434254"/>
                  </a:lnTo>
                  <a:lnTo>
                    <a:pt x="664877" y="1434933"/>
                  </a:lnTo>
                  <a:lnTo>
                    <a:pt x="668011" y="1438720"/>
                  </a:lnTo>
                  <a:lnTo>
                    <a:pt x="671145" y="1442794"/>
                  </a:lnTo>
                  <a:lnTo>
                    <a:pt x="674279" y="1446713"/>
                  </a:lnTo>
                  <a:lnTo>
                    <a:pt x="677413" y="1450220"/>
                  </a:lnTo>
                  <a:lnTo>
                    <a:pt x="680547" y="1452808"/>
                  </a:lnTo>
                  <a:lnTo>
                    <a:pt x="683681" y="1452181"/>
                  </a:lnTo>
                  <a:lnTo>
                    <a:pt x="686815" y="1452317"/>
                  </a:lnTo>
                  <a:lnTo>
                    <a:pt x="689949" y="1452751"/>
                  </a:lnTo>
                  <a:lnTo>
                    <a:pt x="693083" y="1453185"/>
                  </a:lnTo>
                  <a:lnTo>
                    <a:pt x="696217" y="1454515"/>
                  </a:lnTo>
                  <a:lnTo>
                    <a:pt x="699351" y="1457324"/>
                  </a:lnTo>
                  <a:lnTo>
                    <a:pt x="702485" y="1459479"/>
                  </a:lnTo>
                  <a:lnTo>
                    <a:pt x="705619" y="1462086"/>
                  </a:lnTo>
                  <a:lnTo>
                    <a:pt x="708753" y="1463972"/>
                  </a:lnTo>
                  <a:lnTo>
                    <a:pt x="711887" y="1464143"/>
                  </a:lnTo>
                  <a:lnTo>
                    <a:pt x="715021" y="1463590"/>
                  </a:lnTo>
                  <a:lnTo>
                    <a:pt x="718155" y="1463305"/>
                  </a:lnTo>
                  <a:lnTo>
                    <a:pt x="721289" y="1462753"/>
                  </a:lnTo>
                  <a:lnTo>
                    <a:pt x="724423" y="1462200"/>
                  </a:lnTo>
                  <a:lnTo>
                    <a:pt x="727557" y="1462636"/>
                  </a:lnTo>
                  <a:lnTo>
                    <a:pt x="730691" y="1464604"/>
                  </a:lnTo>
                  <a:lnTo>
                    <a:pt x="733825" y="1468852"/>
                  </a:lnTo>
                  <a:lnTo>
                    <a:pt x="736959" y="1474375"/>
                  </a:lnTo>
                  <a:lnTo>
                    <a:pt x="740093" y="1480554"/>
                  </a:lnTo>
                  <a:lnTo>
                    <a:pt x="743227" y="1485894"/>
                  </a:lnTo>
                  <a:lnTo>
                    <a:pt x="746361" y="1490201"/>
                  </a:lnTo>
                  <a:lnTo>
                    <a:pt x="749495" y="1495035"/>
                  </a:lnTo>
                  <a:lnTo>
                    <a:pt x="752629" y="1501878"/>
                  </a:lnTo>
                  <a:lnTo>
                    <a:pt x="755763" y="1509407"/>
                  </a:lnTo>
                  <a:lnTo>
                    <a:pt x="758897" y="1518709"/>
                  </a:lnTo>
                  <a:lnTo>
                    <a:pt x="762031" y="1531298"/>
                  </a:lnTo>
                  <a:lnTo>
                    <a:pt x="765165" y="1543568"/>
                  </a:lnTo>
                  <a:lnTo>
                    <a:pt x="768299" y="1556105"/>
                  </a:lnTo>
                  <a:lnTo>
                    <a:pt x="771433" y="1568471"/>
                  </a:lnTo>
                  <a:lnTo>
                    <a:pt x="774567" y="1578113"/>
                  </a:lnTo>
                  <a:lnTo>
                    <a:pt x="777701" y="1586941"/>
                  </a:lnTo>
                  <a:lnTo>
                    <a:pt x="780835" y="1594640"/>
                  </a:lnTo>
                  <a:lnTo>
                    <a:pt x="783969" y="1600553"/>
                  </a:lnTo>
                  <a:lnTo>
                    <a:pt x="787103" y="1605843"/>
                  </a:lnTo>
                  <a:lnTo>
                    <a:pt x="790237" y="1609372"/>
                  </a:lnTo>
                  <a:lnTo>
                    <a:pt x="793371" y="1612901"/>
                  </a:lnTo>
                  <a:lnTo>
                    <a:pt x="796505" y="1616206"/>
                  </a:lnTo>
                  <a:lnTo>
                    <a:pt x="799639" y="1617702"/>
                  </a:lnTo>
                  <a:lnTo>
                    <a:pt x="802773" y="1617913"/>
                  </a:lnTo>
                  <a:lnTo>
                    <a:pt x="805907" y="1615582"/>
                  </a:lnTo>
                  <a:lnTo>
                    <a:pt x="809041" y="1609899"/>
                  </a:lnTo>
                  <a:lnTo>
                    <a:pt x="812175" y="1604090"/>
                  </a:lnTo>
                  <a:lnTo>
                    <a:pt x="815309" y="1598281"/>
                  </a:lnTo>
                  <a:lnTo>
                    <a:pt x="818443" y="1592843"/>
                  </a:lnTo>
                  <a:lnTo>
                    <a:pt x="821577" y="1588963"/>
                  </a:lnTo>
                  <a:lnTo>
                    <a:pt x="824711" y="1584192"/>
                  </a:lnTo>
                  <a:lnTo>
                    <a:pt x="827845" y="1577057"/>
                  </a:lnTo>
                  <a:lnTo>
                    <a:pt x="830979" y="1570212"/>
                  </a:lnTo>
                  <a:lnTo>
                    <a:pt x="834113" y="1563506"/>
                  </a:lnTo>
                  <a:lnTo>
                    <a:pt x="837247" y="1558418"/>
                  </a:lnTo>
                  <a:lnTo>
                    <a:pt x="840381" y="1552955"/>
                  </a:lnTo>
                  <a:lnTo>
                    <a:pt x="843515" y="1547718"/>
                  </a:lnTo>
                  <a:lnTo>
                    <a:pt x="846649" y="1542345"/>
                  </a:lnTo>
                  <a:lnTo>
                    <a:pt x="849783" y="1538000"/>
                  </a:lnTo>
                  <a:lnTo>
                    <a:pt x="852917" y="1534503"/>
                  </a:lnTo>
                  <a:lnTo>
                    <a:pt x="856051" y="1530822"/>
                  </a:lnTo>
                  <a:lnTo>
                    <a:pt x="859185" y="1527141"/>
                  </a:lnTo>
                  <a:lnTo>
                    <a:pt x="862319" y="1523461"/>
                  </a:lnTo>
                  <a:lnTo>
                    <a:pt x="865453" y="1519327"/>
                  </a:lnTo>
                  <a:lnTo>
                    <a:pt x="868587" y="1515194"/>
                  </a:lnTo>
                  <a:lnTo>
                    <a:pt x="871721" y="1512405"/>
                  </a:lnTo>
                  <a:lnTo>
                    <a:pt x="874855" y="1511127"/>
                  </a:lnTo>
                  <a:lnTo>
                    <a:pt x="877989" y="1509582"/>
                  </a:lnTo>
                  <a:lnTo>
                    <a:pt x="881123" y="1508305"/>
                  </a:lnTo>
                  <a:lnTo>
                    <a:pt x="884257" y="1507028"/>
                  </a:lnTo>
                  <a:lnTo>
                    <a:pt x="887391" y="1505483"/>
                  </a:lnTo>
                  <a:lnTo>
                    <a:pt x="890525" y="1503938"/>
                  </a:lnTo>
                  <a:lnTo>
                    <a:pt x="893659" y="1502393"/>
                  </a:lnTo>
                  <a:lnTo>
                    <a:pt x="896793" y="1500848"/>
                  </a:lnTo>
                  <a:lnTo>
                    <a:pt x="899927" y="1499303"/>
                  </a:lnTo>
                  <a:lnTo>
                    <a:pt x="903061" y="1498401"/>
                  </a:lnTo>
                  <a:lnTo>
                    <a:pt x="906195" y="1497232"/>
                  </a:lnTo>
                  <a:lnTo>
                    <a:pt x="909329" y="1496063"/>
                  </a:lnTo>
                  <a:lnTo>
                    <a:pt x="912463" y="1495161"/>
                  </a:lnTo>
                  <a:lnTo>
                    <a:pt x="915597" y="1494260"/>
                  </a:lnTo>
                  <a:lnTo>
                    <a:pt x="918731" y="1492680"/>
                  </a:lnTo>
                  <a:lnTo>
                    <a:pt x="921865" y="1491099"/>
                  </a:lnTo>
                  <a:lnTo>
                    <a:pt x="924999" y="1489930"/>
                  </a:lnTo>
                  <a:lnTo>
                    <a:pt x="928133" y="1487482"/>
                  </a:lnTo>
                  <a:lnTo>
                    <a:pt x="931267" y="1484041"/>
                  </a:lnTo>
                  <a:lnTo>
                    <a:pt x="934401" y="1483548"/>
                  </a:lnTo>
                  <a:lnTo>
                    <a:pt x="937535" y="1483056"/>
                  </a:lnTo>
                  <a:lnTo>
                    <a:pt x="940669" y="1483692"/>
                  </a:lnTo>
                  <a:lnTo>
                    <a:pt x="943803" y="1485224"/>
                  </a:lnTo>
                  <a:lnTo>
                    <a:pt x="946937" y="1487380"/>
                  </a:lnTo>
                  <a:lnTo>
                    <a:pt x="950071" y="1491070"/>
                  </a:lnTo>
                  <a:lnTo>
                    <a:pt x="953205" y="1494762"/>
                  </a:lnTo>
                  <a:lnTo>
                    <a:pt x="956339" y="1498758"/>
                  </a:lnTo>
                  <a:lnTo>
                    <a:pt x="959473" y="1502596"/>
                  </a:lnTo>
                  <a:lnTo>
                    <a:pt x="962607" y="1507804"/>
                  </a:lnTo>
                  <a:lnTo>
                    <a:pt x="965741" y="1514782"/>
                  </a:lnTo>
                  <a:lnTo>
                    <a:pt x="968875" y="1521759"/>
                  </a:lnTo>
                  <a:lnTo>
                    <a:pt x="972009" y="1528738"/>
                  </a:lnTo>
                  <a:lnTo>
                    <a:pt x="975143" y="1536620"/>
                  </a:lnTo>
                  <a:lnTo>
                    <a:pt x="978277" y="1545663"/>
                  </a:lnTo>
                  <a:lnTo>
                    <a:pt x="981411" y="1552883"/>
                  </a:lnTo>
                  <a:lnTo>
                    <a:pt x="984545" y="1561257"/>
                  </a:lnTo>
                  <a:lnTo>
                    <a:pt x="987679" y="1570225"/>
                  </a:lnTo>
                  <a:lnTo>
                    <a:pt x="990813" y="1579025"/>
                  </a:lnTo>
                  <a:lnTo>
                    <a:pt x="993947" y="1587313"/>
                  </a:lnTo>
                  <a:lnTo>
                    <a:pt x="997081" y="1594559"/>
                  </a:lnTo>
                  <a:lnTo>
                    <a:pt x="1000215" y="1602180"/>
                  </a:lnTo>
                  <a:lnTo>
                    <a:pt x="1003349" y="1609720"/>
                  </a:lnTo>
                  <a:lnTo>
                    <a:pt x="1006483" y="1617499"/>
                  </a:lnTo>
                  <a:lnTo>
                    <a:pt x="1009617" y="1623425"/>
                  </a:lnTo>
                  <a:lnTo>
                    <a:pt x="1012751" y="1628090"/>
                  </a:lnTo>
                  <a:lnTo>
                    <a:pt x="1015885" y="1633167"/>
                  </a:lnTo>
                  <a:lnTo>
                    <a:pt x="1019019" y="1638244"/>
                  </a:lnTo>
                  <a:lnTo>
                    <a:pt x="1022153" y="1643898"/>
                  </a:lnTo>
                  <a:lnTo>
                    <a:pt x="1025287" y="1650080"/>
                  </a:lnTo>
                  <a:lnTo>
                    <a:pt x="1028421" y="1656262"/>
                  </a:lnTo>
                  <a:lnTo>
                    <a:pt x="1031555" y="1661099"/>
                  </a:lnTo>
                  <a:lnTo>
                    <a:pt x="1034689" y="1663633"/>
                  </a:lnTo>
                  <a:lnTo>
                    <a:pt x="1037823" y="1666167"/>
                  </a:lnTo>
                  <a:lnTo>
                    <a:pt x="1040957" y="1668701"/>
                  </a:lnTo>
                  <a:lnTo>
                    <a:pt x="1044091" y="1671235"/>
                  </a:lnTo>
                  <a:lnTo>
                    <a:pt x="1047225" y="1673768"/>
                  </a:lnTo>
                  <a:lnTo>
                    <a:pt x="1050359" y="1677343"/>
                  </a:lnTo>
                  <a:lnTo>
                    <a:pt x="1053493" y="1680916"/>
                  </a:lnTo>
                  <a:lnTo>
                    <a:pt x="1056627" y="1684491"/>
                  </a:lnTo>
                  <a:lnTo>
                    <a:pt x="1059761" y="1688065"/>
                  </a:lnTo>
                  <a:lnTo>
                    <a:pt x="1062895" y="1690751"/>
                  </a:lnTo>
                  <a:lnTo>
                    <a:pt x="1066029" y="1693949"/>
                  </a:lnTo>
                  <a:lnTo>
                    <a:pt x="1069163" y="1696634"/>
                  </a:lnTo>
                  <a:lnTo>
                    <a:pt x="1072297" y="1699320"/>
                  </a:lnTo>
                  <a:lnTo>
                    <a:pt x="1075431" y="1702518"/>
                  </a:lnTo>
                  <a:lnTo>
                    <a:pt x="1078565" y="1705716"/>
                  </a:lnTo>
                  <a:lnTo>
                    <a:pt x="1081699" y="1708914"/>
                  </a:lnTo>
                  <a:lnTo>
                    <a:pt x="1084833" y="1712767"/>
                  </a:lnTo>
                  <a:lnTo>
                    <a:pt x="1087967" y="1717245"/>
                  </a:lnTo>
                  <a:lnTo>
                    <a:pt x="1091101" y="1722867"/>
                  </a:lnTo>
                  <a:lnTo>
                    <a:pt x="1094235" y="1728264"/>
                  </a:lnTo>
                  <a:lnTo>
                    <a:pt x="1097369" y="1732555"/>
                  </a:lnTo>
                  <a:lnTo>
                    <a:pt x="1100503" y="1736846"/>
                  </a:lnTo>
                  <a:lnTo>
                    <a:pt x="1103637" y="1741138"/>
                  </a:lnTo>
                  <a:lnTo>
                    <a:pt x="1106771" y="1746008"/>
                  </a:lnTo>
                  <a:lnTo>
                    <a:pt x="1109905" y="1751102"/>
                  </a:lnTo>
                  <a:lnTo>
                    <a:pt x="1113039" y="1755618"/>
                  </a:lnTo>
                  <a:lnTo>
                    <a:pt x="1116173" y="1760632"/>
                  </a:lnTo>
                  <a:lnTo>
                    <a:pt x="1119307" y="1767134"/>
                  </a:lnTo>
                  <a:lnTo>
                    <a:pt x="1122441" y="1772237"/>
                  </a:lnTo>
                  <a:lnTo>
                    <a:pt x="1125575" y="1774940"/>
                  </a:lnTo>
                  <a:lnTo>
                    <a:pt x="1128709" y="1777375"/>
                  </a:lnTo>
                  <a:lnTo>
                    <a:pt x="1131843" y="1778014"/>
                  </a:lnTo>
                  <a:lnTo>
                    <a:pt x="1134977" y="1777110"/>
                  </a:lnTo>
                  <a:lnTo>
                    <a:pt x="1138111" y="1774674"/>
                  </a:lnTo>
                  <a:lnTo>
                    <a:pt x="1141245" y="1772914"/>
                  </a:lnTo>
                  <a:lnTo>
                    <a:pt x="1144379" y="1770890"/>
                  </a:lnTo>
                  <a:lnTo>
                    <a:pt x="1147513" y="1768598"/>
                  </a:lnTo>
                  <a:lnTo>
                    <a:pt x="1150647" y="1765895"/>
                  </a:lnTo>
                  <a:lnTo>
                    <a:pt x="1153781" y="1763192"/>
                  </a:lnTo>
                  <a:lnTo>
                    <a:pt x="1156915" y="1759911"/>
                  </a:lnTo>
                  <a:lnTo>
                    <a:pt x="1160049" y="1756630"/>
                  </a:lnTo>
                  <a:lnTo>
                    <a:pt x="1163183" y="1753204"/>
                  </a:lnTo>
                  <a:lnTo>
                    <a:pt x="1166317" y="1747381"/>
                  </a:lnTo>
                  <a:lnTo>
                    <a:pt x="1169451" y="1742331"/>
                  </a:lnTo>
                  <a:lnTo>
                    <a:pt x="1172585" y="1739623"/>
                  </a:lnTo>
                  <a:lnTo>
                    <a:pt x="1175719" y="1737080"/>
                  </a:lnTo>
                  <a:lnTo>
                    <a:pt x="1178853" y="1735932"/>
                  </a:lnTo>
                  <a:lnTo>
                    <a:pt x="1181987" y="1735354"/>
                  </a:lnTo>
                  <a:lnTo>
                    <a:pt x="1185121" y="1734249"/>
                  </a:lnTo>
                  <a:lnTo>
                    <a:pt x="1188255" y="1732732"/>
                  </a:lnTo>
                  <a:lnTo>
                    <a:pt x="1191389" y="1731216"/>
                  </a:lnTo>
                  <a:lnTo>
                    <a:pt x="1194523" y="1729960"/>
                  </a:lnTo>
                  <a:lnTo>
                    <a:pt x="1197657" y="1728703"/>
                  </a:lnTo>
                  <a:lnTo>
                    <a:pt x="1200791" y="1727446"/>
                  </a:lnTo>
                  <a:lnTo>
                    <a:pt x="1203925" y="1726190"/>
                  </a:lnTo>
                  <a:lnTo>
                    <a:pt x="1207059" y="1725201"/>
                  </a:lnTo>
                  <a:lnTo>
                    <a:pt x="1210193" y="1723172"/>
                  </a:lnTo>
                  <a:lnTo>
                    <a:pt x="1213327" y="1721142"/>
                  </a:lnTo>
                  <a:lnTo>
                    <a:pt x="1216461" y="1719114"/>
                  </a:lnTo>
                  <a:lnTo>
                    <a:pt x="1219595" y="1717085"/>
                  </a:lnTo>
                  <a:lnTo>
                    <a:pt x="1222729" y="1715301"/>
                  </a:lnTo>
                  <a:lnTo>
                    <a:pt x="1225863" y="1713004"/>
                  </a:lnTo>
                  <a:lnTo>
                    <a:pt x="1228997" y="1711220"/>
                  </a:lnTo>
                  <a:lnTo>
                    <a:pt x="1232131" y="1709436"/>
                  </a:lnTo>
                  <a:lnTo>
                    <a:pt x="1235265" y="1707140"/>
                  </a:lnTo>
                  <a:lnTo>
                    <a:pt x="1238399" y="1705111"/>
                  </a:lnTo>
                  <a:lnTo>
                    <a:pt x="1241533" y="1703082"/>
                  </a:lnTo>
                  <a:lnTo>
                    <a:pt x="1244667" y="1700130"/>
                  </a:lnTo>
                  <a:lnTo>
                    <a:pt x="1247801" y="1697834"/>
                  </a:lnTo>
                  <a:lnTo>
                    <a:pt x="1250935" y="1696050"/>
                  </a:lnTo>
                  <a:lnTo>
                    <a:pt x="1254069" y="1693773"/>
                  </a:lnTo>
                  <a:lnTo>
                    <a:pt x="1257203" y="1692330"/>
                  </a:lnTo>
                  <a:lnTo>
                    <a:pt x="1260337" y="1688531"/>
                  </a:lnTo>
                  <a:lnTo>
                    <a:pt x="1263471" y="1684468"/>
                  </a:lnTo>
                  <a:lnTo>
                    <a:pt x="1266605" y="1680090"/>
                  </a:lnTo>
                  <a:lnTo>
                    <a:pt x="1269739" y="1675981"/>
                  </a:lnTo>
                  <a:lnTo>
                    <a:pt x="1272873" y="1671739"/>
                  </a:lnTo>
                  <a:lnTo>
                    <a:pt x="1276007" y="1665338"/>
                  </a:lnTo>
                  <a:lnTo>
                    <a:pt x="1279141" y="1658407"/>
                  </a:lnTo>
                  <a:lnTo>
                    <a:pt x="1282275" y="1650764"/>
                  </a:lnTo>
                  <a:lnTo>
                    <a:pt x="1285409" y="1643956"/>
                  </a:lnTo>
                  <a:lnTo>
                    <a:pt x="1288543" y="1637414"/>
                  </a:lnTo>
                  <a:lnTo>
                    <a:pt x="1291677" y="1632670"/>
                  </a:lnTo>
                  <a:lnTo>
                    <a:pt x="1294811" y="1628564"/>
                  </a:lnTo>
                  <a:lnTo>
                    <a:pt x="1297945" y="1622807"/>
                  </a:lnTo>
                  <a:lnTo>
                    <a:pt x="1301079" y="1616360"/>
                  </a:lnTo>
                  <a:lnTo>
                    <a:pt x="1304213" y="1609320"/>
                  </a:lnTo>
                  <a:lnTo>
                    <a:pt x="1307347" y="1602463"/>
                  </a:lnTo>
                  <a:lnTo>
                    <a:pt x="1310481" y="1596016"/>
                  </a:lnTo>
                  <a:lnTo>
                    <a:pt x="1313615" y="1587567"/>
                  </a:lnTo>
                  <a:lnTo>
                    <a:pt x="1316749" y="1578948"/>
                  </a:lnTo>
                  <a:lnTo>
                    <a:pt x="1319883" y="1569342"/>
                  </a:lnTo>
                  <a:lnTo>
                    <a:pt x="1323017" y="1560455"/>
                  </a:lnTo>
                  <a:lnTo>
                    <a:pt x="1326151" y="1552342"/>
                  </a:lnTo>
                  <a:lnTo>
                    <a:pt x="1329285" y="1544323"/>
                  </a:lnTo>
                  <a:lnTo>
                    <a:pt x="1332419" y="1534002"/>
                  </a:lnTo>
                  <a:lnTo>
                    <a:pt x="1335553" y="1523105"/>
                  </a:lnTo>
                  <a:lnTo>
                    <a:pt x="1338687" y="1510266"/>
                  </a:lnTo>
                  <a:lnTo>
                    <a:pt x="1341821" y="1495292"/>
                  </a:lnTo>
                  <a:lnTo>
                    <a:pt x="1344955" y="1482070"/>
                  </a:lnTo>
                  <a:lnTo>
                    <a:pt x="1348089" y="1470212"/>
                  </a:lnTo>
                  <a:lnTo>
                    <a:pt x="1351223" y="1458819"/>
                  </a:lnTo>
                  <a:lnTo>
                    <a:pt x="1354357" y="1448746"/>
                  </a:lnTo>
                  <a:lnTo>
                    <a:pt x="1357491" y="1438673"/>
                  </a:lnTo>
                  <a:lnTo>
                    <a:pt x="1360625" y="1430509"/>
                  </a:lnTo>
                  <a:lnTo>
                    <a:pt x="1363759" y="1422981"/>
                  </a:lnTo>
                  <a:lnTo>
                    <a:pt x="1366893" y="1417193"/>
                  </a:lnTo>
                  <a:lnTo>
                    <a:pt x="1370027" y="1411781"/>
                  </a:lnTo>
                  <a:lnTo>
                    <a:pt x="1373161" y="1406369"/>
                  </a:lnTo>
                  <a:lnTo>
                    <a:pt x="1376295" y="1402707"/>
                  </a:lnTo>
                  <a:lnTo>
                    <a:pt x="1379429" y="1400575"/>
                  </a:lnTo>
                  <a:lnTo>
                    <a:pt x="1382563" y="1398712"/>
                  </a:lnTo>
                  <a:lnTo>
                    <a:pt x="1385697" y="1397734"/>
                  </a:lnTo>
                  <a:lnTo>
                    <a:pt x="1388831" y="1398991"/>
                  </a:lnTo>
                  <a:lnTo>
                    <a:pt x="1391965" y="1399669"/>
                  </a:lnTo>
                  <a:lnTo>
                    <a:pt x="1395099" y="1399937"/>
                  </a:lnTo>
                  <a:lnTo>
                    <a:pt x="1398233" y="1400348"/>
                  </a:lnTo>
                  <a:lnTo>
                    <a:pt x="1401367" y="1400759"/>
                  </a:lnTo>
                  <a:lnTo>
                    <a:pt x="1404501" y="1401438"/>
                  </a:lnTo>
                  <a:lnTo>
                    <a:pt x="1407635" y="1402117"/>
                  </a:lnTo>
                  <a:lnTo>
                    <a:pt x="1410769" y="1402117"/>
                  </a:lnTo>
                  <a:lnTo>
                    <a:pt x="1413903" y="1402608"/>
                  </a:lnTo>
                  <a:lnTo>
                    <a:pt x="1417037" y="1403372"/>
                  </a:lnTo>
                  <a:lnTo>
                    <a:pt x="1420171" y="1406228"/>
                  </a:lnTo>
                  <a:lnTo>
                    <a:pt x="1423305" y="1409120"/>
                  </a:lnTo>
                  <a:lnTo>
                    <a:pt x="1426439" y="1411524"/>
                  </a:lnTo>
                  <a:lnTo>
                    <a:pt x="1429573" y="1413660"/>
                  </a:lnTo>
                  <a:lnTo>
                    <a:pt x="1432707" y="1416730"/>
                  </a:lnTo>
                  <a:lnTo>
                    <a:pt x="1435841" y="1421383"/>
                  </a:lnTo>
                  <a:lnTo>
                    <a:pt x="1438975" y="1427142"/>
                  </a:lnTo>
                  <a:lnTo>
                    <a:pt x="1442109" y="1435240"/>
                  </a:lnTo>
                  <a:lnTo>
                    <a:pt x="1445243" y="1444409"/>
                  </a:lnTo>
                  <a:lnTo>
                    <a:pt x="1448377" y="1453354"/>
                  </a:lnTo>
                  <a:lnTo>
                    <a:pt x="1451511" y="1462523"/>
                  </a:lnTo>
                  <a:lnTo>
                    <a:pt x="1454645" y="1471920"/>
                  </a:lnTo>
                  <a:lnTo>
                    <a:pt x="1457779" y="1482969"/>
                  </a:lnTo>
                  <a:lnTo>
                    <a:pt x="1460913" y="1494827"/>
                  </a:lnTo>
                  <a:lnTo>
                    <a:pt x="1464047" y="1507280"/>
                  </a:lnTo>
                  <a:lnTo>
                    <a:pt x="1467181" y="1519961"/>
                  </a:lnTo>
                  <a:lnTo>
                    <a:pt x="1470315" y="1532231"/>
                  </a:lnTo>
                  <a:lnTo>
                    <a:pt x="1473449" y="1546504"/>
                  </a:lnTo>
                  <a:lnTo>
                    <a:pt x="1476583" y="1561524"/>
                  </a:lnTo>
                  <a:lnTo>
                    <a:pt x="1479717" y="1576954"/>
                  </a:lnTo>
                  <a:lnTo>
                    <a:pt x="1482851" y="1592241"/>
                  </a:lnTo>
                  <a:lnTo>
                    <a:pt x="1485985" y="1606755"/>
                  </a:lnTo>
                  <a:lnTo>
                    <a:pt x="1489119" y="1620929"/>
                  </a:lnTo>
                  <a:lnTo>
                    <a:pt x="1492253" y="1635476"/>
                  </a:lnTo>
                  <a:lnTo>
                    <a:pt x="1495387" y="1650022"/>
                  </a:lnTo>
                  <a:lnTo>
                    <a:pt x="1498521" y="1664585"/>
                  </a:lnTo>
                  <a:lnTo>
                    <a:pt x="1501655" y="1680136"/>
                  </a:lnTo>
                  <a:lnTo>
                    <a:pt x="1504789" y="1693937"/>
                  </a:lnTo>
                  <a:lnTo>
                    <a:pt x="1507923" y="1706207"/>
                  </a:lnTo>
                  <a:lnTo>
                    <a:pt x="1511057" y="1718010"/>
                  </a:lnTo>
                  <a:lnTo>
                    <a:pt x="1514191" y="1728351"/>
                  </a:lnTo>
                  <a:lnTo>
                    <a:pt x="1517325" y="1738424"/>
                  </a:lnTo>
                  <a:lnTo>
                    <a:pt x="1520459" y="1746856"/>
                  </a:lnTo>
                  <a:lnTo>
                    <a:pt x="1523593" y="1754385"/>
                  </a:lnTo>
                  <a:lnTo>
                    <a:pt x="1526727" y="1759905"/>
                  </a:lnTo>
                  <a:lnTo>
                    <a:pt x="1529861" y="1764785"/>
                  </a:lnTo>
                  <a:lnTo>
                    <a:pt x="1532995" y="1769437"/>
                  </a:lnTo>
                  <a:lnTo>
                    <a:pt x="1536129" y="1771931"/>
                  </a:lnTo>
                  <a:lnTo>
                    <a:pt x="1539263" y="1772893"/>
                  </a:lnTo>
                  <a:lnTo>
                    <a:pt x="1542397" y="1773855"/>
                  </a:lnTo>
                  <a:lnTo>
                    <a:pt x="1545531" y="1773931"/>
                  </a:lnTo>
                  <a:lnTo>
                    <a:pt x="1548665" y="1771773"/>
                  </a:lnTo>
                  <a:lnTo>
                    <a:pt x="1551799" y="1770377"/>
                  </a:lnTo>
                  <a:lnTo>
                    <a:pt x="1554933" y="1769392"/>
                  </a:lnTo>
                  <a:lnTo>
                    <a:pt x="1558067" y="1767996"/>
                  </a:lnTo>
                  <a:lnTo>
                    <a:pt x="1561201" y="1766600"/>
                  </a:lnTo>
                  <a:lnTo>
                    <a:pt x="1564335" y="1765204"/>
                  </a:lnTo>
                  <a:lnTo>
                    <a:pt x="1567469" y="1763624"/>
                  </a:lnTo>
                  <a:lnTo>
                    <a:pt x="1570603" y="1762722"/>
                  </a:lnTo>
                  <a:lnTo>
                    <a:pt x="1573737" y="1761821"/>
                  </a:lnTo>
                  <a:lnTo>
                    <a:pt x="1576871" y="1761104"/>
                  </a:lnTo>
                  <a:lnTo>
                    <a:pt x="1580005" y="1760651"/>
                  </a:lnTo>
                  <a:lnTo>
                    <a:pt x="1583139" y="1760426"/>
                  </a:lnTo>
                  <a:lnTo>
                    <a:pt x="1586273" y="1760426"/>
                  </a:lnTo>
                  <a:lnTo>
                    <a:pt x="1589407" y="1760426"/>
                  </a:lnTo>
                  <a:lnTo>
                    <a:pt x="1592541" y="1760201"/>
                  </a:lnTo>
                  <a:lnTo>
                    <a:pt x="1595675" y="1760201"/>
                  </a:lnTo>
                  <a:lnTo>
                    <a:pt x="1598809" y="1759977"/>
                  </a:lnTo>
                  <a:lnTo>
                    <a:pt x="1601943" y="1759524"/>
                  </a:lnTo>
                  <a:lnTo>
                    <a:pt x="1605077" y="1759299"/>
                  </a:lnTo>
                  <a:lnTo>
                    <a:pt x="1608211" y="1759299"/>
                  </a:lnTo>
                  <a:lnTo>
                    <a:pt x="1611345" y="1759299"/>
                  </a:lnTo>
                  <a:lnTo>
                    <a:pt x="1614479" y="1759071"/>
                  </a:lnTo>
                  <a:lnTo>
                    <a:pt x="1617613" y="1758843"/>
                  </a:lnTo>
                  <a:lnTo>
                    <a:pt x="1620747" y="1758083"/>
                  </a:lnTo>
                  <a:lnTo>
                    <a:pt x="1623881" y="1757323"/>
                  </a:lnTo>
                  <a:lnTo>
                    <a:pt x="1627015" y="1756152"/>
                  </a:lnTo>
                  <a:lnTo>
                    <a:pt x="1630149" y="1754981"/>
                  </a:lnTo>
                  <a:lnTo>
                    <a:pt x="1633283" y="1753810"/>
                  </a:lnTo>
                  <a:lnTo>
                    <a:pt x="1636417" y="1752061"/>
                  </a:lnTo>
                  <a:lnTo>
                    <a:pt x="1639551" y="1750890"/>
                  </a:lnTo>
                  <a:lnTo>
                    <a:pt x="1642685" y="1748916"/>
                  </a:lnTo>
                  <a:lnTo>
                    <a:pt x="1645819" y="1746942"/>
                  </a:lnTo>
                  <a:lnTo>
                    <a:pt x="1648953" y="1744441"/>
                  </a:lnTo>
                  <a:lnTo>
                    <a:pt x="1652087" y="1741940"/>
                  </a:lnTo>
                  <a:lnTo>
                    <a:pt x="1655221" y="1739438"/>
                  </a:lnTo>
                  <a:lnTo>
                    <a:pt x="1658355" y="1737281"/>
                  </a:lnTo>
                  <a:lnTo>
                    <a:pt x="1661489" y="1735122"/>
                  </a:lnTo>
                  <a:lnTo>
                    <a:pt x="1664623" y="1733373"/>
                  </a:lnTo>
                  <a:lnTo>
                    <a:pt x="1667757" y="1732430"/>
                  </a:lnTo>
                  <a:lnTo>
                    <a:pt x="1670891" y="1731259"/>
                  </a:lnTo>
                  <a:lnTo>
                    <a:pt x="1674025" y="1730499"/>
                  </a:lnTo>
                  <a:lnTo>
                    <a:pt x="1677159" y="1730007"/>
                  </a:lnTo>
                  <a:lnTo>
                    <a:pt x="1680293" y="1729475"/>
                  </a:lnTo>
                  <a:lnTo>
                    <a:pt x="1683427" y="1730154"/>
                  </a:lnTo>
                  <a:lnTo>
                    <a:pt x="1686561" y="1731411"/>
                  </a:lnTo>
                  <a:lnTo>
                    <a:pt x="1689695" y="1734627"/>
                  </a:lnTo>
                  <a:lnTo>
                    <a:pt x="1692829" y="1739339"/>
                  </a:lnTo>
                  <a:lnTo>
                    <a:pt x="1695963" y="1745155"/>
                  </a:lnTo>
                  <a:lnTo>
                    <a:pt x="1699097" y="1751814"/>
                  </a:lnTo>
                  <a:lnTo>
                    <a:pt x="1702231" y="1759467"/>
                  </a:lnTo>
                  <a:lnTo>
                    <a:pt x="1705365" y="1768041"/>
                  </a:lnTo>
                  <a:lnTo>
                    <a:pt x="1708499" y="1777346"/>
                  </a:lnTo>
                  <a:lnTo>
                    <a:pt x="1711633" y="1784884"/>
                  </a:lnTo>
                  <a:lnTo>
                    <a:pt x="1714767" y="1793257"/>
                  </a:lnTo>
                  <a:lnTo>
                    <a:pt x="1717901" y="1800400"/>
                  </a:lnTo>
                  <a:lnTo>
                    <a:pt x="1721035" y="1802334"/>
                  </a:lnTo>
                  <a:lnTo>
                    <a:pt x="1724169" y="1803442"/>
                  </a:lnTo>
                  <a:lnTo>
                    <a:pt x="1727303" y="1803429"/>
                  </a:lnTo>
                  <a:lnTo>
                    <a:pt x="1730437" y="1803415"/>
                  </a:lnTo>
                  <a:lnTo>
                    <a:pt x="1733571" y="1803402"/>
                  </a:lnTo>
                  <a:lnTo>
                    <a:pt x="1736705" y="1803204"/>
                  </a:lnTo>
                  <a:lnTo>
                    <a:pt x="1739839" y="1803006"/>
                  </a:lnTo>
                  <a:lnTo>
                    <a:pt x="1742973" y="1801179"/>
                  </a:lnTo>
                  <a:lnTo>
                    <a:pt x="1746107" y="1799352"/>
                  </a:lnTo>
                  <a:lnTo>
                    <a:pt x="1749241" y="1797526"/>
                  </a:lnTo>
                  <a:lnTo>
                    <a:pt x="1752375" y="1794153"/>
                  </a:lnTo>
                  <a:lnTo>
                    <a:pt x="1755509" y="1789521"/>
                  </a:lnTo>
                  <a:lnTo>
                    <a:pt x="1758643" y="1785643"/>
                  </a:lnTo>
                  <a:lnTo>
                    <a:pt x="1761777" y="1780313"/>
                  </a:lnTo>
                  <a:lnTo>
                    <a:pt x="1764911" y="1776326"/>
                  </a:lnTo>
                  <a:lnTo>
                    <a:pt x="1768045" y="1777025"/>
                  </a:lnTo>
                  <a:lnTo>
                    <a:pt x="1771179" y="1778806"/>
                  </a:lnTo>
                  <a:lnTo>
                    <a:pt x="1774313" y="1782971"/>
                  </a:lnTo>
                  <a:lnTo>
                    <a:pt x="1777447" y="1786415"/>
                  </a:lnTo>
                  <a:lnTo>
                    <a:pt x="1780581" y="1789859"/>
                  </a:lnTo>
                  <a:lnTo>
                    <a:pt x="1783715" y="1793303"/>
                  </a:lnTo>
                  <a:lnTo>
                    <a:pt x="1786849" y="1796092"/>
                  </a:lnTo>
                  <a:lnTo>
                    <a:pt x="1789983" y="1798369"/>
                  </a:lnTo>
                  <a:lnTo>
                    <a:pt x="1793117" y="1800645"/>
                  </a:lnTo>
                  <a:lnTo>
                    <a:pt x="1796251" y="1801816"/>
                  </a:lnTo>
                  <a:lnTo>
                    <a:pt x="1799385" y="1803565"/>
                  </a:lnTo>
                  <a:lnTo>
                    <a:pt x="1802519" y="1805539"/>
                  </a:lnTo>
                  <a:lnTo>
                    <a:pt x="1805653" y="1808040"/>
                  </a:lnTo>
                  <a:lnTo>
                    <a:pt x="1808787" y="1810541"/>
                  </a:lnTo>
                  <a:lnTo>
                    <a:pt x="1811921" y="1813042"/>
                  </a:lnTo>
                  <a:lnTo>
                    <a:pt x="1815055" y="1811138"/>
                  </a:lnTo>
                  <a:lnTo>
                    <a:pt x="1818189" y="1808513"/>
                  </a:lnTo>
                  <a:lnTo>
                    <a:pt x="1821323" y="1805375"/>
                  </a:lnTo>
                  <a:lnTo>
                    <a:pt x="1824457" y="1801828"/>
                  </a:lnTo>
                  <a:lnTo>
                    <a:pt x="1827591" y="1798053"/>
                  </a:lnTo>
                  <a:lnTo>
                    <a:pt x="1830725" y="1794507"/>
                  </a:lnTo>
                  <a:lnTo>
                    <a:pt x="1833859" y="1789201"/>
                  </a:lnTo>
                  <a:lnTo>
                    <a:pt x="1836993" y="1782582"/>
                  </a:lnTo>
                  <a:lnTo>
                    <a:pt x="1840127" y="1771683"/>
                  </a:lnTo>
                  <a:lnTo>
                    <a:pt x="1843261" y="1757843"/>
                  </a:lnTo>
                  <a:lnTo>
                    <a:pt x="1846395" y="1741732"/>
                  </a:lnTo>
                  <a:lnTo>
                    <a:pt x="1849529" y="1723925"/>
                  </a:lnTo>
                  <a:lnTo>
                    <a:pt x="1852663" y="1704338"/>
                  </a:lnTo>
                  <a:lnTo>
                    <a:pt x="1855797" y="1684056"/>
                  </a:lnTo>
                  <a:lnTo>
                    <a:pt x="1858931" y="1662932"/>
                  </a:lnTo>
                  <a:lnTo>
                    <a:pt x="1862065" y="1642247"/>
                  </a:lnTo>
                  <a:lnTo>
                    <a:pt x="1865199" y="1620810"/>
                  </a:lnTo>
                  <a:lnTo>
                    <a:pt x="1868333" y="1598644"/>
                  </a:lnTo>
                  <a:lnTo>
                    <a:pt x="1871467" y="1578060"/>
                  </a:lnTo>
                  <a:lnTo>
                    <a:pt x="1874601" y="1556640"/>
                  </a:lnTo>
                  <a:lnTo>
                    <a:pt x="1877735" y="1536863"/>
                  </a:lnTo>
                  <a:lnTo>
                    <a:pt x="1880869" y="1523552"/>
                  </a:lnTo>
                  <a:lnTo>
                    <a:pt x="1884003" y="1512197"/>
                  </a:lnTo>
                  <a:lnTo>
                    <a:pt x="1887137" y="1507416"/>
                  </a:lnTo>
                  <a:lnTo>
                    <a:pt x="1890271" y="1506098"/>
                  </a:lnTo>
                  <a:lnTo>
                    <a:pt x="1893405" y="1506748"/>
                  </a:lnTo>
                  <a:lnTo>
                    <a:pt x="1896539" y="1507171"/>
                  </a:lnTo>
                  <a:lnTo>
                    <a:pt x="1899673" y="1507822"/>
                  </a:lnTo>
                  <a:lnTo>
                    <a:pt x="1902807" y="1510101"/>
                  </a:lnTo>
                  <a:lnTo>
                    <a:pt x="1905941" y="1512381"/>
                  </a:lnTo>
                  <a:lnTo>
                    <a:pt x="1909075" y="1514660"/>
                  </a:lnTo>
                  <a:lnTo>
                    <a:pt x="1912209" y="1518486"/>
                  </a:lnTo>
                  <a:lnTo>
                    <a:pt x="1915343" y="1523345"/>
                  </a:lnTo>
                  <a:lnTo>
                    <a:pt x="1918477" y="1527677"/>
                  </a:lnTo>
                  <a:lnTo>
                    <a:pt x="1921611" y="1533460"/>
                  </a:lnTo>
                  <a:lnTo>
                    <a:pt x="1924745" y="1537672"/>
                  </a:lnTo>
                  <a:lnTo>
                    <a:pt x="1927879" y="1537197"/>
                  </a:lnTo>
                  <a:lnTo>
                    <a:pt x="1931013" y="1535644"/>
                  </a:lnTo>
                  <a:lnTo>
                    <a:pt x="1934147" y="1531479"/>
                  </a:lnTo>
                  <a:lnTo>
                    <a:pt x="1937281" y="1528035"/>
                  </a:lnTo>
                  <a:lnTo>
                    <a:pt x="1940415" y="1524591"/>
                  </a:lnTo>
                  <a:lnTo>
                    <a:pt x="1943549" y="1521146"/>
                  </a:lnTo>
                  <a:lnTo>
                    <a:pt x="1946683" y="1518133"/>
                  </a:lnTo>
                  <a:lnTo>
                    <a:pt x="1949817" y="1513701"/>
                  </a:lnTo>
                  <a:lnTo>
                    <a:pt x="1952951" y="1508796"/>
                  </a:lnTo>
                  <a:lnTo>
                    <a:pt x="1956085" y="1505675"/>
                  </a:lnTo>
                  <a:lnTo>
                    <a:pt x="1959219" y="1502555"/>
                  </a:lnTo>
                  <a:lnTo>
                    <a:pt x="1962353" y="1499434"/>
                  </a:lnTo>
                  <a:lnTo>
                    <a:pt x="1965487" y="1496314"/>
                  </a:lnTo>
                  <a:lnTo>
                    <a:pt x="1968621" y="1493193"/>
                  </a:lnTo>
                  <a:lnTo>
                    <a:pt x="1971755" y="1489085"/>
                  </a:lnTo>
                  <a:lnTo>
                    <a:pt x="1974889" y="1487139"/>
                  </a:lnTo>
                  <a:lnTo>
                    <a:pt x="1978023" y="1486100"/>
                  </a:lnTo>
                  <a:lnTo>
                    <a:pt x="1981157" y="1485572"/>
                  </a:lnTo>
                  <a:lnTo>
                    <a:pt x="1984291" y="1485045"/>
                  </a:lnTo>
                  <a:lnTo>
                    <a:pt x="1987425" y="1484517"/>
                  </a:lnTo>
                  <a:lnTo>
                    <a:pt x="1990559" y="1483990"/>
                  </a:lnTo>
                  <a:lnTo>
                    <a:pt x="1993693" y="1485221"/>
                  </a:lnTo>
                  <a:lnTo>
                    <a:pt x="1996827" y="1489758"/>
                  </a:lnTo>
                  <a:lnTo>
                    <a:pt x="1999961" y="1498480"/>
                  </a:lnTo>
                  <a:lnTo>
                    <a:pt x="2003095" y="1509199"/>
                  </a:lnTo>
                  <a:lnTo>
                    <a:pt x="2006229" y="1519538"/>
                  </a:lnTo>
                  <a:lnTo>
                    <a:pt x="2009363" y="1528837"/>
                  </a:lnTo>
                  <a:lnTo>
                    <a:pt x="2012497" y="1537758"/>
                  </a:lnTo>
                  <a:lnTo>
                    <a:pt x="2015631" y="1544145"/>
                  </a:lnTo>
                  <a:lnTo>
                    <a:pt x="2018765" y="1549439"/>
                  </a:lnTo>
                  <a:lnTo>
                    <a:pt x="2021899" y="1553000"/>
                  </a:lnTo>
                  <a:lnTo>
                    <a:pt x="2025033" y="1553599"/>
                  </a:lnTo>
                  <a:lnTo>
                    <a:pt x="2028167" y="1553843"/>
                  </a:lnTo>
                  <a:lnTo>
                    <a:pt x="2031301" y="1551211"/>
                  </a:lnTo>
                  <a:lnTo>
                    <a:pt x="2034435" y="1545632"/>
                  </a:lnTo>
                  <a:lnTo>
                    <a:pt x="2037569" y="1538418"/>
                  </a:lnTo>
                  <a:lnTo>
                    <a:pt x="2040703" y="1528541"/>
                  </a:lnTo>
                  <a:lnTo>
                    <a:pt x="2043837" y="1516390"/>
                  </a:lnTo>
                  <a:lnTo>
                    <a:pt x="2046971" y="1498771"/>
                  </a:lnTo>
                  <a:lnTo>
                    <a:pt x="2050105" y="1476903"/>
                  </a:lnTo>
                  <a:lnTo>
                    <a:pt x="2053239" y="1453356"/>
                  </a:lnTo>
                  <a:lnTo>
                    <a:pt x="2056373" y="1429746"/>
                  </a:lnTo>
                  <a:lnTo>
                    <a:pt x="2059507" y="1405764"/>
                  </a:lnTo>
                  <a:lnTo>
                    <a:pt x="2062641" y="1381930"/>
                  </a:lnTo>
                  <a:lnTo>
                    <a:pt x="2065775" y="1358668"/>
                  </a:lnTo>
                  <a:lnTo>
                    <a:pt x="2068909" y="1335503"/>
                  </a:lnTo>
                  <a:lnTo>
                    <a:pt x="2072043" y="1313849"/>
                  </a:lnTo>
                  <a:lnTo>
                    <a:pt x="2075177" y="1292522"/>
                  </a:lnTo>
                  <a:lnTo>
                    <a:pt x="2078311" y="1272804"/>
                  </a:lnTo>
                  <a:lnTo>
                    <a:pt x="2081445" y="1256603"/>
                  </a:lnTo>
                  <a:lnTo>
                    <a:pt x="2084579" y="1241359"/>
                  </a:lnTo>
                  <a:lnTo>
                    <a:pt x="2087713" y="1228090"/>
                  </a:lnTo>
                  <a:lnTo>
                    <a:pt x="2090847" y="1216107"/>
                  </a:lnTo>
                  <a:lnTo>
                    <a:pt x="2093981" y="1204185"/>
                  </a:lnTo>
                  <a:lnTo>
                    <a:pt x="2097115" y="1192430"/>
                  </a:lnTo>
                  <a:lnTo>
                    <a:pt x="2100249" y="1181016"/>
                  </a:lnTo>
                  <a:lnTo>
                    <a:pt x="2103383" y="1170496"/>
                  </a:lnTo>
                  <a:lnTo>
                    <a:pt x="2106517" y="1160949"/>
                  </a:lnTo>
                  <a:lnTo>
                    <a:pt x="2109651" y="1155846"/>
                  </a:lnTo>
                  <a:lnTo>
                    <a:pt x="2112785" y="1152123"/>
                  </a:lnTo>
                  <a:lnTo>
                    <a:pt x="2115919" y="1148553"/>
                  </a:lnTo>
                  <a:lnTo>
                    <a:pt x="2119053" y="1142888"/>
                  </a:lnTo>
                  <a:lnTo>
                    <a:pt x="2122187" y="1137801"/>
                  </a:lnTo>
                  <a:lnTo>
                    <a:pt x="2125321" y="1132186"/>
                  </a:lnTo>
                  <a:lnTo>
                    <a:pt x="2128455" y="1125994"/>
                  </a:lnTo>
                  <a:lnTo>
                    <a:pt x="2131589" y="1122186"/>
                  </a:lnTo>
                  <a:lnTo>
                    <a:pt x="2134723" y="1120929"/>
                  </a:lnTo>
                  <a:lnTo>
                    <a:pt x="2137857" y="1119408"/>
                  </a:lnTo>
                  <a:lnTo>
                    <a:pt x="2140991" y="1118661"/>
                  </a:lnTo>
                  <a:lnTo>
                    <a:pt x="2144125" y="1113864"/>
                  </a:lnTo>
                  <a:lnTo>
                    <a:pt x="2147259" y="1106707"/>
                  </a:lnTo>
                  <a:lnTo>
                    <a:pt x="2150393" y="1097680"/>
                  </a:lnTo>
                  <a:lnTo>
                    <a:pt x="2153527" y="1088483"/>
                  </a:lnTo>
                  <a:lnTo>
                    <a:pt x="2156661" y="1075751"/>
                  </a:lnTo>
                  <a:lnTo>
                    <a:pt x="2159795" y="1062809"/>
                  </a:lnTo>
                  <a:lnTo>
                    <a:pt x="2162929" y="1050420"/>
                  </a:lnTo>
                  <a:lnTo>
                    <a:pt x="2166063" y="1041173"/>
                  </a:lnTo>
                  <a:lnTo>
                    <a:pt x="2169197" y="1032350"/>
                  </a:lnTo>
                  <a:lnTo>
                    <a:pt x="2172331" y="1022881"/>
                  </a:lnTo>
                  <a:lnTo>
                    <a:pt x="2175465" y="1013313"/>
                  </a:lnTo>
                  <a:lnTo>
                    <a:pt x="2178599" y="1002127"/>
                  </a:lnTo>
                  <a:lnTo>
                    <a:pt x="2181733" y="989530"/>
                  </a:lnTo>
                  <a:lnTo>
                    <a:pt x="2184867" y="978591"/>
                  </a:lnTo>
                  <a:lnTo>
                    <a:pt x="2188001" y="967865"/>
                  </a:lnTo>
                  <a:lnTo>
                    <a:pt x="2191135" y="961196"/>
                  </a:lnTo>
                  <a:lnTo>
                    <a:pt x="2194269" y="957255"/>
                  </a:lnTo>
                  <a:lnTo>
                    <a:pt x="2197403" y="953482"/>
                  </a:lnTo>
                  <a:lnTo>
                    <a:pt x="2200537" y="950408"/>
                  </a:lnTo>
                  <a:lnTo>
                    <a:pt x="2203671" y="949372"/>
                  </a:lnTo>
                  <a:lnTo>
                    <a:pt x="2206805" y="947922"/>
                  </a:lnTo>
                  <a:lnTo>
                    <a:pt x="2209939" y="946981"/>
                  </a:lnTo>
                  <a:lnTo>
                    <a:pt x="2213073" y="945508"/>
                  </a:lnTo>
                  <a:lnTo>
                    <a:pt x="2216207" y="944185"/>
                  </a:lnTo>
                  <a:lnTo>
                    <a:pt x="2219341" y="943179"/>
                  </a:lnTo>
                  <a:lnTo>
                    <a:pt x="2222475" y="941729"/>
                  </a:lnTo>
                  <a:lnTo>
                    <a:pt x="2225609" y="941391"/>
                  </a:lnTo>
                  <a:lnTo>
                    <a:pt x="2228743" y="942539"/>
                  </a:lnTo>
                  <a:lnTo>
                    <a:pt x="2231877" y="943476"/>
                  </a:lnTo>
                  <a:lnTo>
                    <a:pt x="2235011" y="944781"/>
                  </a:lnTo>
                  <a:lnTo>
                    <a:pt x="2238145" y="945276"/>
                  </a:lnTo>
                  <a:lnTo>
                    <a:pt x="2241279" y="942987"/>
                  </a:lnTo>
                  <a:lnTo>
                    <a:pt x="2244413" y="942715"/>
                  </a:lnTo>
                  <a:lnTo>
                    <a:pt x="2247547" y="942610"/>
                  </a:lnTo>
                  <a:lnTo>
                    <a:pt x="2250681" y="940990"/>
                  </a:lnTo>
                  <a:lnTo>
                    <a:pt x="2253815" y="940658"/>
                  </a:lnTo>
                  <a:lnTo>
                    <a:pt x="2256949" y="940076"/>
                  </a:lnTo>
                  <a:lnTo>
                    <a:pt x="2260083" y="938956"/>
                  </a:lnTo>
                  <a:lnTo>
                    <a:pt x="2263217" y="938323"/>
                  </a:lnTo>
                  <a:lnTo>
                    <a:pt x="2266351" y="938323"/>
                  </a:lnTo>
                  <a:lnTo>
                    <a:pt x="2269485" y="939465"/>
                  </a:lnTo>
                  <a:lnTo>
                    <a:pt x="2272619" y="941741"/>
                  </a:lnTo>
                  <a:lnTo>
                    <a:pt x="2275753" y="943185"/>
                  </a:lnTo>
                  <a:lnTo>
                    <a:pt x="2278887" y="946147"/>
                  </a:lnTo>
                  <a:lnTo>
                    <a:pt x="2282021" y="947186"/>
                  </a:lnTo>
                  <a:lnTo>
                    <a:pt x="2285155" y="948616"/>
                  </a:lnTo>
                  <a:lnTo>
                    <a:pt x="2288289" y="951000"/>
                  </a:lnTo>
                  <a:lnTo>
                    <a:pt x="2291423" y="951988"/>
                  </a:lnTo>
                  <a:lnTo>
                    <a:pt x="2294557" y="953245"/>
                  </a:lnTo>
                  <a:lnTo>
                    <a:pt x="2297691" y="954187"/>
                  </a:lnTo>
                  <a:lnTo>
                    <a:pt x="2300825" y="954357"/>
                  </a:lnTo>
                  <a:lnTo>
                    <a:pt x="2303959" y="959482"/>
                  </a:lnTo>
                  <a:lnTo>
                    <a:pt x="2307093" y="968764"/>
                  </a:lnTo>
                  <a:lnTo>
                    <a:pt x="2310227" y="979917"/>
                  </a:lnTo>
                  <a:lnTo>
                    <a:pt x="2313361" y="991238"/>
                  </a:lnTo>
                  <a:lnTo>
                    <a:pt x="2316495" y="1003691"/>
                  </a:lnTo>
                  <a:lnTo>
                    <a:pt x="2319629" y="1015690"/>
                  </a:lnTo>
                  <a:lnTo>
                    <a:pt x="2322763" y="1027136"/>
                  </a:lnTo>
                  <a:lnTo>
                    <a:pt x="2325897" y="1037514"/>
                  </a:lnTo>
                  <a:lnTo>
                    <a:pt x="2329031" y="1049713"/>
                  </a:lnTo>
                  <a:lnTo>
                    <a:pt x="2332165" y="1064911"/>
                  </a:lnTo>
                  <a:lnTo>
                    <a:pt x="2335299" y="1082742"/>
                  </a:lnTo>
                  <a:lnTo>
                    <a:pt x="2338433" y="1103285"/>
                  </a:lnTo>
                  <a:lnTo>
                    <a:pt x="2341567" y="1125355"/>
                  </a:lnTo>
                  <a:lnTo>
                    <a:pt x="2344701" y="1148555"/>
                  </a:lnTo>
                  <a:lnTo>
                    <a:pt x="2347835" y="1171900"/>
                  </a:lnTo>
                  <a:lnTo>
                    <a:pt x="2350969" y="1194062"/>
                  </a:lnTo>
                  <a:lnTo>
                    <a:pt x="2354103" y="1216444"/>
                  </a:lnTo>
                  <a:lnTo>
                    <a:pt x="2357237" y="1239506"/>
                  </a:lnTo>
                  <a:lnTo>
                    <a:pt x="2360371" y="1263272"/>
                  </a:lnTo>
                  <a:lnTo>
                    <a:pt x="2363505" y="1286145"/>
                  </a:lnTo>
                  <a:lnTo>
                    <a:pt x="2366639" y="1309634"/>
                  </a:lnTo>
                  <a:lnTo>
                    <a:pt x="2369773" y="1333400"/>
                  </a:lnTo>
                  <a:lnTo>
                    <a:pt x="2372907" y="1357406"/>
                  </a:lnTo>
                  <a:lnTo>
                    <a:pt x="2376041" y="1381930"/>
                  </a:lnTo>
                  <a:lnTo>
                    <a:pt x="2379175" y="1406281"/>
                  </a:lnTo>
                  <a:lnTo>
                    <a:pt x="2382309" y="1430927"/>
                  </a:lnTo>
                  <a:lnTo>
                    <a:pt x="2385443" y="1453891"/>
                  </a:lnTo>
                  <a:lnTo>
                    <a:pt x="2388577" y="1475271"/>
                  </a:lnTo>
                  <a:lnTo>
                    <a:pt x="2391711" y="1495351"/>
                  </a:lnTo>
                  <a:lnTo>
                    <a:pt x="2394845" y="1514919"/>
                  </a:lnTo>
                  <a:lnTo>
                    <a:pt x="2397979" y="1533689"/>
                  </a:lnTo>
                  <a:lnTo>
                    <a:pt x="2401113" y="1551726"/>
                  </a:lnTo>
                  <a:lnTo>
                    <a:pt x="2404247" y="1567241"/>
                  </a:lnTo>
                  <a:lnTo>
                    <a:pt x="2407381" y="1580615"/>
                  </a:lnTo>
                  <a:lnTo>
                    <a:pt x="2410515" y="1594218"/>
                  </a:lnTo>
                  <a:lnTo>
                    <a:pt x="2413649" y="1606700"/>
                  </a:lnTo>
                  <a:lnTo>
                    <a:pt x="2416783" y="1619265"/>
                  </a:lnTo>
                  <a:lnTo>
                    <a:pt x="2419917" y="1632290"/>
                  </a:lnTo>
                  <a:lnTo>
                    <a:pt x="2423051" y="1643673"/>
                  </a:lnTo>
                  <a:lnTo>
                    <a:pt x="2426185" y="1653936"/>
                  </a:lnTo>
                  <a:lnTo>
                    <a:pt x="2429319" y="1660547"/>
                  </a:lnTo>
                  <a:lnTo>
                    <a:pt x="2432453" y="1659803"/>
                  </a:lnTo>
                  <a:lnTo>
                    <a:pt x="2435587" y="1658814"/>
                  </a:lnTo>
                  <a:lnTo>
                    <a:pt x="2438721" y="1657825"/>
                  </a:lnTo>
                  <a:lnTo>
                    <a:pt x="2441855" y="1657914"/>
                  </a:lnTo>
                  <a:lnTo>
                    <a:pt x="2444989" y="1657879"/>
                  </a:lnTo>
                  <a:lnTo>
                    <a:pt x="2448123" y="1657468"/>
                  </a:lnTo>
                  <a:lnTo>
                    <a:pt x="2451257" y="1656790"/>
                  </a:lnTo>
                  <a:lnTo>
                    <a:pt x="2454391" y="1655549"/>
                  </a:lnTo>
                  <a:lnTo>
                    <a:pt x="2457525" y="1652753"/>
                  </a:lnTo>
                  <a:lnTo>
                    <a:pt x="2460659" y="1650146"/>
                  </a:lnTo>
                  <a:lnTo>
                    <a:pt x="2463793" y="1644723"/>
                  </a:lnTo>
                  <a:lnTo>
                    <a:pt x="2466927" y="1637503"/>
                  </a:lnTo>
                  <a:lnTo>
                    <a:pt x="2470061" y="1630283"/>
                  </a:lnTo>
                  <a:lnTo>
                    <a:pt x="2473195" y="1623641"/>
                  </a:lnTo>
                  <a:lnTo>
                    <a:pt x="2476329" y="1614145"/>
                  </a:lnTo>
                  <a:lnTo>
                    <a:pt x="2479463" y="1605796"/>
                  </a:lnTo>
                  <a:lnTo>
                    <a:pt x="2482597" y="1595627"/>
                  </a:lnTo>
                  <a:lnTo>
                    <a:pt x="2485731" y="1583308"/>
                  </a:lnTo>
                  <a:lnTo>
                    <a:pt x="2488865" y="1567617"/>
                  </a:lnTo>
                  <a:lnTo>
                    <a:pt x="2491998" y="1549037"/>
                  </a:lnTo>
                  <a:lnTo>
                    <a:pt x="2495132" y="1530457"/>
                  </a:lnTo>
                  <a:lnTo>
                    <a:pt x="2498266" y="1511877"/>
                  </a:lnTo>
                  <a:lnTo>
                    <a:pt x="2501400" y="1493186"/>
                  </a:lnTo>
                  <a:lnTo>
                    <a:pt x="2504534" y="1474791"/>
                  </a:lnTo>
                  <a:lnTo>
                    <a:pt x="2507668" y="1455924"/>
                  </a:lnTo>
                  <a:lnTo>
                    <a:pt x="2510802" y="1435384"/>
                  </a:lnTo>
                  <a:lnTo>
                    <a:pt x="2513936" y="1413120"/>
                  </a:lnTo>
                  <a:lnTo>
                    <a:pt x="2517070" y="1389819"/>
                  </a:lnTo>
                  <a:lnTo>
                    <a:pt x="2520204" y="1365475"/>
                  </a:lnTo>
                  <a:lnTo>
                    <a:pt x="2523338" y="1342410"/>
                  </a:lnTo>
                  <a:lnTo>
                    <a:pt x="2526472" y="1320508"/>
                  </a:lnTo>
                  <a:lnTo>
                    <a:pt x="2529606" y="1299291"/>
                  </a:lnTo>
                  <a:lnTo>
                    <a:pt x="2532740" y="1278153"/>
                  </a:lnTo>
                  <a:lnTo>
                    <a:pt x="2535874" y="1258004"/>
                  </a:lnTo>
                  <a:lnTo>
                    <a:pt x="2539008" y="1237795"/>
                  </a:lnTo>
                  <a:lnTo>
                    <a:pt x="2542142" y="1216008"/>
                  </a:lnTo>
                  <a:lnTo>
                    <a:pt x="2545276" y="1193791"/>
                  </a:lnTo>
                  <a:lnTo>
                    <a:pt x="2548410" y="1169893"/>
                  </a:lnTo>
                  <a:lnTo>
                    <a:pt x="2551544" y="1146114"/>
                  </a:lnTo>
                  <a:lnTo>
                    <a:pt x="2554678" y="1122228"/>
                  </a:lnTo>
                  <a:lnTo>
                    <a:pt x="2557812" y="1099721"/>
                  </a:lnTo>
                  <a:lnTo>
                    <a:pt x="2560946" y="1076147"/>
                  </a:lnTo>
                  <a:lnTo>
                    <a:pt x="2564080" y="1052635"/>
                  </a:lnTo>
                  <a:lnTo>
                    <a:pt x="2567214" y="1028785"/>
                  </a:lnTo>
                  <a:lnTo>
                    <a:pt x="2570348" y="1004370"/>
                  </a:lnTo>
                  <a:lnTo>
                    <a:pt x="2573482" y="979868"/>
                  </a:lnTo>
                  <a:lnTo>
                    <a:pt x="2576616" y="954455"/>
                  </a:lnTo>
                  <a:lnTo>
                    <a:pt x="2579750" y="927071"/>
                  </a:lnTo>
                  <a:lnTo>
                    <a:pt x="2582884" y="900615"/>
                  </a:lnTo>
                  <a:lnTo>
                    <a:pt x="2586018" y="873065"/>
                  </a:lnTo>
                  <a:lnTo>
                    <a:pt x="2589152" y="845312"/>
                  </a:lnTo>
                  <a:lnTo>
                    <a:pt x="2592286" y="822764"/>
                  </a:lnTo>
                  <a:lnTo>
                    <a:pt x="2595420" y="801138"/>
                  </a:lnTo>
                  <a:lnTo>
                    <a:pt x="2598554" y="779430"/>
                  </a:lnTo>
                  <a:lnTo>
                    <a:pt x="2601688" y="756554"/>
                  </a:lnTo>
                  <a:lnTo>
                    <a:pt x="2604822" y="732212"/>
                  </a:lnTo>
                  <a:lnTo>
                    <a:pt x="2607956" y="708429"/>
                  </a:lnTo>
                  <a:lnTo>
                    <a:pt x="2611090" y="685592"/>
                  </a:lnTo>
                  <a:lnTo>
                    <a:pt x="2614224" y="662982"/>
                  </a:lnTo>
                  <a:lnTo>
                    <a:pt x="2617358" y="643539"/>
                  </a:lnTo>
                  <a:lnTo>
                    <a:pt x="2620492" y="624097"/>
                  </a:lnTo>
                  <a:lnTo>
                    <a:pt x="2623626" y="608050"/>
                  </a:lnTo>
                  <a:lnTo>
                    <a:pt x="2626760" y="594646"/>
                  </a:lnTo>
                  <a:lnTo>
                    <a:pt x="2629894" y="581351"/>
                  </a:lnTo>
                  <a:lnTo>
                    <a:pt x="2633028" y="569268"/>
                  </a:lnTo>
                  <a:lnTo>
                    <a:pt x="2636162" y="562536"/>
                  </a:lnTo>
                  <a:lnTo>
                    <a:pt x="2639296" y="556627"/>
                  </a:lnTo>
                  <a:lnTo>
                    <a:pt x="2642430" y="553272"/>
                  </a:lnTo>
                  <a:lnTo>
                    <a:pt x="2645564" y="552832"/>
                  </a:lnTo>
                  <a:lnTo>
                    <a:pt x="2648698" y="557809"/>
                  </a:lnTo>
                  <a:lnTo>
                    <a:pt x="2651832" y="570168"/>
                  </a:lnTo>
                  <a:lnTo>
                    <a:pt x="2654966" y="585423"/>
                  </a:lnTo>
                  <a:lnTo>
                    <a:pt x="2658100" y="601107"/>
                  </a:lnTo>
                  <a:lnTo>
                    <a:pt x="2661234" y="617315"/>
                  </a:lnTo>
                  <a:lnTo>
                    <a:pt x="2664368" y="633228"/>
                  </a:lnTo>
                  <a:lnTo>
                    <a:pt x="2667502" y="649612"/>
                  </a:lnTo>
                  <a:lnTo>
                    <a:pt x="2670636" y="667240"/>
                  </a:lnTo>
                  <a:lnTo>
                    <a:pt x="2673770" y="684318"/>
                  </a:lnTo>
                  <a:lnTo>
                    <a:pt x="2676904" y="700312"/>
                  </a:lnTo>
                  <a:lnTo>
                    <a:pt x="2680038" y="714246"/>
                  </a:lnTo>
                  <a:lnTo>
                    <a:pt x="2683172" y="726054"/>
                  </a:lnTo>
                  <a:lnTo>
                    <a:pt x="2686306" y="735279"/>
                  </a:lnTo>
                  <a:lnTo>
                    <a:pt x="2689440" y="741857"/>
                  </a:lnTo>
                  <a:lnTo>
                    <a:pt x="2692574" y="749233"/>
                  </a:lnTo>
                  <a:lnTo>
                    <a:pt x="2695708" y="754603"/>
                  </a:lnTo>
                  <a:lnTo>
                    <a:pt x="2698842" y="755785"/>
                  </a:lnTo>
                  <a:lnTo>
                    <a:pt x="2701976" y="756519"/>
                  </a:lnTo>
                  <a:lnTo>
                    <a:pt x="2705110" y="754306"/>
                  </a:lnTo>
                  <a:lnTo>
                    <a:pt x="2708244" y="750776"/>
                  </a:lnTo>
                  <a:lnTo>
                    <a:pt x="2711378" y="746042"/>
                  </a:lnTo>
                  <a:lnTo>
                    <a:pt x="2714512" y="740730"/>
                  </a:lnTo>
                  <a:lnTo>
                    <a:pt x="2717646" y="732400"/>
                  </a:lnTo>
                  <a:lnTo>
                    <a:pt x="2720780" y="724555"/>
                  </a:lnTo>
                  <a:lnTo>
                    <a:pt x="2723914" y="716225"/>
                  </a:lnTo>
                  <a:lnTo>
                    <a:pt x="2727048" y="709245"/>
                  </a:lnTo>
                  <a:lnTo>
                    <a:pt x="2730182" y="702603"/>
                  </a:lnTo>
                  <a:lnTo>
                    <a:pt x="2733316" y="695945"/>
                  </a:lnTo>
                  <a:lnTo>
                    <a:pt x="2736450" y="690828"/>
                  </a:lnTo>
                  <a:lnTo>
                    <a:pt x="2739584" y="687417"/>
                  </a:lnTo>
                  <a:lnTo>
                    <a:pt x="2742718" y="683580"/>
                  </a:lnTo>
                  <a:lnTo>
                    <a:pt x="2745852" y="682357"/>
                  </a:lnTo>
                  <a:lnTo>
                    <a:pt x="2748986" y="681337"/>
                  </a:lnTo>
                  <a:lnTo>
                    <a:pt x="2752120" y="683131"/>
                  </a:lnTo>
                  <a:lnTo>
                    <a:pt x="2755254" y="686403"/>
                  </a:lnTo>
                  <a:lnTo>
                    <a:pt x="2758388" y="690552"/>
                  </a:lnTo>
                  <a:lnTo>
                    <a:pt x="2761522" y="696564"/>
                  </a:lnTo>
                  <a:lnTo>
                    <a:pt x="2764656" y="704966"/>
                  </a:lnTo>
                  <a:lnTo>
                    <a:pt x="2767790" y="714421"/>
                  </a:lnTo>
                  <a:lnTo>
                    <a:pt x="2770924" y="722157"/>
                  </a:lnTo>
                  <a:lnTo>
                    <a:pt x="2774058" y="726882"/>
                  </a:lnTo>
                  <a:lnTo>
                    <a:pt x="2777192" y="730172"/>
                  </a:lnTo>
                  <a:lnTo>
                    <a:pt x="2780326" y="732896"/>
                  </a:lnTo>
                  <a:lnTo>
                    <a:pt x="2783460" y="731926"/>
                  </a:lnTo>
                  <a:lnTo>
                    <a:pt x="2786594" y="726443"/>
                  </a:lnTo>
                  <a:lnTo>
                    <a:pt x="2789728" y="721628"/>
                  </a:lnTo>
                  <a:lnTo>
                    <a:pt x="2792862" y="715225"/>
                  </a:lnTo>
                  <a:lnTo>
                    <a:pt x="2795996" y="706331"/>
                  </a:lnTo>
                  <a:lnTo>
                    <a:pt x="2799130" y="694308"/>
                  </a:lnTo>
                  <a:lnTo>
                    <a:pt x="2802264" y="680927"/>
                  </a:lnTo>
                  <a:lnTo>
                    <a:pt x="2805398" y="665765"/>
                  </a:lnTo>
                  <a:lnTo>
                    <a:pt x="2808532" y="647305"/>
                  </a:lnTo>
                  <a:lnTo>
                    <a:pt x="2811666" y="622694"/>
                  </a:lnTo>
                  <a:lnTo>
                    <a:pt x="2814800" y="594420"/>
                  </a:lnTo>
                  <a:lnTo>
                    <a:pt x="2817934" y="565032"/>
                  </a:lnTo>
                  <a:lnTo>
                    <a:pt x="2821068" y="536467"/>
                  </a:lnTo>
                  <a:lnTo>
                    <a:pt x="2824202" y="507181"/>
                  </a:lnTo>
                  <a:lnTo>
                    <a:pt x="2827336" y="478098"/>
                  </a:lnTo>
                  <a:lnTo>
                    <a:pt x="2830470" y="450763"/>
                  </a:lnTo>
                  <a:lnTo>
                    <a:pt x="2833604" y="426564"/>
                  </a:lnTo>
                  <a:lnTo>
                    <a:pt x="2836738" y="404951"/>
                  </a:lnTo>
                  <a:lnTo>
                    <a:pt x="2839872" y="385836"/>
                  </a:lnTo>
                  <a:lnTo>
                    <a:pt x="2843006" y="368412"/>
                  </a:lnTo>
                  <a:lnTo>
                    <a:pt x="2846140" y="354252"/>
                  </a:lnTo>
                  <a:lnTo>
                    <a:pt x="2849274" y="341829"/>
                  </a:lnTo>
                  <a:lnTo>
                    <a:pt x="2852408" y="328424"/>
                  </a:lnTo>
                  <a:lnTo>
                    <a:pt x="2855542" y="316410"/>
                  </a:lnTo>
                  <a:lnTo>
                    <a:pt x="2858676" y="309336"/>
                  </a:lnTo>
                  <a:lnTo>
                    <a:pt x="2861810" y="302479"/>
                  </a:lnTo>
                  <a:lnTo>
                    <a:pt x="2864944" y="299661"/>
                  </a:lnTo>
                  <a:lnTo>
                    <a:pt x="2868078" y="299722"/>
                  </a:lnTo>
                  <a:lnTo>
                    <a:pt x="2871212" y="301711"/>
                  </a:lnTo>
                  <a:lnTo>
                    <a:pt x="2874346" y="303766"/>
                  </a:lnTo>
                  <a:lnTo>
                    <a:pt x="2877480" y="306911"/>
                  </a:lnTo>
                  <a:lnTo>
                    <a:pt x="2880614" y="308707"/>
                  </a:lnTo>
                  <a:lnTo>
                    <a:pt x="2883748" y="308332"/>
                  </a:lnTo>
                  <a:lnTo>
                    <a:pt x="2886882" y="305829"/>
                  </a:lnTo>
                  <a:lnTo>
                    <a:pt x="2890016" y="302725"/>
                  </a:lnTo>
                  <a:lnTo>
                    <a:pt x="2893150" y="298608"/>
                  </a:lnTo>
                  <a:lnTo>
                    <a:pt x="2896284" y="294418"/>
                  </a:lnTo>
                  <a:lnTo>
                    <a:pt x="2899418" y="290869"/>
                  </a:lnTo>
                  <a:lnTo>
                    <a:pt x="2902552" y="285840"/>
                  </a:lnTo>
                  <a:lnTo>
                    <a:pt x="2905686" y="278165"/>
                  </a:lnTo>
                  <a:lnTo>
                    <a:pt x="2908820" y="270764"/>
                  </a:lnTo>
                  <a:lnTo>
                    <a:pt x="2911954" y="261376"/>
                  </a:lnTo>
                  <a:lnTo>
                    <a:pt x="2915088" y="249651"/>
                  </a:lnTo>
                  <a:lnTo>
                    <a:pt x="2918222" y="236515"/>
                  </a:lnTo>
                  <a:lnTo>
                    <a:pt x="2921356" y="224731"/>
                  </a:lnTo>
                  <a:lnTo>
                    <a:pt x="2924490" y="211090"/>
                  </a:lnTo>
                  <a:lnTo>
                    <a:pt x="2927624" y="195827"/>
                  </a:lnTo>
                  <a:lnTo>
                    <a:pt x="2930758" y="183369"/>
                  </a:lnTo>
                  <a:lnTo>
                    <a:pt x="2933892" y="172249"/>
                  </a:lnTo>
                  <a:lnTo>
                    <a:pt x="2937026" y="162314"/>
                  </a:lnTo>
                  <a:lnTo>
                    <a:pt x="2940160" y="151552"/>
                  </a:lnTo>
                  <a:lnTo>
                    <a:pt x="2943294" y="141068"/>
                  </a:lnTo>
                  <a:lnTo>
                    <a:pt x="2946428" y="133409"/>
                  </a:lnTo>
                  <a:lnTo>
                    <a:pt x="2949562" y="124796"/>
                  </a:lnTo>
                  <a:lnTo>
                    <a:pt x="2952696" y="114439"/>
                  </a:lnTo>
                  <a:lnTo>
                    <a:pt x="2955830" y="105362"/>
                  </a:lnTo>
                  <a:lnTo>
                    <a:pt x="2958964" y="98058"/>
                  </a:lnTo>
                  <a:lnTo>
                    <a:pt x="2962098" y="91191"/>
                  </a:lnTo>
                  <a:lnTo>
                    <a:pt x="2965232" y="83699"/>
                  </a:lnTo>
                  <a:lnTo>
                    <a:pt x="2968366" y="76330"/>
                  </a:lnTo>
                  <a:lnTo>
                    <a:pt x="2971500" y="68952"/>
                  </a:lnTo>
                  <a:lnTo>
                    <a:pt x="2974634" y="62096"/>
                  </a:lnTo>
                  <a:lnTo>
                    <a:pt x="2977768" y="56605"/>
                  </a:lnTo>
                  <a:lnTo>
                    <a:pt x="2980902" y="50233"/>
                  </a:lnTo>
                  <a:lnTo>
                    <a:pt x="2984036" y="45290"/>
                  </a:lnTo>
                  <a:lnTo>
                    <a:pt x="2987170" y="40613"/>
                  </a:lnTo>
                  <a:lnTo>
                    <a:pt x="2990304" y="37744"/>
                  </a:lnTo>
                  <a:lnTo>
                    <a:pt x="2993438" y="33809"/>
                  </a:lnTo>
                  <a:lnTo>
                    <a:pt x="2996572" y="30072"/>
                  </a:lnTo>
                  <a:lnTo>
                    <a:pt x="2999706" y="28562"/>
                  </a:lnTo>
                  <a:lnTo>
                    <a:pt x="3002840" y="26985"/>
                  </a:lnTo>
                  <a:lnTo>
                    <a:pt x="3005974" y="23343"/>
                  </a:lnTo>
                  <a:lnTo>
                    <a:pt x="3009108" y="20734"/>
                  </a:lnTo>
                  <a:lnTo>
                    <a:pt x="3012242" y="20097"/>
                  </a:lnTo>
                  <a:lnTo>
                    <a:pt x="3015376" y="18865"/>
                  </a:lnTo>
                  <a:lnTo>
                    <a:pt x="3018510" y="16536"/>
                  </a:lnTo>
                  <a:lnTo>
                    <a:pt x="3021644" y="15711"/>
                  </a:lnTo>
                  <a:lnTo>
                    <a:pt x="3024778" y="13648"/>
                  </a:lnTo>
                  <a:lnTo>
                    <a:pt x="3027912" y="12426"/>
                  </a:lnTo>
                  <a:lnTo>
                    <a:pt x="3031046" y="8857"/>
                  </a:lnTo>
                  <a:lnTo>
                    <a:pt x="3034180" y="5611"/>
                  </a:lnTo>
                  <a:lnTo>
                    <a:pt x="3037314" y="1868"/>
                  </a:lnTo>
                  <a:lnTo>
                    <a:pt x="3040448" y="0"/>
                  </a:lnTo>
                  <a:lnTo>
                    <a:pt x="3043582" y="471"/>
                  </a:lnTo>
                  <a:lnTo>
                    <a:pt x="3046716" y="1218"/>
                  </a:lnTo>
                  <a:lnTo>
                    <a:pt x="3049850" y="3015"/>
                  </a:lnTo>
                  <a:lnTo>
                    <a:pt x="3052984" y="6220"/>
                  </a:lnTo>
                  <a:lnTo>
                    <a:pt x="3056118" y="8463"/>
                  </a:lnTo>
                  <a:lnTo>
                    <a:pt x="3059252" y="10538"/>
                  </a:lnTo>
                  <a:lnTo>
                    <a:pt x="3062386" y="14167"/>
                  </a:lnTo>
                  <a:lnTo>
                    <a:pt x="3065520" y="19411"/>
                  </a:lnTo>
                  <a:lnTo>
                    <a:pt x="3068654" y="24006"/>
                  </a:lnTo>
                  <a:lnTo>
                    <a:pt x="3071788" y="28179"/>
                  </a:lnTo>
                  <a:lnTo>
                    <a:pt x="3074922" y="33793"/>
                  </a:lnTo>
                  <a:lnTo>
                    <a:pt x="3078056" y="41705"/>
                  </a:lnTo>
                  <a:lnTo>
                    <a:pt x="3081190" y="47589"/>
                  </a:lnTo>
                  <a:lnTo>
                    <a:pt x="3084324" y="55134"/>
                  </a:lnTo>
                  <a:lnTo>
                    <a:pt x="3087458" y="63949"/>
                  </a:lnTo>
                  <a:lnTo>
                    <a:pt x="3090592" y="73679"/>
                  </a:lnTo>
                  <a:lnTo>
                    <a:pt x="3093726" y="85613"/>
                  </a:lnTo>
                  <a:lnTo>
                    <a:pt x="3096860" y="97640"/>
                  </a:lnTo>
                  <a:lnTo>
                    <a:pt x="3099994" y="109024"/>
                  </a:lnTo>
                  <a:lnTo>
                    <a:pt x="3103128" y="121490"/>
                  </a:lnTo>
                  <a:lnTo>
                    <a:pt x="3106262" y="132884"/>
                  </a:lnTo>
                  <a:lnTo>
                    <a:pt x="3109396" y="144008"/>
                  </a:lnTo>
                  <a:lnTo>
                    <a:pt x="3112530" y="156830"/>
                  </a:lnTo>
                  <a:lnTo>
                    <a:pt x="3115664" y="168294"/>
                  </a:lnTo>
                  <a:lnTo>
                    <a:pt x="3118798" y="180394"/>
                  </a:lnTo>
                  <a:lnTo>
                    <a:pt x="3121932" y="190507"/>
                  </a:lnTo>
                  <a:lnTo>
                    <a:pt x="3125066" y="202101"/>
                  </a:lnTo>
                  <a:lnTo>
                    <a:pt x="3128200" y="209293"/>
                  </a:lnTo>
                  <a:lnTo>
                    <a:pt x="3131334" y="216911"/>
                  </a:lnTo>
                  <a:lnTo>
                    <a:pt x="3134468" y="223716"/>
                  </a:lnTo>
                  <a:lnTo>
                    <a:pt x="3137602" y="226519"/>
                  </a:lnTo>
                  <a:lnTo>
                    <a:pt x="3140736" y="230750"/>
                  </a:lnTo>
                  <a:lnTo>
                    <a:pt x="3143870" y="233233"/>
                  </a:lnTo>
                  <a:lnTo>
                    <a:pt x="3147004" y="236239"/>
                  </a:lnTo>
                  <a:lnTo>
                    <a:pt x="3150138" y="235837"/>
                  </a:lnTo>
                  <a:lnTo>
                    <a:pt x="3153272" y="237407"/>
                  </a:lnTo>
                  <a:lnTo>
                    <a:pt x="3156406" y="239056"/>
                  </a:lnTo>
                  <a:lnTo>
                    <a:pt x="3159540" y="236641"/>
                  </a:lnTo>
                  <a:lnTo>
                    <a:pt x="3162674" y="234398"/>
                  </a:lnTo>
                  <a:lnTo>
                    <a:pt x="3165808" y="232961"/>
                  </a:lnTo>
                  <a:lnTo>
                    <a:pt x="3168942" y="231499"/>
                  </a:lnTo>
                  <a:lnTo>
                    <a:pt x="3172076" y="229687"/>
                  </a:lnTo>
                  <a:lnTo>
                    <a:pt x="3175210" y="228726"/>
                  </a:lnTo>
                  <a:lnTo>
                    <a:pt x="3178344" y="228148"/>
                  </a:lnTo>
                  <a:lnTo>
                    <a:pt x="3181478" y="225779"/>
                  </a:lnTo>
                  <a:lnTo>
                    <a:pt x="3184612" y="225669"/>
                  </a:lnTo>
                  <a:lnTo>
                    <a:pt x="3187746" y="224960"/>
                  </a:lnTo>
                  <a:lnTo>
                    <a:pt x="3190880" y="227240"/>
                  </a:lnTo>
                  <a:lnTo>
                    <a:pt x="3194014" y="232031"/>
                  </a:lnTo>
                  <a:lnTo>
                    <a:pt x="3197148" y="237627"/>
                  </a:lnTo>
                  <a:lnTo>
                    <a:pt x="3200282" y="244773"/>
                  </a:lnTo>
                  <a:lnTo>
                    <a:pt x="3203416" y="251588"/>
                  </a:lnTo>
                  <a:lnTo>
                    <a:pt x="3206550" y="260962"/>
                  </a:lnTo>
                  <a:lnTo>
                    <a:pt x="3209684" y="271057"/>
                  </a:lnTo>
                  <a:lnTo>
                    <a:pt x="3212818" y="281182"/>
                  </a:lnTo>
                  <a:lnTo>
                    <a:pt x="3215952" y="291715"/>
                  </a:lnTo>
                  <a:lnTo>
                    <a:pt x="3219086" y="302665"/>
                  </a:lnTo>
                  <a:lnTo>
                    <a:pt x="3222220" y="314347"/>
                  </a:lnTo>
                  <a:lnTo>
                    <a:pt x="3225354" y="326530"/>
                  </a:lnTo>
                  <a:lnTo>
                    <a:pt x="3228488" y="342406"/>
                  </a:lnTo>
                  <a:lnTo>
                    <a:pt x="3231622" y="359819"/>
                  </a:lnTo>
                  <a:lnTo>
                    <a:pt x="3234756" y="376077"/>
                  </a:lnTo>
                  <a:lnTo>
                    <a:pt x="3237890" y="391640"/>
                  </a:lnTo>
                  <a:lnTo>
                    <a:pt x="3241024" y="407372"/>
                  </a:lnTo>
                  <a:lnTo>
                    <a:pt x="3244158" y="421443"/>
                  </a:lnTo>
                  <a:lnTo>
                    <a:pt x="3247292" y="433600"/>
                  </a:lnTo>
                  <a:lnTo>
                    <a:pt x="3250426" y="441106"/>
                  </a:lnTo>
                  <a:lnTo>
                    <a:pt x="3253560" y="447734"/>
                  </a:lnTo>
                  <a:lnTo>
                    <a:pt x="3256694" y="453283"/>
                  </a:lnTo>
                  <a:lnTo>
                    <a:pt x="3259828" y="459769"/>
                  </a:lnTo>
                  <a:lnTo>
                    <a:pt x="3262962" y="466206"/>
                  </a:lnTo>
                  <a:lnTo>
                    <a:pt x="3266096" y="470962"/>
                  </a:lnTo>
                  <a:lnTo>
                    <a:pt x="3269230" y="475215"/>
                  </a:lnTo>
                  <a:lnTo>
                    <a:pt x="3272364" y="480205"/>
                  </a:lnTo>
                  <a:lnTo>
                    <a:pt x="3275498" y="483662"/>
                  </a:lnTo>
                  <a:lnTo>
                    <a:pt x="3278632" y="482775"/>
                  </a:lnTo>
                  <a:lnTo>
                    <a:pt x="3281766" y="483295"/>
                  </a:lnTo>
                  <a:lnTo>
                    <a:pt x="3284900" y="484553"/>
                  </a:lnTo>
                  <a:lnTo>
                    <a:pt x="3288034" y="489835"/>
                  </a:lnTo>
                  <a:lnTo>
                    <a:pt x="3291168" y="494574"/>
                  </a:lnTo>
                  <a:lnTo>
                    <a:pt x="3294302" y="497978"/>
                  </a:lnTo>
                  <a:lnTo>
                    <a:pt x="3297436" y="505155"/>
                  </a:lnTo>
                  <a:lnTo>
                    <a:pt x="3300570" y="507690"/>
                  </a:lnTo>
                  <a:lnTo>
                    <a:pt x="3303704" y="509877"/>
                  </a:lnTo>
                  <a:lnTo>
                    <a:pt x="3306838" y="511388"/>
                  </a:lnTo>
                  <a:lnTo>
                    <a:pt x="3309972" y="513920"/>
                  </a:lnTo>
                  <a:lnTo>
                    <a:pt x="3313106" y="515693"/>
                  </a:lnTo>
                  <a:lnTo>
                    <a:pt x="3316240" y="517483"/>
                  </a:lnTo>
                  <a:lnTo>
                    <a:pt x="3319374" y="518815"/>
                  </a:lnTo>
                  <a:lnTo>
                    <a:pt x="3322508" y="519418"/>
                  </a:lnTo>
                  <a:lnTo>
                    <a:pt x="3325642" y="521361"/>
                  </a:lnTo>
                  <a:lnTo>
                    <a:pt x="3328776" y="523137"/>
                  </a:lnTo>
                  <a:lnTo>
                    <a:pt x="3331910" y="522817"/>
                  </a:lnTo>
                  <a:lnTo>
                    <a:pt x="3335044" y="521318"/>
                  </a:lnTo>
                  <a:lnTo>
                    <a:pt x="3338178" y="519225"/>
                  </a:lnTo>
                  <a:lnTo>
                    <a:pt x="3341312" y="520317"/>
                  </a:lnTo>
                  <a:lnTo>
                    <a:pt x="3344446" y="521631"/>
                  </a:lnTo>
                  <a:lnTo>
                    <a:pt x="3347580" y="525410"/>
                  </a:lnTo>
                  <a:lnTo>
                    <a:pt x="3350714" y="529928"/>
                  </a:lnTo>
                  <a:lnTo>
                    <a:pt x="3353848" y="532418"/>
                  </a:lnTo>
                  <a:lnTo>
                    <a:pt x="3356982" y="533759"/>
                  </a:lnTo>
                  <a:lnTo>
                    <a:pt x="3360116" y="532968"/>
                  </a:lnTo>
                  <a:lnTo>
                    <a:pt x="3363250" y="532396"/>
                  </a:lnTo>
                  <a:lnTo>
                    <a:pt x="3366384" y="532923"/>
                  </a:lnTo>
                  <a:lnTo>
                    <a:pt x="3369518" y="534761"/>
                  </a:lnTo>
                  <a:lnTo>
                    <a:pt x="3372652" y="534966"/>
                  </a:lnTo>
                  <a:lnTo>
                    <a:pt x="3375786" y="535559"/>
                  </a:lnTo>
                  <a:lnTo>
                    <a:pt x="3378920" y="534853"/>
                  </a:lnTo>
                  <a:lnTo>
                    <a:pt x="3382054" y="532357"/>
                  </a:lnTo>
                  <a:lnTo>
                    <a:pt x="3385188" y="529959"/>
                  </a:lnTo>
                  <a:lnTo>
                    <a:pt x="3388322" y="524965"/>
                  </a:lnTo>
                  <a:lnTo>
                    <a:pt x="3391456" y="517932"/>
                  </a:lnTo>
                  <a:lnTo>
                    <a:pt x="3394590" y="511492"/>
                  </a:lnTo>
                  <a:lnTo>
                    <a:pt x="3397724" y="503080"/>
                  </a:lnTo>
                  <a:lnTo>
                    <a:pt x="3400858" y="491724"/>
                  </a:lnTo>
                  <a:lnTo>
                    <a:pt x="3403992" y="481791"/>
                  </a:lnTo>
                  <a:lnTo>
                    <a:pt x="3407126" y="472835"/>
                  </a:lnTo>
                  <a:lnTo>
                    <a:pt x="3410260" y="466343"/>
                  </a:lnTo>
                  <a:lnTo>
                    <a:pt x="3413394" y="458055"/>
                  </a:lnTo>
                  <a:lnTo>
                    <a:pt x="3416528" y="448422"/>
                  </a:lnTo>
                  <a:lnTo>
                    <a:pt x="3419662" y="440556"/>
                  </a:lnTo>
                  <a:lnTo>
                    <a:pt x="3422796" y="432367"/>
                  </a:lnTo>
                  <a:lnTo>
                    <a:pt x="3425930" y="425937"/>
                  </a:lnTo>
                  <a:lnTo>
                    <a:pt x="3429064" y="420437"/>
                  </a:lnTo>
                  <a:lnTo>
                    <a:pt x="3432198" y="415023"/>
                  </a:lnTo>
                  <a:lnTo>
                    <a:pt x="3435332" y="412127"/>
                  </a:lnTo>
                  <a:lnTo>
                    <a:pt x="3438466" y="411234"/>
                  </a:lnTo>
                  <a:lnTo>
                    <a:pt x="3441600" y="409244"/>
                  </a:lnTo>
                  <a:lnTo>
                    <a:pt x="3444734" y="407058"/>
                  </a:lnTo>
                  <a:lnTo>
                    <a:pt x="3447868" y="406698"/>
                  </a:lnTo>
                  <a:lnTo>
                    <a:pt x="3451002" y="405923"/>
                  </a:lnTo>
                  <a:lnTo>
                    <a:pt x="3454136" y="406556"/>
                  </a:lnTo>
                  <a:lnTo>
                    <a:pt x="3457270" y="405564"/>
                  </a:lnTo>
                  <a:lnTo>
                    <a:pt x="3460404" y="411399"/>
                  </a:lnTo>
                  <a:lnTo>
                    <a:pt x="3463538" y="418275"/>
                  </a:lnTo>
                  <a:lnTo>
                    <a:pt x="3466672" y="424417"/>
                  </a:lnTo>
                  <a:lnTo>
                    <a:pt x="3469806" y="430414"/>
                  </a:lnTo>
                  <a:lnTo>
                    <a:pt x="3472940" y="435782"/>
                  </a:lnTo>
                  <a:lnTo>
                    <a:pt x="3476074" y="440725"/>
                  </a:lnTo>
                  <a:lnTo>
                    <a:pt x="3479208" y="448183"/>
                  </a:lnTo>
                  <a:lnTo>
                    <a:pt x="3482342" y="455707"/>
                  </a:lnTo>
                  <a:lnTo>
                    <a:pt x="3485476" y="462795"/>
                  </a:lnTo>
                  <a:lnTo>
                    <a:pt x="3488610" y="470595"/>
                  </a:lnTo>
                  <a:lnTo>
                    <a:pt x="3491744" y="477440"/>
                  </a:lnTo>
                  <a:lnTo>
                    <a:pt x="3494878" y="485195"/>
                  </a:lnTo>
                  <a:lnTo>
                    <a:pt x="3498012" y="494802"/>
                  </a:lnTo>
                  <a:lnTo>
                    <a:pt x="3501146" y="502806"/>
                  </a:lnTo>
                  <a:lnTo>
                    <a:pt x="3504280" y="510443"/>
                  </a:lnTo>
                  <a:lnTo>
                    <a:pt x="3507414" y="513906"/>
                  </a:lnTo>
                  <a:lnTo>
                    <a:pt x="3510548" y="517403"/>
                  </a:lnTo>
                  <a:lnTo>
                    <a:pt x="3513682" y="520958"/>
                  </a:lnTo>
                  <a:lnTo>
                    <a:pt x="3516816" y="527977"/>
                  </a:lnTo>
                  <a:lnTo>
                    <a:pt x="3519950" y="536184"/>
                  </a:lnTo>
                  <a:lnTo>
                    <a:pt x="3523084" y="545650"/>
                  </a:lnTo>
                  <a:lnTo>
                    <a:pt x="3526218" y="553894"/>
                  </a:lnTo>
                  <a:lnTo>
                    <a:pt x="3529352" y="559844"/>
                  </a:lnTo>
                  <a:lnTo>
                    <a:pt x="3532486" y="567100"/>
                  </a:lnTo>
                  <a:lnTo>
                    <a:pt x="3535620" y="574620"/>
                  </a:lnTo>
                  <a:lnTo>
                    <a:pt x="3538754" y="584860"/>
                  </a:lnTo>
                  <a:lnTo>
                    <a:pt x="3541888" y="595097"/>
                  </a:lnTo>
                  <a:lnTo>
                    <a:pt x="3545022" y="605313"/>
                  </a:lnTo>
                  <a:lnTo>
                    <a:pt x="3548156" y="617427"/>
                  </a:lnTo>
                  <a:lnTo>
                    <a:pt x="3551290" y="630658"/>
                  </a:lnTo>
                  <a:lnTo>
                    <a:pt x="3554424" y="644772"/>
                  </a:lnTo>
                  <a:lnTo>
                    <a:pt x="3557558" y="659643"/>
                  </a:lnTo>
                  <a:lnTo>
                    <a:pt x="3560692" y="677542"/>
                  </a:lnTo>
                  <a:lnTo>
                    <a:pt x="3563826" y="694678"/>
                  </a:lnTo>
                  <a:lnTo>
                    <a:pt x="3566960" y="711493"/>
                  </a:lnTo>
                  <a:lnTo>
                    <a:pt x="3570094" y="727058"/>
                  </a:lnTo>
                  <a:lnTo>
                    <a:pt x="3573228" y="743276"/>
                  </a:lnTo>
                  <a:lnTo>
                    <a:pt x="3576362" y="760167"/>
                  </a:lnTo>
                  <a:lnTo>
                    <a:pt x="3579496" y="777188"/>
                  </a:lnTo>
                  <a:lnTo>
                    <a:pt x="3582630" y="795163"/>
                  </a:lnTo>
                  <a:lnTo>
                    <a:pt x="3585764" y="813981"/>
                  </a:lnTo>
                  <a:lnTo>
                    <a:pt x="3588898" y="834402"/>
                  </a:lnTo>
                  <a:lnTo>
                    <a:pt x="3592032" y="853843"/>
                  </a:lnTo>
                  <a:lnTo>
                    <a:pt x="3595166" y="872781"/>
                  </a:lnTo>
                  <a:lnTo>
                    <a:pt x="3598300" y="893346"/>
                  </a:lnTo>
                  <a:lnTo>
                    <a:pt x="3601434" y="915769"/>
                  </a:lnTo>
                  <a:lnTo>
                    <a:pt x="3604568" y="938076"/>
                  </a:lnTo>
                  <a:lnTo>
                    <a:pt x="3607702" y="958863"/>
                  </a:lnTo>
                  <a:lnTo>
                    <a:pt x="3610836" y="981065"/>
                  </a:lnTo>
                  <a:lnTo>
                    <a:pt x="3613970" y="1003263"/>
                  </a:lnTo>
                  <a:lnTo>
                    <a:pt x="3617104" y="1027263"/>
                  </a:lnTo>
                  <a:lnTo>
                    <a:pt x="3620238" y="1046788"/>
                  </a:lnTo>
                  <a:lnTo>
                    <a:pt x="3623372" y="1068875"/>
                  </a:lnTo>
                  <a:lnTo>
                    <a:pt x="3626506" y="1087515"/>
                  </a:lnTo>
                  <a:lnTo>
                    <a:pt x="3629640" y="1103595"/>
                  </a:lnTo>
                  <a:lnTo>
                    <a:pt x="3632774" y="1119295"/>
                  </a:lnTo>
                  <a:lnTo>
                    <a:pt x="3635908" y="1135037"/>
                  </a:lnTo>
                  <a:lnTo>
                    <a:pt x="3639042" y="1150663"/>
                  </a:lnTo>
                  <a:lnTo>
                    <a:pt x="3642176" y="1164805"/>
                  </a:lnTo>
                  <a:lnTo>
                    <a:pt x="3645310" y="1176034"/>
                  </a:lnTo>
                  <a:lnTo>
                    <a:pt x="3648444" y="1185939"/>
                  </a:lnTo>
                  <a:lnTo>
                    <a:pt x="3651578" y="1197376"/>
                  </a:lnTo>
                  <a:lnTo>
                    <a:pt x="3654712" y="1208077"/>
                  </a:lnTo>
                  <a:lnTo>
                    <a:pt x="3657846" y="1215544"/>
                  </a:lnTo>
                  <a:lnTo>
                    <a:pt x="3660980" y="1223333"/>
                  </a:lnTo>
                  <a:lnTo>
                    <a:pt x="3664114" y="1228446"/>
                  </a:lnTo>
                  <a:lnTo>
                    <a:pt x="3667248" y="1235741"/>
                  </a:lnTo>
                  <a:lnTo>
                    <a:pt x="3670382" y="1239765"/>
                  </a:lnTo>
                  <a:lnTo>
                    <a:pt x="3673516" y="1246020"/>
                  </a:lnTo>
                  <a:lnTo>
                    <a:pt x="3676650" y="1251682"/>
                  </a:lnTo>
                  <a:lnTo>
                    <a:pt x="3679784" y="1254696"/>
                  </a:lnTo>
                  <a:lnTo>
                    <a:pt x="3682918" y="1250300"/>
                  </a:lnTo>
                  <a:lnTo>
                    <a:pt x="3686052" y="1240971"/>
                  </a:lnTo>
                  <a:lnTo>
                    <a:pt x="3689186" y="1230680"/>
                  </a:lnTo>
                  <a:lnTo>
                    <a:pt x="3692320" y="1221378"/>
                  </a:lnTo>
                  <a:lnTo>
                    <a:pt x="3695454" y="1211426"/>
                  </a:lnTo>
                  <a:lnTo>
                    <a:pt x="3698588" y="1199160"/>
                  </a:lnTo>
                  <a:lnTo>
                    <a:pt x="3701722" y="1187590"/>
                  </a:lnTo>
                  <a:lnTo>
                    <a:pt x="3704856" y="1175044"/>
                  </a:lnTo>
                  <a:lnTo>
                    <a:pt x="3707990" y="1160043"/>
                  </a:lnTo>
                  <a:lnTo>
                    <a:pt x="3711124" y="1142573"/>
                  </a:lnTo>
                  <a:lnTo>
                    <a:pt x="3714258" y="1121233"/>
                  </a:lnTo>
                  <a:lnTo>
                    <a:pt x="3717392" y="1100084"/>
                  </a:lnTo>
                  <a:lnTo>
                    <a:pt x="3720526" y="1079467"/>
                  </a:lnTo>
                  <a:lnTo>
                    <a:pt x="3723660" y="1058612"/>
                  </a:lnTo>
                  <a:lnTo>
                    <a:pt x="3726794" y="1038582"/>
                  </a:lnTo>
                  <a:lnTo>
                    <a:pt x="3729928" y="1023708"/>
                  </a:lnTo>
                  <a:lnTo>
                    <a:pt x="3733062" y="1012538"/>
                  </a:lnTo>
                  <a:lnTo>
                    <a:pt x="3736196" y="1002558"/>
                  </a:lnTo>
                  <a:lnTo>
                    <a:pt x="3739330" y="991590"/>
                  </a:lnTo>
                  <a:lnTo>
                    <a:pt x="3742464" y="980887"/>
                  </a:lnTo>
                  <a:lnTo>
                    <a:pt x="3745598" y="968818"/>
                  </a:lnTo>
                  <a:lnTo>
                    <a:pt x="3748732" y="953981"/>
                  </a:lnTo>
                  <a:lnTo>
                    <a:pt x="3751866" y="940244"/>
                  </a:lnTo>
                  <a:lnTo>
                    <a:pt x="3755000" y="926622"/>
                  </a:lnTo>
                  <a:lnTo>
                    <a:pt x="3758134" y="911784"/>
                  </a:lnTo>
                  <a:lnTo>
                    <a:pt x="3761268" y="897402"/>
                  </a:lnTo>
                  <a:lnTo>
                    <a:pt x="3764402" y="881665"/>
                  </a:lnTo>
                  <a:lnTo>
                    <a:pt x="3767536" y="865518"/>
                  </a:lnTo>
                  <a:lnTo>
                    <a:pt x="3770670" y="849285"/>
                  </a:lnTo>
                  <a:lnTo>
                    <a:pt x="3773804" y="833717"/>
                  </a:lnTo>
                  <a:lnTo>
                    <a:pt x="3776938" y="816717"/>
                  </a:lnTo>
                  <a:lnTo>
                    <a:pt x="3780072" y="801273"/>
                  </a:lnTo>
                  <a:lnTo>
                    <a:pt x="3783206" y="785398"/>
                  </a:lnTo>
                  <a:lnTo>
                    <a:pt x="3786340" y="773265"/>
                  </a:lnTo>
                  <a:lnTo>
                    <a:pt x="3789474" y="760225"/>
                  </a:lnTo>
                  <a:lnTo>
                    <a:pt x="3792608" y="746125"/>
                  </a:lnTo>
                  <a:lnTo>
                    <a:pt x="3795742" y="732338"/>
                  </a:lnTo>
                  <a:lnTo>
                    <a:pt x="3798876" y="718823"/>
                  </a:lnTo>
                  <a:lnTo>
                    <a:pt x="3802010" y="706605"/>
                  </a:lnTo>
                  <a:lnTo>
                    <a:pt x="3805144" y="698342"/>
                  </a:lnTo>
                  <a:lnTo>
                    <a:pt x="3808278" y="693770"/>
                  </a:lnTo>
                  <a:lnTo>
                    <a:pt x="3811412" y="689947"/>
                  </a:lnTo>
                  <a:lnTo>
                    <a:pt x="3814546" y="685010"/>
                  </a:lnTo>
                  <a:lnTo>
                    <a:pt x="3817680" y="682068"/>
                  </a:lnTo>
                  <a:lnTo>
                    <a:pt x="3820814" y="679760"/>
                  </a:lnTo>
                  <a:lnTo>
                    <a:pt x="3823948" y="678296"/>
                  </a:lnTo>
                  <a:lnTo>
                    <a:pt x="3827082" y="676092"/>
                  </a:lnTo>
                  <a:lnTo>
                    <a:pt x="3830216" y="674898"/>
                  </a:lnTo>
                  <a:lnTo>
                    <a:pt x="3833350" y="671191"/>
                  </a:lnTo>
                  <a:lnTo>
                    <a:pt x="3836484" y="669654"/>
                  </a:lnTo>
                  <a:lnTo>
                    <a:pt x="3839618" y="671112"/>
                  </a:lnTo>
                  <a:lnTo>
                    <a:pt x="3842752" y="680795"/>
                  </a:lnTo>
                  <a:lnTo>
                    <a:pt x="3845886" y="692163"/>
                  </a:lnTo>
                  <a:lnTo>
                    <a:pt x="3849020" y="705284"/>
                  </a:lnTo>
                  <a:lnTo>
                    <a:pt x="3852154" y="717157"/>
                  </a:lnTo>
                  <a:lnTo>
                    <a:pt x="3855288" y="728937"/>
                  </a:lnTo>
                  <a:lnTo>
                    <a:pt x="3858422" y="741183"/>
                  </a:lnTo>
                  <a:lnTo>
                    <a:pt x="3861556" y="755214"/>
                  </a:lnTo>
                  <a:lnTo>
                    <a:pt x="3864690" y="768890"/>
                  </a:lnTo>
                  <a:lnTo>
                    <a:pt x="3867824" y="782402"/>
                  </a:lnTo>
                  <a:lnTo>
                    <a:pt x="3870958" y="799789"/>
                  </a:lnTo>
                  <a:lnTo>
                    <a:pt x="3874092" y="819687"/>
                  </a:lnTo>
                  <a:lnTo>
                    <a:pt x="3877226" y="839211"/>
                  </a:lnTo>
                  <a:lnTo>
                    <a:pt x="3880360" y="858205"/>
                  </a:lnTo>
                  <a:lnTo>
                    <a:pt x="3883494" y="878122"/>
                  </a:lnTo>
                  <a:lnTo>
                    <a:pt x="3886628" y="898911"/>
                  </a:lnTo>
                  <a:lnTo>
                    <a:pt x="3889762" y="915304"/>
                  </a:lnTo>
                  <a:lnTo>
                    <a:pt x="3892896" y="931231"/>
                  </a:lnTo>
                  <a:lnTo>
                    <a:pt x="3896030" y="942426"/>
                  </a:lnTo>
                  <a:lnTo>
                    <a:pt x="3899164" y="953964"/>
                  </a:lnTo>
                  <a:lnTo>
                    <a:pt x="3902298" y="963837"/>
                  </a:lnTo>
                  <a:lnTo>
                    <a:pt x="3905432" y="973234"/>
                  </a:lnTo>
                  <a:lnTo>
                    <a:pt x="3908566" y="983555"/>
                  </a:lnTo>
                  <a:lnTo>
                    <a:pt x="3911700" y="993039"/>
                  </a:lnTo>
                  <a:lnTo>
                    <a:pt x="3914834" y="1002676"/>
                  </a:lnTo>
                  <a:lnTo>
                    <a:pt x="3917968" y="1013262"/>
                  </a:lnTo>
                  <a:lnTo>
                    <a:pt x="3921102" y="1021462"/>
                  </a:lnTo>
                  <a:lnTo>
                    <a:pt x="3924236" y="1030009"/>
                  </a:lnTo>
                  <a:lnTo>
                    <a:pt x="3927370" y="1036169"/>
                  </a:lnTo>
                  <a:lnTo>
                    <a:pt x="3930504" y="1041073"/>
                  </a:lnTo>
                  <a:lnTo>
                    <a:pt x="3933638" y="1045685"/>
                  </a:lnTo>
                  <a:lnTo>
                    <a:pt x="3936772" y="1050897"/>
                  </a:lnTo>
                  <a:lnTo>
                    <a:pt x="3939906" y="1055519"/>
                  </a:lnTo>
                  <a:lnTo>
                    <a:pt x="3943040" y="1060823"/>
                  </a:lnTo>
                  <a:lnTo>
                    <a:pt x="3946174" y="1066952"/>
                  </a:lnTo>
                  <a:lnTo>
                    <a:pt x="3949308" y="1077312"/>
                  </a:lnTo>
                  <a:lnTo>
                    <a:pt x="3952442" y="1089632"/>
                  </a:lnTo>
                  <a:lnTo>
                    <a:pt x="3955576" y="1101638"/>
                  </a:lnTo>
                  <a:lnTo>
                    <a:pt x="3958710" y="1113873"/>
                  </a:lnTo>
                  <a:lnTo>
                    <a:pt x="3961844" y="1125599"/>
                  </a:lnTo>
                  <a:lnTo>
                    <a:pt x="3964978" y="1134791"/>
                  </a:lnTo>
                  <a:lnTo>
                    <a:pt x="3968112" y="1142222"/>
                  </a:lnTo>
                  <a:lnTo>
                    <a:pt x="3971246" y="1150059"/>
                  </a:lnTo>
                  <a:lnTo>
                    <a:pt x="3974380" y="1163282"/>
                  </a:lnTo>
                  <a:lnTo>
                    <a:pt x="3977514" y="1177537"/>
                  </a:lnTo>
                  <a:lnTo>
                    <a:pt x="3980648" y="1193566"/>
                  </a:lnTo>
                  <a:lnTo>
                    <a:pt x="3983782" y="1210572"/>
                  </a:lnTo>
                  <a:lnTo>
                    <a:pt x="3986916" y="1227723"/>
                  </a:lnTo>
                  <a:lnTo>
                    <a:pt x="3990050" y="1244875"/>
                  </a:lnTo>
                  <a:lnTo>
                    <a:pt x="3993184" y="1261881"/>
                  </a:lnTo>
                  <a:lnTo>
                    <a:pt x="3996318" y="1275235"/>
                  </a:lnTo>
                  <a:lnTo>
                    <a:pt x="3999452" y="1287689"/>
                  </a:lnTo>
                  <a:lnTo>
                    <a:pt x="4002586" y="1298213"/>
                  </a:lnTo>
                  <a:lnTo>
                    <a:pt x="4005720" y="1310206"/>
                  </a:lnTo>
                  <a:lnTo>
                    <a:pt x="4008854" y="1321405"/>
                  </a:lnTo>
                  <a:lnTo>
                    <a:pt x="4011988" y="1333090"/>
                  </a:lnTo>
                  <a:lnTo>
                    <a:pt x="4015122" y="1344867"/>
                  </a:lnTo>
                  <a:lnTo>
                    <a:pt x="4018256" y="1356406"/>
                  </a:lnTo>
                  <a:lnTo>
                    <a:pt x="4021390" y="1366215"/>
                  </a:lnTo>
                  <a:lnTo>
                    <a:pt x="4024524" y="1376023"/>
                  </a:lnTo>
                  <a:lnTo>
                    <a:pt x="4027658" y="1385832"/>
                  </a:lnTo>
                  <a:lnTo>
                    <a:pt x="4030792" y="1393320"/>
                  </a:lnTo>
                  <a:lnTo>
                    <a:pt x="4033926" y="1400584"/>
                  </a:lnTo>
                  <a:lnTo>
                    <a:pt x="4037060" y="1408260"/>
                  </a:lnTo>
                  <a:lnTo>
                    <a:pt x="4040194" y="1415936"/>
                  </a:lnTo>
                  <a:lnTo>
                    <a:pt x="4043328" y="1422925"/>
                  </a:lnTo>
                  <a:lnTo>
                    <a:pt x="4046462" y="1428481"/>
                  </a:lnTo>
                  <a:lnTo>
                    <a:pt x="4049596" y="1434036"/>
                  </a:lnTo>
                  <a:lnTo>
                    <a:pt x="4052730" y="1437600"/>
                  </a:lnTo>
                  <a:lnTo>
                    <a:pt x="4055864" y="1445581"/>
                  </a:lnTo>
                  <a:lnTo>
                    <a:pt x="4058998" y="1453218"/>
                  </a:lnTo>
                  <a:lnTo>
                    <a:pt x="4062132" y="1462788"/>
                  </a:lnTo>
                  <a:lnTo>
                    <a:pt x="4065266" y="1473396"/>
                  </a:lnTo>
                  <a:lnTo>
                    <a:pt x="4068400" y="1484268"/>
                  </a:lnTo>
                  <a:lnTo>
                    <a:pt x="4071534" y="1494876"/>
                  </a:lnTo>
                  <a:lnTo>
                    <a:pt x="4074668" y="1505628"/>
                  </a:lnTo>
                  <a:lnTo>
                    <a:pt x="4077802" y="1516236"/>
                  </a:lnTo>
                  <a:lnTo>
                    <a:pt x="4080936" y="1529185"/>
                  </a:lnTo>
                  <a:lnTo>
                    <a:pt x="4084070" y="1542876"/>
                  </a:lnTo>
                  <a:lnTo>
                    <a:pt x="4087204" y="1559943"/>
                  </a:lnTo>
                  <a:lnTo>
                    <a:pt x="4090338" y="1577672"/>
                  </a:lnTo>
                  <a:lnTo>
                    <a:pt x="4093472" y="1596544"/>
                  </a:lnTo>
                  <a:lnTo>
                    <a:pt x="4096606" y="1614512"/>
                  </a:lnTo>
                  <a:lnTo>
                    <a:pt x="4099740" y="1631363"/>
                  </a:lnTo>
                  <a:lnTo>
                    <a:pt x="4102874" y="1645744"/>
                  </a:lnTo>
                  <a:lnTo>
                    <a:pt x="4106008" y="1659428"/>
                  </a:lnTo>
                  <a:lnTo>
                    <a:pt x="4109142" y="1671095"/>
                  </a:lnTo>
                  <a:lnTo>
                    <a:pt x="4112276" y="1678051"/>
                  </a:lnTo>
                  <a:lnTo>
                    <a:pt x="4115410" y="1683507"/>
                  </a:lnTo>
                  <a:lnTo>
                    <a:pt x="4118544" y="1686163"/>
                  </a:lnTo>
                  <a:lnTo>
                    <a:pt x="4121678" y="1686180"/>
                  </a:lnTo>
                  <a:lnTo>
                    <a:pt x="4124812" y="1685482"/>
                  </a:lnTo>
                  <a:lnTo>
                    <a:pt x="4127946" y="1682856"/>
                  </a:lnTo>
                  <a:lnTo>
                    <a:pt x="4131080" y="1678011"/>
                  </a:lnTo>
                  <a:lnTo>
                    <a:pt x="4134214" y="1666926"/>
                  </a:lnTo>
                  <a:lnTo>
                    <a:pt x="4137348" y="1653637"/>
                  </a:lnTo>
                  <a:lnTo>
                    <a:pt x="4140482" y="1637480"/>
                  </a:lnTo>
                  <a:lnTo>
                    <a:pt x="4143616" y="1620770"/>
                  </a:lnTo>
                  <a:lnTo>
                    <a:pt x="4146750" y="1604723"/>
                  </a:lnTo>
                  <a:lnTo>
                    <a:pt x="4149884" y="1588677"/>
                  </a:lnTo>
                  <a:lnTo>
                    <a:pt x="4153018" y="1572630"/>
                  </a:lnTo>
                  <a:lnTo>
                    <a:pt x="4156152" y="1556695"/>
                  </a:lnTo>
                  <a:lnTo>
                    <a:pt x="4159286" y="1541778"/>
                  </a:lnTo>
                  <a:lnTo>
                    <a:pt x="4162420" y="1527796"/>
                  </a:lnTo>
                  <a:lnTo>
                    <a:pt x="4165554" y="1515159"/>
                  </a:lnTo>
                  <a:lnTo>
                    <a:pt x="4168688" y="1505052"/>
                  </a:lnTo>
                  <a:lnTo>
                    <a:pt x="4171822" y="1496226"/>
                  </a:lnTo>
                  <a:lnTo>
                    <a:pt x="4174956" y="1487400"/>
                  </a:lnTo>
                  <a:lnTo>
                    <a:pt x="4178090" y="1477327"/>
                  </a:lnTo>
                  <a:lnTo>
                    <a:pt x="4181224" y="1469751"/>
                  </a:lnTo>
                  <a:lnTo>
                    <a:pt x="4184358" y="1464105"/>
                  </a:lnTo>
                  <a:lnTo>
                    <a:pt x="4187492" y="1458458"/>
                  </a:lnTo>
                  <a:lnTo>
                    <a:pt x="4190626" y="1452812"/>
                  </a:lnTo>
                  <a:lnTo>
                    <a:pt x="4193760" y="1446653"/>
                  </a:lnTo>
                  <a:lnTo>
                    <a:pt x="4196894" y="1439187"/>
                  </a:lnTo>
                  <a:lnTo>
                    <a:pt x="4200028" y="1431007"/>
                  </a:lnTo>
                  <a:lnTo>
                    <a:pt x="4203162" y="1421345"/>
                  </a:lnTo>
                  <a:lnTo>
                    <a:pt x="4206296" y="1412789"/>
                  </a:lnTo>
                  <a:lnTo>
                    <a:pt x="4209430" y="1404637"/>
                  </a:lnTo>
                  <a:lnTo>
                    <a:pt x="4212564" y="1395282"/>
                  </a:lnTo>
                  <a:lnTo>
                    <a:pt x="4215698" y="1385620"/>
                  </a:lnTo>
                  <a:lnTo>
                    <a:pt x="4218832" y="1375547"/>
                  </a:lnTo>
                  <a:lnTo>
                    <a:pt x="4221966" y="1365618"/>
                  </a:lnTo>
                  <a:lnTo>
                    <a:pt x="4225100" y="1357599"/>
                  </a:lnTo>
                  <a:lnTo>
                    <a:pt x="4228234" y="1349391"/>
                  </a:lnTo>
                  <a:lnTo>
                    <a:pt x="4231368" y="1340915"/>
                  </a:lnTo>
                  <a:lnTo>
                    <a:pt x="4234502" y="1332029"/>
                  </a:lnTo>
                  <a:lnTo>
                    <a:pt x="4237636" y="1322566"/>
                  </a:lnTo>
                  <a:lnTo>
                    <a:pt x="4240770" y="1311216"/>
                  </a:lnTo>
                  <a:lnTo>
                    <a:pt x="4243904" y="1299190"/>
                  </a:lnTo>
                  <a:lnTo>
                    <a:pt x="4247038" y="1285771"/>
                  </a:lnTo>
                  <a:lnTo>
                    <a:pt x="4250172" y="1273682"/>
                  </a:lnTo>
                  <a:lnTo>
                    <a:pt x="4253306" y="1261293"/>
                  </a:lnTo>
                  <a:lnTo>
                    <a:pt x="4256440" y="1250012"/>
                  </a:lnTo>
                  <a:lnTo>
                    <a:pt x="4259574" y="1241374"/>
                  </a:lnTo>
                  <a:lnTo>
                    <a:pt x="4262708" y="1233071"/>
                  </a:lnTo>
                  <a:lnTo>
                    <a:pt x="4265842" y="1225300"/>
                  </a:lnTo>
                  <a:lnTo>
                    <a:pt x="4268976" y="1217915"/>
                  </a:lnTo>
                  <a:lnTo>
                    <a:pt x="4272110" y="1213679"/>
                  </a:lnTo>
                  <a:lnTo>
                    <a:pt x="4275244" y="1209473"/>
                  </a:lnTo>
                  <a:lnTo>
                    <a:pt x="4278378" y="1208068"/>
                  </a:lnTo>
                  <a:lnTo>
                    <a:pt x="4281512" y="1209714"/>
                  </a:lnTo>
                  <a:lnTo>
                    <a:pt x="4284646" y="1213005"/>
                  </a:lnTo>
                  <a:lnTo>
                    <a:pt x="4287780" y="1217919"/>
                  </a:lnTo>
                  <a:lnTo>
                    <a:pt x="4290914" y="1226499"/>
                  </a:lnTo>
                  <a:lnTo>
                    <a:pt x="4294048" y="1238845"/>
                  </a:lnTo>
                  <a:lnTo>
                    <a:pt x="4297182" y="1252363"/>
                  </a:lnTo>
                  <a:lnTo>
                    <a:pt x="4300316" y="1266307"/>
                  </a:lnTo>
                  <a:lnTo>
                    <a:pt x="4303450" y="1280122"/>
                  </a:lnTo>
                  <a:lnTo>
                    <a:pt x="4306584" y="1293502"/>
                  </a:lnTo>
                  <a:lnTo>
                    <a:pt x="4309718" y="1306880"/>
                  </a:lnTo>
                  <a:lnTo>
                    <a:pt x="4312852" y="1320032"/>
                  </a:lnTo>
                  <a:lnTo>
                    <a:pt x="4315986" y="1333299"/>
                  </a:lnTo>
                  <a:lnTo>
                    <a:pt x="4319120" y="1346436"/>
                  </a:lnTo>
                  <a:lnTo>
                    <a:pt x="4322254" y="1360635"/>
                  </a:lnTo>
                  <a:lnTo>
                    <a:pt x="4325388" y="1370767"/>
                  </a:lnTo>
                  <a:lnTo>
                    <a:pt x="4328522" y="1375768"/>
                  </a:lnTo>
                  <a:lnTo>
                    <a:pt x="4331656" y="1379262"/>
                  </a:lnTo>
                  <a:lnTo>
                    <a:pt x="4334790" y="1382757"/>
                  </a:lnTo>
                  <a:lnTo>
                    <a:pt x="4337924" y="1387538"/>
                  </a:lnTo>
                  <a:lnTo>
                    <a:pt x="4341058" y="1390234"/>
                  </a:lnTo>
                  <a:lnTo>
                    <a:pt x="4344192" y="1391000"/>
                  </a:lnTo>
                  <a:lnTo>
                    <a:pt x="4347326" y="1391766"/>
                  </a:lnTo>
                  <a:lnTo>
                    <a:pt x="4350460" y="1392533"/>
                  </a:lnTo>
                  <a:lnTo>
                    <a:pt x="4353594" y="1393812"/>
                  </a:lnTo>
                  <a:lnTo>
                    <a:pt x="4356728" y="1396397"/>
                  </a:lnTo>
                  <a:lnTo>
                    <a:pt x="4359862" y="1399697"/>
                  </a:lnTo>
                  <a:lnTo>
                    <a:pt x="4362996" y="1404066"/>
                  </a:lnTo>
                  <a:lnTo>
                    <a:pt x="4366130" y="1407066"/>
                  </a:lnTo>
                  <a:lnTo>
                    <a:pt x="4369264" y="1409777"/>
                  </a:lnTo>
                  <a:lnTo>
                    <a:pt x="4372398" y="1416303"/>
                  </a:lnTo>
                  <a:lnTo>
                    <a:pt x="4375532" y="1425965"/>
                  </a:lnTo>
                  <a:lnTo>
                    <a:pt x="4378666" y="1436305"/>
                  </a:lnTo>
                  <a:lnTo>
                    <a:pt x="4381800" y="1446235"/>
                  </a:lnTo>
                  <a:lnTo>
                    <a:pt x="4384934" y="1453723"/>
                  </a:lnTo>
                  <a:lnTo>
                    <a:pt x="4388068" y="1461170"/>
                  </a:lnTo>
                  <a:lnTo>
                    <a:pt x="4391202" y="1468886"/>
                  </a:lnTo>
                  <a:lnTo>
                    <a:pt x="4394336" y="1476376"/>
                  </a:lnTo>
                  <a:lnTo>
                    <a:pt x="4397470" y="1484855"/>
                  </a:lnTo>
                  <a:lnTo>
                    <a:pt x="4400604" y="1494809"/>
                  </a:lnTo>
                  <a:lnTo>
                    <a:pt x="4403738" y="1505255"/>
                  </a:lnTo>
                  <a:lnTo>
                    <a:pt x="4406872" y="1516515"/>
                  </a:lnTo>
                  <a:lnTo>
                    <a:pt x="4410006" y="1526447"/>
                  </a:lnTo>
                  <a:lnTo>
                    <a:pt x="4413140" y="1536150"/>
                  </a:lnTo>
                  <a:lnTo>
                    <a:pt x="4416274" y="1545853"/>
                  </a:lnTo>
                  <a:lnTo>
                    <a:pt x="4419408" y="1553942"/>
                  </a:lnTo>
                  <a:lnTo>
                    <a:pt x="4422542" y="1561697"/>
                  </a:lnTo>
                  <a:lnTo>
                    <a:pt x="4425676" y="1568735"/>
                  </a:lnTo>
                  <a:lnTo>
                    <a:pt x="4428810" y="1576041"/>
                  </a:lnTo>
                  <a:lnTo>
                    <a:pt x="4431944" y="1584012"/>
                  </a:lnTo>
                  <a:lnTo>
                    <a:pt x="4435078" y="1593450"/>
                  </a:lnTo>
                  <a:lnTo>
                    <a:pt x="4438212" y="1602889"/>
                  </a:lnTo>
                  <a:lnTo>
                    <a:pt x="4441346" y="1612328"/>
                  </a:lnTo>
                  <a:lnTo>
                    <a:pt x="4444480" y="1620835"/>
                  </a:lnTo>
                  <a:lnTo>
                    <a:pt x="4447614" y="1627719"/>
                  </a:lnTo>
                  <a:lnTo>
                    <a:pt x="4450748" y="1632182"/>
                  </a:lnTo>
                  <a:lnTo>
                    <a:pt x="4453882" y="1634849"/>
                  </a:lnTo>
                  <a:lnTo>
                    <a:pt x="4457016" y="1637517"/>
                  </a:lnTo>
                  <a:lnTo>
                    <a:pt x="4460150" y="1640412"/>
                  </a:lnTo>
                  <a:lnTo>
                    <a:pt x="4463284" y="1643308"/>
                  </a:lnTo>
                  <a:lnTo>
                    <a:pt x="4466418" y="1645791"/>
                  </a:lnTo>
                  <a:lnTo>
                    <a:pt x="4469552" y="1648274"/>
                  </a:lnTo>
                  <a:lnTo>
                    <a:pt x="4472686" y="1650985"/>
                  </a:lnTo>
                  <a:lnTo>
                    <a:pt x="4475820" y="1653468"/>
                  </a:lnTo>
                  <a:lnTo>
                    <a:pt x="4478954" y="1655065"/>
                  </a:lnTo>
                  <a:lnTo>
                    <a:pt x="4482088" y="1654848"/>
                  </a:lnTo>
                  <a:lnTo>
                    <a:pt x="4485222" y="1657538"/>
                  </a:lnTo>
                  <a:lnTo>
                    <a:pt x="4488356" y="1662869"/>
                  </a:lnTo>
                  <a:lnTo>
                    <a:pt x="4491490" y="1668199"/>
                  </a:lnTo>
                  <a:lnTo>
                    <a:pt x="4494624" y="1673759"/>
                  </a:lnTo>
                  <a:lnTo>
                    <a:pt x="4497758" y="1678822"/>
                  </a:lnTo>
                  <a:lnTo>
                    <a:pt x="4500892" y="1683475"/>
                  </a:lnTo>
                  <a:lnTo>
                    <a:pt x="4504026" y="1688127"/>
                  </a:lnTo>
                  <a:lnTo>
                    <a:pt x="4507160" y="1692779"/>
                  </a:lnTo>
                  <a:lnTo>
                    <a:pt x="4510294" y="1697431"/>
                  </a:lnTo>
                  <a:lnTo>
                    <a:pt x="4513428" y="1702576"/>
                  </a:lnTo>
                  <a:lnTo>
                    <a:pt x="4516562" y="1707721"/>
                  </a:lnTo>
                  <a:lnTo>
                    <a:pt x="4519696" y="1710748"/>
                  </a:lnTo>
                  <a:lnTo>
                    <a:pt x="4522830" y="1713451"/>
                  </a:lnTo>
                  <a:lnTo>
                    <a:pt x="4525964" y="1716154"/>
                  </a:lnTo>
                  <a:lnTo>
                    <a:pt x="4529098" y="1718474"/>
                  </a:lnTo>
                  <a:lnTo>
                    <a:pt x="4532232" y="1718451"/>
                  </a:lnTo>
                  <a:lnTo>
                    <a:pt x="4535366" y="1715330"/>
                  </a:lnTo>
                  <a:lnTo>
                    <a:pt x="4538500" y="1711372"/>
                  </a:lnTo>
                  <a:lnTo>
                    <a:pt x="4541634" y="1705017"/>
                  </a:lnTo>
                  <a:lnTo>
                    <a:pt x="4544768" y="1698350"/>
                  </a:lnTo>
                  <a:lnTo>
                    <a:pt x="4547902" y="1691314"/>
                  </a:lnTo>
                  <a:lnTo>
                    <a:pt x="4551036" y="1682451"/>
                  </a:lnTo>
                  <a:lnTo>
                    <a:pt x="4554170" y="1673506"/>
                  </a:lnTo>
                  <a:lnTo>
                    <a:pt x="4557304" y="1664562"/>
                  </a:lnTo>
                  <a:lnTo>
                    <a:pt x="4560438" y="1654939"/>
                  </a:lnTo>
                  <a:lnTo>
                    <a:pt x="4563572" y="1645500"/>
                  </a:lnTo>
                  <a:lnTo>
                    <a:pt x="4566706" y="1637375"/>
                  </a:lnTo>
                  <a:lnTo>
                    <a:pt x="4569840" y="1629805"/>
                  </a:lnTo>
                  <a:lnTo>
                    <a:pt x="4572974" y="1622234"/>
                  </a:lnTo>
                  <a:lnTo>
                    <a:pt x="4576108" y="1614664"/>
                  </a:lnTo>
                  <a:lnTo>
                    <a:pt x="4579242" y="1606681"/>
                  </a:lnTo>
                  <a:lnTo>
                    <a:pt x="4582376" y="1598698"/>
                  </a:lnTo>
                  <a:lnTo>
                    <a:pt x="4585510" y="1591355"/>
                  </a:lnTo>
                  <a:lnTo>
                    <a:pt x="4588644" y="1585940"/>
                  </a:lnTo>
                  <a:lnTo>
                    <a:pt x="4591778" y="1581474"/>
                  </a:lnTo>
                  <a:lnTo>
                    <a:pt x="4594912" y="1577977"/>
                  </a:lnTo>
                  <a:lnTo>
                    <a:pt x="4598046" y="1577102"/>
                  </a:lnTo>
                  <a:lnTo>
                    <a:pt x="4601180" y="1576725"/>
                  </a:lnTo>
                  <a:lnTo>
                    <a:pt x="4604314" y="1576350"/>
                  </a:lnTo>
                  <a:lnTo>
                    <a:pt x="4607448" y="1575974"/>
                  </a:lnTo>
                  <a:lnTo>
                    <a:pt x="4610582" y="1575413"/>
                  </a:lnTo>
                  <a:lnTo>
                    <a:pt x="4613716" y="1574853"/>
                  </a:lnTo>
                  <a:lnTo>
                    <a:pt x="4616850" y="1574292"/>
                  </a:lnTo>
                  <a:lnTo>
                    <a:pt x="4619984" y="1573732"/>
                  </a:lnTo>
                  <a:lnTo>
                    <a:pt x="4623118" y="1573171"/>
                  </a:lnTo>
                  <a:lnTo>
                    <a:pt x="4626252" y="1572795"/>
                  </a:lnTo>
                  <a:lnTo>
                    <a:pt x="4629386" y="1572419"/>
                  </a:lnTo>
                  <a:lnTo>
                    <a:pt x="4632520" y="1572043"/>
                  </a:lnTo>
                  <a:lnTo>
                    <a:pt x="4635654" y="1571668"/>
                  </a:lnTo>
                  <a:lnTo>
                    <a:pt x="4638788" y="1571292"/>
                  </a:lnTo>
                  <a:lnTo>
                    <a:pt x="4641922" y="1570731"/>
                  </a:lnTo>
                  <a:lnTo>
                    <a:pt x="4645056" y="1570547"/>
                  </a:lnTo>
                  <a:lnTo>
                    <a:pt x="4648190" y="1570138"/>
                  </a:lnTo>
                  <a:lnTo>
                    <a:pt x="4651324" y="1569913"/>
                  </a:lnTo>
                  <a:lnTo>
                    <a:pt x="4654458" y="1569461"/>
                  </a:lnTo>
                  <a:lnTo>
                    <a:pt x="4657592" y="1569236"/>
                  </a:lnTo>
                  <a:lnTo>
                    <a:pt x="4660726" y="1569236"/>
                  </a:lnTo>
                  <a:lnTo>
                    <a:pt x="4663860" y="1569236"/>
                  </a:lnTo>
                  <a:lnTo>
                    <a:pt x="4666994" y="1569236"/>
                  </a:lnTo>
                  <a:lnTo>
                    <a:pt x="4670128" y="1569236"/>
                  </a:lnTo>
                  <a:lnTo>
                    <a:pt x="4673262" y="1568743"/>
                  </a:lnTo>
                  <a:lnTo>
                    <a:pt x="4676396" y="1568251"/>
                  </a:lnTo>
                  <a:lnTo>
                    <a:pt x="4679530" y="1569875"/>
                  </a:lnTo>
                  <a:lnTo>
                    <a:pt x="4682664" y="1572236"/>
                  </a:lnTo>
                  <a:lnTo>
                    <a:pt x="4685798" y="1574596"/>
                  </a:lnTo>
                  <a:lnTo>
                    <a:pt x="4688932" y="1577224"/>
                  </a:lnTo>
                  <a:lnTo>
                    <a:pt x="4692066" y="1579360"/>
                  </a:lnTo>
                  <a:lnTo>
                    <a:pt x="4695200" y="1581988"/>
                  </a:lnTo>
                  <a:lnTo>
                    <a:pt x="4698334" y="1584961"/>
                  </a:lnTo>
                  <a:lnTo>
                    <a:pt x="4701468" y="1590332"/>
                  </a:lnTo>
                  <a:lnTo>
                    <a:pt x="4704602" y="1596546"/>
                  </a:lnTo>
                  <a:lnTo>
                    <a:pt x="4707736" y="1603173"/>
                  </a:lnTo>
                  <a:lnTo>
                    <a:pt x="4710870" y="1611627"/>
                  </a:lnTo>
                  <a:lnTo>
                    <a:pt x="4714004" y="1620387"/>
                  </a:lnTo>
                  <a:lnTo>
                    <a:pt x="4717138" y="1629147"/>
                  </a:lnTo>
                  <a:lnTo>
                    <a:pt x="4720272" y="1638586"/>
                  </a:lnTo>
                  <a:lnTo>
                    <a:pt x="4723406" y="1648025"/>
                  </a:lnTo>
                  <a:lnTo>
                    <a:pt x="4726540" y="1656149"/>
                  </a:lnTo>
                  <a:lnTo>
                    <a:pt x="4729674" y="1663720"/>
                  </a:lnTo>
                  <a:lnTo>
                    <a:pt x="4732808" y="1671290"/>
                  </a:lnTo>
                  <a:lnTo>
                    <a:pt x="4735942" y="1678861"/>
                  </a:lnTo>
                  <a:lnTo>
                    <a:pt x="4739076" y="1686659"/>
                  </a:lnTo>
                  <a:lnTo>
                    <a:pt x="4742210" y="1694082"/>
                  </a:lnTo>
                  <a:lnTo>
                    <a:pt x="4745344" y="1698816"/>
                  </a:lnTo>
                  <a:lnTo>
                    <a:pt x="4748478" y="1700033"/>
                  </a:lnTo>
                  <a:lnTo>
                    <a:pt x="4751612" y="1698861"/>
                  </a:lnTo>
                  <a:lnTo>
                    <a:pt x="4754746" y="1695590"/>
                  </a:lnTo>
                  <a:lnTo>
                    <a:pt x="4757879" y="1689160"/>
                  </a:lnTo>
                  <a:lnTo>
                    <a:pt x="4761013" y="1682908"/>
                  </a:lnTo>
                  <a:lnTo>
                    <a:pt x="4764147" y="1676657"/>
                  </a:lnTo>
                  <a:lnTo>
                    <a:pt x="4767281" y="1670405"/>
                  </a:lnTo>
                  <a:lnTo>
                    <a:pt x="4770415" y="1664154"/>
                  </a:lnTo>
                  <a:lnTo>
                    <a:pt x="4773549" y="1656596"/>
                  </a:lnTo>
                  <a:lnTo>
                    <a:pt x="4776683" y="1648790"/>
                  </a:lnTo>
                  <a:lnTo>
                    <a:pt x="4779817" y="1641511"/>
                  </a:lnTo>
                  <a:lnTo>
                    <a:pt x="4782951" y="1634746"/>
                  </a:lnTo>
                  <a:lnTo>
                    <a:pt x="4786085" y="1628634"/>
                  </a:lnTo>
                  <a:lnTo>
                    <a:pt x="4789219" y="1622523"/>
                  </a:lnTo>
                  <a:lnTo>
                    <a:pt x="4792353" y="1617881"/>
                  </a:lnTo>
                  <a:lnTo>
                    <a:pt x="4795487" y="1614286"/>
                  </a:lnTo>
                  <a:lnTo>
                    <a:pt x="4798621" y="1612036"/>
                  </a:lnTo>
                  <a:lnTo>
                    <a:pt x="4801755" y="1610990"/>
                  </a:lnTo>
                  <a:lnTo>
                    <a:pt x="4804889" y="1610556"/>
                  </a:lnTo>
                  <a:lnTo>
                    <a:pt x="4808023" y="1609593"/>
                  </a:lnTo>
                  <a:lnTo>
                    <a:pt x="4811157" y="1608446"/>
                  </a:lnTo>
                  <a:lnTo>
                    <a:pt x="4814291" y="1607827"/>
                  </a:lnTo>
                  <a:lnTo>
                    <a:pt x="4817425" y="1607208"/>
                  </a:lnTo>
                  <a:lnTo>
                    <a:pt x="4820559" y="1608179"/>
                  </a:lnTo>
                  <a:lnTo>
                    <a:pt x="4823693" y="1610455"/>
                  </a:lnTo>
                  <a:lnTo>
                    <a:pt x="4826827" y="1611626"/>
                  </a:lnTo>
                  <a:lnTo>
                    <a:pt x="4829961" y="1612797"/>
                  </a:lnTo>
                  <a:lnTo>
                    <a:pt x="4833095" y="1613025"/>
                  </a:lnTo>
                  <a:lnTo>
                    <a:pt x="4836229" y="1613253"/>
                  </a:lnTo>
                  <a:lnTo>
                    <a:pt x="4839363" y="1613481"/>
                  </a:lnTo>
                  <a:lnTo>
                    <a:pt x="4842497" y="1613709"/>
                  </a:lnTo>
                  <a:lnTo>
                    <a:pt x="4845631" y="1614469"/>
                  </a:lnTo>
                  <a:lnTo>
                    <a:pt x="4848765" y="1615641"/>
                  </a:lnTo>
                  <a:lnTo>
                    <a:pt x="4851899" y="1616625"/>
                  </a:lnTo>
                  <a:lnTo>
                    <a:pt x="4855033" y="1617385"/>
                  </a:lnTo>
                  <a:lnTo>
                    <a:pt x="4858167" y="1618781"/>
                  </a:lnTo>
                  <a:lnTo>
                    <a:pt x="4861301" y="1620177"/>
                  </a:lnTo>
                  <a:lnTo>
                    <a:pt x="4864435" y="1621573"/>
                  </a:lnTo>
                  <a:lnTo>
                    <a:pt x="4867569" y="1622742"/>
                  </a:lnTo>
                  <a:lnTo>
                    <a:pt x="4870703" y="1624322"/>
                  </a:lnTo>
                  <a:lnTo>
                    <a:pt x="4873837" y="1625903"/>
                  </a:lnTo>
                  <a:lnTo>
                    <a:pt x="4876971" y="1627483"/>
                  </a:lnTo>
                  <a:lnTo>
                    <a:pt x="4880105" y="1629063"/>
                  </a:lnTo>
                  <a:lnTo>
                    <a:pt x="4883239" y="1630643"/>
                  </a:lnTo>
                  <a:lnTo>
                    <a:pt x="4886373" y="1632802"/>
                  </a:lnTo>
                  <a:lnTo>
                    <a:pt x="4889507" y="1632512"/>
                  </a:lnTo>
                  <a:lnTo>
                    <a:pt x="4892641" y="1632078"/>
                  </a:lnTo>
                  <a:lnTo>
                    <a:pt x="4895775" y="1632810"/>
                  </a:lnTo>
                  <a:lnTo>
                    <a:pt x="4898909" y="1633543"/>
                  </a:lnTo>
                  <a:lnTo>
                    <a:pt x="4902043" y="1632854"/>
                  </a:lnTo>
                  <a:lnTo>
                    <a:pt x="4905177" y="1634215"/>
                  </a:lnTo>
                  <a:lnTo>
                    <a:pt x="4908311" y="1633685"/>
                  </a:lnTo>
                  <a:lnTo>
                    <a:pt x="4911445" y="1632871"/>
                  </a:lnTo>
                  <a:lnTo>
                    <a:pt x="4914579" y="1630516"/>
                  </a:lnTo>
                  <a:lnTo>
                    <a:pt x="4917713" y="1627620"/>
                  </a:lnTo>
                  <a:lnTo>
                    <a:pt x="4920847" y="1623755"/>
                  </a:lnTo>
                  <a:lnTo>
                    <a:pt x="4923981" y="1620884"/>
                  </a:lnTo>
                  <a:lnTo>
                    <a:pt x="4927115" y="1617018"/>
                  </a:lnTo>
                  <a:lnTo>
                    <a:pt x="4930249" y="1614147"/>
                  </a:lnTo>
                  <a:lnTo>
                    <a:pt x="4933383" y="1612582"/>
                  </a:lnTo>
                  <a:lnTo>
                    <a:pt x="4936517" y="1611693"/>
                  </a:lnTo>
                  <a:lnTo>
                    <a:pt x="4939651" y="1610355"/>
                  </a:lnTo>
                  <a:lnTo>
                    <a:pt x="4942785" y="1607663"/>
                  </a:lnTo>
                  <a:lnTo>
                    <a:pt x="4945919" y="1604315"/>
                  </a:lnTo>
                  <a:lnTo>
                    <a:pt x="4949053" y="1602006"/>
                  </a:lnTo>
                  <a:lnTo>
                    <a:pt x="4952187" y="1598810"/>
                  </a:lnTo>
                  <a:lnTo>
                    <a:pt x="4955321" y="1596574"/>
                  </a:lnTo>
                  <a:lnTo>
                    <a:pt x="4958455" y="1594845"/>
                  </a:lnTo>
                  <a:lnTo>
                    <a:pt x="4961589" y="1595739"/>
                  </a:lnTo>
                  <a:lnTo>
                    <a:pt x="4964723" y="1598196"/>
                  </a:lnTo>
                  <a:lnTo>
                    <a:pt x="4967857" y="1601316"/>
                  </a:lnTo>
                  <a:lnTo>
                    <a:pt x="4970991" y="1603859"/>
                  </a:lnTo>
                  <a:lnTo>
                    <a:pt x="4974125" y="1605873"/>
                  </a:lnTo>
                  <a:lnTo>
                    <a:pt x="4977259" y="1607477"/>
                  </a:lnTo>
                  <a:lnTo>
                    <a:pt x="4980393" y="1607267"/>
                  </a:lnTo>
                  <a:lnTo>
                    <a:pt x="4983527" y="1605750"/>
                  </a:lnTo>
                  <a:lnTo>
                    <a:pt x="4986661" y="1605072"/>
                  </a:lnTo>
                  <a:lnTo>
                    <a:pt x="4989795" y="1603608"/>
                  </a:lnTo>
                  <a:lnTo>
                    <a:pt x="4992929" y="1601431"/>
                  </a:lnTo>
                  <a:lnTo>
                    <a:pt x="4996063" y="1598403"/>
                  </a:lnTo>
                  <a:lnTo>
                    <a:pt x="4999197" y="1593524"/>
                  </a:lnTo>
                  <a:lnTo>
                    <a:pt x="5002331" y="1588643"/>
                  </a:lnTo>
                  <a:lnTo>
                    <a:pt x="5005465" y="1582820"/>
                  </a:lnTo>
                  <a:lnTo>
                    <a:pt x="5008599" y="1576585"/>
                  </a:lnTo>
                  <a:lnTo>
                    <a:pt x="5011733" y="1570763"/>
                  </a:lnTo>
                  <a:lnTo>
                    <a:pt x="5014867" y="1564939"/>
                  </a:lnTo>
                  <a:lnTo>
                    <a:pt x="5018001" y="1559116"/>
                  </a:lnTo>
                  <a:lnTo>
                    <a:pt x="5021135" y="1551249"/>
                  </a:lnTo>
                  <a:lnTo>
                    <a:pt x="5024269" y="1541630"/>
                  </a:lnTo>
                  <a:lnTo>
                    <a:pt x="5027403" y="1531701"/>
                  </a:lnTo>
                  <a:lnTo>
                    <a:pt x="5030537" y="1521361"/>
                  </a:lnTo>
                  <a:lnTo>
                    <a:pt x="5033671" y="1511020"/>
                  </a:lnTo>
                  <a:lnTo>
                    <a:pt x="5036805" y="1501200"/>
                  </a:lnTo>
                  <a:lnTo>
                    <a:pt x="5039939" y="1490962"/>
                  </a:lnTo>
                  <a:lnTo>
                    <a:pt x="5043073" y="1480826"/>
                  </a:lnTo>
                  <a:lnTo>
                    <a:pt x="5046207" y="1472041"/>
                  </a:lnTo>
                  <a:lnTo>
                    <a:pt x="5049341" y="1465704"/>
                  </a:lnTo>
                  <a:lnTo>
                    <a:pt x="5052475" y="1460089"/>
                  </a:lnTo>
                  <a:lnTo>
                    <a:pt x="5055609" y="1452534"/>
                  </a:lnTo>
                  <a:lnTo>
                    <a:pt x="5058743" y="1444146"/>
                  </a:lnTo>
                  <a:lnTo>
                    <a:pt x="5061877" y="1436281"/>
                  </a:lnTo>
                  <a:lnTo>
                    <a:pt x="5065011" y="1427946"/>
                  </a:lnTo>
                  <a:lnTo>
                    <a:pt x="5068145" y="1424718"/>
                  </a:lnTo>
                  <a:lnTo>
                    <a:pt x="5071279" y="1424350"/>
                  </a:lnTo>
                  <a:lnTo>
                    <a:pt x="5074413" y="1427949"/>
                  </a:lnTo>
                  <a:lnTo>
                    <a:pt x="5077547" y="1432628"/>
                  </a:lnTo>
                  <a:lnTo>
                    <a:pt x="5080681" y="1437600"/>
                  </a:lnTo>
                  <a:lnTo>
                    <a:pt x="5083815" y="1441022"/>
                  </a:lnTo>
                  <a:lnTo>
                    <a:pt x="5086949" y="1446394"/>
                  </a:lnTo>
                  <a:lnTo>
                    <a:pt x="5090083" y="1450370"/>
                  </a:lnTo>
                  <a:lnTo>
                    <a:pt x="5093217" y="1453819"/>
                  </a:lnTo>
                  <a:lnTo>
                    <a:pt x="5096351" y="1456840"/>
                  </a:lnTo>
                  <a:lnTo>
                    <a:pt x="5099485" y="1459206"/>
                  </a:lnTo>
                  <a:lnTo>
                    <a:pt x="5102619" y="1463216"/>
                  </a:lnTo>
                  <a:lnTo>
                    <a:pt x="5105753" y="1468396"/>
                  </a:lnTo>
                  <a:lnTo>
                    <a:pt x="5108887" y="1473986"/>
                  </a:lnTo>
                  <a:lnTo>
                    <a:pt x="5112021" y="1479982"/>
                  </a:lnTo>
                  <a:lnTo>
                    <a:pt x="5115155" y="1483969"/>
                  </a:lnTo>
                  <a:lnTo>
                    <a:pt x="5118289" y="1486783"/>
                  </a:lnTo>
                  <a:lnTo>
                    <a:pt x="5121423" y="1485361"/>
                  </a:lnTo>
                  <a:lnTo>
                    <a:pt x="5124557" y="1481798"/>
                  </a:lnTo>
                  <a:lnTo>
                    <a:pt x="5127691" y="1478100"/>
                  </a:lnTo>
                  <a:lnTo>
                    <a:pt x="5130825" y="1475716"/>
                  </a:lnTo>
                  <a:lnTo>
                    <a:pt x="5133959" y="1475038"/>
                  </a:lnTo>
                  <a:lnTo>
                    <a:pt x="5137093" y="1474770"/>
                  </a:lnTo>
                  <a:lnTo>
                    <a:pt x="5140227" y="1474502"/>
                  </a:lnTo>
                  <a:lnTo>
                    <a:pt x="5143361" y="1474234"/>
                  </a:lnTo>
                  <a:lnTo>
                    <a:pt x="5146495" y="1474234"/>
                  </a:lnTo>
                  <a:lnTo>
                    <a:pt x="5149629" y="1475020"/>
                  </a:lnTo>
                  <a:lnTo>
                    <a:pt x="5152763" y="1477461"/>
                  </a:lnTo>
                  <a:lnTo>
                    <a:pt x="5155897" y="1480752"/>
                  </a:lnTo>
                  <a:lnTo>
                    <a:pt x="5159031" y="1485897"/>
                  </a:lnTo>
                  <a:lnTo>
                    <a:pt x="5162165" y="1491042"/>
                  </a:lnTo>
                  <a:lnTo>
                    <a:pt x="5165299" y="1496105"/>
                  </a:lnTo>
                  <a:lnTo>
                    <a:pt x="5168433" y="1501169"/>
                  </a:lnTo>
                  <a:lnTo>
                    <a:pt x="5171567" y="1505824"/>
                  </a:lnTo>
                  <a:lnTo>
                    <a:pt x="5174701" y="1510478"/>
                  </a:lnTo>
                  <a:lnTo>
                    <a:pt x="5177835" y="1514346"/>
                  </a:lnTo>
                  <a:lnTo>
                    <a:pt x="5180969" y="1520257"/>
                  </a:lnTo>
                  <a:lnTo>
                    <a:pt x="5184103" y="1527919"/>
                  </a:lnTo>
                  <a:lnTo>
                    <a:pt x="5187237" y="1536303"/>
                  </a:lnTo>
                  <a:lnTo>
                    <a:pt x="5190371" y="1544687"/>
                  </a:lnTo>
                  <a:lnTo>
                    <a:pt x="5193505" y="1553072"/>
                  </a:lnTo>
                  <a:lnTo>
                    <a:pt x="5196639" y="1560935"/>
                  </a:lnTo>
                  <a:lnTo>
                    <a:pt x="5199773" y="1569217"/>
                  </a:lnTo>
                  <a:lnTo>
                    <a:pt x="5202907" y="1577396"/>
                  </a:lnTo>
                  <a:lnTo>
                    <a:pt x="5206041" y="1583647"/>
                  </a:lnTo>
                  <a:lnTo>
                    <a:pt x="5209175" y="1589898"/>
                  </a:lnTo>
                  <a:lnTo>
                    <a:pt x="5212309" y="1595572"/>
                  </a:lnTo>
                  <a:lnTo>
                    <a:pt x="5215443" y="1602017"/>
                  </a:lnTo>
                  <a:lnTo>
                    <a:pt x="5218577" y="1609296"/>
                  </a:lnTo>
                  <a:lnTo>
                    <a:pt x="5221711" y="1617850"/>
                  </a:lnTo>
                  <a:lnTo>
                    <a:pt x="5224845" y="1627057"/>
                  </a:lnTo>
                  <a:lnTo>
                    <a:pt x="5227979" y="1631808"/>
                  </a:lnTo>
                  <a:lnTo>
                    <a:pt x="5231113" y="1635134"/>
                  </a:lnTo>
                  <a:lnTo>
                    <a:pt x="5234247" y="1637159"/>
                  </a:lnTo>
                  <a:lnTo>
                    <a:pt x="5237381" y="1639561"/>
                  </a:lnTo>
                  <a:lnTo>
                    <a:pt x="5240515" y="1641962"/>
                  </a:lnTo>
                  <a:lnTo>
                    <a:pt x="5243649" y="1644918"/>
                  </a:lnTo>
                  <a:lnTo>
                    <a:pt x="5246783" y="1646919"/>
                  </a:lnTo>
                  <a:lnTo>
                    <a:pt x="5249917" y="1648060"/>
                  </a:lnTo>
                  <a:lnTo>
                    <a:pt x="5253051" y="1648286"/>
                  </a:lnTo>
                  <a:lnTo>
                    <a:pt x="5256185" y="1648512"/>
                  </a:lnTo>
                  <a:lnTo>
                    <a:pt x="5259319" y="1649374"/>
                  </a:lnTo>
                  <a:lnTo>
                    <a:pt x="5262453" y="1647400"/>
                  </a:lnTo>
                  <a:lnTo>
                    <a:pt x="5265587" y="1644255"/>
                  </a:lnTo>
                  <a:lnTo>
                    <a:pt x="5268721" y="1639664"/>
                  </a:lnTo>
                  <a:lnTo>
                    <a:pt x="5271855" y="1634084"/>
                  </a:lnTo>
                  <a:lnTo>
                    <a:pt x="5274989" y="1628959"/>
                  </a:lnTo>
                  <a:lnTo>
                    <a:pt x="5278123" y="1622929"/>
                  </a:lnTo>
                  <a:lnTo>
                    <a:pt x="5281257" y="1617310"/>
                  </a:lnTo>
                  <a:lnTo>
                    <a:pt x="5284391" y="1611051"/>
                  </a:lnTo>
                  <a:lnTo>
                    <a:pt x="5287525" y="1605021"/>
                  </a:lnTo>
                  <a:lnTo>
                    <a:pt x="5290659" y="1598254"/>
                  </a:lnTo>
                  <a:lnTo>
                    <a:pt x="5293793" y="1589782"/>
                  </a:lnTo>
                  <a:lnTo>
                    <a:pt x="5296927" y="1580911"/>
                  </a:lnTo>
                  <a:lnTo>
                    <a:pt x="5300061" y="1572971"/>
                  </a:lnTo>
                  <a:lnTo>
                    <a:pt x="5303195" y="1566020"/>
                  </a:lnTo>
                  <a:lnTo>
                    <a:pt x="5306329" y="1558604"/>
                  </a:lnTo>
                  <a:lnTo>
                    <a:pt x="5309463" y="1553460"/>
                  </a:lnTo>
                  <a:lnTo>
                    <a:pt x="5312597" y="1548315"/>
                  </a:lnTo>
                  <a:lnTo>
                    <a:pt x="5315731" y="1543171"/>
                  </a:lnTo>
                  <a:lnTo>
                    <a:pt x="5318865" y="1538026"/>
                  </a:lnTo>
                  <a:lnTo>
                    <a:pt x="5321999" y="1535015"/>
                  </a:lnTo>
                  <a:lnTo>
                    <a:pt x="5325133" y="1533065"/>
                  </a:lnTo>
                  <a:lnTo>
                    <a:pt x="5328267" y="1529634"/>
                  </a:lnTo>
                  <a:lnTo>
                    <a:pt x="5331401" y="1526496"/>
                  </a:lnTo>
                  <a:lnTo>
                    <a:pt x="5334535" y="1522831"/>
                  </a:lnTo>
                  <a:lnTo>
                    <a:pt x="5337669" y="1519541"/>
                  </a:lnTo>
                  <a:lnTo>
                    <a:pt x="5340803" y="1516252"/>
                  </a:lnTo>
                  <a:lnTo>
                    <a:pt x="5343937" y="1514956"/>
                  </a:lnTo>
                  <a:lnTo>
                    <a:pt x="5347071" y="1513791"/>
                  </a:lnTo>
                  <a:lnTo>
                    <a:pt x="5350205" y="1512216"/>
                  </a:lnTo>
                  <a:lnTo>
                    <a:pt x="5353339" y="1511052"/>
                  </a:lnTo>
                  <a:lnTo>
                    <a:pt x="5356473" y="1510466"/>
                  </a:lnTo>
                  <a:lnTo>
                    <a:pt x="5359607" y="1509880"/>
                  </a:lnTo>
                  <a:lnTo>
                    <a:pt x="5362741" y="1508716"/>
                  </a:lnTo>
                  <a:lnTo>
                    <a:pt x="5365875" y="1507551"/>
                  </a:lnTo>
                  <a:lnTo>
                    <a:pt x="5369009" y="1506387"/>
                  </a:lnTo>
                  <a:lnTo>
                    <a:pt x="5372143" y="1505223"/>
                  </a:lnTo>
                  <a:lnTo>
                    <a:pt x="5375277" y="1505942"/>
                  </a:lnTo>
                  <a:lnTo>
                    <a:pt x="5378411" y="1506955"/>
                  </a:lnTo>
                  <a:lnTo>
                    <a:pt x="5381545" y="1508232"/>
                  </a:lnTo>
                  <a:lnTo>
                    <a:pt x="5384679" y="1509510"/>
                  </a:lnTo>
                  <a:lnTo>
                    <a:pt x="5387813" y="1513616"/>
                  </a:lnTo>
                  <a:lnTo>
                    <a:pt x="5390947" y="1518282"/>
                  </a:lnTo>
                  <a:lnTo>
                    <a:pt x="5394081" y="1522947"/>
                  </a:lnTo>
                  <a:lnTo>
                    <a:pt x="5397215" y="1526969"/>
                  </a:lnTo>
                  <a:lnTo>
                    <a:pt x="5400349" y="1530727"/>
                  </a:lnTo>
                  <a:lnTo>
                    <a:pt x="5403483" y="1534032"/>
                  </a:lnTo>
                  <a:lnTo>
                    <a:pt x="5406617" y="1537337"/>
                  </a:lnTo>
                  <a:lnTo>
                    <a:pt x="5409751" y="1541902"/>
                  </a:lnTo>
                  <a:lnTo>
                    <a:pt x="5412885" y="1547910"/>
                  </a:lnTo>
                  <a:lnTo>
                    <a:pt x="5416019" y="1554142"/>
                  </a:lnTo>
                  <a:lnTo>
                    <a:pt x="5419153" y="1560316"/>
                  </a:lnTo>
                  <a:lnTo>
                    <a:pt x="5422287" y="1568523"/>
                  </a:lnTo>
                  <a:lnTo>
                    <a:pt x="5425421" y="1576731"/>
                  </a:lnTo>
                  <a:lnTo>
                    <a:pt x="5428555" y="1584714"/>
                  </a:lnTo>
                  <a:lnTo>
                    <a:pt x="5431689" y="1592697"/>
                  </a:lnTo>
                  <a:lnTo>
                    <a:pt x="5434823" y="1600226"/>
                  </a:lnTo>
                  <a:lnTo>
                    <a:pt x="5437957" y="1607796"/>
                  </a:lnTo>
                  <a:lnTo>
                    <a:pt x="5441091" y="1615366"/>
                  </a:lnTo>
                  <a:lnTo>
                    <a:pt x="5444225" y="1623349"/>
                  </a:lnTo>
                  <a:lnTo>
                    <a:pt x="5447359" y="1631328"/>
                  </a:lnTo>
                  <a:lnTo>
                    <a:pt x="5450493" y="1638808"/>
                  </a:lnTo>
                  <a:lnTo>
                    <a:pt x="5453627" y="1643894"/>
                  </a:lnTo>
                  <a:lnTo>
                    <a:pt x="5456761" y="1649381"/>
                  </a:lnTo>
                  <a:lnTo>
                    <a:pt x="5459895" y="1653937"/>
                  </a:lnTo>
                  <a:lnTo>
                    <a:pt x="5463029" y="1656705"/>
                  </a:lnTo>
                  <a:lnTo>
                    <a:pt x="5466163" y="1657805"/>
                  </a:lnTo>
                  <a:lnTo>
                    <a:pt x="5469297" y="1656862"/>
                  </a:lnTo>
                  <a:lnTo>
                    <a:pt x="5472431" y="1655919"/>
                  </a:lnTo>
                  <a:lnTo>
                    <a:pt x="5475565" y="1654976"/>
                  </a:lnTo>
                  <a:lnTo>
                    <a:pt x="5478699" y="1653782"/>
                  </a:lnTo>
                  <a:lnTo>
                    <a:pt x="5481833" y="1648322"/>
                  </a:lnTo>
                  <a:lnTo>
                    <a:pt x="5484967" y="1642292"/>
                  </a:lnTo>
                  <a:lnTo>
                    <a:pt x="5488101" y="1636756"/>
                  </a:lnTo>
                  <a:lnTo>
                    <a:pt x="5491235" y="1629963"/>
                  </a:lnTo>
                  <a:lnTo>
                    <a:pt x="5494369" y="1623472"/>
                  </a:lnTo>
                  <a:lnTo>
                    <a:pt x="5497503" y="1617287"/>
                  </a:lnTo>
                  <a:lnTo>
                    <a:pt x="5500637" y="1612745"/>
                  </a:lnTo>
                  <a:lnTo>
                    <a:pt x="5503771" y="1606210"/>
                  </a:lnTo>
                  <a:lnTo>
                    <a:pt x="5506905" y="1599543"/>
                  </a:lnTo>
                  <a:lnTo>
                    <a:pt x="5510039" y="1593741"/>
                  </a:lnTo>
                  <a:lnTo>
                    <a:pt x="5513173" y="1589458"/>
                  </a:lnTo>
                  <a:lnTo>
                    <a:pt x="5516307" y="1584222"/>
                  </a:lnTo>
                  <a:lnTo>
                    <a:pt x="5519441" y="1579360"/>
                  </a:lnTo>
                  <a:lnTo>
                    <a:pt x="5522575" y="1573850"/>
                  </a:lnTo>
                  <a:lnTo>
                    <a:pt x="5525709" y="1567408"/>
                  </a:lnTo>
                  <a:lnTo>
                    <a:pt x="5528843" y="1563125"/>
                  </a:lnTo>
                  <a:lnTo>
                    <a:pt x="5531977" y="1558842"/>
                  </a:lnTo>
                  <a:lnTo>
                    <a:pt x="5535111" y="1554032"/>
                  </a:lnTo>
                  <a:lnTo>
                    <a:pt x="5538245" y="1550459"/>
                  </a:lnTo>
                  <a:lnTo>
                    <a:pt x="5541379" y="1546621"/>
                  </a:lnTo>
                  <a:lnTo>
                    <a:pt x="5544513" y="1543008"/>
                  </a:lnTo>
                  <a:lnTo>
                    <a:pt x="5547647" y="1537433"/>
                  </a:lnTo>
                  <a:lnTo>
                    <a:pt x="5550781" y="1531342"/>
                  </a:lnTo>
                  <a:lnTo>
                    <a:pt x="5553915" y="1525518"/>
                  </a:lnTo>
                  <a:lnTo>
                    <a:pt x="5557049" y="1520374"/>
                  </a:lnTo>
                  <a:lnTo>
                    <a:pt x="5560183" y="1515494"/>
                  </a:lnTo>
                  <a:lnTo>
                    <a:pt x="5563317" y="1511067"/>
                  </a:lnTo>
                  <a:lnTo>
                    <a:pt x="5566451" y="1506639"/>
                  </a:lnTo>
                  <a:lnTo>
                    <a:pt x="5569585" y="1503518"/>
                  </a:lnTo>
                  <a:lnTo>
                    <a:pt x="5572719" y="1502371"/>
                  </a:lnTo>
                  <a:lnTo>
                    <a:pt x="5575853" y="1501000"/>
                  </a:lnTo>
                  <a:lnTo>
                    <a:pt x="5578987" y="1499628"/>
                  </a:lnTo>
                  <a:lnTo>
                    <a:pt x="5582121" y="1498257"/>
                  </a:lnTo>
                  <a:lnTo>
                    <a:pt x="5585255" y="1496886"/>
                  </a:lnTo>
                  <a:lnTo>
                    <a:pt x="5588389" y="1496266"/>
                  </a:lnTo>
                  <a:lnTo>
                    <a:pt x="5591523" y="1495647"/>
                  </a:lnTo>
                  <a:lnTo>
                    <a:pt x="5594657" y="1496957"/>
                  </a:lnTo>
                  <a:lnTo>
                    <a:pt x="5597791" y="1499115"/>
                  </a:lnTo>
                  <a:lnTo>
                    <a:pt x="5600925" y="1501273"/>
                  </a:lnTo>
                  <a:lnTo>
                    <a:pt x="5604059" y="1503247"/>
                  </a:lnTo>
                  <a:lnTo>
                    <a:pt x="5607193" y="1504996"/>
                  </a:lnTo>
                  <a:lnTo>
                    <a:pt x="5610327" y="1507245"/>
                  </a:lnTo>
                  <a:lnTo>
                    <a:pt x="5613461" y="1511886"/>
                  </a:lnTo>
                  <a:lnTo>
                    <a:pt x="5616595" y="1516527"/>
                  </a:lnTo>
                  <a:lnTo>
                    <a:pt x="5619729" y="1520590"/>
                  </a:lnTo>
                  <a:lnTo>
                    <a:pt x="5622863" y="1525453"/>
                  </a:lnTo>
                  <a:lnTo>
                    <a:pt x="5625997" y="1532447"/>
                  </a:lnTo>
                  <a:lnTo>
                    <a:pt x="5629131" y="1539213"/>
                  </a:lnTo>
                  <a:lnTo>
                    <a:pt x="5632265" y="1545979"/>
                  </a:lnTo>
                  <a:lnTo>
                    <a:pt x="5635399" y="1552067"/>
                  </a:lnTo>
                  <a:lnTo>
                    <a:pt x="5638533" y="1558405"/>
                  </a:lnTo>
                  <a:lnTo>
                    <a:pt x="5641667" y="1566877"/>
                  </a:lnTo>
                  <a:lnTo>
                    <a:pt x="5644801" y="1575085"/>
                  </a:lnTo>
                  <a:lnTo>
                    <a:pt x="5647935" y="1584281"/>
                  </a:lnTo>
                  <a:lnTo>
                    <a:pt x="5651069" y="1594621"/>
                  </a:lnTo>
                  <a:lnTo>
                    <a:pt x="5654203" y="1605186"/>
                  </a:lnTo>
                  <a:lnTo>
                    <a:pt x="5657337" y="1615221"/>
                  </a:lnTo>
                  <a:lnTo>
                    <a:pt x="5660471" y="1623837"/>
                  </a:lnTo>
                  <a:lnTo>
                    <a:pt x="5663605" y="1632230"/>
                  </a:lnTo>
                  <a:lnTo>
                    <a:pt x="5666739" y="1640846"/>
                  </a:lnTo>
                  <a:lnTo>
                    <a:pt x="5669873" y="1649008"/>
                  </a:lnTo>
                  <a:lnTo>
                    <a:pt x="5673007" y="1655016"/>
                  </a:lnTo>
                  <a:lnTo>
                    <a:pt x="5676141" y="1661399"/>
                  </a:lnTo>
                  <a:lnTo>
                    <a:pt x="5679275" y="1667407"/>
                  </a:lnTo>
                  <a:lnTo>
                    <a:pt x="5682409" y="1674642"/>
                  </a:lnTo>
                  <a:lnTo>
                    <a:pt x="5685543" y="1682807"/>
                  </a:lnTo>
                  <a:lnTo>
                    <a:pt x="5688677" y="1688815"/>
                  </a:lnTo>
                  <a:lnTo>
                    <a:pt x="5691811" y="1695047"/>
                  </a:lnTo>
                  <a:lnTo>
                    <a:pt x="5694945" y="1699924"/>
                  </a:lnTo>
                  <a:lnTo>
                    <a:pt x="5698079" y="1703269"/>
                  </a:lnTo>
                  <a:lnTo>
                    <a:pt x="5701213" y="1706614"/>
                  </a:lnTo>
                  <a:lnTo>
                    <a:pt x="5704347" y="1709734"/>
                  </a:lnTo>
                  <a:lnTo>
                    <a:pt x="5707481" y="1714592"/>
                  </a:lnTo>
                  <a:lnTo>
                    <a:pt x="5710615" y="1719698"/>
                  </a:lnTo>
                  <a:lnTo>
                    <a:pt x="5713749" y="1724353"/>
                  </a:lnTo>
                  <a:lnTo>
                    <a:pt x="5716883" y="1728596"/>
                  </a:lnTo>
                  <a:lnTo>
                    <a:pt x="5720017" y="1732839"/>
                  </a:lnTo>
                  <a:lnTo>
                    <a:pt x="5723151" y="1737082"/>
                  </a:lnTo>
                  <a:lnTo>
                    <a:pt x="5726285" y="1741325"/>
                  </a:lnTo>
                  <a:lnTo>
                    <a:pt x="5729419" y="1744262"/>
                  </a:lnTo>
                  <a:lnTo>
                    <a:pt x="5732553" y="1745409"/>
                  </a:lnTo>
                  <a:lnTo>
                    <a:pt x="5735687" y="1746780"/>
                  </a:lnTo>
                  <a:lnTo>
                    <a:pt x="5738821" y="1747927"/>
                  </a:lnTo>
                  <a:lnTo>
                    <a:pt x="5741955" y="1749074"/>
                  </a:lnTo>
                  <a:lnTo>
                    <a:pt x="5745089" y="1750220"/>
                  </a:lnTo>
                  <a:lnTo>
                    <a:pt x="5748223" y="1750839"/>
                  </a:lnTo>
                  <a:lnTo>
                    <a:pt x="5751357" y="1751124"/>
                  </a:lnTo>
                  <a:lnTo>
                    <a:pt x="5754491" y="1746694"/>
                  </a:lnTo>
                  <a:lnTo>
                    <a:pt x="5757625" y="1741600"/>
                  </a:lnTo>
                  <a:lnTo>
                    <a:pt x="5760759" y="1736506"/>
                  </a:lnTo>
                  <a:lnTo>
                    <a:pt x="5763893" y="1731412"/>
                  </a:lnTo>
                  <a:lnTo>
                    <a:pt x="5767027" y="1726318"/>
                  </a:lnTo>
                  <a:lnTo>
                    <a:pt x="5770161" y="1721449"/>
                  </a:lnTo>
                  <a:lnTo>
                    <a:pt x="5773295" y="1716807"/>
                  </a:lnTo>
                  <a:lnTo>
                    <a:pt x="5776429" y="1712166"/>
                  </a:lnTo>
                  <a:lnTo>
                    <a:pt x="5779563" y="1706478"/>
                  </a:lnTo>
                  <a:lnTo>
                    <a:pt x="5782697" y="1699483"/>
                  </a:lnTo>
                  <a:lnTo>
                    <a:pt x="5785831" y="1691262"/>
                  </a:lnTo>
                  <a:lnTo>
                    <a:pt x="5788965" y="1681883"/>
                  </a:lnTo>
                  <a:lnTo>
                    <a:pt x="5792099" y="1672504"/>
                  </a:lnTo>
                  <a:lnTo>
                    <a:pt x="5795233" y="1664032"/>
                  </a:lnTo>
                  <a:lnTo>
                    <a:pt x="5798367" y="1655787"/>
                  </a:lnTo>
                  <a:lnTo>
                    <a:pt x="5801501" y="1649699"/>
                  </a:lnTo>
                  <a:lnTo>
                    <a:pt x="5804635" y="1644032"/>
                  </a:lnTo>
                  <a:lnTo>
                    <a:pt x="5807769" y="1636356"/>
                  </a:lnTo>
                  <a:lnTo>
                    <a:pt x="5810903" y="1629320"/>
                  </a:lnTo>
                  <a:lnTo>
                    <a:pt x="5814037" y="1622861"/>
                  </a:lnTo>
                  <a:lnTo>
                    <a:pt x="5817171" y="1616627"/>
                  </a:lnTo>
                  <a:lnTo>
                    <a:pt x="5820305" y="1610169"/>
                  </a:lnTo>
                  <a:lnTo>
                    <a:pt x="5823439" y="1603935"/>
                  </a:lnTo>
                  <a:lnTo>
                    <a:pt x="5826573" y="1598633"/>
                  </a:lnTo>
                  <a:lnTo>
                    <a:pt x="5829707" y="1594559"/>
                  </a:lnTo>
                  <a:lnTo>
                    <a:pt x="5832841" y="1592016"/>
                  </a:lnTo>
                  <a:lnTo>
                    <a:pt x="5835975" y="1590869"/>
                  </a:lnTo>
                  <a:lnTo>
                    <a:pt x="5839109" y="1589722"/>
                  </a:lnTo>
                  <a:lnTo>
                    <a:pt x="5842243" y="1587997"/>
                  </a:lnTo>
                  <a:lnTo>
                    <a:pt x="5845377" y="1586272"/>
                  </a:lnTo>
                  <a:lnTo>
                    <a:pt x="5848511" y="1584548"/>
                  </a:lnTo>
                  <a:lnTo>
                    <a:pt x="5851645" y="1582626"/>
                  </a:lnTo>
                  <a:lnTo>
                    <a:pt x="5854779" y="1583386"/>
                  </a:lnTo>
                  <a:lnTo>
                    <a:pt x="5857913" y="1583614"/>
                  </a:lnTo>
                  <a:lnTo>
                    <a:pt x="5861047" y="1583614"/>
                  </a:lnTo>
                  <a:lnTo>
                    <a:pt x="5864181" y="1583390"/>
                  </a:lnTo>
                  <a:lnTo>
                    <a:pt x="5867315" y="1583614"/>
                  </a:lnTo>
                  <a:lnTo>
                    <a:pt x="5870449" y="1583839"/>
                  </a:lnTo>
                  <a:lnTo>
                    <a:pt x="5873583" y="1584023"/>
                  </a:lnTo>
                  <a:lnTo>
                    <a:pt x="5876717" y="1584208"/>
                  </a:lnTo>
                  <a:lnTo>
                    <a:pt x="5879851" y="1584392"/>
                  </a:lnTo>
                  <a:lnTo>
                    <a:pt x="5882985" y="1584577"/>
                  </a:lnTo>
                  <a:lnTo>
                    <a:pt x="5886119" y="1584761"/>
                  </a:lnTo>
                  <a:lnTo>
                    <a:pt x="5889253" y="1584945"/>
                  </a:lnTo>
                  <a:lnTo>
                    <a:pt x="5892387" y="1584945"/>
                  </a:lnTo>
                  <a:lnTo>
                    <a:pt x="5895521" y="1584721"/>
                  </a:lnTo>
                  <a:lnTo>
                    <a:pt x="5898655" y="1584721"/>
                  </a:lnTo>
                  <a:lnTo>
                    <a:pt x="5901789" y="1584721"/>
                  </a:lnTo>
                  <a:lnTo>
                    <a:pt x="5904923" y="1584945"/>
                  </a:lnTo>
                  <a:lnTo>
                    <a:pt x="5908057" y="1584945"/>
                  </a:lnTo>
                  <a:lnTo>
                    <a:pt x="5911191" y="1585504"/>
                  </a:lnTo>
                  <a:lnTo>
                    <a:pt x="5914325" y="1588625"/>
                  </a:lnTo>
                  <a:lnTo>
                    <a:pt x="5917459" y="1591970"/>
                  </a:lnTo>
                  <a:lnTo>
                    <a:pt x="5920593" y="1595542"/>
                  </a:lnTo>
                  <a:lnTo>
                    <a:pt x="5923727" y="1599116"/>
                  </a:lnTo>
                  <a:lnTo>
                    <a:pt x="5926861" y="1602689"/>
                  </a:lnTo>
                  <a:lnTo>
                    <a:pt x="5929995" y="1606038"/>
                  </a:lnTo>
                  <a:lnTo>
                    <a:pt x="5933129" y="1609158"/>
                  </a:lnTo>
                  <a:lnTo>
                    <a:pt x="5936263" y="1612278"/>
                  </a:lnTo>
                  <a:lnTo>
                    <a:pt x="5939397" y="1617287"/>
                  </a:lnTo>
                  <a:lnTo>
                    <a:pt x="5942531" y="1623871"/>
                  </a:lnTo>
                  <a:lnTo>
                    <a:pt x="5945665" y="1631681"/>
                  </a:lnTo>
                  <a:lnTo>
                    <a:pt x="5948799" y="1641060"/>
                  </a:lnTo>
                  <a:lnTo>
                    <a:pt x="5951933" y="1650027"/>
                  </a:lnTo>
                  <a:lnTo>
                    <a:pt x="5955067" y="1658767"/>
                  </a:lnTo>
                  <a:lnTo>
                    <a:pt x="5958201" y="1667013"/>
                  </a:lnTo>
                  <a:lnTo>
                    <a:pt x="5961335" y="1673101"/>
                  </a:lnTo>
                  <a:lnTo>
                    <a:pt x="5964469" y="1678769"/>
                  </a:lnTo>
                  <a:lnTo>
                    <a:pt x="5967603" y="1686444"/>
                  </a:lnTo>
                  <a:lnTo>
                    <a:pt x="5970737" y="1693709"/>
                  </a:lnTo>
                  <a:lnTo>
                    <a:pt x="5973871" y="1700396"/>
                  </a:lnTo>
                  <a:lnTo>
                    <a:pt x="5977005" y="1707082"/>
                  </a:lnTo>
                  <a:lnTo>
                    <a:pt x="5980139" y="1713769"/>
                  </a:lnTo>
                  <a:lnTo>
                    <a:pt x="5983273" y="1720720"/>
                  </a:lnTo>
                  <a:lnTo>
                    <a:pt x="5986407" y="1726249"/>
                  </a:lnTo>
                  <a:lnTo>
                    <a:pt x="5989541" y="1730324"/>
                  </a:lnTo>
                  <a:lnTo>
                    <a:pt x="5992675" y="1733092"/>
                  </a:lnTo>
                  <a:lnTo>
                    <a:pt x="5995809" y="1734463"/>
                  </a:lnTo>
                  <a:lnTo>
                    <a:pt x="5998943" y="1735834"/>
                  </a:lnTo>
                  <a:lnTo>
                    <a:pt x="6002077" y="1737784"/>
                  </a:lnTo>
                  <a:lnTo>
                    <a:pt x="6005211" y="1739733"/>
                  </a:lnTo>
                  <a:lnTo>
                    <a:pt x="6008345" y="1741683"/>
                  </a:lnTo>
                  <a:lnTo>
                    <a:pt x="6011479" y="1743605"/>
                  </a:lnTo>
                  <a:lnTo>
                    <a:pt x="6014613" y="1742620"/>
                  </a:lnTo>
                  <a:lnTo>
                    <a:pt x="6017747" y="1742392"/>
                  </a:lnTo>
                  <a:lnTo>
                    <a:pt x="6020881" y="1742392"/>
                  </a:lnTo>
                  <a:lnTo>
                    <a:pt x="6024015" y="1742616"/>
                  </a:lnTo>
                  <a:lnTo>
                    <a:pt x="6027149" y="1743376"/>
                  </a:lnTo>
                  <a:lnTo>
                    <a:pt x="6030283" y="1743868"/>
                  </a:lnTo>
                  <a:lnTo>
                    <a:pt x="6033417" y="1744853"/>
                  </a:lnTo>
                  <a:lnTo>
                    <a:pt x="6036551" y="1745838"/>
                  </a:lnTo>
                  <a:lnTo>
                    <a:pt x="6039685" y="1747234"/>
                  </a:lnTo>
                  <a:lnTo>
                    <a:pt x="6042819" y="1748630"/>
                  </a:lnTo>
                  <a:lnTo>
                    <a:pt x="6045953" y="1750026"/>
                  </a:lnTo>
                  <a:lnTo>
                    <a:pt x="6049087" y="1751421"/>
                  </a:lnTo>
                  <a:lnTo>
                    <a:pt x="6052221" y="1752817"/>
                  </a:lnTo>
                  <a:lnTo>
                    <a:pt x="6055355" y="1754792"/>
                  </a:lnTo>
                  <a:lnTo>
                    <a:pt x="6058489" y="1756765"/>
                  </a:lnTo>
                  <a:lnTo>
                    <a:pt x="6061623" y="1758739"/>
                  </a:lnTo>
                  <a:lnTo>
                    <a:pt x="6064757" y="1760488"/>
                  </a:lnTo>
                  <a:lnTo>
                    <a:pt x="6067891" y="1762462"/>
                  </a:lnTo>
                  <a:lnTo>
                    <a:pt x="6071025" y="1764210"/>
                  </a:lnTo>
                  <a:lnTo>
                    <a:pt x="6074159" y="1765606"/>
                  </a:lnTo>
                  <a:lnTo>
                    <a:pt x="6077293" y="1766777"/>
                  </a:lnTo>
                  <a:lnTo>
                    <a:pt x="6080427" y="1768298"/>
                  </a:lnTo>
                  <a:lnTo>
                    <a:pt x="6083561" y="1770346"/>
                  </a:lnTo>
                  <a:lnTo>
                    <a:pt x="6086695" y="1771867"/>
                  </a:lnTo>
                  <a:lnTo>
                    <a:pt x="6089829" y="1774428"/>
                  </a:lnTo>
                  <a:lnTo>
                    <a:pt x="6092963" y="1776989"/>
                  </a:lnTo>
                  <a:lnTo>
                    <a:pt x="6096097" y="1780205"/>
                  </a:lnTo>
                  <a:lnTo>
                    <a:pt x="6099231" y="1783157"/>
                  </a:lnTo>
                  <a:lnTo>
                    <a:pt x="6102365" y="1785186"/>
                  </a:lnTo>
                  <a:lnTo>
                    <a:pt x="6105499" y="1787215"/>
                  </a:lnTo>
                  <a:lnTo>
                    <a:pt x="6108633" y="1788833"/>
                  </a:lnTo>
                  <a:lnTo>
                    <a:pt x="6111767" y="1790862"/>
                  </a:lnTo>
                  <a:lnTo>
                    <a:pt x="6114901" y="1792891"/>
                  </a:lnTo>
                  <a:lnTo>
                    <a:pt x="6118035" y="1795188"/>
                  </a:lnTo>
                  <a:lnTo>
                    <a:pt x="6121169" y="1797484"/>
                  </a:lnTo>
                  <a:lnTo>
                    <a:pt x="6124303" y="1800045"/>
                  </a:lnTo>
                  <a:lnTo>
                    <a:pt x="6127437" y="1802093"/>
                  </a:lnTo>
                  <a:lnTo>
                    <a:pt x="6130571" y="1803614"/>
                  </a:lnTo>
                  <a:lnTo>
                    <a:pt x="6133705" y="1805135"/>
                  </a:lnTo>
                  <a:lnTo>
                    <a:pt x="6136839" y="1805667"/>
                  </a:lnTo>
                  <a:lnTo>
                    <a:pt x="6139973" y="1805931"/>
                  </a:lnTo>
                  <a:lnTo>
                    <a:pt x="6143107" y="1805439"/>
                  </a:lnTo>
                  <a:lnTo>
                    <a:pt x="6146241" y="1805211"/>
                  </a:lnTo>
                  <a:lnTo>
                    <a:pt x="6149375" y="1805211"/>
                  </a:lnTo>
                  <a:lnTo>
                    <a:pt x="6152509" y="1805439"/>
                  </a:lnTo>
                  <a:lnTo>
                    <a:pt x="6155643" y="1805667"/>
                  </a:lnTo>
                  <a:lnTo>
                    <a:pt x="6158777" y="1805895"/>
                  </a:lnTo>
                  <a:lnTo>
                    <a:pt x="6161911" y="1805895"/>
                  </a:lnTo>
                  <a:lnTo>
                    <a:pt x="6165045" y="1805670"/>
                  </a:lnTo>
                  <a:lnTo>
                    <a:pt x="6168179" y="1805446"/>
                  </a:lnTo>
                  <a:lnTo>
                    <a:pt x="6171313" y="1805221"/>
                  </a:lnTo>
                  <a:lnTo>
                    <a:pt x="6174447" y="1805221"/>
                  </a:lnTo>
                  <a:lnTo>
                    <a:pt x="6177581" y="1804996"/>
                  </a:lnTo>
                  <a:lnTo>
                    <a:pt x="6180715" y="1804996"/>
                  </a:lnTo>
                  <a:lnTo>
                    <a:pt x="6183849" y="1805224"/>
                  </a:lnTo>
                  <a:lnTo>
                    <a:pt x="6186983" y="1804957"/>
                  </a:lnTo>
                  <a:lnTo>
                    <a:pt x="6190117" y="1804957"/>
                  </a:lnTo>
                  <a:lnTo>
                    <a:pt x="6193251" y="1804689"/>
                  </a:lnTo>
                  <a:lnTo>
                    <a:pt x="6196385" y="1804422"/>
                  </a:lnTo>
                  <a:lnTo>
                    <a:pt x="6199519" y="1802979"/>
                  </a:lnTo>
                  <a:lnTo>
                    <a:pt x="6202653" y="1798916"/>
                  </a:lnTo>
                  <a:lnTo>
                    <a:pt x="6205787" y="1792792"/>
                  </a:lnTo>
                  <a:lnTo>
                    <a:pt x="6208921" y="1786026"/>
                  </a:lnTo>
                  <a:lnTo>
                    <a:pt x="6212055" y="1779259"/>
                  </a:lnTo>
                  <a:lnTo>
                    <a:pt x="6215189" y="1772179"/>
                  </a:lnTo>
                  <a:lnTo>
                    <a:pt x="6218323" y="1764835"/>
                  </a:lnTo>
                  <a:lnTo>
                    <a:pt x="6221457" y="1757491"/>
                  </a:lnTo>
                  <a:lnTo>
                    <a:pt x="6224591" y="1750147"/>
                  </a:lnTo>
                  <a:lnTo>
                    <a:pt x="6227725" y="1742574"/>
                  </a:lnTo>
                  <a:lnTo>
                    <a:pt x="6230859" y="1735003"/>
                  </a:lnTo>
                  <a:lnTo>
                    <a:pt x="6233993" y="1727783"/>
                  </a:lnTo>
                  <a:lnTo>
                    <a:pt x="6237127" y="1720564"/>
                  </a:lnTo>
                  <a:lnTo>
                    <a:pt x="6240261" y="1712767"/>
                  </a:lnTo>
                  <a:lnTo>
                    <a:pt x="6243395" y="1704442"/>
                  </a:lnTo>
                  <a:lnTo>
                    <a:pt x="6246529" y="1697029"/>
                  </a:lnTo>
                  <a:lnTo>
                    <a:pt x="6249663" y="1690895"/>
                  </a:lnTo>
                  <a:lnTo>
                    <a:pt x="6252797" y="1687055"/>
                  </a:lnTo>
                  <a:lnTo>
                    <a:pt x="6255931" y="1683386"/>
                  </a:lnTo>
                  <a:lnTo>
                    <a:pt x="6259065" y="1679717"/>
                  </a:lnTo>
                  <a:lnTo>
                    <a:pt x="6262199" y="1676703"/>
                  </a:lnTo>
                  <a:lnTo>
                    <a:pt x="6265333" y="167391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188720" y="2290203"/>
              <a:ext cx="0" cy="1431153"/>
            </a:xfrm>
            <a:custGeom>
              <a:avLst/>
              <a:pathLst>
                <a:path w="0" h="1431153">
                  <a:moveTo>
                    <a:pt x="0" y="143115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097280" y="372135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097280" y="336356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097280" y="300577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097280" y="264799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097280" y="229020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tx11"/>
            <p:cNvSpPr/>
            <p:nvPr/>
          </p:nvSpPr>
          <p:spPr>
            <a:xfrm rot="-5400000">
              <a:off x="790447" y="3663722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13" name="tx12"/>
            <p:cNvSpPr/>
            <p:nvPr/>
          </p:nvSpPr>
          <p:spPr>
            <a:xfrm rot="-5400000">
              <a:off x="790447" y="2948146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14" name="tx13"/>
            <p:cNvSpPr/>
            <p:nvPr/>
          </p:nvSpPr>
          <p:spPr>
            <a:xfrm rot="-5400000">
              <a:off x="790447" y="2232569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7.0</a:t>
              </a:r>
            </a:p>
          </p:txBody>
        </p:sp>
        <p:sp>
          <p:nvSpPr>
            <p:cNvPr id="15" name="pg14"/>
            <p:cNvSpPr/>
            <p:nvPr/>
          </p:nvSpPr>
          <p:spPr>
            <a:xfrm>
              <a:off x="1188720" y="1965959"/>
              <a:ext cx="6766559" cy="1897221"/>
            </a:xfrm>
            <a:custGeom>
              <a:avLst/>
              <a:pathLst>
                <a:path w="6766559" h="1897221">
                  <a:moveTo>
                    <a:pt x="0" y="1897221"/>
                  </a:moveTo>
                  <a:lnTo>
                    <a:pt x="6766559" y="1897221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5"/>
            <p:cNvSpPr/>
            <p:nvPr/>
          </p:nvSpPr>
          <p:spPr>
            <a:xfrm>
              <a:off x="3914417" y="1667663"/>
              <a:ext cx="1315164" cy="182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EB5_epi_cnt_n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4192897" y="4410636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18" name="pg17"/>
            <p:cNvSpPr/>
            <p:nvPr/>
          </p:nvSpPr>
          <p:spPr>
            <a:xfrm>
              <a:off x="1439333" y="2036227"/>
              <a:ext cx="6265333" cy="1826954"/>
            </a:xfrm>
            <a:custGeom>
              <a:avLst/>
              <a:pathLst>
                <a:path w="6265333" h="1826954">
                  <a:moveTo>
                    <a:pt x="0" y="1525670"/>
                  </a:moveTo>
                  <a:lnTo>
                    <a:pt x="470" y="1526202"/>
                  </a:lnTo>
                  <a:lnTo>
                    <a:pt x="3604" y="1526734"/>
                  </a:lnTo>
                  <a:lnTo>
                    <a:pt x="6738" y="1527722"/>
                  </a:lnTo>
                  <a:lnTo>
                    <a:pt x="9872" y="1528608"/>
                  </a:lnTo>
                  <a:lnTo>
                    <a:pt x="13006" y="1528877"/>
                  </a:lnTo>
                  <a:lnTo>
                    <a:pt x="16140" y="1528877"/>
                  </a:lnTo>
                  <a:lnTo>
                    <a:pt x="19274" y="1528612"/>
                  </a:lnTo>
                  <a:lnTo>
                    <a:pt x="22408" y="1528407"/>
                  </a:lnTo>
                  <a:lnTo>
                    <a:pt x="25542" y="1530882"/>
                  </a:lnTo>
                  <a:lnTo>
                    <a:pt x="28676" y="1533357"/>
                  </a:lnTo>
                  <a:lnTo>
                    <a:pt x="31810" y="1535567"/>
                  </a:lnTo>
                  <a:lnTo>
                    <a:pt x="34944" y="1539592"/>
                  </a:lnTo>
                  <a:lnTo>
                    <a:pt x="38078" y="1543801"/>
                  </a:lnTo>
                  <a:lnTo>
                    <a:pt x="41212" y="1547601"/>
                  </a:lnTo>
                  <a:lnTo>
                    <a:pt x="44346" y="1551413"/>
                  </a:lnTo>
                  <a:lnTo>
                    <a:pt x="47480" y="1551787"/>
                  </a:lnTo>
                  <a:lnTo>
                    <a:pt x="50614" y="1552627"/>
                  </a:lnTo>
                  <a:lnTo>
                    <a:pt x="53748" y="1553280"/>
                  </a:lnTo>
                  <a:lnTo>
                    <a:pt x="56882" y="1554031"/>
                  </a:lnTo>
                  <a:lnTo>
                    <a:pt x="60016" y="1554138"/>
                  </a:lnTo>
                  <a:lnTo>
                    <a:pt x="63150" y="1552558"/>
                  </a:lnTo>
                  <a:lnTo>
                    <a:pt x="66284" y="1550978"/>
                  </a:lnTo>
                  <a:lnTo>
                    <a:pt x="69418" y="1549194"/>
                  </a:lnTo>
                  <a:lnTo>
                    <a:pt x="72552" y="1545481"/>
                  </a:lnTo>
                  <a:lnTo>
                    <a:pt x="75686" y="1541769"/>
                  </a:lnTo>
                  <a:lnTo>
                    <a:pt x="78820" y="1540223"/>
                  </a:lnTo>
                  <a:lnTo>
                    <a:pt x="81954" y="1536689"/>
                  </a:lnTo>
                  <a:lnTo>
                    <a:pt x="85088" y="1532443"/>
                  </a:lnTo>
                  <a:lnTo>
                    <a:pt x="88222" y="1528102"/>
                  </a:lnTo>
                  <a:lnTo>
                    <a:pt x="91356" y="1523987"/>
                  </a:lnTo>
                  <a:lnTo>
                    <a:pt x="94490" y="1523032"/>
                  </a:lnTo>
                  <a:lnTo>
                    <a:pt x="97624" y="1521646"/>
                  </a:lnTo>
                  <a:lnTo>
                    <a:pt x="100758" y="1520477"/>
                  </a:lnTo>
                  <a:lnTo>
                    <a:pt x="103892" y="1519308"/>
                  </a:lnTo>
                  <a:lnTo>
                    <a:pt x="107026" y="1519257"/>
                  </a:lnTo>
                  <a:lnTo>
                    <a:pt x="110160" y="1521475"/>
                  </a:lnTo>
                  <a:lnTo>
                    <a:pt x="113294" y="1523694"/>
                  </a:lnTo>
                  <a:lnTo>
                    <a:pt x="116428" y="1525913"/>
                  </a:lnTo>
                  <a:lnTo>
                    <a:pt x="119562" y="1528132"/>
                  </a:lnTo>
                  <a:lnTo>
                    <a:pt x="122696" y="1530535"/>
                  </a:lnTo>
                  <a:lnTo>
                    <a:pt x="125830" y="1530271"/>
                  </a:lnTo>
                  <a:lnTo>
                    <a:pt x="128964" y="1530007"/>
                  </a:lnTo>
                  <a:lnTo>
                    <a:pt x="132098" y="1529742"/>
                  </a:lnTo>
                  <a:lnTo>
                    <a:pt x="135232" y="1529210"/>
                  </a:lnTo>
                  <a:lnTo>
                    <a:pt x="138366" y="1528678"/>
                  </a:lnTo>
                  <a:lnTo>
                    <a:pt x="141500" y="1528413"/>
                  </a:lnTo>
                  <a:lnTo>
                    <a:pt x="144634" y="1527882"/>
                  </a:lnTo>
                  <a:lnTo>
                    <a:pt x="147768" y="1527350"/>
                  </a:lnTo>
                  <a:lnTo>
                    <a:pt x="150902" y="1527083"/>
                  </a:lnTo>
                  <a:lnTo>
                    <a:pt x="154036" y="1526172"/>
                  </a:lnTo>
                  <a:lnTo>
                    <a:pt x="157170" y="1523052"/>
                  </a:lnTo>
                  <a:lnTo>
                    <a:pt x="160304" y="1519931"/>
                  </a:lnTo>
                  <a:lnTo>
                    <a:pt x="163438" y="1516811"/>
                  </a:lnTo>
                  <a:lnTo>
                    <a:pt x="166572" y="1513691"/>
                  </a:lnTo>
                  <a:lnTo>
                    <a:pt x="169706" y="1513072"/>
                  </a:lnTo>
                  <a:lnTo>
                    <a:pt x="172840" y="1512540"/>
                  </a:lnTo>
                  <a:lnTo>
                    <a:pt x="175974" y="1512275"/>
                  </a:lnTo>
                  <a:lnTo>
                    <a:pt x="179108" y="1512808"/>
                  </a:lnTo>
                  <a:lnTo>
                    <a:pt x="182242" y="1513568"/>
                  </a:lnTo>
                  <a:lnTo>
                    <a:pt x="185376" y="1512268"/>
                  </a:lnTo>
                  <a:lnTo>
                    <a:pt x="188510" y="1510324"/>
                  </a:lnTo>
                  <a:lnTo>
                    <a:pt x="191644" y="1508382"/>
                  </a:lnTo>
                  <a:lnTo>
                    <a:pt x="194778" y="1506171"/>
                  </a:lnTo>
                  <a:lnTo>
                    <a:pt x="197912" y="1505494"/>
                  </a:lnTo>
                  <a:lnTo>
                    <a:pt x="201046" y="1506102"/>
                  </a:lnTo>
                  <a:lnTo>
                    <a:pt x="204180" y="1509281"/>
                  </a:lnTo>
                  <a:lnTo>
                    <a:pt x="207314" y="1515899"/>
                  </a:lnTo>
                  <a:lnTo>
                    <a:pt x="210448" y="1523572"/>
                  </a:lnTo>
                  <a:lnTo>
                    <a:pt x="213582" y="1530816"/>
                  </a:lnTo>
                  <a:lnTo>
                    <a:pt x="216716" y="1534316"/>
                  </a:lnTo>
                  <a:lnTo>
                    <a:pt x="219850" y="1536319"/>
                  </a:lnTo>
                  <a:lnTo>
                    <a:pt x="222984" y="1539353"/>
                  </a:lnTo>
                  <a:lnTo>
                    <a:pt x="226118" y="1541896"/>
                  </a:lnTo>
                  <a:lnTo>
                    <a:pt x="229251" y="1544437"/>
                  </a:lnTo>
                  <a:lnTo>
                    <a:pt x="232385" y="1548969"/>
                  </a:lnTo>
                  <a:lnTo>
                    <a:pt x="235519" y="1554123"/>
                  </a:lnTo>
                  <a:lnTo>
                    <a:pt x="238653" y="1559653"/>
                  </a:lnTo>
                  <a:lnTo>
                    <a:pt x="241787" y="1565448"/>
                  </a:lnTo>
                  <a:lnTo>
                    <a:pt x="244921" y="1569882"/>
                  </a:lnTo>
                  <a:lnTo>
                    <a:pt x="248055" y="1573543"/>
                  </a:lnTo>
                  <a:lnTo>
                    <a:pt x="251189" y="1576979"/>
                  </a:lnTo>
                  <a:lnTo>
                    <a:pt x="254323" y="1576946"/>
                  </a:lnTo>
                  <a:lnTo>
                    <a:pt x="257457" y="1575520"/>
                  </a:lnTo>
                  <a:lnTo>
                    <a:pt x="260591" y="1574102"/>
                  </a:lnTo>
                  <a:lnTo>
                    <a:pt x="263725" y="1574739"/>
                  </a:lnTo>
                  <a:lnTo>
                    <a:pt x="266859" y="1576868"/>
                  </a:lnTo>
                  <a:lnTo>
                    <a:pt x="269993" y="1577769"/>
                  </a:lnTo>
                  <a:lnTo>
                    <a:pt x="273127" y="1578671"/>
                  </a:lnTo>
                  <a:lnTo>
                    <a:pt x="276261" y="1579572"/>
                  </a:lnTo>
                  <a:lnTo>
                    <a:pt x="279395" y="1580209"/>
                  </a:lnTo>
                  <a:lnTo>
                    <a:pt x="282529" y="1580662"/>
                  </a:lnTo>
                  <a:lnTo>
                    <a:pt x="285663" y="1580662"/>
                  </a:lnTo>
                  <a:lnTo>
                    <a:pt x="288797" y="1580434"/>
                  </a:lnTo>
                  <a:lnTo>
                    <a:pt x="291931" y="1580205"/>
                  </a:lnTo>
                  <a:lnTo>
                    <a:pt x="295065" y="1579977"/>
                  </a:lnTo>
                  <a:lnTo>
                    <a:pt x="298199" y="1579977"/>
                  </a:lnTo>
                  <a:lnTo>
                    <a:pt x="301333" y="1579749"/>
                  </a:lnTo>
                  <a:lnTo>
                    <a:pt x="304467" y="1579520"/>
                  </a:lnTo>
                  <a:lnTo>
                    <a:pt x="307601" y="1579293"/>
                  </a:lnTo>
                  <a:lnTo>
                    <a:pt x="310735" y="1578800"/>
                  </a:lnTo>
                  <a:lnTo>
                    <a:pt x="313869" y="1578315"/>
                  </a:lnTo>
                  <a:lnTo>
                    <a:pt x="317003" y="1580267"/>
                  </a:lnTo>
                  <a:lnTo>
                    <a:pt x="320137" y="1582218"/>
                  </a:lnTo>
                  <a:lnTo>
                    <a:pt x="323271" y="1584169"/>
                  </a:lnTo>
                  <a:lnTo>
                    <a:pt x="326405" y="1586305"/>
                  </a:lnTo>
                  <a:lnTo>
                    <a:pt x="329539" y="1588441"/>
                  </a:lnTo>
                  <a:lnTo>
                    <a:pt x="332673" y="1591108"/>
                  </a:lnTo>
                  <a:lnTo>
                    <a:pt x="335807" y="1593776"/>
                  </a:lnTo>
                  <a:lnTo>
                    <a:pt x="338941" y="1595911"/>
                  </a:lnTo>
                  <a:lnTo>
                    <a:pt x="342075" y="1598047"/>
                  </a:lnTo>
                  <a:lnTo>
                    <a:pt x="345209" y="1602058"/>
                  </a:lnTo>
                  <a:lnTo>
                    <a:pt x="348343" y="1606712"/>
                  </a:lnTo>
                  <a:lnTo>
                    <a:pt x="351477" y="1611367"/>
                  </a:lnTo>
                  <a:lnTo>
                    <a:pt x="354611" y="1616288"/>
                  </a:lnTo>
                  <a:lnTo>
                    <a:pt x="357745" y="1621475"/>
                  </a:lnTo>
                  <a:lnTo>
                    <a:pt x="360879" y="1626506"/>
                  </a:lnTo>
                  <a:lnTo>
                    <a:pt x="364013" y="1629217"/>
                  </a:lnTo>
                  <a:lnTo>
                    <a:pt x="367147" y="1632113"/>
                  </a:lnTo>
                  <a:lnTo>
                    <a:pt x="370281" y="1634780"/>
                  </a:lnTo>
                  <a:lnTo>
                    <a:pt x="373415" y="1637693"/>
                  </a:lnTo>
                  <a:lnTo>
                    <a:pt x="376549" y="1642879"/>
                  </a:lnTo>
                  <a:lnTo>
                    <a:pt x="379683" y="1649713"/>
                  </a:lnTo>
                  <a:lnTo>
                    <a:pt x="382817" y="1657204"/>
                  </a:lnTo>
                  <a:lnTo>
                    <a:pt x="385951" y="1665411"/>
                  </a:lnTo>
                  <a:lnTo>
                    <a:pt x="389085" y="1673619"/>
                  </a:lnTo>
                  <a:lnTo>
                    <a:pt x="392219" y="1680065"/>
                  </a:lnTo>
                  <a:lnTo>
                    <a:pt x="395353" y="1686153"/>
                  </a:lnTo>
                  <a:lnTo>
                    <a:pt x="398487" y="1692508"/>
                  </a:lnTo>
                  <a:lnTo>
                    <a:pt x="401621" y="1698599"/>
                  </a:lnTo>
                  <a:lnTo>
                    <a:pt x="404755" y="1704690"/>
                  </a:lnTo>
                  <a:lnTo>
                    <a:pt x="407889" y="1710781"/>
                  </a:lnTo>
                  <a:lnTo>
                    <a:pt x="411023" y="1716872"/>
                  </a:lnTo>
                  <a:lnTo>
                    <a:pt x="414157" y="1722428"/>
                  </a:lnTo>
                  <a:lnTo>
                    <a:pt x="417291" y="1728251"/>
                  </a:lnTo>
                  <a:lnTo>
                    <a:pt x="420425" y="1733692"/>
                  </a:lnTo>
                  <a:lnTo>
                    <a:pt x="423559" y="1737076"/>
                  </a:lnTo>
                  <a:lnTo>
                    <a:pt x="426693" y="1737292"/>
                  </a:lnTo>
                  <a:lnTo>
                    <a:pt x="429827" y="1734172"/>
                  </a:lnTo>
                  <a:lnTo>
                    <a:pt x="432961" y="1731052"/>
                  </a:lnTo>
                  <a:lnTo>
                    <a:pt x="436095" y="1727931"/>
                  </a:lnTo>
                  <a:lnTo>
                    <a:pt x="439229" y="1724811"/>
                  </a:lnTo>
                  <a:lnTo>
                    <a:pt x="442363" y="1721690"/>
                  </a:lnTo>
                  <a:lnTo>
                    <a:pt x="445497" y="1718570"/>
                  </a:lnTo>
                  <a:lnTo>
                    <a:pt x="448631" y="1715678"/>
                  </a:lnTo>
                  <a:lnTo>
                    <a:pt x="451765" y="1711789"/>
                  </a:lnTo>
                  <a:lnTo>
                    <a:pt x="454899" y="1704567"/>
                  </a:lnTo>
                  <a:lnTo>
                    <a:pt x="458033" y="1696891"/>
                  </a:lnTo>
                  <a:lnTo>
                    <a:pt x="461167" y="1689855"/>
                  </a:lnTo>
                  <a:lnTo>
                    <a:pt x="464301" y="1682819"/>
                  </a:lnTo>
                  <a:lnTo>
                    <a:pt x="467435" y="1675782"/>
                  </a:lnTo>
                  <a:lnTo>
                    <a:pt x="470569" y="1668746"/>
                  </a:lnTo>
                  <a:lnTo>
                    <a:pt x="473703" y="1662738"/>
                  </a:lnTo>
                  <a:lnTo>
                    <a:pt x="476837" y="1655123"/>
                  </a:lnTo>
                  <a:lnTo>
                    <a:pt x="479971" y="1646363"/>
                  </a:lnTo>
                  <a:lnTo>
                    <a:pt x="483105" y="1637603"/>
                  </a:lnTo>
                  <a:lnTo>
                    <a:pt x="486239" y="1628658"/>
                  </a:lnTo>
                  <a:lnTo>
                    <a:pt x="489373" y="1619713"/>
                  </a:lnTo>
                  <a:lnTo>
                    <a:pt x="492507" y="1610358"/>
                  </a:lnTo>
                  <a:lnTo>
                    <a:pt x="495641" y="1601413"/>
                  </a:lnTo>
                  <a:lnTo>
                    <a:pt x="498775" y="1592990"/>
                  </a:lnTo>
                  <a:lnTo>
                    <a:pt x="501909" y="1587632"/>
                  </a:lnTo>
                  <a:lnTo>
                    <a:pt x="505043" y="1581129"/>
                  </a:lnTo>
                  <a:lnTo>
                    <a:pt x="508177" y="1573559"/>
                  </a:lnTo>
                  <a:lnTo>
                    <a:pt x="511311" y="1565989"/>
                  </a:lnTo>
                  <a:lnTo>
                    <a:pt x="514445" y="1558950"/>
                  </a:lnTo>
                  <a:lnTo>
                    <a:pt x="517579" y="1552322"/>
                  </a:lnTo>
                  <a:lnTo>
                    <a:pt x="520713" y="1546613"/>
                  </a:lnTo>
                  <a:lnTo>
                    <a:pt x="523847" y="1544120"/>
                  </a:lnTo>
                  <a:lnTo>
                    <a:pt x="526981" y="1542973"/>
                  </a:lnTo>
                  <a:lnTo>
                    <a:pt x="530115" y="1542354"/>
                  </a:lnTo>
                  <a:lnTo>
                    <a:pt x="533249" y="1541919"/>
                  </a:lnTo>
                  <a:lnTo>
                    <a:pt x="536383" y="1540774"/>
                  </a:lnTo>
                  <a:lnTo>
                    <a:pt x="539517" y="1537965"/>
                  </a:lnTo>
                  <a:lnTo>
                    <a:pt x="542651" y="1535810"/>
                  </a:lnTo>
                  <a:lnTo>
                    <a:pt x="545785" y="1533431"/>
                  </a:lnTo>
                  <a:lnTo>
                    <a:pt x="548919" y="1531773"/>
                  </a:lnTo>
                  <a:lnTo>
                    <a:pt x="552053" y="1531602"/>
                  </a:lnTo>
                  <a:lnTo>
                    <a:pt x="555187" y="1532154"/>
                  </a:lnTo>
                  <a:lnTo>
                    <a:pt x="558321" y="1532439"/>
                  </a:lnTo>
                  <a:lnTo>
                    <a:pt x="561455" y="1532723"/>
                  </a:lnTo>
                  <a:lnTo>
                    <a:pt x="564589" y="1533009"/>
                  </a:lnTo>
                  <a:lnTo>
                    <a:pt x="567723" y="1532573"/>
                  </a:lnTo>
                  <a:lnTo>
                    <a:pt x="570857" y="1530606"/>
                  </a:lnTo>
                  <a:lnTo>
                    <a:pt x="573991" y="1526626"/>
                  </a:lnTo>
                  <a:lnTo>
                    <a:pt x="577125" y="1521371"/>
                  </a:lnTo>
                  <a:lnTo>
                    <a:pt x="580259" y="1515460"/>
                  </a:lnTo>
                  <a:lnTo>
                    <a:pt x="583393" y="1510119"/>
                  </a:lnTo>
                  <a:lnTo>
                    <a:pt x="586527" y="1507171"/>
                  </a:lnTo>
                  <a:lnTo>
                    <a:pt x="589661" y="1505724"/>
                  </a:lnTo>
                  <a:lnTo>
                    <a:pt x="592795" y="1502002"/>
                  </a:lnTo>
                  <a:lnTo>
                    <a:pt x="595929" y="1497594"/>
                  </a:lnTo>
                  <a:lnTo>
                    <a:pt x="599063" y="1492356"/>
                  </a:lnTo>
                  <a:lnTo>
                    <a:pt x="602197" y="1483831"/>
                  </a:lnTo>
                  <a:lnTo>
                    <a:pt x="605331" y="1475213"/>
                  </a:lnTo>
                  <a:lnTo>
                    <a:pt x="608465" y="1466328"/>
                  </a:lnTo>
                  <a:lnTo>
                    <a:pt x="611599" y="1457948"/>
                  </a:lnTo>
                  <a:lnTo>
                    <a:pt x="614733" y="1452899"/>
                  </a:lnTo>
                  <a:lnTo>
                    <a:pt x="617867" y="1448891"/>
                  </a:lnTo>
                  <a:lnTo>
                    <a:pt x="621001" y="1444471"/>
                  </a:lnTo>
                  <a:lnTo>
                    <a:pt x="624135" y="1440943"/>
                  </a:lnTo>
                  <a:lnTo>
                    <a:pt x="627269" y="1437414"/>
                  </a:lnTo>
                  <a:lnTo>
                    <a:pt x="630403" y="1433886"/>
                  </a:lnTo>
                  <a:lnTo>
                    <a:pt x="633537" y="1429553"/>
                  </a:lnTo>
                  <a:lnTo>
                    <a:pt x="636671" y="1427012"/>
                  </a:lnTo>
                  <a:lnTo>
                    <a:pt x="639805" y="1425515"/>
                  </a:lnTo>
                  <a:lnTo>
                    <a:pt x="642939" y="1423935"/>
                  </a:lnTo>
                  <a:lnTo>
                    <a:pt x="646073" y="1423393"/>
                  </a:lnTo>
                  <a:lnTo>
                    <a:pt x="649207" y="1426204"/>
                  </a:lnTo>
                  <a:lnTo>
                    <a:pt x="652341" y="1429552"/>
                  </a:lnTo>
                  <a:lnTo>
                    <a:pt x="655475" y="1432488"/>
                  </a:lnTo>
                  <a:lnTo>
                    <a:pt x="658609" y="1434904"/>
                  </a:lnTo>
                  <a:lnTo>
                    <a:pt x="661743" y="1434254"/>
                  </a:lnTo>
                  <a:lnTo>
                    <a:pt x="664877" y="1434933"/>
                  </a:lnTo>
                  <a:lnTo>
                    <a:pt x="668011" y="1438720"/>
                  </a:lnTo>
                  <a:lnTo>
                    <a:pt x="671145" y="1442794"/>
                  </a:lnTo>
                  <a:lnTo>
                    <a:pt x="674279" y="1446713"/>
                  </a:lnTo>
                  <a:lnTo>
                    <a:pt x="677413" y="1450220"/>
                  </a:lnTo>
                  <a:lnTo>
                    <a:pt x="680547" y="1452808"/>
                  </a:lnTo>
                  <a:lnTo>
                    <a:pt x="683681" y="1452181"/>
                  </a:lnTo>
                  <a:lnTo>
                    <a:pt x="686815" y="1452317"/>
                  </a:lnTo>
                  <a:lnTo>
                    <a:pt x="689949" y="1452751"/>
                  </a:lnTo>
                  <a:lnTo>
                    <a:pt x="693083" y="1453185"/>
                  </a:lnTo>
                  <a:lnTo>
                    <a:pt x="696217" y="1454515"/>
                  </a:lnTo>
                  <a:lnTo>
                    <a:pt x="699351" y="1457324"/>
                  </a:lnTo>
                  <a:lnTo>
                    <a:pt x="702485" y="1459479"/>
                  </a:lnTo>
                  <a:lnTo>
                    <a:pt x="705619" y="1462086"/>
                  </a:lnTo>
                  <a:lnTo>
                    <a:pt x="708753" y="1463972"/>
                  </a:lnTo>
                  <a:lnTo>
                    <a:pt x="711887" y="1464143"/>
                  </a:lnTo>
                  <a:lnTo>
                    <a:pt x="715021" y="1463590"/>
                  </a:lnTo>
                  <a:lnTo>
                    <a:pt x="718155" y="1463305"/>
                  </a:lnTo>
                  <a:lnTo>
                    <a:pt x="721289" y="1462753"/>
                  </a:lnTo>
                  <a:lnTo>
                    <a:pt x="724423" y="1462200"/>
                  </a:lnTo>
                  <a:lnTo>
                    <a:pt x="727557" y="1462636"/>
                  </a:lnTo>
                  <a:lnTo>
                    <a:pt x="730691" y="1464604"/>
                  </a:lnTo>
                  <a:lnTo>
                    <a:pt x="733825" y="1468852"/>
                  </a:lnTo>
                  <a:lnTo>
                    <a:pt x="736959" y="1474375"/>
                  </a:lnTo>
                  <a:lnTo>
                    <a:pt x="740093" y="1480554"/>
                  </a:lnTo>
                  <a:lnTo>
                    <a:pt x="743227" y="1485894"/>
                  </a:lnTo>
                  <a:lnTo>
                    <a:pt x="746361" y="1490201"/>
                  </a:lnTo>
                  <a:lnTo>
                    <a:pt x="749495" y="1495035"/>
                  </a:lnTo>
                  <a:lnTo>
                    <a:pt x="752629" y="1501878"/>
                  </a:lnTo>
                  <a:lnTo>
                    <a:pt x="755763" y="1509407"/>
                  </a:lnTo>
                  <a:lnTo>
                    <a:pt x="758897" y="1518709"/>
                  </a:lnTo>
                  <a:lnTo>
                    <a:pt x="762031" y="1531298"/>
                  </a:lnTo>
                  <a:lnTo>
                    <a:pt x="765165" y="1543568"/>
                  </a:lnTo>
                  <a:lnTo>
                    <a:pt x="768299" y="1556105"/>
                  </a:lnTo>
                  <a:lnTo>
                    <a:pt x="771433" y="1568471"/>
                  </a:lnTo>
                  <a:lnTo>
                    <a:pt x="774567" y="1578113"/>
                  </a:lnTo>
                  <a:lnTo>
                    <a:pt x="777701" y="1586941"/>
                  </a:lnTo>
                  <a:lnTo>
                    <a:pt x="780835" y="1594640"/>
                  </a:lnTo>
                  <a:lnTo>
                    <a:pt x="783969" y="1600553"/>
                  </a:lnTo>
                  <a:lnTo>
                    <a:pt x="787103" y="1605843"/>
                  </a:lnTo>
                  <a:lnTo>
                    <a:pt x="790237" y="1609372"/>
                  </a:lnTo>
                  <a:lnTo>
                    <a:pt x="793371" y="1612901"/>
                  </a:lnTo>
                  <a:lnTo>
                    <a:pt x="796505" y="1616206"/>
                  </a:lnTo>
                  <a:lnTo>
                    <a:pt x="799639" y="1617702"/>
                  </a:lnTo>
                  <a:lnTo>
                    <a:pt x="802773" y="1617913"/>
                  </a:lnTo>
                  <a:lnTo>
                    <a:pt x="805907" y="1615582"/>
                  </a:lnTo>
                  <a:lnTo>
                    <a:pt x="809041" y="1609899"/>
                  </a:lnTo>
                  <a:lnTo>
                    <a:pt x="812175" y="1604090"/>
                  </a:lnTo>
                  <a:lnTo>
                    <a:pt x="815309" y="1598281"/>
                  </a:lnTo>
                  <a:lnTo>
                    <a:pt x="818443" y="1592843"/>
                  </a:lnTo>
                  <a:lnTo>
                    <a:pt x="821577" y="1588963"/>
                  </a:lnTo>
                  <a:lnTo>
                    <a:pt x="824711" y="1584192"/>
                  </a:lnTo>
                  <a:lnTo>
                    <a:pt x="827845" y="1577057"/>
                  </a:lnTo>
                  <a:lnTo>
                    <a:pt x="830979" y="1570212"/>
                  </a:lnTo>
                  <a:lnTo>
                    <a:pt x="834113" y="1563506"/>
                  </a:lnTo>
                  <a:lnTo>
                    <a:pt x="837247" y="1558418"/>
                  </a:lnTo>
                  <a:lnTo>
                    <a:pt x="840381" y="1552955"/>
                  </a:lnTo>
                  <a:lnTo>
                    <a:pt x="843515" y="1547718"/>
                  </a:lnTo>
                  <a:lnTo>
                    <a:pt x="846649" y="1542345"/>
                  </a:lnTo>
                  <a:lnTo>
                    <a:pt x="849783" y="1538000"/>
                  </a:lnTo>
                  <a:lnTo>
                    <a:pt x="852917" y="1534503"/>
                  </a:lnTo>
                  <a:lnTo>
                    <a:pt x="856051" y="1530822"/>
                  </a:lnTo>
                  <a:lnTo>
                    <a:pt x="859185" y="1527141"/>
                  </a:lnTo>
                  <a:lnTo>
                    <a:pt x="862319" y="1523461"/>
                  </a:lnTo>
                  <a:lnTo>
                    <a:pt x="865453" y="1519327"/>
                  </a:lnTo>
                  <a:lnTo>
                    <a:pt x="868587" y="1515194"/>
                  </a:lnTo>
                  <a:lnTo>
                    <a:pt x="871721" y="1512405"/>
                  </a:lnTo>
                  <a:lnTo>
                    <a:pt x="874855" y="1511127"/>
                  </a:lnTo>
                  <a:lnTo>
                    <a:pt x="877989" y="1509582"/>
                  </a:lnTo>
                  <a:lnTo>
                    <a:pt x="881123" y="1508305"/>
                  </a:lnTo>
                  <a:lnTo>
                    <a:pt x="884257" y="1507028"/>
                  </a:lnTo>
                  <a:lnTo>
                    <a:pt x="887391" y="1505483"/>
                  </a:lnTo>
                  <a:lnTo>
                    <a:pt x="890525" y="1503938"/>
                  </a:lnTo>
                  <a:lnTo>
                    <a:pt x="893659" y="1502393"/>
                  </a:lnTo>
                  <a:lnTo>
                    <a:pt x="896793" y="1500848"/>
                  </a:lnTo>
                  <a:lnTo>
                    <a:pt x="899927" y="1499303"/>
                  </a:lnTo>
                  <a:lnTo>
                    <a:pt x="903061" y="1498401"/>
                  </a:lnTo>
                  <a:lnTo>
                    <a:pt x="906195" y="1497232"/>
                  </a:lnTo>
                  <a:lnTo>
                    <a:pt x="909329" y="1496063"/>
                  </a:lnTo>
                  <a:lnTo>
                    <a:pt x="912463" y="1495161"/>
                  </a:lnTo>
                  <a:lnTo>
                    <a:pt x="915597" y="1494260"/>
                  </a:lnTo>
                  <a:lnTo>
                    <a:pt x="918731" y="1492680"/>
                  </a:lnTo>
                  <a:lnTo>
                    <a:pt x="921865" y="1491099"/>
                  </a:lnTo>
                  <a:lnTo>
                    <a:pt x="924999" y="1489930"/>
                  </a:lnTo>
                  <a:lnTo>
                    <a:pt x="928133" y="1487482"/>
                  </a:lnTo>
                  <a:lnTo>
                    <a:pt x="931267" y="1484041"/>
                  </a:lnTo>
                  <a:lnTo>
                    <a:pt x="934401" y="1483548"/>
                  </a:lnTo>
                  <a:lnTo>
                    <a:pt x="937535" y="1483056"/>
                  </a:lnTo>
                  <a:lnTo>
                    <a:pt x="940669" y="1483692"/>
                  </a:lnTo>
                  <a:lnTo>
                    <a:pt x="943803" y="1485224"/>
                  </a:lnTo>
                  <a:lnTo>
                    <a:pt x="946937" y="1487380"/>
                  </a:lnTo>
                  <a:lnTo>
                    <a:pt x="950071" y="1491070"/>
                  </a:lnTo>
                  <a:lnTo>
                    <a:pt x="953205" y="1494762"/>
                  </a:lnTo>
                  <a:lnTo>
                    <a:pt x="956339" y="1498758"/>
                  </a:lnTo>
                  <a:lnTo>
                    <a:pt x="959473" y="1502596"/>
                  </a:lnTo>
                  <a:lnTo>
                    <a:pt x="962607" y="1507804"/>
                  </a:lnTo>
                  <a:lnTo>
                    <a:pt x="965741" y="1514782"/>
                  </a:lnTo>
                  <a:lnTo>
                    <a:pt x="968875" y="1521759"/>
                  </a:lnTo>
                  <a:lnTo>
                    <a:pt x="972009" y="1528738"/>
                  </a:lnTo>
                  <a:lnTo>
                    <a:pt x="975143" y="1536620"/>
                  </a:lnTo>
                  <a:lnTo>
                    <a:pt x="978277" y="1545663"/>
                  </a:lnTo>
                  <a:lnTo>
                    <a:pt x="981411" y="1552883"/>
                  </a:lnTo>
                  <a:lnTo>
                    <a:pt x="984545" y="1561257"/>
                  </a:lnTo>
                  <a:lnTo>
                    <a:pt x="987679" y="1570225"/>
                  </a:lnTo>
                  <a:lnTo>
                    <a:pt x="990813" y="1579025"/>
                  </a:lnTo>
                  <a:lnTo>
                    <a:pt x="993947" y="1587313"/>
                  </a:lnTo>
                  <a:lnTo>
                    <a:pt x="997081" y="1594559"/>
                  </a:lnTo>
                  <a:lnTo>
                    <a:pt x="1000215" y="1602180"/>
                  </a:lnTo>
                  <a:lnTo>
                    <a:pt x="1003349" y="1609720"/>
                  </a:lnTo>
                  <a:lnTo>
                    <a:pt x="1006483" y="1617499"/>
                  </a:lnTo>
                  <a:lnTo>
                    <a:pt x="1009617" y="1623425"/>
                  </a:lnTo>
                  <a:lnTo>
                    <a:pt x="1012751" y="1628090"/>
                  </a:lnTo>
                  <a:lnTo>
                    <a:pt x="1015885" y="1633167"/>
                  </a:lnTo>
                  <a:lnTo>
                    <a:pt x="1019019" y="1638244"/>
                  </a:lnTo>
                  <a:lnTo>
                    <a:pt x="1022153" y="1643898"/>
                  </a:lnTo>
                  <a:lnTo>
                    <a:pt x="1025287" y="1650080"/>
                  </a:lnTo>
                  <a:lnTo>
                    <a:pt x="1028421" y="1656262"/>
                  </a:lnTo>
                  <a:lnTo>
                    <a:pt x="1031555" y="1661099"/>
                  </a:lnTo>
                  <a:lnTo>
                    <a:pt x="1034689" y="1663633"/>
                  </a:lnTo>
                  <a:lnTo>
                    <a:pt x="1037823" y="1666167"/>
                  </a:lnTo>
                  <a:lnTo>
                    <a:pt x="1040957" y="1668701"/>
                  </a:lnTo>
                  <a:lnTo>
                    <a:pt x="1044091" y="1671235"/>
                  </a:lnTo>
                  <a:lnTo>
                    <a:pt x="1047225" y="1673768"/>
                  </a:lnTo>
                  <a:lnTo>
                    <a:pt x="1050359" y="1677343"/>
                  </a:lnTo>
                  <a:lnTo>
                    <a:pt x="1053493" y="1680916"/>
                  </a:lnTo>
                  <a:lnTo>
                    <a:pt x="1056627" y="1684491"/>
                  </a:lnTo>
                  <a:lnTo>
                    <a:pt x="1059761" y="1688065"/>
                  </a:lnTo>
                  <a:lnTo>
                    <a:pt x="1062895" y="1690751"/>
                  </a:lnTo>
                  <a:lnTo>
                    <a:pt x="1066029" y="1693949"/>
                  </a:lnTo>
                  <a:lnTo>
                    <a:pt x="1069163" y="1696634"/>
                  </a:lnTo>
                  <a:lnTo>
                    <a:pt x="1072297" y="1699320"/>
                  </a:lnTo>
                  <a:lnTo>
                    <a:pt x="1075431" y="1702518"/>
                  </a:lnTo>
                  <a:lnTo>
                    <a:pt x="1078565" y="1705716"/>
                  </a:lnTo>
                  <a:lnTo>
                    <a:pt x="1081699" y="1708914"/>
                  </a:lnTo>
                  <a:lnTo>
                    <a:pt x="1084833" y="1712767"/>
                  </a:lnTo>
                  <a:lnTo>
                    <a:pt x="1087967" y="1717245"/>
                  </a:lnTo>
                  <a:lnTo>
                    <a:pt x="1091101" y="1722867"/>
                  </a:lnTo>
                  <a:lnTo>
                    <a:pt x="1094235" y="1728264"/>
                  </a:lnTo>
                  <a:lnTo>
                    <a:pt x="1097369" y="1732555"/>
                  </a:lnTo>
                  <a:lnTo>
                    <a:pt x="1100503" y="1736846"/>
                  </a:lnTo>
                  <a:lnTo>
                    <a:pt x="1103637" y="1741138"/>
                  </a:lnTo>
                  <a:lnTo>
                    <a:pt x="1106771" y="1746008"/>
                  </a:lnTo>
                  <a:lnTo>
                    <a:pt x="1109905" y="1751102"/>
                  </a:lnTo>
                  <a:lnTo>
                    <a:pt x="1113039" y="1755618"/>
                  </a:lnTo>
                  <a:lnTo>
                    <a:pt x="1116173" y="1760632"/>
                  </a:lnTo>
                  <a:lnTo>
                    <a:pt x="1119307" y="1767134"/>
                  </a:lnTo>
                  <a:lnTo>
                    <a:pt x="1122441" y="1772237"/>
                  </a:lnTo>
                  <a:lnTo>
                    <a:pt x="1125575" y="1774940"/>
                  </a:lnTo>
                  <a:lnTo>
                    <a:pt x="1128709" y="1777375"/>
                  </a:lnTo>
                  <a:lnTo>
                    <a:pt x="1131843" y="1778014"/>
                  </a:lnTo>
                  <a:lnTo>
                    <a:pt x="1134977" y="1777110"/>
                  </a:lnTo>
                  <a:lnTo>
                    <a:pt x="1138111" y="1774674"/>
                  </a:lnTo>
                  <a:lnTo>
                    <a:pt x="1141245" y="1772914"/>
                  </a:lnTo>
                  <a:lnTo>
                    <a:pt x="1144379" y="1770890"/>
                  </a:lnTo>
                  <a:lnTo>
                    <a:pt x="1147513" y="1768598"/>
                  </a:lnTo>
                  <a:lnTo>
                    <a:pt x="1150647" y="1765895"/>
                  </a:lnTo>
                  <a:lnTo>
                    <a:pt x="1153781" y="1763192"/>
                  </a:lnTo>
                  <a:lnTo>
                    <a:pt x="1156915" y="1759911"/>
                  </a:lnTo>
                  <a:lnTo>
                    <a:pt x="1160049" y="1756630"/>
                  </a:lnTo>
                  <a:lnTo>
                    <a:pt x="1163183" y="1753204"/>
                  </a:lnTo>
                  <a:lnTo>
                    <a:pt x="1166317" y="1747381"/>
                  </a:lnTo>
                  <a:lnTo>
                    <a:pt x="1169451" y="1742331"/>
                  </a:lnTo>
                  <a:lnTo>
                    <a:pt x="1172585" y="1739623"/>
                  </a:lnTo>
                  <a:lnTo>
                    <a:pt x="1175719" y="1737080"/>
                  </a:lnTo>
                  <a:lnTo>
                    <a:pt x="1178853" y="1735932"/>
                  </a:lnTo>
                  <a:lnTo>
                    <a:pt x="1181987" y="1735354"/>
                  </a:lnTo>
                  <a:lnTo>
                    <a:pt x="1185121" y="1734249"/>
                  </a:lnTo>
                  <a:lnTo>
                    <a:pt x="1188255" y="1732732"/>
                  </a:lnTo>
                  <a:lnTo>
                    <a:pt x="1191389" y="1731216"/>
                  </a:lnTo>
                  <a:lnTo>
                    <a:pt x="1194523" y="1729960"/>
                  </a:lnTo>
                  <a:lnTo>
                    <a:pt x="1197657" y="1728703"/>
                  </a:lnTo>
                  <a:lnTo>
                    <a:pt x="1200791" y="1727446"/>
                  </a:lnTo>
                  <a:lnTo>
                    <a:pt x="1203925" y="1726190"/>
                  </a:lnTo>
                  <a:lnTo>
                    <a:pt x="1207059" y="1725201"/>
                  </a:lnTo>
                  <a:lnTo>
                    <a:pt x="1210193" y="1723172"/>
                  </a:lnTo>
                  <a:lnTo>
                    <a:pt x="1213327" y="1721142"/>
                  </a:lnTo>
                  <a:lnTo>
                    <a:pt x="1216461" y="1719114"/>
                  </a:lnTo>
                  <a:lnTo>
                    <a:pt x="1219595" y="1717085"/>
                  </a:lnTo>
                  <a:lnTo>
                    <a:pt x="1222729" y="1715301"/>
                  </a:lnTo>
                  <a:lnTo>
                    <a:pt x="1225863" y="1713004"/>
                  </a:lnTo>
                  <a:lnTo>
                    <a:pt x="1228997" y="1711220"/>
                  </a:lnTo>
                  <a:lnTo>
                    <a:pt x="1232131" y="1709436"/>
                  </a:lnTo>
                  <a:lnTo>
                    <a:pt x="1235265" y="1707140"/>
                  </a:lnTo>
                  <a:lnTo>
                    <a:pt x="1238399" y="1705111"/>
                  </a:lnTo>
                  <a:lnTo>
                    <a:pt x="1241533" y="1703082"/>
                  </a:lnTo>
                  <a:lnTo>
                    <a:pt x="1244667" y="1700130"/>
                  </a:lnTo>
                  <a:lnTo>
                    <a:pt x="1247801" y="1697834"/>
                  </a:lnTo>
                  <a:lnTo>
                    <a:pt x="1250935" y="1696050"/>
                  </a:lnTo>
                  <a:lnTo>
                    <a:pt x="1254069" y="1693773"/>
                  </a:lnTo>
                  <a:lnTo>
                    <a:pt x="1257203" y="1692330"/>
                  </a:lnTo>
                  <a:lnTo>
                    <a:pt x="1260337" y="1688531"/>
                  </a:lnTo>
                  <a:lnTo>
                    <a:pt x="1263471" y="1684468"/>
                  </a:lnTo>
                  <a:lnTo>
                    <a:pt x="1266605" y="1680090"/>
                  </a:lnTo>
                  <a:lnTo>
                    <a:pt x="1269739" y="1675981"/>
                  </a:lnTo>
                  <a:lnTo>
                    <a:pt x="1272873" y="1671739"/>
                  </a:lnTo>
                  <a:lnTo>
                    <a:pt x="1276007" y="1665338"/>
                  </a:lnTo>
                  <a:lnTo>
                    <a:pt x="1279141" y="1658407"/>
                  </a:lnTo>
                  <a:lnTo>
                    <a:pt x="1282275" y="1650764"/>
                  </a:lnTo>
                  <a:lnTo>
                    <a:pt x="1285409" y="1643956"/>
                  </a:lnTo>
                  <a:lnTo>
                    <a:pt x="1288543" y="1637414"/>
                  </a:lnTo>
                  <a:lnTo>
                    <a:pt x="1291677" y="1632670"/>
                  </a:lnTo>
                  <a:lnTo>
                    <a:pt x="1294811" y="1628564"/>
                  </a:lnTo>
                  <a:lnTo>
                    <a:pt x="1297945" y="1622807"/>
                  </a:lnTo>
                  <a:lnTo>
                    <a:pt x="1301079" y="1616360"/>
                  </a:lnTo>
                  <a:lnTo>
                    <a:pt x="1304213" y="1609320"/>
                  </a:lnTo>
                  <a:lnTo>
                    <a:pt x="1307347" y="1602463"/>
                  </a:lnTo>
                  <a:lnTo>
                    <a:pt x="1310481" y="1596016"/>
                  </a:lnTo>
                  <a:lnTo>
                    <a:pt x="1313615" y="1587567"/>
                  </a:lnTo>
                  <a:lnTo>
                    <a:pt x="1316749" y="1578948"/>
                  </a:lnTo>
                  <a:lnTo>
                    <a:pt x="1319883" y="1569342"/>
                  </a:lnTo>
                  <a:lnTo>
                    <a:pt x="1323017" y="1560455"/>
                  </a:lnTo>
                  <a:lnTo>
                    <a:pt x="1326151" y="1552342"/>
                  </a:lnTo>
                  <a:lnTo>
                    <a:pt x="1329285" y="1544323"/>
                  </a:lnTo>
                  <a:lnTo>
                    <a:pt x="1332419" y="1534002"/>
                  </a:lnTo>
                  <a:lnTo>
                    <a:pt x="1335553" y="1523105"/>
                  </a:lnTo>
                  <a:lnTo>
                    <a:pt x="1338687" y="1510266"/>
                  </a:lnTo>
                  <a:lnTo>
                    <a:pt x="1341821" y="1495292"/>
                  </a:lnTo>
                  <a:lnTo>
                    <a:pt x="1344955" y="1482070"/>
                  </a:lnTo>
                  <a:lnTo>
                    <a:pt x="1348089" y="1470212"/>
                  </a:lnTo>
                  <a:lnTo>
                    <a:pt x="1351223" y="1458819"/>
                  </a:lnTo>
                  <a:lnTo>
                    <a:pt x="1354357" y="1448746"/>
                  </a:lnTo>
                  <a:lnTo>
                    <a:pt x="1357491" y="1438673"/>
                  </a:lnTo>
                  <a:lnTo>
                    <a:pt x="1360625" y="1430509"/>
                  </a:lnTo>
                  <a:lnTo>
                    <a:pt x="1363759" y="1422981"/>
                  </a:lnTo>
                  <a:lnTo>
                    <a:pt x="1366893" y="1417193"/>
                  </a:lnTo>
                  <a:lnTo>
                    <a:pt x="1370027" y="1411781"/>
                  </a:lnTo>
                  <a:lnTo>
                    <a:pt x="1373161" y="1406369"/>
                  </a:lnTo>
                  <a:lnTo>
                    <a:pt x="1376295" y="1402707"/>
                  </a:lnTo>
                  <a:lnTo>
                    <a:pt x="1379429" y="1400575"/>
                  </a:lnTo>
                  <a:lnTo>
                    <a:pt x="1382563" y="1398712"/>
                  </a:lnTo>
                  <a:lnTo>
                    <a:pt x="1385697" y="1397734"/>
                  </a:lnTo>
                  <a:lnTo>
                    <a:pt x="1388831" y="1398991"/>
                  </a:lnTo>
                  <a:lnTo>
                    <a:pt x="1391965" y="1399669"/>
                  </a:lnTo>
                  <a:lnTo>
                    <a:pt x="1395099" y="1399937"/>
                  </a:lnTo>
                  <a:lnTo>
                    <a:pt x="1398233" y="1400348"/>
                  </a:lnTo>
                  <a:lnTo>
                    <a:pt x="1401367" y="1400759"/>
                  </a:lnTo>
                  <a:lnTo>
                    <a:pt x="1404501" y="1401438"/>
                  </a:lnTo>
                  <a:lnTo>
                    <a:pt x="1407635" y="1402117"/>
                  </a:lnTo>
                  <a:lnTo>
                    <a:pt x="1410769" y="1402117"/>
                  </a:lnTo>
                  <a:lnTo>
                    <a:pt x="1413903" y="1402608"/>
                  </a:lnTo>
                  <a:lnTo>
                    <a:pt x="1417037" y="1403372"/>
                  </a:lnTo>
                  <a:lnTo>
                    <a:pt x="1420171" y="1406228"/>
                  </a:lnTo>
                  <a:lnTo>
                    <a:pt x="1423305" y="1409120"/>
                  </a:lnTo>
                  <a:lnTo>
                    <a:pt x="1426439" y="1411524"/>
                  </a:lnTo>
                  <a:lnTo>
                    <a:pt x="1429573" y="1413660"/>
                  </a:lnTo>
                  <a:lnTo>
                    <a:pt x="1432707" y="1416730"/>
                  </a:lnTo>
                  <a:lnTo>
                    <a:pt x="1435841" y="1421383"/>
                  </a:lnTo>
                  <a:lnTo>
                    <a:pt x="1438975" y="1427142"/>
                  </a:lnTo>
                  <a:lnTo>
                    <a:pt x="1442109" y="1435240"/>
                  </a:lnTo>
                  <a:lnTo>
                    <a:pt x="1445243" y="1444409"/>
                  </a:lnTo>
                  <a:lnTo>
                    <a:pt x="1448377" y="1453354"/>
                  </a:lnTo>
                  <a:lnTo>
                    <a:pt x="1451511" y="1462523"/>
                  </a:lnTo>
                  <a:lnTo>
                    <a:pt x="1454645" y="1471920"/>
                  </a:lnTo>
                  <a:lnTo>
                    <a:pt x="1457779" y="1482969"/>
                  </a:lnTo>
                  <a:lnTo>
                    <a:pt x="1460913" y="1494827"/>
                  </a:lnTo>
                  <a:lnTo>
                    <a:pt x="1464047" y="1507280"/>
                  </a:lnTo>
                  <a:lnTo>
                    <a:pt x="1467181" y="1519961"/>
                  </a:lnTo>
                  <a:lnTo>
                    <a:pt x="1470315" y="1532231"/>
                  </a:lnTo>
                  <a:lnTo>
                    <a:pt x="1473449" y="1546504"/>
                  </a:lnTo>
                  <a:lnTo>
                    <a:pt x="1476583" y="1561524"/>
                  </a:lnTo>
                  <a:lnTo>
                    <a:pt x="1479717" y="1576954"/>
                  </a:lnTo>
                  <a:lnTo>
                    <a:pt x="1482851" y="1592241"/>
                  </a:lnTo>
                  <a:lnTo>
                    <a:pt x="1485985" y="1606755"/>
                  </a:lnTo>
                  <a:lnTo>
                    <a:pt x="1489119" y="1620929"/>
                  </a:lnTo>
                  <a:lnTo>
                    <a:pt x="1492253" y="1635476"/>
                  </a:lnTo>
                  <a:lnTo>
                    <a:pt x="1495387" y="1650022"/>
                  </a:lnTo>
                  <a:lnTo>
                    <a:pt x="1498521" y="1664585"/>
                  </a:lnTo>
                  <a:lnTo>
                    <a:pt x="1501655" y="1680136"/>
                  </a:lnTo>
                  <a:lnTo>
                    <a:pt x="1504789" y="1693937"/>
                  </a:lnTo>
                  <a:lnTo>
                    <a:pt x="1507923" y="1706207"/>
                  </a:lnTo>
                  <a:lnTo>
                    <a:pt x="1511057" y="1718010"/>
                  </a:lnTo>
                  <a:lnTo>
                    <a:pt x="1514191" y="1728351"/>
                  </a:lnTo>
                  <a:lnTo>
                    <a:pt x="1517325" y="1738424"/>
                  </a:lnTo>
                  <a:lnTo>
                    <a:pt x="1520459" y="1746856"/>
                  </a:lnTo>
                  <a:lnTo>
                    <a:pt x="1523593" y="1754385"/>
                  </a:lnTo>
                  <a:lnTo>
                    <a:pt x="1526727" y="1759905"/>
                  </a:lnTo>
                  <a:lnTo>
                    <a:pt x="1529861" y="1764785"/>
                  </a:lnTo>
                  <a:lnTo>
                    <a:pt x="1532995" y="1769437"/>
                  </a:lnTo>
                  <a:lnTo>
                    <a:pt x="1536129" y="1771931"/>
                  </a:lnTo>
                  <a:lnTo>
                    <a:pt x="1539263" y="1772893"/>
                  </a:lnTo>
                  <a:lnTo>
                    <a:pt x="1542397" y="1773855"/>
                  </a:lnTo>
                  <a:lnTo>
                    <a:pt x="1545531" y="1773931"/>
                  </a:lnTo>
                  <a:lnTo>
                    <a:pt x="1548665" y="1771773"/>
                  </a:lnTo>
                  <a:lnTo>
                    <a:pt x="1551799" y="1770377"/>
                  </a:lnTo>
                  <a:lnTo>
                    <a:pt x="1554933" y="1769392"/>
                  </a:lnTo>
                  <a:lnTo>
                    <a:pt x="1558067" y="1767996"/>
                  </a:lnTo>
                  <a:lnTo>
                    <a:pt x="1561201" y="1766600"/>
                  </a:lnTo>
                  <a:lnTo>
                    <a:pt x="1564335" y="1765204"/>
                  </a:lnTo>
                  <a:lnTo>
                    <a:pt x="1567469" y="1763624"/>
                  </a:lnTo>
                  <a:lnTo>
                    <a:pt x="1570603" y="1762722"/>
                  </a:lnTo>
                  <a:lnTo>
                    <a:pt x="1573737" y="1761821"/>
                  </a:lnTo>
                  <a:lnTo>
                    <a:pt x="1576871" y="1761104"/>
                  </a:lnTo>
                  <a:lnTo>
                    <a:pt x="1580005" y="1760651"/>
                  </a:lnTo>
                  <a:lnTo>
                    <a:pt x="1583139" y="1760426"/>
                  </a:lnTo>
                  <a:lnTo>
                    <a:pt x="1586273" y="1760426"/>
                  </a:lnTo>
                  <a:lnTo>
                    <a:pt x="1589407" y="1760426"/>
                  </a:lnTo>
                  <a:lnTo>
                    <a:pt x="1592541" y="1760201"/>
                  </a:lnTo>
                  <a:lnTo>
                    <a:pt x="1595675" y="1760201"/>
                  </a:lnTo>
                  <a:lnTo>
                    <a:pt x="1598809" y="1759977"/>
                  </a:lnTo>
                  <a:lnTo>
                    <a:pt x="1601943" y="1759524"/>
                  </a:lnTo>
                  <a:lnTo>
                    <a:pt x="1605077" y="1759299"/>
                  </a:lnTo>
                  <a:lnTo>
                    <a:pt x="1608211" y="1759299"/>
                  </a:lnTo>
                  <a:lnTo>
                    <a:pt x="1611345" y="1759299"/>
                  </a:lnTo>
                  <a:lnTo>
                    <a:pt x="1614479" y="1759071"/>
                  </a:lnTo>
                  <a:lnTo>
                    <a:pt x="1617613" y="1758843"/>
                  </a:lnTo>
                  <a:lnTo>
                    <a:pt x="1620747" y="1758083"/>
                  </a:lnTo>
                  <a:lnTo>
                    <a:pt x="1623881" y="1757323"/>
                  </a:lnTo>
                  <a:lnTo>
                    <a:pt x="1627015" y="1756152"/>
                  </a:lnTo>
                  <a:lnTo>
                    <a:pt x="1630149" y="1754981"/>
                  </a:lnTo>
                  <a:lnTo>
                    <a:pt x="1633283" y="1753810"/>
                  </a:lnTo>
                  <a:lnTo>
                    <a:pt x="1636417" y="1752061"/>
                  </a:lnTo>
                  <a:lnTo>
                    <a:pt x="1639551" y="1750890"/>
                  </a:lnTo>
                  <a:lnTo>
                    <a:pt x="1642685" y="1748916"/>
                  </a:lnTo>
                  <a:lnTo>
                    <a:pt x="1645819" y="1746942"/>
                  </a:lnTo>
                  <a:lnTo>
                    <a:pt x="1648953" y="1744441"/>
                  </a:lnTo>
                  <a:lnTo>
                    <a:pt x="1652087" y="1741940"/>
                  </a:lnTo>
                  <a:lnTo>
                    <a:pt x="1655221" y="1739438"/>
                  </a:lnTo>
                  <a:lnTo>
                    <a:pt x="1658355" y="1737281"/>
                  </a:lnTo>
                  <a:lnTo>
                    <a:pt x="1661489" y="1735122"/>
                  </a:lnTo>
                  <a:lnTo>
                    <a:pt x="1664623" y="1733373"/>
                  </a:lnTo>
                  <a:lnTo>
                    <a:pt x="1667757" y="1732430"/>
                  </a:lnTo>
                  <a:lnTo>
                    <a:pt x="1670891" y="1731259"/>
                  </a:lnTo>
                  <a:lnTo>
                    <a:pt x="1674025" y="1730499"/>
                  </a:lnTo>
                  <a:lnTo>
                    <a:pt x="1677159" y="1730007"/>
                  </a:lnTo>
                  <a:lnTo>
                    <a:pt x="1680293" y="1729475"/>
                  </a:lnTo>
                  <a:lnTo>
                    <a:pt x="1683427" y="1730154"/>
                  </a:lnTo>
                  <a:lnTo>
                    <a:pt x="1686561" y="1731411"/>
                  </a:lnTo>
                  <a:lnTo>
                    <a:pt x="1689695" y="1734627"/>
                  </a:lnTo>
                  <a:lnTo>
                    <a:pt x="1692829" y="1739339"/>
                  </a:lnTo>
                  <a:lnTo>
                    <a:pt x="1695963" y="1745155"/>
                  </a:lnTo>
                  <a:lnTo>
                    <a:pt x="1699097" y="1751814"/>
                  </a:lnTo>
                  <a:lnTo>
                    <a:pt x="1702231" y="1759467"/>
                  </a:lnTo>
                  <a:lnTo>
                    <a:pt x="1705365" y="1768041"/>
                  </a:lnTo>
                  <a:lnTo>
                    <a:pt x="1708499" y="1777346"/>
                  </a:lnTo>
                  <a:lnTo>
                    <a:pt x="1711633" y="1784884"/>
                  </a:lnTo>
                  <a:lnTo>
                    <a:pt x="1714767" y="1793257"/>
                  </a:lnTo>
                  <a:lnTo>
                    <a:pt x="1717901" y="1800400"/>
                  </a:lnTo>
                  <a:lnTo>
                    <a:pt x="1721035" y="1802334"/>
                  </a:lnTo>
                  <a:lnTo>
                    <a:pt x="1724169" y="1803442"/>
                  </a:lnTo>
                  <a:lnTo>
                    <a:pt x="1727303" y="1803429"/>
                  </a:lnTo>
                  <a:lnTo>
                    <a:pt x="1730437" y="1803415"/>
                  </a:lnTo>
                  <a:lnTo>
                    <a:pt x="1733571" y="1803402"/>
                  </a:lnTo>
                  <a:lnTo>
                    <a:pt x="1736705" y="1803204"/>
                  </a:lnTo>
                  <a:lnTo>
                    <a:pt x="1739839" y="1803006"/>
                  </a:lnTo>
                  <a:lnTo>
                    <a:pt x="1742973" y="1801179"/>
                  </a:lnTo>
                  <a:lnTo>
                    <a:pt x="1746107" y="1799352"/>
                  </a:lnTo>
                  <a:lnTo>
                    <a:pt x="1749241" y="1797526"/>
                  </a:lnTo>
                  <a:lnTo>
                    <a:pt x="1752375" y="1794153"/>
                  </a:lnTo>
                  <a:lnTo>
                    <a:pt x="1755509" y="1789521"/>
                  </a:lnTo>
                  <a:lnTo>
                    <a:pt x="1758643" y="1785643"/>
                  </a:lnTo>
                  <a:lnTo>
                    <a:pt x="1761777" y="1780313"/>
                  </a:lnTo>
                  <a:lnTo>
                    <a:pt x="1764911" y="1776326"/>
                  </a:lnTo>
                  <a:lnTo>
                    <a:pt x="1768045" y="1777025"/>
                  </a:lnTo>
                  <a:lnTo>
                    <a:pt x="1771179" y="1778806"/>
                  </a:lnTo>
                  <a:lnTo>
                    <a:pt x="1774313" y="1782971"/>
                  </a:lnTo>
                  <a:lnTo>
                    <a:pt x="1777447" y="1786415"/>
                  </a:lnTo>
                  <a:lnTo>
                    <a:pt x="1780581" y="1789859"/>
                  </a:lnTo>
                  <a:lnTo>
                    <a:pt x="1783715" y="1793303"/>
                  </a:lnTo>
                  <a:lnTo>
                    <a:pt x="1786849" y="1796092"/>
                  </a:lnTo>
                  <a:lnTo>
                    <a:pt x="1789983" y="1798369"/>
                  </a:lnTo>
                  <a:lnTo>
                    <a:pt x="1793117" y="1800645"/>
                  </a:lnTo>
                  <a:lnTo>
                    <a:pt x="1796251" y="1801816"/>
                  </a:lnTo>
                  <a:lnTo>
                    <a:pt x="1799385" y="1803565"/>
                  </a:lnTo>
                  <a:lnTo>
                    <a:pt x="1802519" y="1805539"/>
                  </a:lnTo>
                  <a:lnTo>
                    <a:pt x="1805653" y="1808040"/>
                  </a:lnTo>
                  <a:lnTo>
                    <a:pt x="1808787" y="1810541"/>
                  </a:lnTo>
                  <a:lnTo>
                    <a:pt x="1811921" y="1813042"/>
                  </a:lnTo>
                  <a:lnTo>
                    <a:pt x="1815055" y="1811138"/>
                  </a:lnTo>
                  <a:lnTo>
                    <a:pt x="1818189" y="1808513"/>
                  </a:lnTo>
                  <a:lnTo>
                    <a:pt x="1821323" y="1805375"/>
                  </a:lnTo>
                  <a:lnTo>
                    <a:pt x="1824457" y="1801828"/>
                  </a:lnTo>
                  <a:lnTo>
                    <a:pt x="1827591" y="1798053"/>
                  </a:lnTo>
                  <a:lnTo>
                    <a:pt x="1830725" y="1794507"/>
                  </a:lnTo>
                  <a:lnTo>
                    <a:pt x="1833859" y="1789201"/>
                  </a:lnTo>
                  <a:lnTo>
                    <a:pt x="1836993" y="1782582"/>
                  </a:lnTo>
                  <a:lnTo>
                    <a:pt x="1840127" y="1771683"/>
                  </a:lnTo>
                  <a:lnTo>
                    <a:pt x="1843261" y="1757843"/>
                  </a:lnTo>
                  <a:lnTo>
                    <a:pt x="1846395" y="1741732"/>
                  </a:lnTo>
                  <a:lnTo>
                    <a:pt x="1849529" y="1723925"/>
                  </a:lnTo>
                  <a:lnTo>
                    <a:pt x="1852663" y="1704338"/>
                  </a:lnTo>
                  <a:lnTo>
                    <a:pt x="1855797" y="1684056"/>
                  </a:lnTo>
                  <a:lnTo>
                    <a:pt x="1858931" y="1662932"/>
                  </a:lnTo>
                  <a:lnTo>
                    <a:pt x="1862065" y="1642247"/>
                  </a:lnTo>
                  <a:lnTo>
                    <a:pt x="1865199" y="1620810"/>
                  </a:lnTo>
                  <a:lnTo>
                    <a:pt x="1868333" y="1598644"/>
                  </a:lnTo>
                  <a:lnTo>
                    <a:pt x="1871467" y="1578060"/>
                  </a:lnTo>
                  <a:lnTo>
                    <a:pt x="1874601" y="1556640"/>
                  </a:lnTo>
                  <a:lnTo>
                    <a:pt x="1877735" y="1536863"/>
                  </a:lnTo>
                  <a:lnTo>
                    <a:pt x="1880869" y="1523552"/>
                  </a:lnTo>
                  <a:lnTo>
                    <a:pt x="1884003" y="1512197"/>
                  </a:lnTo>
                  <a:lnTo>
                    <a:pt x="1887137" y="1507416"/>
                  </a:lnTo>
                  <a:lnTo>
                    <a:pt x="1890271" y="1506098"/>
                  </a:lnTo>
                  <a:lnTo>
                    <a:pt x="1893405" y="1506748"/>
                  </a:lnTo>
                  <a:lnTo>
                    <a:pt x="1896539" y="1507171"/>
                  </a:lnTo>
                  <a:lnTo>
                    <a:pt x="1899673" y="1507822"/>
                  </a:lnTo>
                  <a:lnTo>
                    <a:pt x="1902807" y="1510101"/>
                  </a:lnTo>
                  <a:lnTo>
                    <a:pt x="1905941" y="1512381"/>
                  </a:lnTo>
                  <a:lnTo>
                    <a:pt x="1909075" y="1514660"/>
                  </a:lnTo>
                  <a:lnTo>
                    <a:pt x="1912209" y="1518486"/>
                  </a:lnTo>
                  <a:lnTo>
                    <a:pt x="1915343" y="1523345"/>
                  </a:lnTo>
                  <a:lnTo>
                    <a:pt x="1918477" y="1527677"/>
                  </a:lnTo>
                  <a:lnTo>
                    <a:pt x="1921611" y="1533460"/>
                  </a:lnTo>
                  <a:lnTo>
                    <a:pt x="1924745" y="1537672"/>
                  </a:lnTo>
                  <a:lnTo>
                    <a:pt x="1927879" y="1537197"/>
                  </a:lnTo>
                  <a:lnTo>
                    <a:pt x="1931013" y="1535644"/>
                  </a:lnTo>
                  <a:lnTo>
                    <a:pt x="1934147" y="1531479"/>
                  </a:lnTo>
                  <a:lnTo>
                    <a:pt x="1937281" y="1528035"/>
                  </a:lnTo>
                  <a:lnTo>
                    <a:pt x="1940415" y="1524591"/>
                  </a:lnTo>
                  <a:lnTo>
                    <a:pt x="1943549" y="1521146"/>
                  </a:lnTo>
                  <a:lnTo>
                    <a:pt x="1946683" y="1518133"/>
                  </a:lnTo>
                  <a:lnTo>
                    <a:pt x="1949817" y="1513701"/>
                  </a:lnTo>
                  <a:lnTo>
                    <a:pt x="1952951" y="1508796"/>
                  </a:lnTo>
                  <a:lnTo>
                    <a:pt x="1956085" y="1505675"/>
                  </a:lnTo>
                  <a:lnTo>
                    <a:pt x="1959219" y="1502555"/>
                  </a:lnTo>
                  <a:lnTo>
                    <a:pt x="1962353" y="1499434"/>
                  </a:lnTo>
                  <a:lnTo>
                    <a:pt x="1965487" y="1496314"/>
                  </a:lnTo>
                  <a:lnTo>
                    <a:pt x="1968621" y="1493193"/>
                  </a:lnTo>
                  <a:lnTo>
                    <a:pt x="1971755" y="1489085"/>
                  </a:lnTo>
                  <a:lnTo>
                    <a:pt x="1974889" y="1487139"/>
                  </a:lnTo>
                  <a:lnTo>
                    <a:pt x="1978023" y="1486100"/>
                  </a:lnTo>
                  <a:lnTo>
                    <a:pt x="1981157" y="1485572"/>
                  </a:lnTo>
                  <a:lnTo>
                    <a:pt x="1984291" y="1485045"/>
                  </a:lnTo>
                  <a:lnTo>
                    <a:pt x="1987425" y="1484517"/>
                  </a:lnTo>
                  <a:lnTo>
                    <a:pt x="1990559" y="1483990"/>
                  </a:lnTo>
                  <a:lnTo>
                    <a:pt x="1993693" y="1485221"/>
                  </a:lnTo>
                  <a:lnTo>
                    <a:pt x="1996827" y="1489758"/>
                  </a:lnTo>
                  <a:lnTo>
                    <a:pt x="1999961" y="1498480"/>
                  </a:lnTo>
                  <a:lnTo>
                    <a:pt x="2003095" y="1509199"/>
                  </a:lnTo>
                  <a:lnTo>
                    <a:pt x="2006229" y="1519538"/>
                  </a:lnTo>
                  <a:lnTo>
                    <a:pt x="2009363" y="1528837"/>
                  </a:lnTo>
                  <a:lnTo>
                    <a:pt x="2012497" y="1537758"/>
                  </a:lnTo>
                  <a:lnTo>
                    <a:pt x="2015631" y="1544145"/>
                  </a:lnTo>
                  <a:lnTo>
                    <a:pt x="2018765" y="1549439"/>
                  </a:lnTo>
                  <a:lnTo>
                    <a:pt x="2021899" y="1553000"/>
                  </a:lnTo>
                  <a:lnTo>
                    <a:pt x="2025033" y="1553599"/>
                  </a:lnTo>
                  <a:lnTo>
                    <a:pt x="2028167" y="1553843"/>
                  </a:lnTo>
                  <a:lnTo>
                    <a:pt x="2031301" y="1551211"/>
                  </a:lnTo>
                  <a:lnTo>
                    <a:pt x="2034435" y="1545632"/>
                  </a:lnTo>
                  <a:lnTo>
                    <a:pt x="2037569" y="1538418"/>
                  </a:lnTo>
                  <a:lnTo>
                    <a:pt x="2040703" y="1528541"/>
                  </a:lnTo>
                  <a:lnTo>
                    <a:pt x="2043837" y="1516390"/>
                  </a:lnTo>
                  <a:lnTo>
                    <a:pt x="2046971" y="1498771"/>
                  </a:lnTo>
                  <a:lnTo>
                    <a:pt x="2050105" y="1476903"/>
                  </a:lnTo>
                  <a:lnTo>
                    <a:pt x="2053239" y="1453356"/>
                  </a:lnTo>
                  <a:lnTo>
                    <a:pt x="2056373" y="1429746"/>
                  </a:lnTo>
                  <a:lnTo>
                    <a:pt x="2059507" y="1405764"/>
                  </a:lnTo>
                  <a:lnTo>
                    <a:pt x="2062641" y="1381930"/>
                  </a:lnTo>
                  <a:lnTo>
                    <a:pt x="2065775" y="1358668"/>
                  </a:lnTo>
                  <a:lnTo>
                    <a:pt x="2068909" y="1335503"/>
                  </a:lnTo>
                  <a:lnTo>
                    <a:pt x="2072043" y="1313849"/>
                  </a:lnTo>
                  <a:lnTo>
                    <a:pt x="2075177" y="1292522"/>
                  </a:lnTo>
                  <a:lnTo>
                    <a:pt x="2078311" y="1272804"/>
                  </a:lnTo>
                  <a:lnTo>
                    <a:pt x="2081445" y="1256603"/>
                  </a:lnTo>
                  <a:lnTo>
                    <a:pt x="2084579" y="1241359"/>
                  </a:lnTo>
                  <a:lnTo>
                    <a:pt x="2087713" y="1228090"/>
                  </a:lnTo>
                  <a:lnTo>
                    <a:pt x="2090847" y="1216107"/>
                  </a:lnTo>
                  <a:lnTo>
                    <a:pt x="2093981" y="1204185"/>
                  </a:lnTo>
                  <a:lnTo>
                    <a:pt x="2097115" y="1192430"/>
                  </a:lnTo>
                  <a:lnTo>
                    <a:pt x="2100249" y="1181016"/>
                  </a:lnTo>
                  <a:lnTo>
                    <a:pt x="2103383" y="1170496"/>
                  </a:lnTo>
                  <a:lnTo>
                    <a:pt x="2106517" y="1160949"/>
                  </a:lnTo>
                  <a:lnTo>
                    <a:pt x="2109651" y="1155846"/>
                  </a:lnTo>
                  <a:lnTo>
                    <a:pt x="2112785" y="1152123"/>
                  </a:lnTo>
                  <a:lnTo>
                    <a:pt x="2115919" y="1148553"/>
                  </a:lnTo>
                  <a:lnTo>
                    <a:pt x="2119053" y="1142888"/>
                  </a:lnTo>
                  <a:lnTo>
                    <a:pt x="2122187" y="1137801"/>
                  </a:lnTo>
                  <a:lnTo>
                    <a:pt x="2125321" y="1132186"/>
                  </a:lnTo>
                  <a:lnTo>
                    <a:pt x="2128455" y="1125994"/>
                  </a:lnTo>
                  <a:lnTo>
                    <a:pt x="2131589" y="1122186"/>
                  </a:lnTo>
                  <a:lnTo>
                    <a:pt x="2134723" y="1120929"/>
                  </a:lnTo>
                  <a:lnTo>
                    <a:pt x="2137857" y="1119408"/>
                  </a:lnTo>
                  <a:lnTo>
                    <a:pt x="2140991" y="1118661"/>
                  </a:lnTo>
                  <a:lnTo>
                    <a:pt x="2144125" y="1113864"/>
                  </a:lnTo>
                  <a:lnTo>
                    <a:pt x="2147259" y="1106707"/>
                  </a:lnTo>
                  <a:lnTo>
                    <a:pt x="2150393" y="1097680"/>
                  </a:lnTo>
                  <a:lnTo>
                    <a:pt x="2153527" y="1088483"/>
                  </a:lnTo>
                  <a:lnTo>
                    <a:pt x="2156661" y="1075751"/>
                  </a:lnTo>
                  <a:lnTo>
                    <a:pt x="2159795" y="1062809"/>
                  </a:lnTo>
                  <a:lnTo>
                    <a:pt x="2162929" y="1050420"/>
                  </a:lnTo>
                  <a:lnTo>
                    <a:pt x="2166063" y="1041173"/>
                  </a:lnTo>
                  <a:lnTo>
                    <a:pt x="2169197" y="1032350"/>
                  </a:lnTo>
                  <a:lnTo>
                    <a:pt x="2172331" y="1022881"/>
                  </a:lnTo>
                  <a:lnTo>
                    <a:pt x="2175465" y="1013313"/>
                  </a:lnTo>
                  <a:lnTo>
                    <a:pt x="2178599" y="1002127"/>
                  </a:lnTo>
                  <a:lnTo>
                    <a:pt x="2181733" y="989530"/>
                  </a:lnTo>
                  <a:lnTo>
                    <a:pt x="2184867" y="978591"/>
                  </a:lnTo>
                  <a:lnTo>
                    <a:pt x="2188001" y="967865"/>
                  </a:lnTo>
                  <a:lnTo>
                    <a:pt x="2191135" y="961196"/>
                  </a:lnTo>
                  <a:lnTo>
                    <a:pt x="2194269" y="957255"/>
                  </a:lnTo>
                  <a:lnTo>
                    <a:pt x="2197403" y="953482"/>
                  </a:lnTo>
                  <a:lnTo>
                    <a:pt x="2200537" y="950408"/>
                  </a:lnTo>
                  <a:lnTo>
                    <a:pt x="2203671" y="949372"/>
                  </a:lnTo>
                  <a:lnTo>
                    <a:pt x="2206805" y="947922"/>
                  </a:lnTo>
                  <a:lnTo>
                    <a:pt x="2209939" y="946981"/>
                  </a:lnTo>
                  <a:lnTo>
                    <a:pt x="2213073" y="945508"/>
                  </a:lnTo>
                  <a:lnTo>
                    <a:pt x="2216207" y="944185"/>
                  </a:lnTo>
                  <a:lnTo>
                    <a:pt x="2219341" y="943179"/>
                  </a:lnTo>
                  <a:lnTo>
                    <a:pt x="2222475" y="941729"/>
                  </a:lnTo>
                  <a:lnTo>
                    <a:pt x="2225609" y="941391"/>
                  </a:lnTo>
                  <a:lnTo>
                    <a:pt x="2228743" y="942539"/>
                  </a:lnTo>
                  <a:lnTo>
                    <a:pt x="2231877" y="943476"/>
                  </a:lnTo>
                  <a:lnTo>
                    <a:pt x="2235011" y="944781"/>
                  </a:lnTo>
                  <a:lnTo>
                    <a:pt x="2238145" y="945276"/>
                  </a:lnTo>
                  <a:lnTo>
                    <a:pt x="2241279" y="942987"/>
                  </a:lnTo>
                  <a:lnTo>
                    <a:pt x="2244413" y="942715"/>
                  </a:lnTo>
                  <a:lnTo>
                    <a:pt x="2247547" y="942610"/>
                  </a:lnTo>
                  <a:lnTo>
                    <a:pt x="2250681" y="940990"/>
                  </a:lnTo>
                  <a:lnTo>
                    <a:pt x="2253815" y="940658"/>
                  </a:lnTo>
                  <a:lnTo>
                    <a:pt x="2256949" y="940076"/>
                  </a:lnTo>
                  <a:lnTo>
                    <a:pt x="2260083" y="938956"/>
                  </a:lnTo>
                  <a:lnTo>
                    <a:pt x="2263217" y="938323"/>
                  </a:lnTo>
                  <a:lnTo>
                    <a:pt x="2266351" y="938323"/>
                  </a:lnTo>
                  <a:lnTo>
                    <a:pt x="2269485" y="939465"/>
                  </a:lnTo>
                  <a:lnTo>
                    <a:pt x="2272619" y="941741"/>
                  </a:lnTo>
                  <a:lnTo>
                    <a:pt x="2275753" y="943185"/>
                  </a:lnTo>
                  <a:lnTo>
                    <a:pt x="2278887" y="946147"/>
                  </a:lnTo>
                  <a:lnTo>
                    <a:pt x="2282021" y="947186"/>
                  </a:lnTo>
                  <a:lnTo>
                    <a:pt x="2285155" y="948616"/>
                  </a:lnTo>
                  <a:lnTo>
                    <a:pt x="2288289" y="951000"/>
                  </a:lnTo>
                  <a:lnTo>
                    <a:pt x="2291423" y="951988"/>
                  </a:lnTo>
                  <a:lnTo>
                    <a:pt x="2294557" y="953245"/>
                  </a:lnTo>
                  <a:lnTo>
                    <a:pt x="2297691" y="954187"/>
                  </a:lnTo>
                  <a:lnTo>
                    <a:pt x="2300825" y="954357"/>
                  </a:lnTo>
                  <a:lnTo>
                    <a:pt x="2303959" y="959482"/>
                  </a:lnTo>
                  <a:lnTo>
                    <a:pt x="2307093" y="968764"/>
                  </a:lnTo>
                  <a:lnTo>
                    <a:pt x="2310227" y="979917"/>
                  </a:lnTo>
                  <a:lnTo>
                    <a:pt x="2313361" y="991238"/>
                  </a:lnTo>
                  <a:lnTo>
                    <a:pt x="2316495" y="1003691"/>
                  </a:lnTo>
                  <a:lnTo>
                    <a:pt x="2319629" y="1015690"/>
                  </a:lnTo>
                  <a:lnTo>
                    <a:pt x="2322763" y="1027136"/>
                  </a:lnTo>
                  <a:lnTo>
                    <a:pt x="2325897" y="1037514"/>
                  </a:lnTo>
                  <a:lnTo>
                    <a:pt x="2329031" y="1049713"/>
                  </a:lnTo>
                  <a:lnTo>
                    <a:pt x="2332165" y="1064911"/>
                  </a:lnTo>
                  <a:lnTo>
                    <a:pt x="2335299" y="1082742"/>
                  </a:lnTo>
                  <a:lnTo>
                    <a:pt x="2338433" y="1103285"/>
                  </a:lnTo>
                  <a:lnTo>
                    <a:pt x="2341567" y="1125355"/>
                  </a:lnTo>
                  <a:lnTo>
                    <a:pt x="2344701" y="1148555"/>
                  </a:lnTo>
                  <a:lnTo>
                    <a:pt x="2347835" y="1171900"/>
                  </a:lnTo>
                  <a:lnTo>
                    <a:pt x="2350969" y="1194062"/>
                  </a:lnTo>
                  <a:lnTo>
                    <a:pt x="2354103" y="1216444"/>
                  </a:lnTo>
                  <a:lnTo>
                    <a:pt x="2357237" y="1239506"/>
                  </a:lnTo>
                  <a:lnTo>
                    <a:pt x="2360371" y="1263272"/>
                  </a:lnTo>
                  <a:lnTo>
                    <a:pt x="2363505" y="1286145"/>
                  </a:lnTo>
                  <a:lnTo>
                    <a:pt x="2366639" y="1309634"/>
                  </a:lnTo>
                  <a:lnTo>
                    <a:pt x="2369773" y="1333400"/>
                  </a:lnTo>
                  <a:lnTo>
                    <a:pt x="2372907" y="1357406"/>
                  </a:lnTo>
                  <a:lnTo>
                    <a:pt x="2376041" y="1381930"/>
                  </a:lnTo>
                  <a:lnTo>
                    <a:pt x="2379175" y="1406281"/>
                  </a:lnTo>
                  <a:lnTo>
                    <a:pt x="2382309" y="1430927"/>
                  </a:lnTo>
                  <a:lnTo>
                    <a:pt x="2385443" y="1453891"/>
                  </a:lnTo>
                  <a:lnTo>
                    <a:pt x="2388577" y="1475271"/>
                  </a:lnTo>
                  <a:lnTo>
                    <a:pt x="2391711" y="1495351"/>
                  </a:lnTo>
                  <a:lnTo>
                    <a:pt x="2394845" y="1514919"/>
                  </a:lnTo>
                  <a:lnTo>
                    <a:pt x="2397979" y="1533689"/>
                  </a:lnTo>
                  <a:lnTo>
                    <a:pt x="2401113" y="1551726"/>
                  </a:lnTo>
                  <a:lnTo>
                    <a:pt x="2404247" y="1567241"/>
                  </a:lnTo>
                  <a:lnTo>
                    <a:pt x="2407381" y="1580615"/>
                  </a:lnTo>
                  <a:lnTo>
                    <a:pt x="2410515" y="1594218"/>
                  </a:lnTo>
                  <a:lnTo>
                    <a:pt x="2413649" y="1606700"/>
                  </a:lnTo>
                  <a:lnTo>
                    <a:pt x="2416783" y="1619265"/>
                  </a:lnTo>
                  <a:lnTo>
                    <a:pt x="2419917" y="1632290"/>
                  </a:lnTo>
                  <a:lnTo>
                    <a:pt x="2423051" y="1643673"/>
                  </a:lnTo>
                  <a:lnTo>
                    <a:pt x="2426185" y="1653936"/>
                  </a:lnTo>
                  <a:lnTo>
                    <a:pt x="2429319" y="1660547"/>
                  </a:lnTo>
                  <a:lnTo>
                    <a:pt x="2432453" y="1659803"/>
                  </a:lnTo>
                  <a:lnTo>
                    <a:pt x="2435587" y="1658814"/>
                  </a:lnTo>
                  <a:lnTo>
                    <a:pt x="2438721" y="1657825"/>
                  </a:lnTo>
                  <a:lnTo>
                    <a:pt x="2441855" y="1657914"/>
                  </a:lnTo>
                  <a:lnTo>
                    <a:pt x="2444989" y="1657879"/>
                  </a:lnTo>
                  <a:lnTo>
                    <a:pt x="2448123" y="1657468"/>
                  </a:lnTo>
                  <a:lnTo>
                    <a:pt x="2451257" y="1656790"/>
                  </a:lnTo>
                  <a:lnTo>
                    <a:pt x="2454391" y="1655549"/>
                  </a:lnTo>
                  <a:lnTo>
                    <a:pt x="2457525" y="1652753"/>
                  </a:lnTo>
                  <a:lnTo>
                    <a:pt x="2460659" y="1650146"/>
                  </a:lnTo>
                  <a:lnTo>
                    <a:pt x="2463793" y="1644723"/>
                  </a:lnTo>
                  <a:lnTo>
                    <a:pt x="2466927" y="1637503"/>
                  </a:lnTo>
                  <a:lnTo>
                    <a:pt x="2470061" y="1630283"/>
                  </a:lnTo>
                  <a:lnTo>
                    <a:pt x="2473195" y="1623641"/>
                  </a:lnTo>
                  <a:lnTo>
                    <a:pt x="2476329" y="1614145"/>
                  </a:lnTo>
                  <a:lnTo>
                    <a:pt x="2479463" y="1605796"/>
                  </a:lnTo>
                  <a:lnTo>
                    <a:pt x="2482597" y="1595627"/>
                  </a:lnTo>
                  <a:lnTo>
                    <a:pt x="2485731" y="1583308"/>
                  </a:lnTo>
                  <a:lnTo>
                    <a:pt x="2488865" y="1567617"/>
                  </a:lnTo>
                  <a:lnTo>
                    <a:pt x="2491998" y="1549037"/>
                  </a:lnTo>
                  <a:lnTo>
                    <a:pt x="2495132" y="1530457"/>
                  </a:lnTo>
                  <a:lnTo>
                    <a:pt x="2498266" y="1511877"/>
                  </a:lnTo>
                  <a:lnTo>
                    <a:pt x="2501400" y="1493186"/>
                  </a:lnTo>
                  <a:lnTo>
                    <a:pt x="2504534" y="1474791"/>
                  </a:lnTo>
                  <a:lnTo>
                    <a:pt x="2507668" y="1455924"/>
                  </a:lnTo>
                  <a:lnTo>
                    <a:pt x="2510802" y="1435384"/>
                  </a:lnTo>
                  <a:lnTo>
                    <a:pt x="2513936" y="1413120"/>
                  </a:lnTo>
                  <a:lnTo>
                    <a:pt x="2517070" y="1389819"/>
                  </a:lnTo>
                  <a:lnTo>
                    <a:pt x="2520204" y="1365475"/>
                  </a:lnTo>
                  <a:lnTo>
                    <a:pt x="2523338" y="1342410"/>
                  </a:lnTo>
                  <a:lnTo>
                    <a:pt x="2526472" y="1320508"/>
                  </a:lnTo>
                  <a:lnTo>
                    <a:pt x="2529606" y="1299291"/>
                  </a:lnTo>
                  <a:lnTo>
                    <a:pt x="2532740" y="1278153"/>
                  </a:lnTo>
                  <a:lnTo>
                    <a:pt x="2535874" y="1258004"/>
                  </a:lnTo>
                  <a:lnTo>
                    <a:pt x="2539008" y="1237795"/>
                  </a:lnTo>
                  <a:lnTo>
                    <a:pt x="2542142" y="1216008"/>
                  </a:lnTo>
                  <a:lnTo>
                    <a:pt x="2545276" y="1193791"/>
                  </a:lnTo>
                  <a:lnTo>
                    <a:pt x="2548410" y="1169893"/>
                  </a:lnTo>
                  <a:lnTo>
                    <a:pt x="2551544" y="1146114"/>
                  </a:lnTo>
                  <a:lnTo>
                    <a:pt x="2554678" y="1122228"/>
                  </a:lnTo>
                  <a:lnTo>
                    <a:pt x="2557812" y="1099721"/>
                  </a:lnTo>
                  <a:lnTo>
                    <a:pt x="2560946" y="1076147"/>
                  </a:lnTo>
                  <a:lnTo>
                    <a:pt x="2564080" y="1052635"/>
                  </a:lnTo>
                  <a:lnTo>
                    <a:pt x="2567214" y="1028785"/>
                  </a:lnTo>
                  <a:lnTo>
                    <a:pt x="2570348" y="1004370"/>
                  </a:lnTo>
                  <a:lnTo>
                    <a:pt x="2573482" y="979868"/>
                  </a:lnTo>
                  <a:lnTo>
                    <a:pt x="2576616" y="954455"/>
                  </a:lnTo>
                  <a:lnTo>
                    <a:pt x="2579750" y="927071"/>
                  </a:lnTo>
                  <a:lnTo>
                    <a:pt x="2582884" y="900615"/>
                  </a:lnTo>
                  <a:lnTo>
                    <a:pt x="2586018" y="873065"/>
                  </a:lnTo>
                  <a:lnTo>
                    <a:pt x="2589152" y="845312"/>
                  </a:lnTo>
                  <a:lnTo>
                    <a:pt x="2592286" y="822764"/>
                  </a:lnTo>
                  <a:lnTo>
                    <a:pt x="2595420" y="801138"/>
                  </a:lnTo>
                  <a:lnTo>
                    <a:pt x="2598554" y="779430"/>
                  </a:lnTo>
                  <a:lnTo>
                    <a:pt x="2601688" y="756554"/>
                  </a:lnTo>
                  <a:lnTo>
                    <a:pt x="2604822" y="732212"/>
                  </a:lnTo>
                  <a:lnTo>
                    <a:pt x="2607956" y="708429"/>
                  </a:lnTo>
                  <a:lnTo>
                    <a:pt x="2611090" y="685592"/>
                  </a:lnTo>
                  <a:lnTo>
                    <a:pt x="2614224" y="662982"/>
                  </a:lnTo>
                  <a:lnTo>
                    <a:pt x="2617358" y="643539"/>
                  </a:lnTo>
                  <a:lnTo>
                    <a:pt x="2620492" y="624097"/>
                  </a:lnTo>
                  <a:lnTo>
                    <a:pt x="2623626" y="608050"/>
                  </a:lnTo>
                  <a:lnTo>
                    <a:pt x="2626760" y="594646"/>
                  </a:lnTo>
                  <a:lnTo>
                    <a:pt x="2629894" y="581351"/>
                  </a:lnTo>
                  <a:lnTo>
                    <a:pt x="2633028" y="569268"/>
                  </a:lnTo>
                  <a:lnTo>
                    <a:pt x="2636162" y="562536"/>
                  </a:lnTo>
                  <a:lnTo>
                    <a:pt x="2639296" y="556627"/>
                  </a:lnTo>
                  <a:lnTo>
                    <a:pt x="2642430" y="553272"/>
                  </a:lnTo>
                  <a:lnTo>
                    <a:pt x="2645564" y="552832"/>
                  </a:lnTo>
                  <a:lnTo>
                    <a:pt x="2648698" y="557809"/>
                  </a:lnTo>
                  <a:lnTo>
                    <a:pt x="2651832" y="570168"/>
                  </a:lnTo>
                  <a:lnTo>
                    <a:pt x="2654966" y="585423"/>
                  </a:lnTo>
                  <a:lnTo>
                    <a:pt x="2658100" y="601107"/>
                  </a:lnTo>
                  <a:lnTo>
                    <a:pt x="2661234" y="617315"/>
                  </a:lnTo>
                  <a:lnTo>
                    <a:pt x="2664368" y="633228"/>
                  </a:lnTo>
                  <a:lnTo>
                    <a:pt x="2667502" y="649612"/>
                  </a:lnTo>
                  <a:lnTo>
                    <a:pt x="2670636" y="667240"/>
                  </a:lnTo>
                  <a:lnTo>
                    <a:pt x="2673770" y="684318"/>
                  </a:lnTo>
                  <a:lnTo>
                    <a:pt x="2676904" y="700312"/>
                  </a:lnTo>
                  <a:lnTo>
                    <a:pt x="2680038" y="714246"/>
                  </a:lnTo>
                  <a:lnTo>
                    <a:pt x="2683172" y="726054"/>
                  </a:lnTo>
                  <a:lnTo>
                    <a:pt x="2686306" y="735279"/>
                  </a:lnTo>
                  <a:lnTo>
                    <a:pt x="2689440" y="741857"/>
                  </a:lnTo>
                  <a:lnTo>
                    <a:pt x="2692574" y="749233"/>
                  </a:lnTo>
                  <a:lnTo>
                    <a:pt x="2695708" y="754603"/>
                  </a:lnTo>
                  <a:lnTo>
                    <a:pt x="2698842" y="755785"/>
                  </a:lnTo>
                  <a:lnTo>
                    <a:pt x="2701976" y="756519"/>
                  </a:lnTo>
                  <a:lnTo>
                    <a:pt x="2705110" y="754306"/>
                  </a:lnTo>
                  <a:lnTo>
                    <a:pt x="2708244" y="750776"/>
                  </a:lnTo>
                  <a:lnTo>
                    <a:pt x="2711378" y="746042"/>
                  </a:lnTo>
                  <a:lnTo>
                    <a:pt x="2714512" y="740730"/>
                  </a:lnTo>
                  <a:lnTo>
                    <a:pt x="2717646" y="732400"/>
                  </a:lnTo>
                  <a:lnTo>
                    <a:pt x="2720780" y="724555"/>
                  </a:lnTo>
                  <a:lnTo>
                    <a:pt x="2723914" y="716225"/>
                  </a:lnTo>
                  <a:lnTo>
                    <a:pt x="2727048" y="709245"/>
                  </a:lnTo>
                  <a:lnTo>
                    <a:pt x="2730182" y="702603"/>
                  </a:lnTo>
                  <a:lnTo>
                    <a:pt x="2733316" y="695945"/>
                  </a:lnTo>
                  <a:lnTo>
                    <a:pt x="2736450" y="690828"/>
                  </a:lnTo>
                  <a:lnTo>
                    <a:pt x="2739584" y="687417"/>
                  </a:lnTo>
                  <a:lnTo>
                    <a:pt x="2742718" y="683580"/>
                  </a:lnTo>
                  <a:lnTo>
                    <a:pt x="2745852" y="682357"/>
                  </a:lnTo>
                  <a:lnTo>
                    <a:pt x="2748986" y="681337"/>
                  </a:lnTo>
                  <a:lnTo>
                    <a:pt x="2752120" y="683131"/>
                  </a:lnTo>
                  <a:lnTo>
                    <a:pt x="2755254" y="686403"/>
                  </a:lnTo>
                  <a:lnTo>
                    <a:pt x="2758388" y="690552"/>
                  </a:lnTo>
                  <a:lnTo>
                    <a:pt x="2761522" y="696564"/>
                  </a:lnTo>
                  <a:lnTo>
                    <a:pt x="2764656" y="704966"/>
                  </a:lnTo>
                  <a:lnTo>
                    <a:pt x="2767790" y="714421"/>
                  </a:lnTo>
                  <a:lnTo>
                    <a:pt x="2770924" y="722157"/>
                  </a:lnTo>
                  <a:lnTo>
                    <a:pt x="2774058" y="726882"/>
                  </a:lnTo>
                  <a:lnTo>
                    <a:pt x="2777192" y="730172"/>
                  </a:lnTo>
                  <a:lnTo>
                    <a:pt x="2780326" y="732896"/>
                  </a:lnTo>
                  <a:lnTo>
                    <a:pt x="2783460" y="731926"/>
                  </a:lnTo>
                  <a:lnTo>
                    <a:pt x="2786594" y="726443"/>
                  </a:lnTo>
                  <a:lnTo>
                    <a:pt x="2789728" y="721628"/>
                  </a:lnTo>
                  <a:lnTo>
                    <a:pt x="2792862" y="715225"/>
                  </a:lnTo>
                  <a:lnTo>
                    <a:pt x="2795996" y="706331"/>
                  </a:lnTo>
                  <a:lnTo>
                    <a:pt x="2799130" y="694308"/>
                  </a:lnTo>
                  <a:lnTo>
                    <a:pt x="2802264" y="680927"/>
                  </a:lnTo>
                  <a:lnTo>
                    <a:pt x="2805398" y="665765"/>
                  </a:lnTo>
                  <a:lnTo>
                    <a:pt x="2808532" y="647305"/>
                  </a:lnTo>
                  <a:lnTo>
                    <a:pt x="2811666" y="622694"/>
                  </a:lnTo>
                  <a:lnTo>
                    <a:pt x="2814800" y="594420"/>
                  </a:lnTo>
                  <a:lnTo>
                    <a:pt x="2817934" y="565032"/>
                  </a:lnTo>
                  <a:lnTo>
                    <a:pt x="2821068" y="536467"/>
                  </a:lnTo>
                  <a:lnTo>
                    <a:pt x="2824202" y="507181"/>
                  </a:lnTo>
                  <a:lnTo>
                    <a:pt x="2827336" y="478098"/>
                  </a:lnTo>
                  <a:lnTo>
                    <a:pt x="2830470" y="450763"/>
                  </a:lnTo>
                  <a:lnTo>
                    <a:pt x="2833604" y="426564"/>
                  </a:lnTo>
                  <a:lnTo>
                    <a:pt x="2836738" y="404951"/>
                  </a:lnTo>
                  <a:lnTo>
                    <a:pt x="2839872" y="385836"/>
                  </a:lnTo>
                  <a:lnTo>
                    <a:pt x="2843006" y="368412"/>
                  </a:lnTo>
                  <a:lnTo>
                    <a:pt x="2846140" y="354252"/>
                  </a:lnTo>
                  <a:lnTo>
                    <a:pt x="2849274" y="341829"/>
                  </a:lnTo>
                  <a:lnTo>
                    <a:pt x="2852408" y="328424"/>
                  </a:lnTo>
                  <a:lnTo>
                    <a:pt x="2855542" y="316410"/>
                  </a:lnTo>
                  <a:lnTo>
                    <a:pt x="2858676" y="309336"/>
                  </a:lnTo>
                  <a:lnTo>
                    <a:pt x="2861810" y="302479"/>
                  </a:lnTo>
                  <a:lnTo>
                    <a:pt x="2864944" y="299661"/>
                  </a:lnTo>
                  <a:lnTo>
                    <a:pt x="2868078" y="299722"/>
                  </a:lnTo>
                  <a:lnTo>
                    <a:pt x="2871212" y="301711"/>
                  </a:lnTo>
                  <a:lnTo>
                    <a:pt x="2874346" y="303766"/>
                  </a:lnTo>
                  <a:lnTo>
                    <a:pt x="2877480" y="306911"/>
                  </a:lnTo>
                  <a:lnTo>
                    <a:pt x="2880614" y="308707"/>
                  </a:lnTo>
                  <a:lnTo>
                    <a:pt x="2883748" y="308332"/>
                  </a:lnTo>
                  <a:lnTo>
                    <a:pt x="2886882" y="305829"/>
                  </a:lnTo>
                  <a:lnTo>
                    <a:pt x="2890016" y="302725"/>
                  </a:lnTo>
                  <a:lnTo>
                    <a:pt x="2893150" y="298608"/>
                  </a:lnTo>
                  <a:lnTo>
                    <a:pt x="2896284" y="294418"/>
                  </a:lnTo>
                  <a:lnTo>
                    <a:pt x="2899418" y="290869"/>
                  </a:lnTo>
                  <a:lnTo>
                    <a:pt x="2902552" y="285840"/>
                  </a:lnTo>
                  <a:lnTo>
                    <a:pt x="2905686" y="278165"/>
                  </a:lnTo>
                  <a:lnTo>
                    <a:pt x="2908820" y="270764"/>
                  </a:lnTo>
                  <a:lnTo>
                    <a:pt x="2911954" y="261376"/>
                  </a:lnTo>
                  <a:lnTo>
                    <a:pt x="2915088" y="249651"/>
                  </a:lnTo>
                  <a:lnTo>
                    <a:pt x="2918222" y="236515"/>
                  </a:lnTo>
                  <a:lnTo>
                    <a:pt x="2921356" y="224731"/>
                  </a:lnTo>
                  <a:lnTo>
                    <a:pt x="2924490" y="211090"/>
                  </a:lnTo>
                  <a:lnTo>
                    <a:pt x="2927624" y="195827"/>
                  </a:lnTo>
                  <a:lnTo>
                    <a:pt x="2930758" y="183369"/>
                  </a:lnTo>
                  <a:lnTo>
                    <a:pt x="2933892" y="172249"/>
                  </a:lnTo>
                  <a:lnTo>
                    <a:pt x="2937026" y="162314"/>
                  </a:lnTo>
                  <a:lnTo>
                    <a:pt x="2940160" y="151552"/>
                  </a:lnTo>
                  <a:lnTo>
                    <a:pt x="2943294" y="141068"/>
                  </a:lnTo>
                  <a:lnTo>
                    <a:pt x="2946428" y="133409"/>
                  </a:lnTo>
                  <a:lnTo>
                    <a:pt x="2949562" y="124796"/>
                  </a:lnTo>
                  <a:lnTo>
                    <a:pt x="2952696" y="114439"/>
                  </a:lnTo>
                  <a:lnTo>
                    <a:pt x="2955830" y="105362"/>
                  </a:lnTo>
                  <a:lnTo>
                    <a:pt x="2958964" y="98058"/>
                  </a:lnTo>
                  <a:lnTo>
                    <a:pt x="2962098" y="91191"/>
                  </a:lnTo>
                  <a:lnTo>
                    <a:pt x="2965232" y="83699"/>
                  </a:lnTo>
                  <a:lnTo>
                    <a:pt x="2968366" y="76330"/>
                  </a:lnTo>
                  <a:lnTo>
                    <a:pt x="2971500" y="68952"/>
                  </a:lnTo>
                  <a:lnTo>
                    <a:pt x="2974634" y="62096"/>
                  </a:lnTo>
                  <a:lnTo>
                    <a:pt x="2977768" y="56605"/>
                  </a:lnTo>
                  <a:lnTo>
                    <a:pt x="2980902" y="50233"/>
                  </a:lnTo>
                  <a:lnTo>
                    <a:pt x="2984036" y="45290"/>
                  </a:lnTo>
                  <a:lnTo>
                    <a:pt x="2987170" y="40613"/>
                  </a:lnTo>
                  <a:lnTo>
                    <a:pt x="2990304" y="37744"/>
                  </a:lnTo>
                  <a:lnTo>
                    <a:pt x="2993438" y="33809"/>
                  </a:lnTo>
                  <a:lnTo>
                    <a:pt x="2996572" y="30072"/>
                  </a:lnTo>
                  <a:lnTo>
                    <a:pt x="2999706" y="28562"/>
                  </a:lnTo>
                  <a:lnTo>
                    <a:pt x="3002840" y="26985"/>
                  </a:lnTo>
                  <a:lnTo>
                    <a:pt x="3005974" y="23343"/>
                  </a:lnTo>
                  <a:lnTo>
                    <a:pt x="3009108" y="20734"/>
                  </a:lnTo>
                  <a:lnTo>
                    <a:pt x="3012242" y="20097"/>
                  </a:lnTo>
                  <a:lnTo>
                    <a:pt x="3015376" y="18865"/>
                  </a:lnTo>
                  <a:lnTo>
                    <a:pt x="3018510" y="16536"/>
                  </a:lnTo>
                  <a:lnTo>
                    <a:pt x="3021644" y="15711"/>
                  </a:lnTo>
                  <a:lnTo>
                    <a:pt x="3024778" y="13648"/>
                  </a:lnTo>
                  <a:lnTo>
                    <a:pt x="3027912" y="12426"/>
                  </a:lnTo>
                  <a:lnTo>
                    <a:pt x="3031046" y="8857"/>
                  </a:lnTo>
                  <a:lnTo>
                    <a:pt x="3034180" y="5611"/>
                  </a:lnTo>
                  <a:lnTo>
                    <a:pt x="3037314" y="1868"/>
                  </a:lnTo>
                  <a:lnTo>
                    <a:pt x="3040448" y="0"/>
                  </a:lnTo>
                  <a:lnTo>
                    <a:pt x="3043582" y="471"/>
                  </a:lnTo>
                  <a:lnTo>
                    <a:pt x="3046716" y="1218"/>
                  </a:lnTo>
                  <a:lnTo>
                    <a:pt x="3049850" y="3015"/>
                  </a:lnTo>
                  <a:lnTo>
                    <a:pt x="3052984" y="6220"/>
                  </a:lnTo>
                  <a:lnTo>
                    <a:pt x="3056118" y="8463"/>
                  </a:lnTo>
                  <a:lnTo>
                    <a:pt x="3059252" y="10538"/>
                  </a:lnTo>
                  <a:lnTo>
                    <a:pt x="3062386" y="14167"/>
                  </a:lnTo>
                  <a:lnTo>
                    <a:pt x="3065520" y="19411"/>
                  </a:lnTo>
                  <a:lnTo>
                    <a:pt x="3068654" y="24006"/>
                  </a:lnTo>
                  <a:lnTo>
                    <a:pt x="3071788" y="28179"/>
                  </a:lnTo>
                  <a:lnTo>
                    <a:pt x="3074922" y="33793"/>
                  </a:lnTo>
                  <a:lnTo>
                    <a:pt x="3078056" y="41705"/>
                  </a:lnTo>
                  <a:lnTo>
                    <a:pt x="3081190" y="47589"/>
                  </a:lnTo>
                  <a:lnTo>
                    <a:pt x="3084324" y="55134"/>
                  </a:lnTo>
                  <a:lnTo>
                    <a:pt x="3087458" y="63949"/>
                  </a:lnTo>
                  <a:lnTo>
                    <a:pt x="3090592" y="73679"/>
                  </a:lnTo>
                  <a:lnTo>
                    <a:pt x="3093726" y="85613"/>
                  </a:lnTo>
                  <a:lnTo>
                    <a:pt x="3096860" y="97640"/>
                  </a:lnTo>
                  <a:lnTo>
                    <a:pt x="3099994" y="109024"/>
                  </a:lnTo>
                  <a:lnTo>
                    <a:pt x="3103128" y="121490"/>
                  </a:lnTo>
                  <a:lnTo>
                    <a:pt x="3106262" y="132884"/>
                  </a:lnTo>
                  <a:lnTo>
                    <a:pt x="3109396" y="144008"/>
                  </a:lnTo>
                  <a:lnTo>
                    <a:pt x="3112530" y="156830"/>
                  </a:lnTo>
                  <a:lnTo>
                    <a:pt x="3115664" y="168294"/>
                  </a:lnTo>
                  <a:lnTo>
                    <a:pt x="3118798" y="180394"/>
                  </a:lnTo>
                  <a:lnTo>
                    <a:pt x="3121932" y="190507"/>
                  </a:lnTo>
                  <a:lnTo>
                    <a:pt x="3125066" y="202101"/>
                  </a:lnTo>
                  <a:lnTo>
                    <a:pt x="3128200" y="209293"/>
                  </a:lnTo>
                  <a:lnTo>
                    <a:pt x="3131334" y="216911"/>
                  </a:lnTo>
                  <a:lnTo>
                    <a:pt x="3134468" y="223716"/>
                  </a:lnTo>
                  <a:lnTo>
                    <a:pt x="3137602" y="226519"/>
                  </a:lnTo>
                  <a:lnTo>
                    <a:pt x="3140736" y="230750"/>
                  </a:lnTo>
                  <a:lnTo>
                    <a:pt x="3143870" y="233233"/>
                  </a:lnTo>
                  <a:lnTo>
                    <a:pt x="3147004" y="236239"/>
                  </a:lnTo>
                  <a:lnTo>
                    <a:pt x="3150138" y="235837"/>
                  </a:lnTo>
                  <a:lnTo>
                    <a:pt x="3153272" y="237407"/>
                  </a:lnTo>
                  <a:lnTo>
                    <a:pt x="3156406" y="239056"/>
                  </a:lnTo>
                  <a:lnTo>
                    <a:pt x="3159540" y="236641"/>
                  </a:lnTo>
                  <a:lnTo>
                    <a:pt x="3162674" y="234398"/>
                  </a:lnTo>
                  <a:lnTo>
                    <a:pt x="3165808" y="232961"/>
                  </a:lnTo>
                  <a:lnTo>
                    <a:pt x="3168942" y="231499"/>
                  </a:lnTo>
                  <a:lnTo>
                    <a:pt x="3172076" y="229687"/>
                  </a:lnTo>
                  <a:lnTo>
                    <a:pt x="3175210" y="228726"/>
                  </a:lnTo>
                  <a:lnTo>
                    <a:pt x="3178344" y="228148"/>
                  </a:lnTo>
                  <a:lnTo>
                    <a:pt x="3181478" y="225779"/>
                  </a:lnTo>
                  <a:lnTo>
                    <a:pt x="3184612" y="225669"/>
                  </a:lnTo>
                  <a:lnTo>
                    <a:pt x="3187746" y="224960"/>
                  </a:lnTo>
                  <a:lnTo>
                    <a:pt x="3190880" y="227240"/>
                  </a:lnTo>
                  <a:lnTo>
                    <a:pt x="3194014" y="232031"/>
                  </a:lnTo>
                  <a:lnTo>
                    <a:pt x="3197148" y="237627"/>
                  </a:lnTo>
                  <a:lnTo>
                    <a:pt x="3200282" y="244773"/>
                  </a:lnTo>
                  <a:lnTo>
                    <a:pt x="3203416" y="251588"/>
                  </a:lnTo>
                  <a:lnTo>
                    <a:pt x="3206550" y="260962"/>
                  </a:lnTo>
                  <a:lnTo>
                    <a:pt x="3209684" y="271057"/>
                  </a:lnTo>
                  <a:lnTo>
                    <a:pt x="3212818" y="281182"/>
                  </a:lnTo>
                  <a:lnTo>
                    <a:pt x="3215952" y="291715"/>
                  </a:lnTo>
                  <a:lnTo>
                    <a:pt x="3219086" y="302665"/>
                  </a:lnTo>
                  <a:lnTo>
                    <a:pt x="3222220" y="314347"/>
                  </a:lnTo>
                  <a:lnTo>
                    <a:pt x="3225354" y="326530"/>
                  </a:lnTo>
                  <a:lnTo>
                    <a:pt x="3228488" y="342406"/>
                  </a:lnTo>
                  <a:lnTo>
                    <a:pt x="3231622" y="359819"/>
                  </a:lnTo>
                  <a:lnTo>
                    <a:pt x="3234756" y="376077"/>
                  </a:lnTo>
                  <a:lnTo>
                    <a:pt x="3237890" y="391640"/>
                  </a:lnTo>
                  <a:lnTo>
                    <a:pt x="3241024" y="407372"/>
                  </a:lnTo>
                  <a:lnTo>
                    <a:pt x="3244158" y="421443"/>
                  </a:lnTo>
                  <a:lnTo>
                    <a:pt x="3247292" y="433600"/>
                  </a:lnTo>
                  <a:lnTo>
                    <a:pt x="3250426" y="441106"/>
                  </a:lnTo>
                  <a:lnTo>
                    <a:pt x="3253560" y="447734"/>
                  </a:lnTo>
                  <a:lnTo>
                    <a:pt x="3256694" y="453283"/>
                  </a:lnTo>
                  <a:lnTo>
                    <a:pt x="3259828" y="459769"/>
                  </a:lnTo>
                  <a:lnTo>
                    <a:pt x="3262962" y="466206"/>
                  </a:lnTo>
                  <a:lnTo>
                    <a:pt x="3266096" y="470962"/>
                  </a:lnTo>
                  <a:lnTo>
                    <a:pt x="3269230" y="475215"/>
                  </a:lnTo>
                  <a:lnTo>
                    <a:pt x="3272364" y="480205"/>
                  </a:lnTo>
                  <a:lnTo>
                    <a:pt x="3275498" y="483662"/>
                  </a:lnTo>
                  <a:lnTo>
                    <a:pt x="3278632" y="482775"/>
                  </a:lnTo>
                  <a:lnTo>
                    <a:pt x="3281766" y="483295"/>
                  </a:lnTo>
                  <a:lnTo>
                    <a:pt x="3284900" y="484553"/>
                  </a:lnTo>
                  <a:lnTo>
                    <a:pt x="3288034" y="489835"/>
                  </a:lnTo>
                  <a:lnTo>
                    <a:pt x="3291168" y="494574"/>
                  </a:lnTo>
                  <a:lnTo>
                    <a:pt x="3294302" y="497978"/>
                  </a:lnTo>
                  <a:lnTo>
                    <a:pt x="3297436" y="505155"/>
                  </a:lnTo>
                  <a:lnTo>
                    <a:pt x="3300570" y="507690"/>
                  </a:lnTo>
                  <a:lnTo>
                    <a:pt x="3303704" y="509877"/>
                  </a:lnTo>
                  <a:lnTo>
                    <a:pt x="3306838" y="511388"/>
                  </a:lnTo>
                  <a:lnTo>
                    <a:pt x="3309972" y="513920"/>
                  </a:lnTo>
                  <a:lnTo>
                    <a:pt x="3313106" y="515693"/>
                  </a:lnTo>
                  <a:lnTo>
                    <a:pt x="3316240" y="517483"/>
                  </a:lnTo>
                  <a:lnTo>
                    <a:pt x="3319374" y="518815"/>
                  </a:lnTo>
                  <a:lnTo>
                    <a:pt x="3322508" y="519418"/>
                  </a:lnTo>
                  <a:lnTo>
                    <a:pt x="3325642" y="521361"/>
                  </a:lnTo>
                  <a:lnTo>
                    <a:pt x="3328776" y="523137"/>
                  </a:lnTo>
                  <a:lnTo>
                    <a:pt x="3331910" y="522817"/>
                  </a:lnTo>
                  <a:lnTo>
                    <a:pt x="3335044" y="521318"/>
                  </a:lnTo>
                  <a:lnTo>
                    <a:pt x="3338178" y="519225"/>
                  </a:lnTo>
                  <a:lnTo>
                    <a:pt x="3341312" y="520317"/>
                  </a:lnTo>
                  <a:lnTo>
                    <a:pt x="3344446" y="521631"/>
                  </a:lnTo>
                  <a:lnTo>
                    <a:pt x="3347580" y="525410"/>
                  </a:lnTo>
                  <a:lnTo>
                    <a:pt x="3350714" y="529928"/>
                  </a:lnTo>
                  <a:lnTo>
                    <a:pt x="3353848" y="532418"/>
                  </a:lnTo>
                  <a:lnTo>
                    <a:pt x="3356982" y="533759"/>
                  </a:lnTo>
                  <a:lnTo>
                    <a:pt x="3360116" y="532968"/>
                  </a:lnTo>
                  <a:lnTo>
                    <a:pt x="3363250" y="532396"/>
                  </a:lnTo>
                  <a:lnTo>
                    <a:pt x="3366384" y="532923"/>
                  </a:lnTo>
                  <a:lnTo>
                    <a:pt x="3369518" y="534761"/>
                  </a:lnTo>
                  <a:lnTo>
                    <a:pt x="3372652" y="534966"/>
                  </a:lnTo>
                  <a:lnTo>
                    <a:pt x="3375786" y="535559"/>
                  </a:lnTo>
                  <a:lnTo>
                    <a:pt x="3378920" y="534853"/>
                  </a:lnTo>
                  <a:lnTo>
                    <a:pt x="3382054" y="532357"/>
                  </a:lnTo>
                  <a:lnTo>
                    <a:pt x="3385188" y="529959"/>
                  </a:lnTo>
                  <a:lnTo>
                    <a:pt x="3388322" y="524965"/>
                  </a:lnTo>
                  <a:lnTo>
                    <a:pt x="3391456" y="517932"/>
                  </a:lnTo>
                  <a:lnTo>
                    <a:pt x="3394590" y="511492"/>
                  </a:lnTo>
                  <a:lnTo>
                    <a:pt x="3397724" y="503080"/>
                  </a:lnTo>
                  <a:lnTo>
                    <a:pt x="3400858" y="491724"/>
                  </a:lnTo>
                  <a:lnTo>
                    <a:pt x="3403992" y="481791"/>
                  </a:lnTo>
                  <a:lnTo>
                    <a:pt x="3407126" y="472835"/>
                  </a:lnTo>
                  <a:lnTo>
                    <a:pt x="3410260" y="466343"/>
                  </a:lnTo>
                  <a:lnTo>
                    <a:pt x="3413394" y="458055"/>
                  </a:lnTo>
                  <a:lnTo>
                    <a:pt x="3416528" y="448422"/>
                  </a:lnTo>
                  <a:lnTo>
                    <a:pt x="3419662" y="440556"/>
                  </a:lnTo>
                  <a:lnTo>
                    <a:pt x="3422796" y="432367"/>
                  </a:lnTo>
                  <a:lnTo>
                    <a:pt x="3425930" y="425937"/>
                  </a:lnTo>
                  <a:lnTo>
                    <a:pt x="3429064" y="420437"/>
                  </a:lnTo>
                  <a:lnTo>
                    <a:pt x="3432198" y="415023"/>
                  </a:lnTo>
                  <a:lnTo>
                    <a:pt x="3435332" y="412127"/>
                  </a:lnTo>
                  <a:lnTo>
                    <a:pt x="3438466" y="411234"/>
                  </a:lnTo>
                  <a:lnTo>
                    <a:pt x="3441600" y="409244"/>
                  </a:lnTo>
                  <a:lnTo>
                    <a:pt x="3444734" y="407058"/>
                  </a:lnTo>
                  <a:lnTo>
                    <a:pt x="3447868" y="406698"/>
                  </a:lnTo>
                  <a:lnTo>
                    <a:pt x="3451002" y="405923"/>
                  </a:lnTo>
                  <a:lnTo>
                    <a:pt x="3454136" y="406556"/>
                  </a:lnTo>
                  <a:lnTo>
                    <a:pt x="3457270" y="405564"/>
                  </a:lnTo>
                  <a:lnTo>
                    <a:pt x="3460404" y="411399"/>
                  </a:lnTo>
                  <a:lnTo>
                    <a:pt x="3463538" y="418275"/>
                  </a:lnTo>
                  <a:lnTo>
                    <a:pt x="3466672" y="424417"/>
                  </a:lnTo>
                  <a:lnTo>
                    <a:pt x="3469806" y="430414"/>
                  </a:lnTo>
                  <a:lnTo>
                    <a:pt x="3472940" y="435782"/>
                  </a:lnTo>
                  <a:lnTo>
                    <a:pt x="3476074" y="440725"/>
                  </a:lnTo>
                  <a:lnTo>
                    <a:pt x="3479208" y="448183"/>
                  </a:lnTo>
                  <a:lnTo>
                    <a:pt x="3482342" y="455707"/>
                  </a:lnTo>
                  <a:lnTo>
                    <a:pt x="3485476" y="462795"/>
                  </a:lnTo>
                  <a:lnTo>
                    <a:pt x="3488610" y="470595"/>
                  </a:lnTo>
                  <a:lnTo>
                    <a:pt x="3491744" y="477440"/>
                  </a:lnTo>
                  <a:lnTo>
                    <a:pt x="3494878" y="485195"/>
                  </a:lnTo>
                  <a:lnTo>
                    <a:pt x="3498012" y="494802"/>
                  </a:lnTo>
                  <a:lnTo>
                    <a:pt x="3501146" y="502806"/>
                  </a:lnTo>
                  <a:lnTo>
                    <a:pt x="3504280" y="510443"/>
                  </a:lnTo>
                  <a:lnTo>
                    <a:pt x="3507414" y="513906"/>
                  </a:lnTo>
                  <a:lnTo>
                    <a:pt x="3510548" y="517403"/>
                  </a:lnTo>
                  <a:lnTo>
                    <a:pt x="3513682" y="520958"/>
                  </a:lnTo>
                  <a:lnTo>
                    <a:pt x="3516816" y="527977"/>
                  </a:lnTo>
                  <a:lnTo>
                    <a:pt x="3519950" y="536184"/>
                  </a:lnTo>
                  <a:lnTo>
                    <a:pt x="3523084" y="545650"/>
                  </a:lnTo>
                  <a:lnTo>
                    <a:pt x="3526218" y="553894"/>
                  </a:lnTo>
                  <a:lnTo>
                    <a:pt x="3529352" y="559844"/>
                  </a:lnTo>
                  <a:lnTo>
                    <a:pt x="3532486" y="567100"/>
                  </a:lnTo>
                  <a:lnTo>
                    <a:pt x="3535620" y="574620"/>
                  </a:lnTo>
                  <a:lnTo>
                    <a:pt x="3538754" y="584860"/>
                  </a:lnTo>
                  <a:lnTo>
                    <a:pt x="3541888" y="595097"/>
                  </a:lnTo>
                  <a:lnTo>
                    <a:pt x="3545022" y="605313"/>
                  </a:lnTo>
                  <a:lnTo>
                    <a:pt x="3548156" y="617427"/>
                  </a:lnTo>
                  <a:lnTo>
                    <a:pt x="3551290" y="630658"/>
                  </a:lnTo>
                  <a:lnTo>
                    <a:pt x="3554424" y="644772"/>
                  </a:lnTo>
                  <a:lnTo>
                    <a:pt x="3557558" y="659643"/>
                  </a:lnTo>
                  <a:lnTo>
                    <a:pt x="3560692" y="677542"/>
                  </a:lnTo>
                  <a:lnTo>
                    <a:pt x="3563826" y="694678"/>
                  </a:lnTo>
                  <a:lnTo>
                    <a:pt x="3566960" y="711493"/>
                  </a:lnTo>
                  <a:lnTo>
                    <a:pt x="3570094" y="727058"/>
                  </a:lnTo>
                  <a:lnTo>
                    <a:pt x="3573228" y="743276"/>
                  </a:lnTo>
                  <a:lnTo>
                    <a:pt x="3576362" y="760167"/>
                  </a:lnTo>
                  <a:lnTo>
                    <a:pt x="3579496" y="777188"/>
                  </a:lnTo>
                  <a:lnTo>
                    <a:pt x="3582630" y="795163"/>
                  </a:lnTo>
                  <a:lnTo>
                    <a:pt x="3585764" y="813981"/>
                  </a:lnTo>
                  <a:lnTo>
                    <a:pt x="3588898" y="834402"/>
                  </a:lnTo>
                  <a:lnTo>
                    <a:pt x="3592032" y="853843"/>
                  </a:lnTo>
                  <a:lnTo>
                    <a:pt x="3595166" y="872781"/>
                  </a:lnTo>
                  <a:lnTo>
                    <a:pt x="3598300" y="893346"/>
                  </a:lnTo>
                  <a:lnTo>
                    <a:pt x="3601434" y="915769"/>
                  </a:lnTo>
                  <a:lnTo>
                    <a:pt x="3604568" y="938076"/>
                  </a:lnTo>
                  <a:lnTo>
                    <a:pt x="3607702" y="958863"/>
                  </a:lnTo>
                  <a:lnTo>
                    <a:pt x="3610836" y="981065"/>
                  </a:lnTo>
                  <a:lnTo>
                    <a:pt x="3613970" y="1003263"/>
                  </a:lnTo>
                  <a:lnTo>
                    <a:pt x="3617104" y="1027263"/>
                  </a:lnTo>
                  <a:lnTo>
                    <a:pt x="3620238" y="1046788"/>
                  </a:lnTo>
                  <a:lnTo>
                    <a:pt x="3623372" y="1068875"/>
                  </a:lnTo>
                  <a:lnTo>
                    <a:pt x="3626506" y="1087515"/>
                  </a:lnTo>
                  <a:lnTo>
                    <a:pt x="3629640" y="1103595"/>
                  </a:lnTo>
                  <a:lnTo>
                    <a:pt x="3632774" y="1119295"/>
                  </a:lnTo>
                  <a:lnTo>
                    <a:pt x="3635908" y="1135037"/>
                  </a:lnTo>
                  <a:lnTo>
                    <a:pt x="3639042" y="1150663"/>
                  </a:lnTo>
                  <a:lnTo>
                    <a:pt x="3642176" y="1164805"/>
                  </a:lnTo>
                  <a:lnTo>
                    <a:pt x="3645310" y="1176034"/>
                  </a:lnTo>
                  <a:lnTo>
                    <a:pt x="3648444" y="1185939"/>
                  </a:lnTo>
                  <a:lnTo>
                    <a:pt x="3651578" y="1197376"/>
                  </a:lnTo>
                  <a:lnTo>
                    <a:pt x="3654712" y="1208077"/>
                  </a:lnTo>
                  <a:lnTo>
                    <a:pt x="3657846" y="1215544"/>
                  </a:lnTo>
                  <a:lnTo>
                    <a:pt x="3660980" y="1223333"/>
                  </a:lnTo>
                  <a:lnTo>
                    <a:pt x="3664114" y="1228446"/>
                  </a:lnTo>
                  <a:lnTo>
                    <a:pt x="3667248" y="1235741"/>
                  </a:lnTo>
                  <a:lnTo>
                    <a:pt x="3670382" y="1239765"/>
                  </a:lnTo>
                  <a:lnTo>
                    <a:pt x="3673516" y="1246020"/>
                  </a:lnTo>
                  <a:lnTo>
                    <a:pt x="3676650" y="1251682"/>
                  </a:lnTo>
                  <a:lnTo>
                    <a:pt x="3679784" y="1254696"/>
                  </a:lnTo>
                  <a:lnTo>
                    <a:pt x="3682918" y="1250300"/>
                  </a:lnTo>
                  <a:lnTo>
                    <a:pt x="3686052" y="1240971"/>
                  </a:lnTo>
                  <a:lnTo>
                    <a:pt x="3689186" y="1230680"/>
                  </a:lnTo>
                  <a:lnTo>
                    <a:pt x="3692320" y="1221378"/>
                  </a:lnTo>
                  <a:lnTo>
                    <a:pt x="3695454" y="1211426"/>
                  </a:lnTo>
                  <a:lnTo>
                    <a:pt x="3698588" y="1199160"/>
                  </a:lnTo>
                  <a:lnTo>
                    <a:pt x="3701722" y="1187590"/>
                  </a:lnTo>
                  <a:lnTo>
                    <a:pt x="3704856" y="1175044"/>
                  </a:lnTo>
                  <a:lnTo>
                    <a:pt x="3707990" y="1160043"/>
                  </a:lnTo>
                  <a:lnTo>
                    <a:pt x="3711124" y="1142573"/>
                  </a:lnTo>
                  <a:lnTo>
                    <a:pt x="3714258" y="1121233"/>
                  </a:lnTo>
                  <a:lnTo>
                    <a:pt x="3717392" y="1100084"/>
                  </a:lnTo>
                  <a:lnTo>
                    <a:pt x="3720526" y="1079467"/>
                  </a:lnTo>
                  <a:lnTo>
                    <a:pt x="3723660" y="1058612"/>
                  </a:lnTo>
                  <a:lnTo>
                    <a:pt x="3726794" y="1038582"/>
                  </a:lnTo>
                  <a:lnTo>
                    <a:pt x="3729928" y="1023708"/>
                  </a:lnTo>
                  <a:lnTo>
                    <a:pt x="3733062" y="1012538"/>
                  </a:lnTo>
                  <a:lnTo>
                    <a:pt x="3736196" y="1002558"/>
                  </a:lnTo>
                  <a:lnTo>
                    <a:pt x="3739330" y="991590"/>
                  </a:lnTo>
                  <a:lnTo>
                    <a:pt x="3742464" y="980887"/>
                  </a:lnTo>
                  <a:lnTo>
                    <a:pt x="3745598" y="968818"/>
                  </a:lnTo>
                  <a:lnTo>
                    <a:pt x="3748732" y="953981"/>
                  </a:lnTo>
                  <a:lnTo>
                    <a:pt x="3751866" y="940244"/>
                  </a:lnTo>
                  <a:lnTo>
                    <a:pt x="3755000" y="926622"/>
                  </a:lnTo>
                  <a:lnTo>
                    <a:pt x="3758134" y="911784"/>
                  </a:lnTo>
                  <a:lnTo>
                    <a:pt x="3761268" y="897402"/>
                  </a:lnTo>
                  <a:lnTo>
                    <a:pt x="3764402" y="881665"/>
                  </a:lnTo>
                  <a:lnTo>
                    <a:pt x="3767536" y="865518"/>
                  </a:lnTo>
                  <a:lnTo>
                    <a:pt x="3770670" y="849285"/>
                  </a:lnTo>
                  <a:lnTo>
                    <a:pt x="3773804" y="833717"/>
                  </a:lnTo>
                  <a:lnTo>
                    <a:pt x="3776938" y="816717"/>
                  </a:lnTo>
                  <a:lnTo>
                    <a:pt x="3780072" y="801273"/>
                  </a:lnTo>
                  <a:lnTo>
                    <a:pt x="3783206" y="785398"/>
                  </a:lnTo>
                  <a:lnTo>
                    <a:pt x="3786340" y="773265"/>
                  </a:lnTo>
                  <a:lnTo>
                    <a:pt x="3789474" y="760225"/>
                  </a:lnTo>
                  <a:lnTo>
                    <a:pt x="3792608" y="746125"/>
                  </a:lnTo>
                  <a:lnTo>
                    <a:pt x="3795742" y="732338"/>
                  </a:lnTo>
                  <a:lnTo>
                    <a:pt x="3798876" y="718823"/>
                  </a:lnTo>
                  <a:lnTo>
                    <a:pt x="3802010" y="706605"/>
                  </a:lnTo>
                  <a:lnTo>
                    <a:pt x="3805144" y="698342"/>
                  </a:lnTo>
                  <a:lnTo>
                    <a:pt x="3808278" y="693770"/>
                  </a:lnTo>
                  <a:lnTo>
                    <a:pt x="3811412" y="689947"/>
                  </a:lnTo>
                  <a:lnTo>
                    <a:pt x="3814546" y="685010"/>
                  </a:lnTo>
                  <a:lnTo>
                    <a:pt x="3817680" y="682068"/>
                  </a:lnTo>
                  <a:lnTo>
                    <a:pt x="3820814" y="679760"/>
                  </a:lnTo>
                  <a:lnTo>
                    <a:pt x="3823948" y="678296"/>
                  </a:lnTo>
                  <a:lnTo>
                    <a:pt x="3827082" y="676092"/>
                  </a:lnTo>
                  <a:lnTo>
                    <a:pt x="3830216" y="674898"/>
                  </a:lnTo>
                  <a:lnTo>
                    <a:pt x="3833350" y="671191"/>
                  </a:lnTo>
                  <a:lnTo>
                    <a:pt x="3836484" y="669654"/>
                  </a:lnTo>
                  <a:lnTo>
                    <a:pt x="3839618" y="671112"/>
                  </a:lnTo>
                  <a:lnTo>
                    <a:pt x="3842752" y="680795"/>
                  </a:lnTo>
                  <a:lnTo>
                    <a:pt x="3845886" y="692163"/>
                  </a:lnTo>
                  <a:lnTo>
                    <a:pt x="3849020" y="705284"/>
                  </a:lnTo>
                  <a:lnTo>
                    <a:pt x="3852154" y="717157"/>
                  </a:lnTo>
                  <a:lnTo>
                    <a:pt x="3855288" y="728937"/>
                  </a:lnTo>
                  <a:lnTo>
                    <a:pt x="3858422" y="741183"/>
                  </a:lnTo>
                  <a:lnTo>
                    <a:pt x="3861556" y="755214"/>
                  </a:lnTo>
                  <a:lnTo>
                    <a:pt x="3864690" y="768890"/>
                  </a:lnTo>
                  <a:lnTo>
                    <a:pt x="3867824" y="782402"/>
                  </a:lnTo>
                  <a:lnTo>
                    <a:pt x="3870958" y="799789"/>
                  </a:lnTo>
                  <a:lnTo>
                    <a:pt x="3874092" y="819687"/>
                  </a:lnTo>
                  <a:lnTo>
                    <a:pt x="3877226" y="839211"/>
                  </a:lnTo>
                  <a:lnTo>
                    <a:pt x="3880360" y="858205"/>
                  </a:lnTo>
                  <a:lnTo>
                    <a:pt x="3883494" y="878122"/>
                  </a:lnTo>
                  <a:lnTo>
                    <a:pt x="3886628" y="898911"/>
                  </a:lnTo>
                  <a:lnTo>
                    <a:pt x="3889762" y="915304"/>
                  </a:lnTo>
                  <a:lnTo>
                    <a:pt x="3892896" y="931231"/>
                  </a:lnTo>
                  <a:lnTo>
                    <a:pt x="3896030" y="942426"/>
                  </a:lnTo>
                  <a:lnTo>
                    <a:pt x="3899164" y="953964"/>
                  </a:lnTo>
                  <a:lnTo>
                    <a:pt x="3902298" y="963837"/>
                  </a:lnTo>
                  <a:lnTo>
                    <a:pt x="3905432" y="973234"/>
                  </a:lnTo>
                  <a:lnTo>
                    <a:pt x="3908566" y="983555"/>
                  </a:lnTo>
                  <a:lnTo>
                    <a:pt x="3911700" y="993039"/>
                  </a:lnTo>
                  <a:lnTo>
                    <a:pt x="3914834" y="1002676"/>
                  </a:lnTo>
                  <a:lnTo>
                    <a:pt x="3917968" y="1013262"/>
                  </a:lnTo>
                  <a:lnTo>
                    <a:pt x="3921102" y="1021462"/>
                  </a:lnTo>
                  <a:lnTo>
                    <a:pt x="3924236" y="1030009"/>
                  </a:lnTo>
                  <a:lnTo>
                    <a:pt x="3927370" y="1036169"/>
                  </a:lnTo>
                  <a:lnTo>
                    <a:pt x="3930504" y="1041073"/>
                  </a:lnTo>
                  <a:lnTo>
                    <a:pt x="3933638" y="1045685"/>
                  </a:lnTo>
                  <a:lnTo>
                    <a:pt x="3936772" y="1050897"/>
                  </a:lnTo>
                  <a:lnTo>
                    <a:pt x="3939906" y="1055519"/>
                  </a:lnTo>
                  <a:lnTo>
                    <a:pt x="3943040" y="1060823"/>
                  </a:lnTo>
                  <a:lnTo>
                    <a:pt x="3946174" y="1066952"/>
                  </a:lnTo>
                  <a:lnTo>
                    <a:pt x="3949308" y="1077312"/>
                  </a:lnTo>
                  <a:lnTo>
                    <a:pt x="3952442" y="1089632"/>
                  </a:lnTo>
                  <a:lnTo>
                    <a:pt x="3955576" y="1101638"/>
                  </a:lnTo>
                  <a:lnTo>
                    <a:pt x="3958710" y="1113873"/>
                  </a:lnTo>
                  <a:lnTo>
                    <a:pt x="3961844" y="1125599"/>
                  </a:lnTo>
                  <a:lnTo>
                    <a:pt x="3964978" y="1134791"/>
                  </a:lnTo>
                  <a:lnTo>
                    <a:pt x="3968112" y="1142222"/>
                  </a:lnTo>
                  <a:lnTo>
                    <a:pt x="3971246" y="1150059"/>
                  </a:lnTo>
                  <a:lnTo>
                    <a:pt x="3974380" y="1163282"/>
                  </a:lnTo>
                  <a:lnTo>
                    <a:pt x="3977514" y="1177537"/>
                  </a:lnTo>
                  <a:lnTo>
                    <a:pt x="3980648" y="1193566"/>
                  </a:lnTo>
                  <a:lnTo>
                    <a:pt x="3983782" y="1210572"/>
                  </a:lnTo>
                  <a:lnTo>
                    <a:pt x="3986916" y="1227723"/>
                  </a:lnTo>
                  <a:lnTo>
                    <a:pt x="3990050" y="1244875"/>
                  </a:lnTo>
                  <a:lnTo>
                    <a:pt x="3993184" y="1261881"/>
                  </a:lnTo>
                  <a:lnTo>
                    <a:pt x="3996318" y="1275235"/>
                  </a:lnTo>
                  <a:lnTo>
                    <a:pt x="3999452" y="1287689"/>
                  </a:lnTo>
                  <a:lnTo>
                    <a:pt x="4002586" y="1298213"/>
                  </a:lnTo>
                  <a:lnTo>
                    <a:pt x="4005720" y="1310206"/>
                  </a:lnTo>
                  <a:lnTo>
                    <a:pt x="4008854" y="1321405"/>
                  </a:lnTo>
                  <a:lnTo>
                    <a:pt x="4011988" y="1333090"/>
                  </a:lnTo>
                  <a:lnTo>
                    <a:pt x="4015122" y="1344867"/>
                  </a:lnTo>
                  <a:lnTo>
                    <a:pt x="4018256" y="1356406"/>
                  </a:lnTo>
                  <a:lnTo>
                    <a:pt x="4021390" y="1366215"/>
                  </a:lnTo>
                  <a:lnTo>
                    <a:pt x="4024524" y="1376023"/>
                  </a:lnTo>
                  <a:lnTo>
                    <a:pt x="4027658" y="1385832"/>
                  </a:lnTo>
                  <a:lnTo>
                    <a:pt x="4030792" y="1393320"/>
                  </a:lnTo>
                  <a:lnTo>
                    <a:pt x="4033926" y="1400584"/>
                  </a:lnTo>
                  <a:lnTo>
                    <a:pt x="4037060" y="1408260"/>
                  </a:lnTo>
                  <a:lnTo>
                    <a:pt x="4040194" y="1415936"/>
                  </a:lnTo>
                  <a:lnTo>
                    <a:pt x="4043328" y="1422925"/>
                  </a:lnTo>
                  <a:lnTo>
                    <a:pt x="4046462" y="1428481"/>
                  </a:lnTo>
                  <a:lnTo>
                    <a:pt x="4049596" y="1434036"/>
                  </a:lnTo>
                  <a:lnTo>
                    <a:pt x="4052730" y="1437600"/>
                  </a:lnTo>
                  <a:lnTo>
                    <a:pt x="4055864" y="1445581"/>
                  </a:lnTo>
                  <a:lnTo>
                    <a:pt x="4058998" y="1453218"/>
                  </a:lnTo>
                  <a:lnTo>
                    <a:pt x="4062132" y="1462788"/>
                  </a:lnTo>
                  <a:lnTo>
                    <a:pt x="4065266" y="1473396"/>
                  </a:lnTo>
                  <a:lnTo>
                    <a:pt x="4068400" y="1484268"/>
                  </a:lnTo>
                  <a:lnTo>
                    <a:pt x="4071534" y="1494876"/>
                  </a:lnTo>
                  <a:lnTo>
                    <a:pt x="4074668" y="1505628"/>
                  </a:lnTo>
                  <a:lnTo>
                    <a:pt x="4077802" y="1516236"/>
                  </a:lnTo>
                  <a:lnTo>
                    <a:pt x="4080936" y="1529185"/>
                  </a:lnTo>
                  <a:lnTo>
                    <a:pt x="4084070" y="1542876"/>
                  </a:lnTo>
                  <a:lnTo>
                    <a:pt x="4087204" y="1559943"/>
                  </a:lnTo>
                  <a:lnTo>
                    <a:pt x="4090338" y="1577672"/>
                  </a:lnTo>
                  <a:lnTo>
                    <a:pt x="4093472" y="1596544"/>
                  </a:lnTo>
                  <a:lnTo>
                    <a:pt x="4096606" y="1614512"/>
                  </a:lnTo>
                  <a:lnTo>
                    <a:pt x="4099740" y="1631363"/>
                  </a:lnTo>
                  <a:lnTo>
                    <a:pt x="4102874" y="1645744"/>
                  </a:lnTo>
                  <a:lnTo>
                    <a:pt x="4106008" y="1659428"/>
                  </a:lnTo>
                  <a:lnTo>
                    <a:pt x="4109142" y="1671095"/>
                  </a:lnTo>
                  <a:lnTo>
                    <a:pt x="4112276" y="1678051"/>
                  </a:lnTo>
                  <a:lnTo>
                    <a:pt x="4115410" y="1683507"/>
                  </a:lnTo>
                  <a:lnTo>
                    <a:pt x="4118544" y="1686163"/>
                  </a:lnTo>
                  <a:lnTo>
                    <a:pt x="4121678" y="1686180"/>
                  </a:lnTo>
                  <a:lnTo>
                    <a:pt x="4124812" y="1685482"/>
                  </a:lnTo>
                  <a:lnTo>
                    <a:pt x="4127946" y="1682856"/>
                  </a:lnTo>
                  <a:lnTo>
                    <a:pt x="4131080" y="1678011"/>
                  </a:lnTo>
                  <a:lnTo>
                    <a:pt x="4134214" y="1666926"/>
                  </a:lnTo>
                  <a:lnTo>
                    <a:pt x="4137348" y="1653637"/>
                  </a:lnTo>
                  <a:lnTo>
                    <a:pt x="4140482" y="1637480"/>
                  </a:lnTo>
                  <a:lnTo>
                    <a:pt x="4143616" y="1620770"/>
                  </a:lnTo>
                  <a:lnTo>
                    <a:pt x="4146750" y="1604723"/>
                  </a:lnTo>
                  <a:lnTo>
                    <a:pt x="4149884" y="1588677"/>
                  </a:lnTo>
                  <a:lnTo>
                    <a:pt x="4153018" y="1572630"/>
                  </a:lnTo>
                  <a:lnTo>
                    <a:pt x="4156152" y="1556695"/>
                  </a:lnTo>
                  <a:lnTo>
                    <a:pt x="4159286" y="1541778"/>
                  </a:lnTo>
                  <a:lnTo>
                    <a:pt x="4162420" y="1527796"/>
                  </a:lnTo>
                  <a:lnTo>
                    <a:pt x="4165554" y="1515159"/>
                  </a:lnTo>
                  <a:lnTo>
                    <a:pt x="4168688" y="1505052"/>
                  </a:lnTo>
                  <a:lnTo>
                    <a:pt x="4171822" y="1496226"/>
                  </a:lnTo>
                  <a:lnTo>
                    <a:pt x="4174956" y="1487400"/>
                  </a:lnTo>
                  <a:lnTo>
                    <a:pt x="4178090" y="1477327"/>
                  </a:lnTo>
                  <a:lnTo>
                    <a:pt x="4181224" y="1469751"/>
                  </a:lnTo>
                  <a:lnTo>
                    <a:pt x="4184358" y="1464105"/>
                  </a:lnTo>
                  <a:lnTo>
                    <a:pt x="4187492" y="1458458"/>
                  </a:lnTo>
                  <a:lnTo>
                    <a:pt x="4190626" y="1452812"/>
                  </a:lnTo>
                  <a:lnTo>
                    <a:pt x="4193760" y="1446653"/>
                  </a:lnTo>
                  <a:lnTo>
                    <a:pt x="4196894" y="1439187"/>
                  </a:lnTo>
                  <a:lnTo>
                    <a:pt x="4200028" y="1431007"/>
                  </a:lnTo>
                  <a:lnTo>
                    <a:pt x="4203162" y="1421345"/>
                  </a:lnTo>
                  <a:lnTo>
                    <a:pt x="4206296" y="1412789"/>
                  </a:lnTo>
                  <a:lnTo>
                    <a:pt x="4209430" y="1404637"/>
                  </a:lnTo>
                  <a:lnTo>
                    <a:pt x="4212564" y="1395282"/>
                  </a:lnTo>
                  <a:lnTo>
                    <a:pt x="4215698" y="1385620"/>
                  </a:lnTo>
                  <a:lnTo>
                    <a:pt x="4218832" y="1375547"/>
                  </a:lnTo>
                  <a:lnTo>
                    <a:pt x="4221966" y="1365618"/>
                  </a:lnTo>
                  <a:lnTo>
                    <a:pt x="4225100" y="1357599"/>
                  </a:lnTo>
                  <a:lnTo>
                    <a:pt x="4228234" y="1349391"/>
                  </a:lnTo>
                  <a:lnTo>
                    <a:pt x="4231368" y="1340915"/>
                  </a:lnTo>
                  <a:lnTo>
                    <a:pt x="4234502" y="1332029"/>
                  </a:lnTo>
                  <a:lnTo>
                    <a:pt x="4237636" y="1322566"/>
                  </a:lnTo>
                  <a:lnTo>
                    <a:pt x="4240770" y="1311216"/>
                  </a:lnTo>
                  <a:lnTo>
                    <a:pt x="4243904" y="1299190"/>
                  </a:lnTo>
                  <a:lnTo>
                    <a:pt x="4247038" y="1285771"/>
                  </a:lnTo>
                  <a:lnTo>
                    <a:pt x="4250172" y="1273682"/>
                  </a:lnTo>
                  <a:lnTo>
                    <a:pt x="4253306" y="1261293"/>
                  </a:lnTo>
                  <a:lnTo>
                    <a:pt x="4256440" y="1250012"/>
                  </a:lnTo>
                  <a:lnTo>
                    <a:pt x="4259574" y="1241374"/>
                  </a:lnTo>
                  <a:lnTo>
                    <a:pt x="4262708" y="1233071"/>
                  </a:lnTo>
                  <a:lnTo>
                    <a:pt x="4265842" y="1225300"/>
                  </a:lnTo>
                  <a:lnTo>
                    <a:pt x="4268976" y="1217915"/>
                  </a:lnTo>
                  <a:lnTo>
                    <a:pt x="4272110" y="1213679"/>
                  </a:lnTo>
                  <a:lnTo>
                    <a:pt x="4275244" y="1209473"/>
                  </a:lnTo>
                  <a:lnTo>
                    <a:pt x="4278378" y="1208068"/>
                  </a:lnTo>
                  <a:lnTo>
                    <a:pt x="4281512" y="1209714"/>
                  </a:lnTo>
                  <a:lnTo>
                    <a:pt x="4284646" y="1213005"/>
                  </a:lnTo>
                  <a:lnTo>
                    <a:pt x="4287780" y="1217919"/>
                  </a:lnTo>
                  <a:lnTo>
                    <a:pt x="4290914" y="1226499"/>
                  </a:lnTo>
                  <a:lnTo>
                    <a:pt x="4294048" y="1238845"/>
                  </a:lnTo>
                  <a:lnTo>
                    <a:pt x="4297182" y="1252363"/>
                  </a:lnTo>
                  <a:lnTo>
                    <a:pt x="4300316" y="1266307"/>
                  </a:lnTo>
                  <a:lnTo>
                    <a:pt x="4303450" y="1280122"/>
                  </a:lnTo>
                  <a:lnTo>
                    <a:pt x="4306584" y="1293502"/>
                  </a:lnTo>
                  <a:lnTo>
                    <a:pt x="4309718" y="1306880"/>
                  </a:lnTo>
                  <a:lnTo>
                    <a:pt x="4312852" y="1320032"/>
                  </a:lnTo>
                  <a:lnTo>
                    <a:pt x="4315986" y="1333299"/>
                  </a:lnTo>
                  <a:lnTo>
                    <a:pt x="4319120" y="1346436"/>
                  </a:lnTo>
                  <a:lnTo>
                    <a:pt x="4322254" y="1360635"/>
                  </a:lnTo>
                  <a:lnTo>
                    <a:pt x="4325388" y="1370767"/>
                  </a:lnTo>
                  <a:lnTo>
                    <a:pt x="4328522" y="1375768"/>
                  </a:lnTo>
                  <a:lnTo>
                    <a:pt x="4331656" y="1379262"/>
                  </a:lnTo>
                  <a:lnTo>
                    <a:pt x="4334790" y="1382757"/>
                  </a:lnTo>
                  <a:lnTo>
                    <a:pt x="4337924" y="1387538"/>
                  </a:lnTo>
                  <a:lnTo>
                    <a:pt x="4341058" y="1390234"/>
                  </a:lnTo>
                  <a:lnTo>
                    <a:pt x="4344192" y="1391000"/>
                  </a:lnTo>
                  <a:lnTo>
                    <a:pt x="4347326" y="1391766"/>
                  </a:lnTo>
                  <a:lnTo>
                    <a:pt x="4350460" y="1392533"/>
                  </a:lnTo>
                  <a:lnTo>
                    <a:pt x="4353594" y="1393812"/>
                  </a:lnTo>
                  <a:lnTo>
                    <a:pt x="4356728" y="1396397"/>
                  </a:lnTo>
                  <a:lnTo>
                    <a:pt x="4359862" y="1399697"/>
                  </a:lnTo>
                  <a:lnTo>
                    <a:pt x="4362996" y="1404066"/>
                  </a:lnTo>
                  <a:lnTo>
                    <a:pt x="4366130" y="1407066"/>
                  </a:lnTo>
                  <a:lnTo>
                    <a:pt x="4369264" y="1409777"/>
                  </a:lnTo>
                  <a:lnTo>
                    <a:pt x="4372398" y="1416303"/>
                  </a:lnTo>
                  <a:lnTo>
                    <a:pt x="4375532" y="1425965"/>
                  </a:lnTo>
                  <a:lnTo>
                    <a:pt x="4378666" y="1436305"/>
                  </a:lnTo>
                  <a:lnTo>
                    <a:pt x="4381800" y="1446235"/>
                  </a:lnTo>
                  <a:lnTo>
                    <a:pt x="4384934" y="1453723"/>
                  </a:lnTo>
                  <a:lnTo>
                    <a:pt x="4388068" y="1461170"/>
                  </a:lnTo>
                  <a:lnTo>
                    <a:pt x="4391202" y="1468886"/>
                  </a:lnTo>
                  <a:lnTo>
                    <a:pt x="4394336" y="1476376"/>
                  </a:lnTo>
                  <a:lnTo>
                    <a:pt x="4397470" y="1484855"/>
                  </a:lnTo>
                  <a:lnTo>
                    <a:pt x="4400604" y="1494809"/>
                  </a:lnTo>
                  <a:lnTo>
                    <a:pt x="4403738" y="1505255"/>
                  </a:lnTo>
                  <a:lnTo>
                    <a:pt x="4406872" y="1516515"/>
                  </a:lnTo>
                  <a:lnTo>
                    <a:pt x="4410006" y="1526447"/>
                  </a:lnTo>
                  <a:lnTo>
                    <a:pt x="4413140" y="1536150"/>
                  </a:lnTo>
                  <a:lnTo>
                    <a:pt x="4416274" y="1545853"/>
                  </a:lnTo>
                  <a:lnTo>
                    <a:pt x="4419408" y="1553942"/>
                  </a:lnTo>
                  <a:lnTo>
                    <a:pt x="4422542" y="1561697"/>
                  </a:lnTo>
                  <a:lnTo>
                    <a:pt x="4425676" y="1568735"/>
                  </a:lnTo>
                  <a:lnTo>
                    <a:pt x="4428810" y="1576041"/>
                  </a:lnTo>
                  <a:lnTo>
                    <a:pt x="4431944" y="1584012"/>
                  </a:lnTo>
                  <a:lnTo>
                    <a:pt x="4435078" y="1593450"/>
                  </a:lnTo>
                  <a:lnTo>
                    <a:pt x="4438212" y="1602889"/>
                  </a:lnTo>
                  <a:lnTo>
                    <a:pt x="4441346" y="1612328"/>
                  </a:lnTo>
                  <a:lnTo>
                    <a:pt x="4444480" y="1620835"/>
                  </a:lnTo>
                  <a:lnTo>
                    <a:pt x="4447614" y="1627719"/>
                  </a:lnTo>
                  <a:lnTo>
                    <a:pt x="4450748" y="1632182"/>
                  </a:lnTo>
                  <a:lnTo>
                    <a:pt x="4453882" y="1634849"/>
                  </a:lnTo>
                  <a:lnTo>
                    <a:pt x="4457016" y="1637517"/>
                  </a:lnTo>
                  <a:lnTo>
                    <a:pt x="4460150" y="1640412"/>
                  </a:lnTo>
                  <a:lnTo>
                    <a:pt x="4463284" y="1643308"/>
                  </a:lnTo>
                  <a:lnTo>
                    <a:pt x="4466418" y="1645791"/>
                  </a:lnTo>
                  <a:lnTo>
                    <a:pt x="4469552" y="1648274"/>
                  </a:lnTo>
                  <a:lnTo>
                    <a:pt x="4472686" y="1650985"/>
                  </a:lnTo>
                  <a:lnTo>
                    <a:pt x="4475820" y="1653468"/>
                  </a:lnTo>
                  <a:lnTo>
                    <a:pt x="4478954" y="1655065"/>
                  </a:lnTo>
                  <a:lnTo>
                    <a:pt x="4482088" y="1654848"/>
                  </a:lnTo>
                  <a:lnTo>
                    <a:pt x="4485222" y="1657538"/>
                  </a:lnTo>
                  <a:lnTo>
                    <a:pt x="4488356" y="1662869"/>
                  </a:lnTo>
                  <a:lnTo>
                    <a:pt x="4491490" y="1668199"/>
                  </a:lnTo>
                  <a:lnTo>
                    <a:pt x="4494624" y="1673759"/>
                  </a:lnTo>
                  <a:lnTo>
                    <a:pt x="4497758" y="1678822"/>
                  </a:lnTo>
                  <a:lnTo>
                    <a:pt x="4500892" y="1683475"/>
                  </a:lnTo>
                  <a:lnTo>
                    <a:pt x="4504026" y="1688127"/>
                  </a:lnTo>
                  <a:lnTo>
                    <a:pt x="4507160" y="1692779"/>
                  </a:lnTo>
                  <a:lnTo>
                    <a:pt x="4510294" y="1697431"/>
                  </a:lnTo>
                  <a:lnTo>
                    <a:pt x="4513428" y="1702576"/>
                  </a:lnTo>
                  <a:lnTo>
                    <a:pt x="4516562" y="1707721"/>
                  </a:lnTo>
                  <a:lnTo>
                    <a:pt x="4519696" y="1710748"/>
                  </a:lnTo>
                  <a:lnTo>
                    <a:pt x="4522830" y="1713451"/>
                  </a:lnTo>
                  <a:lnTo>
                    <a:pt x="4525964" y="1716154"/>
                  </a:lnTo>
                  <a:lnTo>
                    <a:pt x="4529098" y="1718474"/>
                  </a:lnTo>
                  <a:lnTo>
                    <a:pt x="4532232" y="1718451"/>
                  </a:lnTo>
                  <a:lnTo>
                    <a:pt x="4535366" y="1715330"/>
                  </a:lnTo>
                  <a:lnTo>
                    <a:pt x="4538500" y="1711372"/>
                  </a:lnTo>
                  <a:lnTo>
                    <a:pt x="4541634" y="1705017"/>
                  </a:lnTo>
                  <a:lnTo>
                    <a:pt x="4544768" y="1698350"/>
                  </a:lnTo>
                  <a:lnTo>
                    <a:pt x="4547902" y="1691314"/>
                  </a:lnTo>
                  <a:lnTo>
                    <a:pt x="4551036" y="1682451"/>
                  </a:lnTo>
                  <a:lnTo>
                    <a:pt x="4554170" y="1673506"/>
                  </a:lnTo>
                  <a:lnTo>
                    <a:pt x="4557304" y="1664562"/>
                  </a:lnTo>
                  <a:lnTo>
                    <a:pt x="4560438" y="1654939"/>
                  </a:lnTo>
                  <a:lnTo>
                    <a:pt x="4563572" y="1645500"/>
                  </a:lnTo>
                  <a:lnTo>
                    <a:pt x="4566706" y="1637375"/>
                  </a:lnTo>
                  <a:lnTo>
                    <a:pt x="4569840" y="1629805"/>
                  </a:lnTo>
                  <a:lnTo>
                    <a:pt x="4572974" y="1622234"/>
                  </a:lnTo>
                  <a:lnTo>
                    <a:pt x="4576108" y="1614664"/>
                  </a:lnTo>
                  <a:lnTo>
                    <a:pt x="4579242" y="1606681"/>
                  </a:lnTo>
                  <a:lnTo>
                    <a:pt x="4582376" y="1598698"/>
                  </a:lnTo>
                  <a:lnTo>
                    <a:pt x="4585510" y="1591355"/>
                  </a:lnTo>
                  <a:lnTo>
                    <a:pt x="4588644" y="1585940"/>
                  </a:lnTo>
                  <a:lnTo>
                    <a:pt x="4591778" y="1581474"/>
                  </a:lnTo>
                  <a:lnTo>
                    <a:pt x="4594912" y="1577977"/>
                  </a:lnTo>
                  <a:lnTo>
                    <a:pt x="4598046" y="1577102"/>
                  </a:lnTo>
                  <a:lnTo>
                    <a:pt x="4601180" y="1576725"/>
                  </a:lnTo>
                  <a:lnTo>
                    <a:pt x="4604314" y="1576350"/>
                  </a:lnTo>
                  <a:lnTo>
                    <a:pt x="4607448" y="1575974"/>
                  </a:lnTo>
                  <a:lnTo>
                    <a:pt x="4610582" y="1575413"/>
                  </a:lnTo>
                  <a:lnTo>
                    <a:pt x="4613716" y="1574853"/>
                  </a:lnTo>
                  <a:lnTo>
                    <a:pt x="4616850" y="1574292"/>
                  </a:lnTo>
                  <a:lnTo>
                    <a:pt x="4619984" y="1573732"/>
                  </a:lnTo>
                  <a:lnTo>
                    <a:pt x="4623118" y="1573171"/>
                  </a:lnTo>
                  <a:lnTo>
                    <a:pt x="4626252" y="1572795"/>
                  </a:lnTo>
                  <a:lnTo>
                    <a:pt x="4629386" y="1572419"/>
                  </a:lnTo>
                  <a:lnTo>
                    <a:pt x="4632520" y="1572043"/>
                  </a:lnTo>
                  <a:lnTo>
                    <a:pt x="4635654" y="1571668"/>
                  </a:lnTo>
                  <a:lnTo>
                    <a:pt x="4638788" y="1571292"/>
                  </a:lnTo>
                  <a:lnTo>
                    <a:pt x="4641922" y="1570731"/>
                  </a:lnTo>
                  <a:lnTo>
                    <a:pt x="4645056" y="1570547"/>
                  </a:lnTo>
                  <a:lnTo>
                    <a:pt x="4648190" y="1570138"/>
                  </a:lnTo>
                  <a:lnTo>
                    <a:pt x="4651324" y="1569913"/>
                  </a:lnTo>
                  <a:lnTo>
                    <a:pt x="4654458" y="1569461"/>
                  </a:lnTo>
                  <a:lnTo>
                    <a:pt x="4657592" y="1569236"/>
                  </a:lnTo>
                  <a:lnTo>
                    <a:pt x="4660726" y="1569236"/>
                  </a:lnTo>
                  <a:lnTo>
                    <a:pt x="4663860" y="1569236"/>
                  </a:lnTo>
                  <a:lnTo>
                    <a:pt x="4666994" y="1569236"/>
                  </a:lnTo>
                  <a:lnTo>
                    <a:pt x="4670128" y="1569236"/>
                  </a:lnTo>
                  <a:lnTo>
                    <a:pt x="4673262" y="1568743"/>
                  </a:lnTo>
                  <a:lnTo>
                    <a:pt x="4676396" y="1568251"/>
                  </a:lnTo>
                  <a:lnTo>
                    <a:pt x="4679530" y="1569875"/>
                  </a:lnTo>
                  <a:lnTo>
                    <a:pt x="4682664" y="1572236"/>
                  </a:lnTo>
                  <a:lnTo>
                    <a:pt x="4685798" y="1574596"/>
                  </a:lnTo>
                  <a:lnTo>
                    <a:pt x="4688932" y="1577224"/>
                  </a:lnTo>
                  <a:lnTo>
                    <a:pt x="4692066" y="1579360"/>
                  </a:lnTo>
                  <a:lnTo>
                    <a:pt x="4695200" y="1581988"/>
                  </a:lnTo>
                  <a:lnTo>
                    <a:pt x="4698334" y="1584961"/>
                  </a:lnTo>
                  <a:lnTo>
                    <a:pt x="4701468" y="1590332"/>
                  </a:lnTo>
                  <a:lnTo>
                    <a:pt x="4704602" y="1596546"/>
                  </a:lnTo>
                  <a:lnTo>
                    <a:pt x="4707736" y="1603173"/>
                  </a:lnTo>
                  <a:lnTo>
                    <a:pt x="4710870" y="1611627"/>
                  </a:lnTo>
                  <a:lnTo>
                    <a:pt x="4714004" y="1620387"/>
                  </a:lnTo>
                  <a:lnTo>
                    <a:pt x="4717138" y="1629147"/>
                  </a:lnTo>
                  <a:lnTo>
                    <a:pt x="4720272" y="1638586"/>
                  </a:lnTo>
                  <a:lnTo>
                    <a:pt x="4723406" y="1648025"/>
                  </a:lnTo>
                  <a:lnTo>
                    <a:pt x="4726540" y="1656149"/>
                  </a:lnTo>
                  <a:lnTo>
                    <a:pt x="4729674" y="1663720"/>
                  </a:lnTo>
                  <a:lnTo>
                    <a:pt x="4732808" y="1671290"/>
                  </a:lnTo>
                  <a:lnTo>
                    <a:pt x="4735942" y="1678861"/>
                  </a:lnTo>
                  <a:lnTo>
                    <a:pt x="4739076" y="1686659"/>
                  </a:lnTo>
                  <a:lnTo>
                    <a:pt x="4742210" y="1694082"/>
                  </a:lnTo>
                  <a:lnTo>
                    <a:pt x="4745344" y="1698816"/>
                  </a:lnTo>
                  <a:lnTo>
                    <a:pt x="4748478" y="1700033"/>
                  </a:lnTo>
                  <a:lnTo>
                    <a:pt x="4751612" y="1698861"/>
                  </a:lnTo>
                  <a:lnTo>
                    <a:pt x="4754746" y="1695590"/>
                  </a:lnTo>
                  <a:lnTo>
                    <a:pt x="4757879" y="1689160"/>
                  </a:lnTo>
                  <a:lnTo>
                    <a:pt x="4761013" y="1682908"/>
                  </a:lnTo>
                  <a:lnTo>
                    <a:pt x="4764147" y="1676657"/>
                  </a:lnTo>
                  <a:lnTo>
                    <a:pt x="4767281" y="1670405"/>
                  </a:lnTo>
                  <a:lnTo>
                    <a:pt x="4770415" y="1664154"/>
                  </a:lnTo>
                  <a:lnTo>
                    <a:pt x="4773549" y="1656596"/>
                  </a:lnTo>
                  <a:lnTo>
                    <a:pt x="4776683" y="1648790"/>
                  </a:lnTo>
                  <a:lnTo>
                    <a:pt x="4779817" y="1641511"/>
                  </a:lnTo>
                  <a:lnTo>
                    <a:pt x="4782951" y="1634746"/>
                  </a:lnTo>
                  <a:lnTo>
                    <a:pt x="4786085" y="1628634"/>
                  </a:lnTo>
                  <a:lnTo>
                    <a:pt x="4789219" y="1622523"/>
                  </a:lnTo>
                  <a:lnTo>
                    <a:pt x="4792353" y="1617881"/>
                  </a:lnTo>
                  <a:lnTo>
                    <a:pt x="4795487" y="1614286"/>
                  </a:lnTo>
                  <a:lnTo>
                    <a:pt x="4798621" y="1612036"/>
                  </a:lnTo>
                  <a:lnTo>
                    <a:pt x="4801755" y="1610990"/>
                  </a:lnTo>
                  <a:lnTo>
                    <a:pt x="4804889" y="1610556"/>
                  </a:lnTo>
                  <a:lnTo>
                    <a:pt x="4808023" y="1609593"/>
                  </a:lnTo>
                  <a:lnTo>
                    <a:pt x="4811157" y="1608446"/>
                  </a:lnTo>
                  <a:lnTo>
                    <a:pt x="4814291" y="1607827"/>
                  </a:lnTo>
                  <a:lnTo>
                    <a:pt x="4817425" y="1607208"/>
                  </a:lnTo>
                  <a:lnTo>
                    <a:pt x="4820559" y="1608179"/>
                  </a:lnTo>
                  <a:lnTo>
                    <a:pt x="4823693" y="1610455"/>
                  </a:lnTo>
                  <a:lnTo>
                    <a:pt x="4826827" y="1611626"/>
                  </a:lnTo>
                  <a:lnTo>
                    <a:pt x="4829961" y="1612797"/>
                  </a:lnTo>
                  <a:lnTo>
                    <a:pt x="4833095" y="1613025"/>
                  </a:lnTo>
                  <a:lnTo>
                    <a:pt x="4836229" y="1613253"/>
                  </a:lnTo>
                  <a:lnTo>
                    <a:pt x="4839363" y="1613481"/>
                  </a:lnTo>
                  <a:lnTo>
                    <a:pt x="4842497" y="1613709"/>
                  </a:lnTo>
                  <a:lnTo>
                    <a:pt x="4845631" y="1614469"/>
                  </a:lnTo>
                  <a:lnTo>
                    <a:pt x="4848765" y="1615641"/>
                  </a:lnTo>
                  <a:lnTo>
                    <a:pt x="4851899" y="1616625"/>
                  </a:lnTo>
                  <a:lnTo>
                    <a:pt x="4855033" y="1617385"/>
                  </a:lnTo>
                  <a:lnTo>
                    <a:pt x="4858167" y="1618781"/>
                  </a:lnTo>
                  <a:lnTo>
                    <a:pt x="4861301" y="1620177"/>
                  </a:lnTo>
                  <a:lnTo>
                    <a:pt x="4864435" y="1621573"/>
                  </a:lnTo>
                  <a:lnTo>
                    <a:pt x="4867569" y="1622742"/>
                  </a:lnTo>
                  <a:lnTo>
                    <a:pt x="4870703" y="1624322"/>
                  </a:lnTo>
                  <a:lnTo>
                    <a:pt x="4873837" y="1625903"/>
                  </a:lnTo>
                  <a:lnTo>
                    <a:pt x="4876971" y="1627483"/>
                  </a:lnTo>
                  <a:lnTo>
                    <a:pt x="4880105" y="1629063"/>
                  </a:lnTo>
                  <a:lnTo>
                    <a:pt x="4883239" y="1630643"/>
                  </a:lnTo>
                  <a:lnTo>
                    <a:pt x="4886373" y="1632802"/>
                  </a:lnTo>
                  <a:lnTo>
                    <a:pt x="4889507" y="1632512"/>
                  </a:lnTo>
                  <a:lnTo>
                    <a:pt x="4892641" y="1632078"/>
                  </a:lnTo>
                  <a:lnTo>
                    <a:pt x="4895775" y="1632810"/>
                  </a:lnTo>
                  <a:lnTo>
                    <a:pt x="4898909" y="1633543"/>
                  </a:lnTo>
                  <a:lnTo>
                    <a:pt x="4902043" y="1632854"/>
                  </a:lnTo>
                  <a:lnTo>
                    <a:pt x="4905177" y="1634215"/>
                  </a:lnTo>
                  <a:lnTo>
                    <a:pt x="4908311" y="1633685"/>
                  </a:lnTo>
                  <a:lnTo>
                    <a:pt x="4911445" y="1632871"/>
                  </a:lnTo>
                  <a:lnTo>
                    <a:pt x="4914579" y="1630516"/>
                  </a:lnTo>
                  <a:lnTo>
                    <a:pt x="4917713" y="1627620"/>
                  </a:lnTo>
                  <a:lnTo>
                    <a:pt x="4920847" y="1623755"/>
                  </a:lnTo>
                  <a:lnTo>
                    <a:pt x="4923981" y="1620884"/>
                  </a:lnTo>
                  <a:lnTo>
                    <a:pt x="4927115" y="1617018"/>
                  </a:lnTo>
                  <a:lnTo>
                    <a:pt x="4930249" y="1614147"/>
                  </a:lnTo>
                  <a:lnTo>
                    <a:pt x="4933383" y="1612582"/>
                  </a:lnTo>
                  <a:lnTo>
                    <a:pt x="4936517" y="1611693"/>
                  </a:lnTo>
                  <a:lnTo>
                    <a:pt x="4939651" y="1610355"/>
                  </a:lnTo>
                  <a:lnTo>
                    <a:pt x="4942785" y="1607663"/>
                  </a:lnTo>
                  <a:lnTo>
                    <a:pt x="4945919" y="1604315"/>
                  </a:lnTo>
                  <a:lnTo>
                    <a:pt x="4949053" y="1602006"/>
                  </a:lnTo>
                  <a:lnTo>
                    <a:pt x="4952187" y="1598810"/>
                  </a:lnTo>
                  <a:lnTo>
                    <a:pt x="4955321" y="1596574"/>
                  </a:lnTo>
                  <a:lnTo>
                    <a:pt x="4958455" y="1594845"/>
                  </a:lnTo>
                  <a:lnTo>
                    <a:pt x="4961589" y="1595739"/>
                  </a:lnTo>
                  <a:lnTo>
                    <a:pt x="4964723" y="1598196"/>
                  </a:lnTo>
                  <a:lnTo>
                    <a:pt x="4967857" y="1601316"/>
                  </a:lnTo>
                  <a:lnTo>
                    <a:pt x="4970991" y="1603859"/>
                  </a:lnTo>
                  <a:lnTo>
                    <a:pt x="4974125" y="1605873"/>
                  </a:lnTo>
                  <a:lnTo>
                    <a:pt x="4977259" y="1607477"/>
                  </a:lnTo>
                  <a:lnTo>
                    <a:pt x="4980393" y="1607267"/>
                  </a:lnTo>
                  <a:lnTo>
                    <a:pt x="4983527" y="1605750"/>
                  </a:lnTo>
                  <a:lnTo>
                    <a:pt x="4986661" y="1605072"/>
                  </a:lnTo>
                  <a:lnTo>
                    <a:pt x="4989795" y="1603608"/>
                  </a:lnTo>
                  <a:lnTo>
                    <a:pt x="4992929" y="1601431"/>
                  </a:lnTo>
                  <a:lnTo>
                    <a:pt x="4996063" y="1598403"/>
                  </a:lnTo>
                  <a:lnTo>
                    <a:pt x="4999197" y="1593524"/>
                  </a:lnTo>
                  <a:lnTo>
                    <a:pt x="5002331" y="1588643"/>
                  </a:lnTo>
                  <a:lnTo>
                    <a:pt x="5005465" y="1582820"/>
                  </a:lnTo>
                  <a:lnTo>
                    <a:pt x="5008599" y="1576585"/>
                  </a:lnTo>
                  <a:lnTo>
                    <a:pt x="5011733" y="1570763"/>
                  </a:lnTo>
                  <a:lnTo>
                    <a:pt x="5014867" y="1564939"/>
                  </a:lnTo>
                  <a:lnTo>
                    <a:pt x="5018001" y="1559116"/>
                  </a:lnTo>
                  <a:lnTo>
                    <a:pt x="5021135" y="1551249"/>
                  </a:lnTo>
                  <a:lnTo>
                    <a:pt x="5024269" y="1541630"/>
                  </a:lnTo>
                  <a:lnTo>
                    <a:pt x="5027403" y="1531701"/>
                  </a:lnTo>
                  <a:lnTo>
                    <a:pt x="5030537" y="1521361"/>
                  </a:lnTo>
                  <a:lnTo>
                    <a:pt x="5033671" y="1511020"/>
                  </a:lnTo>
                  <a:lnTo>
                    <a:pt x="5036805" y="1501200"/>
                  </a:lnTo>
                  <a:lnTo>
                    <a:pt x="5039939" y="1490962"/>
                  </a:lnTo>
                  <a:lnTo>
                    <a:pt x="5043073" y="1480826"/>
                  </a:lnTo>
                  <a:lnTo>
                    <a:pt x="5046207" y="1472041"/>
                  </a:lnTo>
                  <a:lnTo>
                    <a:pt x="5049341" y="1465704"/>
                  </a:lnTo>
                  <a:lnTo>
                    <a:pt x="5052475" y="1460089"/>
                  </a:lnTo>
                  <a:lnTo>
                    <a:pt x="5055609" y="1452534"/>
                  </a:lnTo>
                  <a:lnTo>
                    <a:pt x="5058743" y="1444146"/>
                  </a:lnTo>
                  <a:lnTo>
                    <a:pt x="5061877" y="1436281"/>
                  </a:lnTo>
                  <a:lnTo>
                    <a:pt x="5065011" y="1427946"/>
                  </a:lnTo>
                  <a:lnTo>
                    <a:pt x="5068145" y="1424718"/>
                  </a:lnTo>
                  <a:lnTo>
                    <a:pt x="5071279" y="1424350"/>
                  </a:lnTo>
                  <a:lnTo>
                    <a:pt x="5074413" y="1427949"/>
                  </a:lnTo>
                  <a:lnTo>
                    <a:pt x="5077547" y="1432628"/>
                  </a:lnTo>
                  <a:lnTo>
                    <a:pt x="5080681" y="1437600"/>
                  </a:lnTo>
                  <a:lnTo>
                    <a:pt x="5083815" y="1441022"/>
                  </a:lnTo>
                  <a:lnTo>
                    <a:pt x="5086949" y="1446394"/>
                  </a:lnTo>
                  <a:lnTo>
                    <a:pt x="5090083" y="1450370"/>
                  </a:lnTo>
                  <a:lnTo>
                    <a:pt x="5093217" y="1453819"/>
                  </a:lnTo>
                  <a:lnTo>
                    <a:pt x="5096351" y="1456840"/>
                  </a:lnTo>
                  <a:lnTo>
                    <a:pt x="5099485" y="1459206"/>
                  </a:lnTo>
                  <a:lnTo>
                    <a:pt x="5102619" y="1463216"/>
                  </a:lnTo>
                  <a:lnTo>
                    <a:pt x="5105753" y="1468396"/>
                  </a:lnTo>
                  <a:lnTo>
                    <a:pt x="5108887" y="1473986"/>
                  </a:lnTo>
                  <a:lnTo>
                    <a:pt x="5112021" y="1479982"/>
                  </a:lnTo>
                  <a:lnTo>
                    <a:pt x="5115155" y="1483969"/>
                  </a:lnTo>
                  <a:lnTo>
                    <a:pt x="5118289" y="1486783"/>
                  </a:lnTo>
                  <a:lnTo>
                    <a:pt x="5121423" y="1485361"/>
                  </a:lnTo>
                  <a:lnTo>
                    <a:pt x="5124557" y="1481798"/>
                  </a:lnTo>
                  <a:lnTo>
                    <a:pt x="5127691" y="1478100"/>
                  </a:lnTo>
                  <a:lnTo>
                    <a:pt x="5130825" y="1475716"/>
                  </a:lnTo>
                  <a:lnTo>
                    <a:pt x="5133959" y="1475038"/>
                  </a:lnTo>
                  <a:lnTo>
                    <a:pt x="5137093" y="1474770"/>
                  </a:lnTo>
                  <a:lnTo>
                    <a:pt x="5140227" y="1474502"/>
                  </a:lnTo>
                  <a:lnTo>
                    <a:pt x="5143361" y="1474234"/>
                  </a:lnTo>
                  <a:lnTo>
                    <a:pt x="5146495" y="1474234"/>
                  </a:lnTo>
                  <a:lnTo>
                    <a:pt x="5149629" y="1475020"/>
                  </a:lnTo>
                  <a:lnTo>
                    <a:pt x="5152763" y="1477461"/>
                  </a:lnTo>
                  <a:lnTo>
                    <a:pt x="5155897" y="1480752"/>
                  </a:lnTo>
                  <a:lnTo>
                    <a:pt x="5159031" y="1485897"/>
                  </a:lnTo>
                  <a:lnTo>
                    <a:pt x="5162165" y="1491042"/>
                  </a:lnTo>
                  <a:lnTo>
                    <a:pt x="5165299" y="1496105"/>
                  </a:lnTo>
                  <a:lnTo>
                    <a:pt x="5168433" y="1501169"/>
                  </a:lnTo>
                  <a:lnTo>
                    <a:pt x="5171567" y="1505824"/>
                  </a:lnTo>
                  <a:lnTo>
                    <a:pt x="5174701" y="1510478"/>
                  </a:lnTo>
                  <a:lnTo>
                    <a:pt x="5177835" y="1514346"/>
                  </a:lnTo>
                  <a:lnTo>
                    <a:pt x="5180969" y="1520257"/>
                  </a:lnTo>
                  <a:lnTo>
                    <a:pt x="5184103" y="1527919"/>
                  </a:lnTo>
                  <a:lnTo>
                    <a:pt x="5187237" y="1536303"/>
                  </a:lnTo>
                  <a:lnTo>
                    <a:pt x="5190371" y="1544687"/>
                  </a:lnTo>
                  <a:lnTo>
                    <a:pt x="5193505" y="1553072"/>
                  </a:lnTo>
                  <a:lnTo>
                    <a:pt x="5196639" y="1560935"/>
                  </a:lnTo>
                  <a:lnTo>
                    <a:pt x="5199773" y="1569217"/>
                  </a:lnTo>
                  <a:lnTo>
                    <a:pt x="5202907" y="1577396"/>
                  </a:lnTo>
                  <a:lnTo>
                    <a:pt x="5206041" y="1583647"/>
                  </a:lnTo>
                  <a:lnTo>
                    <a:pt x="5209175" y="1589898"/>
                  </a:lnTo>
                  <a:lnTo>
                    <a:pt x="5212309" y="1595572"/>
                  </a:lnTo>
                  <a:lnTo>
                    <a:pt x="5215443" y="1602017"/>
                  </a:lnTo>
                  <a:lnTo>
                    <a:pt x="5218577" y="1609296"/>
                  </a:lnTo>
                  <a:lnTo>
                    <a:pt x="5221711" y="1617850"/>
                  </a:lnTo>
                  <a:lnTo>
                    <a:pt x="5224845" y="1627057"/>
                  </a:lnTo>
                  <a:lnTo>
                    <a:pt x="5227979" y="1631808"/>
                  </a:lnTo>
                  <a:lnTo>
                    <a:pt x="5231113" y="1635134"/>
                  </a:lnTo>
                  <a:lnTo>
                    <a:pt x="5234247" y="1637159"/>
                  </a:lnTo>
                  <a:lnTo>
                    <a:pt x="5237381" y="1639561"/>
                  </a:lnTo>
                  <a:lnTo>
                    <a:pt x="5240515" y="1641962"/>
                  </a:lnTo>
                  <a:lnTo>
                    <a:pt x="5243649" y="1644918"/>
                  </a:lnTo>
                  <a:lnTo>
                    <a:pt x="5246783" y="1646919"/>
                  </a:lnTo>
                  <a:lnTo>
                    <a:pt x="5249917" y="1648060"/>
                  </a:lnTo>
                  <a:lnTo>
                    <a:pt x="5253051" y="1648286"/>
                  </a:lnTo>
                  <a:lnTo>
                    <a:pt x="5256185" y="1648512"/>
                  </a:lnTo>
                  <a:lnTo>
                    <a:pt x="5259319" y="1649374"/>
                  </a:lnTo>
                  <a:lnTo>
                    <a:pt x="5262453" y="1647400"/>
                  </a:lnTo>
                  <a:lnTo>
                    <a:pt x="5265587" y="1644255"/>
                  </a:lnTo>
                  <a:lnTo>
                    <a:pt x="5268721" y="1639664"/>
                  </a:lnTo>
                  <a:lnTo>
                    <a:pt x="5271855" y="1634084"/>
                  </a:lnTo>
                  <a:lnTo>
                    <a:pt x="5274989" y="1628959"/>
                  </a:lnTo>
                  <a:lnTo>
                    <a:pt x="5278123" y="1622929"/>
                  </a:lnTo>
                  <a:lnTo>
                    <a:pt x="5281257" y="1617310"/>
                  </a:lnTo>
                  <a:lnTo>
                    <a:pt x="5284391" y="1611051"/>
                  </a:lnTo>
                  <a:lnTo>
                    <a:pt x="5287525" y="1605021"/>
                  </a:lnTo>
                  <a:lnTo>
                    <a:pt x="5290659" y="1598254"/>
                  </a:lnTo>
                  <a:lnTo>
                    <a:pt x="5293793" y="1589782"/>
                  </a:lnTo>
                  <a:lnTo>
                    <a:pt x="5296927" y="1580911"/>
                  </a:lnTo>
                  <a:lnTo>
                    <a:pt x="5300061" y="1572971"/>
                  </a:lnTo>
                  <a:lnTo>
                    <a:pt x="5303195" y="1566020"/>
                  </a:lnTo>
                  <a:lnTo>
                    <a:pt x="5306329" y="1558604"/>
                  </a:lnTo>
                  <a:lnTo>
                    <a:pt x="5309463" y="1553460"/>
                  </a:lnTo>
                  <a:lnTo>
                    <a:pt x="5312597" y="1548315"/>
                  </a:lnTo>
                  <a:lnTo>
                    <a:pt x="5315731" y="1543171"/>
                  </a:lnTo>
                  <a:lnTo>
                    <a:pt x="5318865" y="1538026"/>
                  </a:lnTo>
                  <a:lnTo>
                    <a:pt x="5321999" y="1535015"/>
                  </a:lnTo>
                  <a:lnTo>
                    <a:pt x="5325133" y="1533065"/>
                  </a:lnTo>
                  <a:lnTo>
                    <a:pt x="5328267" y="1529634"/>
                  </a:lnTo>
                  <a:lnTo>
                    <a:pt x="5331401" y="1526496"/>
                  </a:lnTo>
                  <a:lnTo>
                    <a:pt x="5334535" y="1522831"/>
                  </a:lnTo>
                  <a:lnTo>
                    <a:pt x="5337669" y="1519541"/>
                  </a:lnTo>
                  <a:lnTo>
                    <a:pt x="5340803" y="1516252"/>
                  </a:lnTo>
                  <a:lnTo>
                    <a:pt x="5343937" y="1514956"/>
                  </a:lnTo>
                  <a:lnTo>
                    <a:pt x="5347071" y="1513791"/>
                  </a:lnTo>
                  <a:lnTo>
                    <a:pt x="5350205" y="1512216"/>
                  </a:lnTo>
                  <a:lnTo>
                    <a:pt x="5353339" y="1511052"/>
                  </a:lnTo>
                  <a:lnTo>
                    <a:pt x="5356473" y="1510466"/>
                  </a:lnTo>
                  <a:lnTo>
                    <a:pt x="5359607" y="1509880"/>
                  </a:lnTo>
                  <a:lnTo>
                    <a:pt x="5362741" y="1508716"/>
                  </a:lnTo>
                  <a:lnTo>
                    <a:pt x="5365875" y="1507551"/>
                  </a:lnTo>
                  <a:lnTo>
                    <a:pt x="5369009" y="1506387"/>
                  </a:lnTo>
                  <a:lnTo>
                    <a:pt x="5372143" y="1505223"/>
                  </a:lnTo>
                  <a:lnTo>
                    <a:pt x="5375277" y="1505942"/>
                  </a:lnTo>
                  <a:lnTo>
                    <a:pt x="5378411" y="1506955"/>
                  </a:lnTo>
                  <a:lnTo>
                    <a:pt x="5381545" y="1508232"/>
                  </a:lnTo>
                  <a:lnTo>
                    <a:pt x="5384679" y="1509510"/>
                  </a:lnTo>
                  <a:lnTo>
                    <a:pt x="5387813" y="1513616"/>
                  </a:lnTo>
                  <a:lnTo>
                    <a:pt x="5390947" y="1518282"/>
                  </a:lnTo>
                  <a:lnTo>
                    <a:pt x="5394081" y="1522947"/>
                  </a:lnTo>
                  <a:lnTo>
                    <a:pt x="5397215" y="1526969"/>
                  </a:lnTo>
                  <a:lnTo>
                    <a:pt x="5400349" y="1530727"/>
                  </a:lnTo>
                  <a:lnTo>
                    <a:pt x="5403483" y="1534032"/>
                  </a:lnTo>
                  <a:lnTo>
                    <a:pt x="5406617" y="1537337"/>
                  </a:lnTo>
                  <a:lnTo>
                    <a:pt x="5409751" y="1541902"/>
                  </a:lnTo>
                  <a:lnTo>
                    <a:pt x="5412885" y="1547910"/>
                  </a:lnTo>
                  <a:lnTo>
                    <a:pt x="5416019" y="1554142"/>
                  </a:lnTo>
                  <a:lnTo>
                    <a:pt x="5419153" y="1560316"/>
                  </a:lnTo>
                  <a:lnTo>
                    <a:pt x="5422287" y="1568523"/>
                  </a:lnTo>
                  <a:lnTo>
                    <a:pt x="5425421" y="1576731"/>
                  </a:lnTo>
                  <a:lnTo>
                    <a:pt x="5428555" y="1584714"/>
                  </a:lnTo>
                  <a:lnTo>
                    <a:pt x="5431689" y="1592697"/>
                  </a:lnTo>
                  <a:lnTo>
                    <a:pt x="5434823" y="1600226"/>
                  </a:lnTo>
                  <a:lnTo>
                    <a:pt x="5437957" y="1607796"/>
                  </a:lnTo>
                  <a:lnTo>
                    <a:pt x="5441091" y="1615366"/>
                  </a:lnTo>
                  <a:lnTo>
                    <a:pt x="5444225" y="1623349"/>
                  </a:lnTo>
                  <a:lnTo>
                    <a:pt x="5447359" y="1631328"/>
                  </a:lnTo>
                  <a:lnTo>
                    <a:pt x="5450493" y="1638808"/>
                  </a:lnTo>
                  <a:lnTo>
                    <a:pt x="5453627" y="1643894"/>
                  </a:lnTo>
                  <a:lnTo>
                    <a:pt x="5456761" y="1649381"/>
                  </a:lnTo>
                  <a:lnTo>
                    <a:pt x="5459895" y="1653937"/>
                  </a:lnTo>
                  <a:lnTo>
                    <a:pt x="5463029" y="1656705"/>
                  </a:lnTo>
                  <a:lnTo>
                    <a:pt x="5466163" y="1657805"/>
                  </a:lnTo>
                  <a:lnTo>
                    <a:pt x="5469297" y="1656862"/>
                  </a:lnTo>
                  <a:lnTo>
                    <a:pt x="5472431" y="1655919"/>
                  </a:lnTo>
                  <a:lnTo>
                    <a:pt x="5475565" y="1654976"/>
                  </a:lnTo>
                  <a:lnTo>
                    <a:pt x="5478699" y="1653782"/>
                  </a:lnTo>
                  <a:lnTo>
                    <a:pt x="5481833" y="1648322"/>
                  </a:lnTo>
                  <a:lnTo>
                    <a:pt x="5484967" y="1642292"/>
                  </a:lnTo>
                  <a:lnTo>
                    <a:pt x="5488101" y="1636756"/>
                  </a:lnTo>
                  <a:lnTo>
                    <a:pt x="5491235" y="1629963"/>
                  </a:lnTo>
                  <a:lnTo>
                    <a:pt x="5494369" y="1623472"/>
                  </a:lnTo>
                  <a:lnTo>
                    <a:pt x="5497503" y="1617287"/>
                  </a:lnTo>
                  <a:lnTo>
                    <a:pt x="5500637" y="1612745"/>
                  </a:lnTo>
                  <a:lnTo>
                    <a:pt x="5503771" y="1606210"/>
                  </a:lnTo>
                  <a:lnTo>
                    <a:pt x="5506905" y="1599543"/>
                  </a:lnTo>
                  <a:lnTo>
                    <a:pt x="5510039" y="1593741"/>
                  </a:lnTo>
                  <a:lnTo>
                    <a:pt x="5513173" y="1589458"/>
                  </a:lnTo>
                  <a:lnTo>
                    <a:pt x="5516307" y="1584222"/>
                  </a:lnTo>
                  <a:lnTo>
                    <a:pt x="5519441" y="1579360"/>
                  </a:lnTo>
                  <a:lnTo>
                    <a:pt x="5522575" y="1573850"/>
                  </a:lnTo>
                  <a:lnTo>
                    <a:pt x="5525709" y="1567408"/>
                  </a:lnTo>
                  <a:lnTo>
                    <a:pt x="5528843" y="1563125"/>
                  </a:lnTo>
                  <a:lnTo>
                    <a:pt x="5531977" y="1558842"/>
                  </a:lnTo>
                  <a:lnTo>
                    <a:pt x="5535111" y="1554032"/>
                  </a:lnTo>
                  <a:lnTo>
                    <a:pt x="5538245" y="1550459"/>
                  </a:lnTo>
                  <a:lnTo>
                    <a:pt x="5541379" y="1546621"/>
                  </a:lnTo>
                  <a:lnTo>
                    <a:pt x="5544513" y="1543008"/>
                  </a:lnTo>
                  <a:lnTo>
                    <a:pt x="5547647" y="1537433"/>
                  </a:lnTo>
                  <a:lnTo>
                    <a:pt x="5550781" y="1531342"/>
                  </a:lnTo>
                  <a:lnTo>
                    <a:pt x="5553915" y="1525518"/>
                  </a:lnTo>
                  <a:lnTo>
                    <a:pt x="5557049" y="1520374"/>
                  </a:lnTo>
                  <a:lnTo>
                    <a:pt x="5560183" y="1515494"/>
                  </a:lnTo>
                  <a:lnTo>
                    <a:pt x="5563317" y="1511067"/>
                  </a:lnTo>
                  <a:lnTo>
                    <a:pt x="5566451" y="1506639"/>
                  </a:lnTo>
                  <a:lnTo>
                    <a:pt x="5569585" y="1503518"/>
                  </a:lnTo>
                  <a:lnTo>
                    <a:pt x="5572719" y="1502371"/>
                  </a:lnTo>
                  <a:lnTo>
                    <a:pt x="5575853" y="1501000"/>
                  </a:lnTo>
                  <a:lnTo>
                    <a:pt x="5578987" y="1499628"/>
                  </a:lnTo>
                  <a:lnTo>
                    <a:pt x="5582121" y="1498257"/>
                  </a:lnTo>
                  <a:lnTo>
                    <a:pt x="5585255" y="1496886"/>
                  </a:lnTo>
                  <a:lnTo>
                    <a:pt x="5588389" y="1496266"/>
                  </a:lnTo>
                  <a:lnTo>
                    <a:pt x="5591523" y="1495647"/>
                  </a:lnTo>
                  <a:lnTo>
                    <a:pt x="5594657" y="1496957"/>
                  </a:lnTo>
                  <a:lnTo>
                    <a:pt x="5597791" y="1499115"/>
                  </a:lnTo>
                  <a:lnTo>
                    <a:pt x="5600925" y="1501273"/>
                  </a:lnTo>
                  <a:lnTo>
                    <a:pt x="5604059" y="1503247"/>
                  </a:lnTo>
                  <a:lnTo>
                    <a:pt x="5607193" y="1504996"/>
                  </a:lnTo>
                  <a:lnTo>
                    <a:pt x="5610327" y="1507245"/>
                  </a:lnTo>
                  <a:lnTo>
                    <a:pt x="5613461" y="1511886"/>
                  </a:lnTo>
                  <a:lnTo>
                    <a:pt x="5616595" y="1516527"/>
                  </a:lnTo>
                  <a:lnTo>
                    <a:pt x="5619729" y="1520590"/>
                  </a:lnTo>
                  <a:lnTo>
                    <a:pt x="5622863" y="1525453"/>
                  </a:lnTo>
                  <a:lnTo>
                    <a:pt x="5625997" y="1532447"/>
                  </a:lnTo>
                  <a:lnTo>
                    <a:pt x="5629131" y="1539213"/>
                  </a:lnTo>
                  <a:lnTo>
                    <a:pt x="5632265" y="1545979"/>
                  </a:lnTo>
                  <a:lnTo>
                    <a:pt x="5635399" y="1552067"/>
                  </a:lnTo>
                  <a:lnTo>
                    <a:pt x="5638533" y="1558405"/>
                  </a:lnTo>
                  <a:lnTo>
                    <a:pt x="5641667" y="1566877"/>
                  </a:lnTo>
                  <a:lnTo>
                    <a:pt x="5644801" y="1575085"/>
                  </a:lnTo>
                  <a:lnTo>
                    <a:pt x="5647935" y="1584281"/>
                  </a:lnTo>
                  <a:lnTo>
                    <a:pt x="5651069" y="1594621"/>
                  </a:lnTo>
                  <a:lnTo>
                    <a:pt x="5654203" y="1605186"/>
                  </a:lnTo>
                  <a:lnTo>
                    <a:pt x="5657337" y="1615221"/>
                  </a:lnTo>
                  <a:lnTo>
                    <a:pt x="5660471" y="1623837"/>
                  </a:lnTo>
                  <a:lnTo>
                    <a:pt x="5663605" y="1632230"/>
                  </a:lnTo>
                  <a:lnTo>
                    <a:pt x="5666739" y="1640846"/>
                  </a:lnTo>
                  <a:lnTo>
                    <a:pt x="5669873" y="1649008"/>
                  </a:lnTo>
                  <a:lnTo>
                    <a:pt x="5673007" y="1655016"/>
                  </a:lnTo>
                  <a:lnTo>
                    <a:pt x="5676141" y="1661399"/>
                  </a:lnTo>
                  <a:lnTo>
                    <a:pt x="5679275" y="1667407"/>
                  </a:lnTo>
                  <a:lnTo>
                    <a:pt x="5682409" y="1674642"/>
                  </a:lnTo>
                  <a:lnTo>
                    <a:pt x="5685543" y="1682807"/>
                  </a:lnTo>
                  <a:lnTo>
                    <a:pt x="5688677" y="1688815"/>
                  </a:lnTo>
                  <a:lnTo>
                    <a:pt x="5691811" y="1695047"/>
                  </a:lnTo>
                  <a:lnTo>
                    <a:pt x="5694945" y="1699924"/>
                  </a:lnTo>
                  <a:lnTo>
                    <a:pt x="5698079" y="1703269"/>
                  </a:lnTo>
                  <a:lnTo>
                    <a:pt x="5701213" y="1706614"/>
                  </a:lnTo>
                  <a:lnTo>
                    <a:pt x="5704347" y="1709734"/>
                  </a:lnTo>
                  <a:lnTo>
                    <a:pt x="5707481" y="1714592"/>
                  </a:lnTo>
                  <a:lnTo>
                    <a:pt x="5710615" y="1719698"/>
                  </a:lnTo>
                  <a:lnTo>
                    <a:pt x="5713749" y="1724353"/>
                  </a:lnTo>
                  <a:lnTo>
                    <a:pt x="5716883" y="1728596"/>
                  </a:lnTo>
                  <a:lnTo>
                    <a:pt x="5720017" y="1732839"/>
                  </a:lnTo>
                  <a:lnTo>
                    <a:pt x="5723151" y="1737082"/>
                  </a:lnTo>
                  <a:lnTo>
                    <a:pt x="5726285" y="1741325"/>
                  </a:lnTo>
                  <a:lnTo>
                    <a:pt x="5729419" y="1744262"/>
                  </a:lnTo>
                  <a:lnTo>
                    <a:pt x="5732553" y="1745409"/>
                  </a:lnTo>
                  <a:lnTo>
                    <a:pt x="5735687" y="1746780"/>
                  </a:lnTo>
                  <a:lnTo>
                    <a:pt x="5738821" y="1747927"/>
                  </a:lnTo>
                  <a:lnTo>
                    <a:pt x="5741955" y="1749074"/>
                  </a:lnTo>
                  <a:lnTo>
                    <a:pt x="5745089" y="1750220"/>
                  </a:lnTo>
                  <a:lnTo>
                    <a:pt x="5748223" y="1750839"/>
                  </a:lnTo>
                  <a:lnTo>
                    <a:pt x="5751357" y="1751124"/>
                  </a:lnTo>
                  <a:lnTo>
                    <a:pt x="5754491" y="1746694"/>
                  </a:lnTo>
                  <a:lnTo>
                    <a:pt x="5757625" y="1741600"/>
                  </a:lnTo>
                  <a:lnTo>
                    <a:pt x="5760759" y="1736506"/>
                  </a:lnTo>
                  <a:lnTo>
                    <a:pt x="5763893" y="1731412"/>
                  </a:lnTo>
                  <a:lnTo>
                    <a:pt x="5767027" y="1726318"/>
                  </a:lnTo>
                  <a:lnTo>
                    <a:pt x="5770161" y="1721449"/>
                  </a:lnTo>
                  <a:lnTo>
                    <a:pt x="5773295" y="1716807"/>
                  </a:lnTo>
                  <a:lnTo>
                    <a:pt x="5776429" y="1712166"/>
                  </a:lnTo>
                  <a:lnTo>
                    <a:pt x="5779563" y="1706478"/>
                  </a:lnTo>
                  <a:lnTo>
                    <a:pt x="5782697" y="1699483"/>
                  </a:lnTo>
                  <a:lnTo>
                    <a:pt x="5785831" y="1691262"/>
                  </a:lnTo>
                  <a:lnTo>
                    <a:pt x="5788965" y="1681883"/>
                  </a:lnTo>
                  <a:lnTo>
                    <a:pt x="5792099" y="1672504"/>
                  </a:lnTo>
                  <a:lnTo>
                    <a:pt x="5795233" y="1664032"/>
                  </a:lnTo>
                  <a:lnTo>
                    <a:pt x="5798367" y="1655787"/>
                  </a:lnTo>
                  <a:lnTo>
                    <a:pt x="5801501" y="1649699"/>
                  </a:lnTo>
                  <a:lnTo>
                    <a:pt x="5804635" y="1644032"/>
                  </a:lnTo>
                  <a:lnTo>
                    <a:pt x="5807769" y="1636356"/>
                  </a:lnTo>
                  <a:lnTo>
                    <a:pt x="5810903" y="1629320"/>
                  </a:lnTo>
                  <a:lnTo>
                    <a:pt x="5814037" y="1622861"/>
                  </a:lnTo>
                  <a:lnTo>
                    <a:pt x="5817171" y="1616627"/>
                  </a:lnTo>
                  <a:lnTo>
                    <a:pt x="5820305" y="1610169"/>
                  </a:lnTo>
                  <a:lnTo>
                    <a:pt x="5823439" y="1603935"/>
                  </a:lnTo>
                  <a:lnTo>
                    <a:pt x="5826573" y="1598633"/>
                  </a:lnTo>
                  <a:lnTo>
                    <a:pt x="5829707" y="1594559"/>
                  </a:lnTo>
                  <a:lnTo>
                    <a:pt x="5832841" y="1592016"/>
                  </a:lnTo>
                  <a:lnTo>
                    <a:pt x="5835975" y="1590869"/>
                  </a:lnTo>
                  <a:lnTo>
                    <a:pt x="5839109" y="1589722"/>
                  </a:lnTo>
                  <a:lnTo>
                    <a:pt x="5842243" y="1587997"/>
                  </a:lnTo>
                  <a:lnTo>
                    <a:pt x="5845377" y="1586272"/>
                  </a:lnTo>
                  <a:lnTo>
                    <a:pt x="5848511" y="1584548"/>
                  </a:lnTo>
                  <a:lnTo>
                    <a:pt x="5851645" y="1582626"/>
                  </a:lnTo>
                  <a:lnTo>
                    <a:pt x="5854779" y="1583386"/>
                  </a:lnTo>
                  <a:lnTo>
                    <a:pt x="5857913" y="1583614"/>
                  </a:lnTo>
                  <a:lnTo>
                    <a:pt x="5861047" y="1583614"/>
                  </a:lnTo>
                  <a:lnTo>
                    <a:pt x="5864181" y="1583390"/>
                  </a:lnTo>
                  <a:lnTo>
                    <a:pt x="5867315" y="1583614"/>
                  </a:lnTo>
                  <a:lnTo>
                    <a:pt x="5870449" y="1583839"/>
                  </a:lnTo>
                  <a:lnTo>
                    <a:pt x="5873583" y="1584023"/>
                  </a:lnTo>
                  <a:lnTo>
                    <a:pt x="5876717" y="1584208"/>
                  </a:lnTo>
                  <a:lnTo>
                    <a:pt x="5879851" y="1584392"/>
                  </a:lnTo>
                  <a:lnTo>
                    <a:pt x="5882985" y="1584577"/>
                  </a:lnTo>
                  <a:lnTo>
                    <a:pt x="5886119" y="1584761"/>
                  </a:lnTo>
                  <a:lnTo>
                    <a:pt x="5889253" y="1584945"/>
                  </a:lnTo>
                  <a:lnTo>
                    <a:pt x="5892387" y="1584945"/>
                  </a:lnTo>
                  <a:lnTo>
                    <a:pt x="5895521" y="1584721"/>
                  </a:lnTo>
                  <a:lnTo>
                    <a:pt x="5898655" y="1584721"/>
                  </a:lnTo>
                  <a:lnTo>
                    <a:pt x="5901789" y="1584721"/>
                  </a:lnTo>
                  <a:lnTo>
                    <a:pt x="5904923" y="1584945"/>
                  </a:lnTo>
                  <a:lnTo>
                    <a:pt x="5908057" y="1584945"/>
                  </a:lnTo>
                  <a:lnTo>
                    <a:pt x="5911191" y="1585504"/>
                  </a:lnTo>
                  <a:lnTo>
                    <a:pt x="5914325" y="1588625"/>
                  </a:lnTo>
                  <a:lnTo>
                    <a:pt x="5917459" y="1591970"/>
                  </a:lnTo>
                  <a:lnTo>
                    <a:pt x="5920593" y="1595542"/>
                  </a:lnTo>
                  <a:lnTo>
                    <a:pt x="5923727" y="1599116"/>
                  </a:lnTo>
                  <a:lnTo>
                    <a:pt x="5926861" y="1602689"/>
                  </a:lnTo>
                  <a:lnTo>
                    <a:pt x="5929995" y="1606038"/>
                  </a:lnTo>
                  <a:lnTo>
                    <a:pt x="5933129" y="1609158"/>
                  </a:lnTo>
                  <a:lnTo>
                    <a:pt x="5936263" y="1612278"/>
                  </a:lnTo>
                  <a:lnTo>
                    <a:pt x="5939397" y="1617287"/>
                  </a:lnTo>
                  <a:lnTo>
                    <a:pt x="5942531" y="1623871"/>
                  </a:lnTo>
                  <a:lnTo>
                    <a:pt x="5945665" y="1631681"/>
                  </a:lnTo>
                  <a:lnTo>
                    <a:pt x="5948799" y="1641060"/>
                  </a:lnTo>
                  <a:lnTo>
                    <a:pt x="5951933" y="1650027"/>
                  </a:lnTo>
                  <a:lnTo>
                    <a:pt x="5955067" y="1658767"/>
                  </a:lnTo>
                  <a:lnTo>
                    <a:pt x="5958201" y="1667013"/>
                  </a:lnTo>
                  <a:lnTo>
                    <a:pt x="5961335" y="1673101"/>
                  </a:lnTo>
                  <a:lnTo>
                    <a:pt x="5964469" y="1678769"/>
                  </a:lnTo>
                  <a:lnTo>
                    <a:pt x="5967603" y="1686444"/>
                  </a:lnTo>
                  <a:lnTo>
                    <a:pt x="5970737" y="1693709"/>
                  </a:lnTo>
                  <a:lnTo>
                    <a:pt x="5973871" y="1700396"/>
                  </a:lnTo>
                  <a:lnTo>
                    <a:pt x="5977005" y="1707082"/>
                  </a:lnTo>
                  <a:lnTo>
                    <a:pt x="5980139" y="1713769"/>
                  </a:lnTo>
                  <a:lnTo>
                    <a:pt x="5983273" y="1720720"/>
                  </a:lnTo>
                  <a:lnTo>
                    <a:pt x="5986407" y="1726249"/>
                  </a:lnTo>
                  <a:lnTo>
                    <a:pt x="5989541" y="1730324"/>
                  </a:lnTo>
                  <a:lnTo>
                    <a:pt x="5992675" y="1733092"/>
                  </a:lnTo>
                  <a:lnTo>
                    <a:pt x="5995809" y="1734463"/>
                  </a:lnTo>
                  <a:lnTo>
                    <a:pt x="5998943" y="1735834"/>
                  </a:lnTo>
                  <a:lnTo>
                    <a:pt x="6002077" y="1737784"/>
                  </a:lnTo>
                  <a:lnTo>
                    <a:pt x="6005211" y="1739733"/>
                  </a:lnTo>
                  <a:lnTo>
                    <a:pt x="6008345" y="1741683"/>
                  </a:lnTo>
                  <a:lnTo>
                    <a:pt x="6011479" y="1743605"/>
                  </a:lnTo>
                  <a:lnTo>
                    <a:pt x="6014613" y="1742620"/>
                  </a:lnTo>
                  <a:lnTo>
                    <a:pt x="6017747" y="1742392"/>
                  </a:lnTo>
                  <a:lnTo>
                    <a:pt x="6020881" y="1742392"/>
                  </a:lnTo>
                  <a:lnTo>
                    <a:pt x="6024015" y="1742616"/>
                  </a:lnTo>
                  <a:lnTo>
                    <a:pt x="6027149" y="1743376"/>
                  </a:lnTo>
                  <a:lnTo>
                    <a:pt x="6030283" y="1743868"/>
                  </a:lnTo>
                  <a:lnTo>
                    <a:pt x="6033417" y="1744853"/>
                  </a:lnTo>
                  <a:lnTo>
                    <a:pt x="6036551" y="1745838"/>
                  </a:lnTo>
                  <a:lnTo>
                    <a:pt x="6039685" y="1747234"/>
                  </a:lnTo>
                  <a:lnTo>
                    <a:pt x="6042819" y="1748630"/>
                  </a:lnTo>
                  <a:lnTo>
                    <a:pt x="6045953" y="1750026"/>
                  </a:lnTo>
                  <a:lnTo>
                    <a:pt x="6049087" y="1751421"/>
                  </a:lnTo>
                  <a:lnTo>
                    <a:pt x="6052221" y="1752817"/>
                  </a:lnTo>
                  <a:lnTo>
                    <a:pt x="6055355" y="1754792"/>
                  </a:lnTo>
                  <a:lnTo>
                    <a:pt x="6058489" y="1756765"/>
                  </a:lnTo>
                  <a:lnTo>
                    <a:pt x="6061623" y="1758739"/>
                  </a:lnTo>
                  <a:lnTo>
                    <a:pt x="6064757" y="1760488"/>
                  </a:lnTo>
                  <a:lnTo>
                    <a:pt x="6067891" y="1762462"/>
                  </a:lnTo>
                  <a:lnTo>
                    <a:pt x="6071025" y="1764210"/>
                  </a:lnTo>
                  <a:lnTo>
                    <a:pt x="6074159" y="1765606"/>
                  </a:lnTo>
                  <a:lnTo>
                    <a:pt x="6077293" y="1766777"/>
                  </a:lnTo>
                  <a:lnTo>
                    <a:pt x="6080427" y="1768298"/>
                  </a:lnTo>
                  <a:lnTo>
                    <a:pt x="6083561" y="1770346"/>
                  </a:lnTo>
                  <a:lnTo>
                    <a:pt x="6086695" y="1771867"/>
                  </a:lnTo>
                  <a:lnTo>
                    <a:pt x="6089829" y="1774428"/>
                  </a:lnTo>
                  <a:lnTo>
                    <a:pt x="6092963" y="1776989"/>
                  </a:lnTo>
                  <a:lnTo>
                    <a:pt x="6096097" y="1780205"/>
                  </a:lnTo>
                  <a:lnTo>
                    <a:pt x="6099231" y="1783157"/>
                  </a:lnTo>
                  <a:lnTo>
                    <a:pt x="6102365" y="1785186"/>
                  </a:lnTo>
                  <a:lnTo>
                    <a:pt x="6105499" y="1787215"/>
                  </a:lnTo>
                  <a:lnTo>
                    <a:pt x="6108633" y="1788833"/>
                  </a:lnTo>
                  <a:lnTo>
                    <a:pt x="6111767" y="1790862"/>
                  </a:lnTo>
                  <a:lnTo>
                    <a:pt x="6114901" y="1792891"/>
                  </a:lnTo>
                  <a:lnTo>
                    <a:pt x="6118035" y="1795188"/>
                  </a:lnTo>
                  <a:lnTo>
                    <a:pt x="6121169" y="1797484"/>
                  </a:lnTo>
                  <a:lnTo>
                    <a:pt x="6124303" y="1800045"/>
                  </a:lnTo>
                  <a:lnTo>
                    <a:pt x="6127437" y="1802093"/>
                  </a:lnTo>
                  <a:lnTo>
                    <a:pt x="6130571" y="1803614"/>
                  </a:lnTo>
                  <a:lnTo>
                    <a:pt x="6133705" y="1805135"/>
                  </a:lnTo>
                  <a:lnTo>
                    <a:pt x="6136839" y="1805667"/>
                  </a:lnTo>
                  <a:lnTo>
                    <a:pt x="6139973" y="1805931"/>
                  </a:lnTo>
                  <a:lnTo>
                    <a:pt x="6143107" y="1805439"/>
                  </a:lnTo>
                  <a:lnTo>
                    <a:pt x="6146241" y="1805211"/>
                  </a:lnTo>
                  <a:lnTo>
                    <a:pt x="6149375" y="1805211"/>
                  </a:lnTo>
                  <a:lnTo>
                    <a:pt x="6152509" y="1805439"/>
                  </a:lnTo>
                  <a:lnTo>
                    <a:pt x="6155643" y="1805667"/>
                  </a:lnTo>
                  <a:lnTo>
                    <a:pt x="6158777" y="1805895"/>
                  </a:lnTo>
                  <a:lnTo>
                    <a:pt x="6161911" y="1805895"/>
                  </a:lnTo>
                  <a:lnTo>
                    <a:pt x="6165045" y="1805670"/>
                  </a:lnTo>
                  <a:lnTo>
                    <a:pt x="6168179" y="1805446"/>
                  </a:lnTo>
                  <a:lnTo>
                    <a:pt x="6171313" y="1805221"/>
                  </a:lnTo>
                  <a:lnTo>
                    <a:pt x="6174447" y="1805221"/>
                  </a:lnTo>
                  <a:lnTo>
                    <a:pt x="6177581" y="1804996"/>
                  </a:lnTo>
                  <a:lnTo>
                    <a:pt x="6180715" y="1804996"/>
                  </a:lnTo>
                  <a:lnTo>
                    <a:pt x="6183849" y="1805224"/>
                  </a:lnTo>
                  <a:lnTo>
                    <a:pt x="6186983" y="1804957"/>
                  </a:lnTo>
                  <a:lnTo>
                    <a:pt x="6190117" y="1804957"/>
                  </a:lnTo>
                  <a:lnTo>
                    <a:pt x="6193251" y="1804689"/>
                  </a:lnTo>
                  <a:lnTo>
                    <a:pt x="6196385" y="1804422"/>
                  </a:lnTo>
                  <a:lnTo>
                    <a:pt x="6199519" y="1802979"/>
                  </a:lnTo>
                  <a:lnTo>
                    <a:pt x="6202653" y="1798916"/>
                  </a:lnTo>
                  <a:lnTo>
                    <a:pt x="6205787" y="1792792"/>
                  </a:lnTo>
                  <a:lnTo>
                    <a:pt x="6208921" y="1786026"/>
                  </a:lnTo>
                  <a:lnTo>
                    <a:pt x="6212055" y="1779259"/>
                  </a:lnTo>
                  <a:lnTo>
                    <a:pt x="6215189" y="1772179"/>
                  </a:lnTo>
                  <a:lnTo>
                    <a:pt x="6218323" y="1764835"/>
                  </a:lnTo>
                  <a:lnTo>
                    <a:pt x="6221457" y="1757491"/>
                  </a:lnTo>
                  <a:lnTo>
                    <a:pt x="6224591" y="1750147"/>
                  </a:lnTo>
                  <a:lnTo>
                    <a:pt x="6227725" y="1742574"/>
                  </a:lnTo>
                  <a:lnTo>
                    <a:pt x="6230859" y="1735003"/>
                  </a:lnTo>
                  <a:lnTo>
                    <a:pt x="6233993" y="1727783"/>
                  </a:lnTo>
                  <a:lnTo>
                    <a:pt x="6237127" y="1720564"/>
                  </a:lnTo>
                  <a:lnTo>
                    <a:pt x="6240261" y="1712767"/>
                  </a:lnTo>
                  <a:lnTo>
                    <a:pt x="6243395" y="1704442"/>
                  </a:lnTo>
                  <a:lnTo>
                    <a:pt x="6246529" y="1697029"/>
                  </a:lnTo>
                  <a:lnTo>
                    <a:pt x="6249663" y="1690895"/>
                  </a:lnTo>
                  <a:lnTo>
                    <a:pt x="6252797" y="1687055"/>
                  </a:lnTo>
                  <a:lnTo>
                    <a:pt x="6255931" y="1683386"/>
                  </a:lnTo>
                  <a:lnTo>
                    <a:pt x="6259065" y="1679717"/>
                  </a:lnTo>
                  <a:lnTo>
                    <a:pt x="6262199" y="1676703"/>
                  </a:lnTo>
                  <a:lnTo>
                    <a:pt x="6265333" y="1673914"/>
                  </a:lnTo>
                  <a:lnTo>
                    <a:pt x="6265333" y="1826954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4573331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4573488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573331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439333" y="5397566"/>
              <a:ext cx="1718822" cy="362836"/>
            </a:xfrm>
            <a:custGeom>
              <a:avLst/>
              <a:pathLst>
                <a:path w="1718822" h="362836">
                  <a:moveTo>
                    <a:pt x="0" y="263772"/>
                  </a:moveTo>
                  <a:lnTo>
                    <a:pt x="470" y="270974"/>
                  </a:lnTo>
                  <a:lnTo>
                    <a:pt x="3604" y="277108"/>
                  </a:lnTo>
                  <a:lnTo>
                    <a:pt x="6738" y="282168"/>
                  </a:lnTo>
                  <a:lnTo>
                    <a:pt x="9872" y="287542"/>
                  </a:lnTo>
                  <a:lnTo>
                    <a:pt x="13006" y="292544"/>
                  </a:lnTo>
                  <a:lnTo>
                    <a:pt x="16140" y="297918"/>
                  </a:lnTo>
                  <a:lnTo>
                    <a:pt x="19274" y="302209"/>
                  </a:lnTo>
                  <a:lnTo>
                    <a:pt x="22408" y="305462"/>
                  </a:lnTo>
                  <a:lnTo>
                    <a:pt x="25542" y="308714"/>
                  </a:lnTo>
                  <a:lnTo>
                    <a:pt x="28676" y="312326"/>
                  </a:lnTo>
                  <a:lnTo>
                    <a:pt x="31810" y="315938"/>
                  </a:lnTo>
                  <a:lnTo>
                    <a:pt x="34944" y="319190"/>
                  </a:lnTo>
                  <a:lnTo>
                    <a:pt x="38078" y="322443"/>
                  </a:lnTo>
                  <a:lnTo>
                    <a:pt x="41212" y="325695"/>
                  </a:lnTo>
                  <a:lnTo>
                    <a:pt x="44346" y="328208"/>
                  </a:lnTo>
                  <a:lnTo>
                    <a:pt x="47480" y="329254"/>
                  </a:lnTo>
                  <a:lnTo>
                    <a:pt x="50614" y="330860"/>
                  </a:lnTo>
                  <a:lnTo>
                    <a:pt x="53748" y="332466"/>
                  </a:lnTo>
                  <a:lnTo>
                    <a:pt x="56882" y="333512"/>
                  </a:lnTo>
                  <a:lnTo>
                    <a:pt x="60016" y="334912"/>
                  </a:lnTo>
                  <a:lnTo>
                    <a:pt x="63150" y="335952"/>
                  </a:lnTo>
                  <a:lnTo>
                    <a:pt x="66284" y="336993"/>
                  </a:lnTo>
                  <a:lnTo>
                    <a:pt x="69418" y="338034"/>
                  </a:lnTo>
                  <a:lnTo>
                    <a:pt x="72552" y="339074"/>
                  </a:lnTo>
                  <a:lnTo>
                    <a:pt x="75686" y="339389"/>
                  </a:lnTo>
                  <a:lnTo>
                    <a:pt x="78820" y="339389"/>
                  </a:lnTo>
                  <a:lnTo>
                    <a:pt x="81954" y="339389"/>
                  </a:lnTo>
                  <a:lnTo>
                    <a:pt x="85088" y="338702"/>
                  </a:lnTo>
                  <a:lnTo>
                    <a:pt x="88222" y="338014"/>
                  </a:lnTo>
                  <a:lnTo>
                    <a:pt x="91356" y="336974"/>
                  </a:lnTo>
                  <a:lnTo>
                    <a:pt x="94490" y="335351"/>
                  </a:lnTo>
                  <a:lnTo>
                    <a:pt x="97624" y="333340"/>
                  </a:lnTo>
                  <a:lnTo>
                    <a:pt x="100758" y="330770"/>
                  </a:lnTo>
                  <a:lnTo>
                    <a:pt x="103892" y="328200"/>
                  </a:lnTo>
                  <a:lnTo>
                    <a:pt x="107026" y="326018"/>
                  </a:lnTo>
                  <a:lnTo>
                    <a:pt x="110160" y="323835"/>
                  </a:lnTo>
                  <a:lnTo>
                    <a:pt x="113294" y="321653"/>
                  </a:lnTo>
                  <a:lnTo>
                    <a:pt x="116428" y="319471"/>
                  </a:lnTo>
                  <a:lnTo>
                    <a:pt x="119562" y="317288"/>
                  </a:lnTo>
                  <a:lnTo>
                    <a:pt x="122696" y="315106"/>
                  </a:lnTo>
                  <a:lnTo>
                    <a:pt x="125830" y="313483"/>
                  </a:lnTo>
                  <a:lnTo>
                    <a:pt x="128964" y="312220"/>
                  </a:lnTo>
                  <a:lnTo>
                    <a:pt x="132098" y="312220"/>
                  </a:lnTo>
                  <a:lnTo>
                    <a:pt x="135232" y="310158"/>
                  </a:lnTo>
                  <a:lnTo>
                    <a:pt x="138366" y="308011"/>
                  </a:lnTo>
                  <a:lnTo>
                    <a:pt x="141500" y="306177"/>
                  </a:lnTo>
                  <a:lnTo>
                    <a:pt x="144634" y="304904"/>
                  </a:lnTo>
                  <a:lnTo>
                    <a:pt x="147768" y="303630"/>
                  </a:lnTo>
                  <a:lnTo>
                    <a:pt x="150902" y="302797"/>
                  </a:lnTo>
                  <a:lnTo>
                    <a:pt x="154036" y="301524"/>
                  </a:lnTo>
                  <a:lnTo>
                    <a:pt x="157170" y="301005"/>
                  </a:lnTo>
                  <a:lnTo>
                    <a:pt x="160304" y="300172"/>
                  </a:lnTo>
                  <a:lnTo>
                    <a:pt x="163438" y="300048"/>
                  </a:lnTo>
                  <a:lnTo>
                    <a:pt x="166572" y="300237"/>
                  </a:lnTo>
                  <a:lnTo>
                    <a:pt x="169706" y="300810"/>
                  </a:lnTo>
                  <a:lnTo>
                    <a:pt x="172840" y="299362"/>
                  </a:lnTo>
                  <a:lnTo>
                    <a:pt x="175974" y="297068"/>
                  </a:lnTo>
                  <a:lnTo>
                    <a:pt x="179108" y="294075"/>
                  </a:lnTo>
                  <a:lnTo>
                    <a:pt x="182242" y="292794"/>
                  </a:lnTo>
                  <a:lnTo>
                    <a:pt x="185376" y="291588"/>
                  </a:lnTo>
                  <a:lnTo>
                    <a:pt x="188510" y="290024"/>
                  </a:lnTo>
                  <a:lnTo>
                    <a:pt x="191644" y="288459"/>
                  </a:lnTo>
                  <a:lnTo>
                    <a:pt x="194778" y="287253"/>
                  </a:lnTo>
                  <a:lnTo>
                    <a:pt x="197912" y="285292"/>
                  </a:lnTo>
                  <a:lnTo>
                    <a:pt x="201046" y="283332"/>
                  </a:lnTo>
                  <a:lnTo>
                    <a:pt x="204180" y="280093"/>
                  </a:lnTo>
                  <a:lnTo>
                    <a:pt x="207314" y="276854"/>
                  </a:lnTo>
                  <a:lnTo>
                    <a:pt x="210448" y="272235"/>
                  </a:lnTo>
                  <a:lnTo>
                    <a:pt x="213582" y="265255"/>
                  </a:lnTo>
                  <a:lnTo>
                    <a:pt x="216716" y="258481"/>
                  </a:lnTo>
                  <a:lnTo>
                    <a:pt x="219850" y="253452"/>
                  </a:lnTo>
                  <a:lnTo>
                    <a:pt x="222984" y="249309"/>
                  </a:lnTo>
                  <a:lnTo>
                    <a:pt x="226118" y="244778"/>
                  </a:lnTo>
                  <a:lnTo>
                    <a:pt x="229251" y="240246"/>
                  </a:lnTo>
                  <a:lnTo>
                    <a:pt x="232385" y="235715"/>
                  </a:lnTo>
                  <a:lnTo>
                    <a:pt x="235519" y="231557"/>
                  </a:lnTo>
                  <a:lnTo>
                    <a:pt x="238653" y="227399"/>
                  </a:lnTo>
                  <a:lnTo>
                    <a:pt x="241787" y="223629"/>
                  </a:lnTo>
                  <a:lnTo>
                    <a:pt x="244921" y="219869"/>
                  </a:lnTo>
                  <a:lnTo>
                    <a:pt x="248055" y="214495"/>
                  </a:lnTo>
                  <a:lnTo>
                    <a:pt x="251189" y="209474"/>
                  </a:lnTo>
                  <a:lnTo>
                    <a:pt x="254323" y="204676"/>
                  </a:lnTo>
                  <a:lnTo>
                    <a:pt x="257457" y="200384"/>
                  </a:lnTo>
                  <a:lnTo>
                    <a:pt x="260591" y="198468"/>
                  </a:lnTo>
                  <a:lnTo>
                    <a:pt x="263725" y="196552"/>
                  </a:lnTo>
                  <a:lnTo>
                    <a:pt x="266859" y="194249"/>
                  </a:lnTo>
                  <a:lnTo>
                    <a:pt x="269993" y="191945"/>
                  </a:lnTo>
                  <a:lnTo>
                    <a:pt x="273127" y="190329"/>
                  </a:lnTo>
                  <a:lnTo>
                    <a:pt x="276261" y="188712"/>
                  </a:lnTo>
                  <a:lnTo>
                    <a:pt x="279395" y="187097"/>
                  </a:lnTo>
                  <a:lnTo>
                    <a:pt x="282529" y="185480"/>
                  </a:lnTo>
                  <a:lnTo>
                    <a:pt x="285663" y="184223"/>
                  </a:lnTo>
                  <a:lnTo>
                    <a:pt x="288797" y="182607"/>
                  </a:lnTo>
                  <a:lnTo>
                    <a:pt x="291931" y="180269"/>
                  </a:lnTo>
                  <a:lnTo>
                    <a:pt x="295065" y="182016"/>
                  </a:lnTo>
                  <a:lnTo>
                    <a:pt x="298199" y="183849"/>
                  </a:lnTo>
                  <a:lnTo>
                    <a:pt x="301333" y="185683"/>
                  </a:lnTo>
                  <a:lnTo>
                    <a:pt x="304467" y="186956"/>
                  </a:lnTo>
                  <a:lnTo>
                    <a:pt x="307601" y="188230"/>
                  </a:lnTo>
                  <a:lnTo>
                    <a:pt x="310735" y="188749"/>
                  </a:lnTo>
                  <a:lnTo>
                    <a:pt x="313869" y="190022"/>
                  </a:lnTo>
                  <a:lnTo>
                    <a:pt x="317003" y="190541"/>
                  </a:lnTo>
                  <a:lnTo>
                    <a:pt x="320137" y="188702"/>
                  </a:lnTo>
                  <a:lnTo>
                    <a:pt x="323271" y="185057"/>
                  </a:lnTo>
                  <a:lnTo>
                    <a:pt x="326405" y="181411"/>
                  </a:lnTo>
                  <a:lnTo>
                    <a:pt x="329539" y="177068"/>
                  </a:lnTo>
                  <a:lnTo>
                    <a:pt x="332673" y="174357"/>
                  </a:lnTo>
                  <a:lnTo>
                    <a:pt x="335807" y="172120"/>
                  </a:lnTo>
                  <a:lnTo>
                    <a:pt x="338941" y="170581"/>
                  </a:lnTo>
                  <a:lnTo>
                    <a:pt x="342075" y="167332"/>
                  </a:lnTo>
                  <a:lnTo>
                    <a:pt x="345209" y="164006"/>
                  </a:lnTo>
                  <a:lnTo>
                    <a:pt x="348343" y="160680"/>
                  </a:lnTo>
                  <a:lnTo>
                    <a:pt x="351477" y="157355"/>
                  </a:lnTo>
                  <a:lnTo>
                    <a:pt x="354611" y="154029"/>
                  </a:lnTo>
                  <a:lnTo>
                    <a:pt x="357745" y="151458"/>
                  </a:lnTo>
                  <a:lnTo>
                    <a:pt x="360879" y="148888"/>
                  </a:lnTo>
                  <a:lnTo>
                    <a:pt x="364013" y="147237"/>
                  </a:lnTo>
                  <a:lnTo>
                    <a:pt x="367147" y="147259"/>
                  </a:lnTo>
                  <a:lnTo>
                    <a:pt x="370281" y="149308"/>
                  </a:lnTo>
                  <a:lnTo>
                    <a:pt x="373415" y="150972"/>
                  </a:lnTo>
                  <a:lnTo>
                    <a:pt x="376549" y="152856"/>
                  </a:lnTo>
                  <a:lnTo>
                    <a:pt x="379683" y="152994"/>
                  </a:lnTo>
                  <a:lnTo>
                    <a:pt x="382817" y="152606"/>
                  </a:lnTo>
                  <a:lnTo>
                    <a:pt x="385951" y="152606"/>
                  </a:lnTo>
                  <a:lnTo>
                    <a:pt x="389085" y="152606"/>
                  </a:lnTo>
                  <a:lnTo>
                    <a:pt x="392219" y="152606"/>
                  </a:lnTo>
                  <a:lnTo>
                    <a:pt x="395353" y="152606"/>
                  </a:lnTo>
                  <a:lnTo>
                    <a:pt x="398487" y="152605"/>
                  </a:lnTo>
                  <a:lnTo>
                    <a:pt x="401621" y="152217"/>
                  </a:lnTo>
                  <a:lnTo>
                    <a:pt x="404755" y="152133"/>
                  </a:lnTo>
                  <a:lnTo>
                    <a:pt x="407889" y="153664"/>
                  </a:lnTo>
                  <a:lnTo>
                    <a:pt x="411023" y="155194"/>
                  </a:lnTo>
                  <a:lnTo>
                    <a:pt x="414157" y="156724"/>
                  </a:lnTo>
                  <a:lnTo>
                    <a:pt x="417291" y="158137"/>
                  </a:lnTo>
                  <a:lnTo>
                    <a:pt x="420425" y="159898"/>
                  </a:lnTo>
                  <a:lnTo>
                    <a:pt x="423559" y="161814"/>
                  </a:lnTo>
                  <a:lnTo>
                    <a:pt x="426693" y="163729"/>
                  </a:lnTo>
                  <a:lnTo>
                    <a:pt x="429827" y="165645"/>
                  </a:lnTo>
                  <a:lnTo>
                    <a:pt x="432961" y="166873"/>
                  </a:lnTo>
                  <a:lnTo>
                    <a:pt x="436095" y="168102"/>
                  </a:lnTo>
                  <a:lnTo>
                    <a:pt x="439229" y="169330"/>
                  </a:lnTo>
                  <a:lnTo>
                    <a:pt x="442363" y="170559"/>
                  </a:lnTo>
                  <a:lnTo>
                    <a:pt x="445497" y="171816"/>
                  </a:lnTo>
                  <a:lnTo>
                    <a:pt x="448631" y="173432"/>
                  </a:lnTo>
                  <a:lnTo>
                    <a:pt x="451765" y="174880"/>
                  </a:lnTo>
                  <a:lnTo>
                    <a:pt x="454899" y="174303"/>
                  </a:lnTo>
                  <a:lnTo>
                    <a:pt x="458033" y="173950"/>
                  </a:lnTo>
                  <a:lnTo>
                    <a:pt x="461167" y="173596"/>
                  </a:lnTo>
                  <a:lnTo>
                    <a:pt x="464301" y="173243"/>
                  </a:lnTo>
                  <a:lnTo>
                    <a:pt x="467435" y="173557"/>
                  </a:lnTo>
                  <a:lnTo>
                    <a:pt x="470569" y="173871"/>
                  </a:lnTo>
                  <a:lnTo>
                    <a:pt x="473703" y="174558"/>
                  </a:lnTo>
                  <a:lnTo>
                    <a:pt x="476837" y="175246"/>
                  </a:lnTo>
                  <a:lnTo>
                    <a:pt x="479971" y="178649"/>
                  </a:lnTo>
                  <a:lnTo>
                    <a:pt x="483105" y="183151"/>
                  </a:lnTo>
                  <a:lnTo>
                    <a:pt x="486239" y="187653"/>
                  </a:lnTo>
                  <a:lnTo>
                    <a:pt x="489373" y="192155"/>
                  </a:lnTo>
                  <a:lnTo>
                    <a:pt x="492507" y="196687"/>
                  </a:lnTo>
                  <a:lnTo>
                    <a:pt x="495641" y="201218"/>
                  </a:lnTo>
                  <a:lnTo>
                    <a:pt x="498775" y="203274"/>
                  </a:lnTo>
                  <a:lnTo>
                    <a:pt x="501909" y="204926"/>
                  </a:lnTo>
                  <a:lnTo>
                    <a:pt x="505043" y="204545"/>
                  </a:lnTo>
                  <a:lnTo>
                    <a:pt x="508177" y="203702"/>
                  </a:lnTo>
                  <a:lnTo>
                    <a:pt x="511311" y="203218"/>
                  </a:lnTo>
                  <a:lnTo>
                    <a:pt x="514445" y="200916"/>
                  </a:lnTo>
                  <a:lnTo>
                    <a:pt x="517579" y="198231"/>
                  </a:lnTo>
                  <a:lnTo>
                    <a:pt x="520713" y="195187"/>
                  </a:lnTo>
                  <a:lnTo>
                    <a:pt x="523847" y="192503"/>
                  </a:lnTo>
                  <a:lnTo>
                    <a:pt x="526981" y="187785"/>
                  </a:lnTo>
                  <a:lnTo>
                    <a:pt x="530115" y="181862"/>
                  </a:lnTo>
                  <a:lnTo>
                    <a:pt x="533249" y="179044"/>
                  </a:lnTo>
                  <a:lnTo>
                    <a:pt x="536383" y="176359"/>
                  </a:lnTo>
                  <a:lnTo>
                    <a:pt x="539517" y="173675"/>
                  </a:lnTo>
                  <a:lnTo>
                    <a:pt x="542651" y="171551"/>
                  </a:lnTo>
                  <a:lnTo>
                    <a:pt x="545785" y="170604"/>
                  </a:lnTo>
                  <a:lnTo>
                    <a:pt x="548919" y="169235"/>
                  </a:lnTo>
                  <a:lnTo>
                    <a:pt x="552053" y="169267"/>
                  </a:lnTo>
                  <a:lnTo>
                    <a:pt x="555187" y="170097"/>
                  </a:lnTo>
                  <a:lnTo>
                    <a:pt x="558321" y="170173"/>
                  </a:lnTo>
                  <a:lnTo>
                    <a:pt x="561455" y="169674"/>
                  </a:lnTo>
                  <a:lnTo>
                    <a:pt x="564589" y="169190"/>
                  </a:lnTo>
                  <a:lnTo>
                    <a:pt x="567723" y="168707"/>
                  </a:lnTo>
                  <a:lnTo>
                    <a:pt x="570857" y="168223"/>
                  </a:lnTo>
                  <a:lnTo>
                    <a:pt x="573991" y="166098"/>
                  </a:lnTo>
                  <a:lnTo>
                    <a:pt x="577125" y="163974"/>
                  </a:lnTo>
                  <a:lnTo>
                    <a:pt x="580259" y="159125"/>
                  </a:lnTo>
                  <a:lnTo>
                    <a:pt x="583393" y="154120"/>
                  </a:lnTo>
                  <a:lnTo>
                    <a:pt x="586527" y="148090"/>
                  </a:lnTo>
                  <a:lnTo>
                    <a:pt x="589661" y="141873"/>
                  </a:lnTo>
                  <a:lnTo>
                    <a:pt x="592795" y="135469"/>
                  </a:lnTo>
                  <a:lnTo>
                    <a:pt x="595929" y="130465"/>
                  </a:lnTo>
                  <a:lnTo>
                    <a:pt x="599063" y="125461"/>
                  </a:lnTo>
                  <a:lnTo>
                    <a:pt x="602197" y="121212"/>
                  </a:lnTo>
                  <a:lnTo>
                    <a:pt x="605331" y="116575"/>
                  </a:lnTo>
                  <a:lnTo>
                    <a:pt x="608465" y="113907"/>
                  </a:lnTo>
                  <a:lnTo>
                    <a:pt x="611599" y="111471"/>
                  </a:lnTo>
                  <a:lnTo>
                    <a:pt x="614733" y="109034"/>
                  </a:lnTo>
                  <a:lnTo>
                    <a:pt x="617867" y="106375"/>
                  </a:lnTo>
                  <a:lnTo>
                    <a:pt x="621001" y="99924"/>
                  </a:lnTo>
                  <a:lnTo>
                    <a:pt x="624135" y="93096"/>
                  </a:lnTo>
                  <a:lnTo>
                    <a:pt x="627269" y="85601"/>
                  </a:lnTo>
                  <a:lnTo>
                    <a:pt x="630403" y="78105"/>
                  </a:lnTo>
                  <a:lnTo>
                    <a:pt x="633537" y="71243"/>
                  </a:lnTo>
                  <a:lnTo>
                    <a:pt x="636671" y="64587"/>
                  </a:lnTo>
                  <a:lnTo>
                    <a:pt x="639805" y="57572"/>
                  </a:lnTo>
                  <a:lnTo>
                    <a:pt x="642939" y="50557"/>
                  </a:lnTo>
                  <a:lnTo>
                    <a:pt x="646073" y="43542"/>
                  </a:lnTo>
                  <a:lnTo>
                    <a:pt x="649207" y="35608"/>
                  </a:lnTo>
                  <a:lnTo>
                    <a:pt x="652341" y="26828"/>
                  </a:lnTo>
                  <a:lnTo>
                    <a:pt x="655475" y="17644"/>
                  </a:lnTo>
                  <a:lnTo>
                    <a:pt x="658609" y="10576"/>
                  </a:lnTo>
                  <a:lnTo>
                    <a:pt x="661743" y="4272"/>
                  </a:lnTo>
                  <a:lnTo>
                    <a:pt x="664877" y="0"/>
                  </a:lnTo>
                  <a:lnTo>
                    <a:pt x="668011" y="1968"/>
                  </a:lnTo>
                  <a:lnTo>
                    <a:pt x="671145" y="4103"/>
                  </a:lnTo>
                  <a:lnTo>
                    <a:pt x="674279" y="8057"/>
                  </a:lnTo>
                  <a:lnTo>
                    <a:pt x="677413" y="12752"/>
                  </a:lnTo>
                  <a:lnTo>
                    <a:pt x="680547" y="17806"/>
                  </a:lnTo>
                  <a:lnTo>
                    <a:pt x="683681" y="22500"/>
                  </a:lnTo>
                  <a:lnTo>
                    <a:pt x="686815" y="27555"/>
                  </a:lnTo>
                  <a:lnTo>
                    <a:pt x="689949" y="32250"/>
                  </a:lnTo>
                  <a:lnTo>
                    <a:pt x="693083" y="36586"/>
                  </a:lnTo>
                  <a:lnTo>
                    <a:pt x="696217" y="40921"/>
                  </a:lnTo>
                  <a:lnTo>
                    <a:pt x="699351" y="47290"/>
                  </a:lnTo>
                  <a:lnTo>
                    <a:pt x="702485" y="53946"/>
                  </a:lnTo>
                  <a:lnTo>
                    <a:pt x="705619" y="59424"/>
                  </a:lnTo>
                  <a:lnTo>
                    <a:pt x="708753" y="64952"/>
                  </a:lnTo>
                  <a:lnTo>
                    <a:pt x="711887" y="69078"/>
                  </a:lnTo>
                  <a:lnTo>
                    <a:pt x="715021" y="72406"/>
                  </a:lnTo>
                  <a:lnTo>
                    <a:pt x="718155" y="76862"/>
                  </a:lnTo>
                  <a:lnTo>
                    <a:pt x="721289" y="81892"/>
                  </a:lnTo>
                  <a:lnTo>
                    <a:pt x="724423" y="86220"/>
                  </a:lnTo>
                  <a:lnTo>
                    <a:pt x="727557" y="90862"/>
                  </a:lnTo>
                  <a:lnTo>
                    <a:pt x="730691" y="95505"/>
                  </a:lnTo>
                  <a:lnTo>
                    <a:pt x="733825" y="101787"/>
                  </a:lnTo>
                  <a:lnTo>
                    <a:pt x="736959" y="108070"/>
                  </a:lnTo>
                  <a:lnTo>
                    <a:pt x="740093" y="114726"/>
                  </a:lnTo>
                  <a:lnTo>
                    <a:pt x="743227" y="121382"/>
                  </a:lnTo>
                  <a:lnTo>
                    <a:pt x="746361" y="128690"/>
                  </a:lnTo>
                  <a:lnTo>
                    <a:pt x="749495" y="136186"/>
                  </a:lnTo>
                  <a:lnTo>
                    <a:pt x="752629" y="144241"/>
                  </a:lnTo>
                  <a:lnTo>
                    <a:pt x="755763" y="151256"/>
                  </a:lnTo>
                  <a:lnTo>
                    <a:pt x="758897" y="158271"/>
                  </a:lnTo>
                  <a:lnTo>
                    <a:pt x="762031" y="164171"/>
                  </a:lnTo>
                  <a:lnTo>
                    <a:pt x="765165" y="169699"/>
                  </a:lnTo>
                  <a:lnTo>
                    <a:pt x="768299" y="173257"/>
                  </a:lnTo>
                  <a:lnTo>
                    <a:pt x="771433" y="176584"/>
                  </a:lnTo>
                  <a:lnTo>
                    <a:pt x="774567" y="179597"/>
                  </a:lnTo>
                  <a:lnTo>
                    <a:pt x="777701" y="182924"/>
                  </a:lnTo>
                  <a:lnTo>
                    <a:pt x="780835" y="190416"/>
                  </a:lnTo>
                  <a:lnTo>
                    <a:pt x="783969" y="198285"/>
                  </a:lnTo>
                  <a:lnTo>
                    <a:pt x="787103" y="205780"/>
                  </a:lnTo>
                  <a:lnTo>
                    <a:pt x="790237" y="213276"/>
                  </a:lnTo>
                  <a:lnTo>
                    <a:pt x="793371" y="219766"/>
                  </a:lnTo>
                  <a:lnTo>
                    <a:pt x="796505" y="226048"/>
                  </a:lnTo>
                  <a:lnTo>
                    <a:pt x="799639" y="232017"/>
                  </a:lnTo>
                  <a:lnTo>
                    <a:pt x="802773" y="237632"/>
                  </a:lnTo>
                  <a:lnTo>
                    <a:pt x="805907" y="243247"/>
                  </a:lnTo>
                  <a:lnTo>
                    <a:pt x="809041" y="249781"/>
                  </a:lnTo>
                  <a:lnTo>
                    <a:pt x="812175" y="257521"/>
                  </a:lnTo>
                  <a:lnTo>
                    <a:pt x="815309" y="265664"/>
                  </a:lnTo>
                  <a:lnTo>
                    <a:pt x="818443" y="274166"/>
                  </a:lnTo>
                  <a:lnTo>
                    <a:pt x="821577" y="282309"/>
                  </a:lnTo>
                  <a:lnTo>
                    <a:pt x="824711" y="290229"/>
                  </a:lnTo>
                  <a:lnTo>
                    <a:pt x="827845" y="291984"/>
                  </a:lnTo>
                  <a:lnTo>
                    <a:pt x="830979" y="293212"/>
                  </a:lnTo>
                  <a:lnTo>
                    <a:pt x="834113" y="294441"/>
                  </a:lnTo>
                  <a:lnTo>
                    <a:pt x="837247" y="295310"/>
                  </a:lnTo>
                  <a:lnTo>
                    <a:pt x="840381" y="296179"/>
                  </a:lnTo>
                  <a:lnTo>
                    <a:pt x="843515" y="297048"/>
                  </a:lnTo>
                  <a:lnTo>
                    <a:pt x="846649" y="297918"/>
                  </a:lnTo>
                  <a:lnTo>
                    <a:pt x="849783" y="299146"/>
                  </a:lnTo>
                  <a:lnTo>
                    <a:pt x="852917" y="300374"/>
                  </a:lnTo>
                  <a:lnTo>
                    <a:pt x="856051" y="301603"/>
                  </a:lnTo>
                  <a:lnTo>
                    <a:pt x="859185" y="300798"/>
                  </a:lnTo>
                  <a:lnTo>
                    <a:pt x="862319" y="299147"/>
                  </a:lnTo>
                  <a:lnTo>
                    <a:pt x="865453" y="297495"/>
                  </a:lnTo>
                  <a:lnTo>
                    <a:pt x="868587" y="296216"/>
                  </a:lnTo>
                  <a:lnTo>
                    <a:pt x="871721" y="294938"/>
                  </a:lnTo>
                  <a:lnTo>
                    <a:pt x="874855" y="293659"/>
                  </a:lnTo>
                  <a:lnTo>
                    <a:pt x="877989" y="292008"/>
                  </a:lnTo>
                  <a:lnTo>
                    <a:pt x="881123" y="290357"/>
                  </a:lnTo>
                  <a:lnTo>
                    <a:pt x="884257" y="289393"/>
                  </a:lnTo>
                  <a:lnTo>
                    <a:pt x="887391" y="288114"/>
                  </a:lnTo>
                  <a:lnTo>
                    <a:pt x="890525" y="286836"/>
                  </a:lnTo>
                  <a:lnTo>
                    <a:pt x="893659" y="285558"/>
                  </a:lnTo>
                  <a:lnTo>
                    <a:pt x="896793" y="284279"/>
                  </a:lnTo>
                  <a:lnTo>
                    <a:pt x="899927" y="283016"/>
                  </a:lnTo>
                  <a:lnTo>
                    <a:pt x="903061" y="281752"/>
                  </a:lnTo>
                  <a:lnTo>
                    <a:pt x="906195" y="278962"/>
                  </a:lnTo>
                  <a:lnTo>
                    <a:pt x="909329" y="275768"/>
                  </a:lnTo>
                  <a:lnTo>
                    <a:pt x="912463" y="272201"/>
                  </a:lnTo>
                  <a:lnTo>
                    <a:pt x="915597" y="268275"/>
                  </a:lnTo>
                  <a:lnTo>
                    <a:pt x="918731" y="264349"/>
                  </a:lnTo>
                  <a:lnTo>
                    <a:pt x="921865" y="260782"/>
                  </a:lnTo>
                  <a:lnTo>
                    <a:pt x="924999" y="257587"/>
                  </a:lnTo>
                  <a:lnTo>
                    <a:pt x="928133" y="254393"/>
                  </a:lnTo>
                  <a:lnTo>
                    <a:pt x="931267" y="250543"/>
                  </a:lnTo>
                  <a:lnTo>
                    <a:pt x="934401" y="245483"/>
                  </a:lnTo>
                  <a:lnTo>
                    <a:pt x="937535" y="240109"/>
                  </a:lnTo>
                  <a:lnTo>
                    <a:pt x="940669" y="234362"/>
                  </a:lnTo>
                  <a:lnTo>
                    <a:pt x="943803" y="228615"/>
                  </a:lnTo>
                  <a:lnTo>
                    <a:pt x="946937" y="222926"/>
                  </a:lnTo>
                  <a:lnTo>
                    <a:pt x="950071" y="217237"/>
                  </a:lnTo>
                  <a:lnTo>
                    <a:pt x="953205" y="213294"/>
                  </a:lnTo>
                  <a:lnTo>
                    <a:pt x="956339" y="210099"/>
                  </a:lnTo>
                  <a:lnTo>
                    <a:pt x="959473" y="207219"/>
                  </a:lnTo>
                  <a:lnTo>
                    <a:pt x="962607" y="205008"/>
                  </a:lnTo>
                  <a:lnTo>
                    <a:pt x="965741" y="202796"/>
                  </a:lnTo>
                  <a:lnTo>
                    <a:pt x="968875" y="200583"/>
                  </a:lnTo>
                  <a:lnTo>
                    <a:pt x="972009" y="198744"/>
                  </a:lnTo>
                  <a:lnTo>
                    <a:pt x="975143" y="196905"/>
                  </a:lnTo>
                  <a:lnTo>
                    <a:pt x="978277" y="195745"/>
                  </a:lnTo>
                  <a:lnTo>
                    <a:pt x="981411" y="196412"/>
                  </a:lnTo>
                  <a:lnTo>
                    <a:pt x="984545" y="197303"/>
                  </a:lnTo>
                  <a:lnTo>
                    <a:pt x="987679" y="199314"/>
                  </a:lnTo>
                  <a:lnTo>
                    <a:pt x="990813" y="201324"/>
                  </a:lnTo>
                  <a:lnTo>
                    <a:pt x="993947" y="203895"/>
                  </a:lnTo>
                  <a:lnTo>
                    <a:pt x="997081" y="206465"/>
                  </a:lnTo>
                  <a:lnTo>
                    <a:pt x="1000215" y="209035"/>
                  </a:lnTo>
                  <a:lnTo>
                    <a:pt x="1003349" y="211605"/>
                  </a:lnTo>
                  <a:lnTo>
                    <a:pt x="1006483" y="214176"/>
                  </a:lnTo>
                  <a:lnTo>
                    <a:pt x="1009617" y="216746"/>
                  </a:lnTo>
                  <a:lnTo>
                    <a:pt x="1012751" y="219316"/>
                  </a:lnTo>
                  <a:lnTo>
                    <a:pt x="1015885" y="219965"/>
                  </a:lnTo>
                  <a:lnTo>
                    <a:pt x="1019019" y="219655"/>
                  </a:lnTo>
                  <a:lnTo>
                    <a:pt x="1022153" y="219347"/>
                  </a:lnTo>
                  <a:lnTo>
                    <a:pt x="1025287" y="219037"/>
                  </a:lnTo>
                  <a:lnTo>
                    <a:pt x="1028421" y="218728"/>
                  </a:lnTo>
                  <a:lnTo>
                    <a:pt x="1031555" y="219174"/>
                  </a:lnTo>
                  <a:lnTo>
                    <a:pt x="1034689" y="218864"/>
                  </a:lnTo>
                  <a:lnTo>
                    <a:pt x="1037823" y="218555"/>
                  </a:lnTo>
                  <a:lnTo>
                    <a:pt x="1040957" y="216956"/>
                  </a:lnTo>
                  <a:lnTo>
                    <a:pt x="1044091" y="214153"/>
                  </a:lnTo>
                  <a:lnTo>
                    <a:pt x="1047225" y="210789"/>
                  </a:lnTo>
                  <a:lnTo>
                    <a:pt x="1050359" y="207066"/>
                  </a:lnTo>
                  <a:lnTo>
                    <a:pt x="1053493" y="202970"/>
                  </a:lnTo>
                  <a:lnTo>
                    <a:pt x="1056627" y="199247"/>
                  </a:lnTo>
                  <a:lnTo>
                    <a:pt x="1059761" y="195137"/>
                  </a:lnTo>
                  <a:lnTo>
                    <a:pt x="1062895" y="192236"/>
                  </a:lnTo>
                  <a:lnTo>
                    <a:pt x="1066029" y="192146"/>
                  </a:lnTo>
                  <a:lnTo>
                    <a:pt x="1069163" y="192461"/>
                  </a:lnTo>
                  <a:lnTo>
                    <a:pt x="1072297" y="192775"/>
                  </a:lnTo>
                  <a:lnTo>
                    <a:pt x="1075431" y="193462"/>
                  </a:lnTo>
                  <a:lnTo>
                    <a:pt x="1078565" y="193462"/>
                  </a:lnTo>
                  <a:lnTo>
                    <a:pt x="1081699" y="193462"/>
                  </a:lnTo>
                  <a:lnTo>
                    <a:pt x="1084833" y="193462"/>
                  </a:lnTo>
                  <a:lnTo>
                    <a:pt x="1087967" y="194493"/>
                  </a:lnTo>
                  <a:lnTo>
                    <a:pt x="1091101" y="197675"/>
                  </a:lnTo>
                  <a:lnTo>
                    <a:pt x="1094235" y="202382"/>
                  </a:lnTo>
                  <a:lnTo>
                    <a:pt x="1097369" y="207088"/>
                  </a:lnTo>
                  <a:lnTo>
                    <a:pt x="1100503" y="211794"/>
                  </a:lnTo>
                  <a:lnTo>
                    <a:pt x="1103637" y="216278"/>
                  </a:lnTo>
                  <a:lnTo>
                    <a:pt x="1106771" y="221076"/>
                  </a:lnTo>
                  <a:lnTo>
                    <a:pt x="1109905" y="225874"/>
                  </a:lnTo>
                  <a:lnTo>
                    <a:pt x="1113039" y="228927"/>
                  </a:lnTo>
                  <a:lnTo>
                    <a:pt x="1116173" y="231230"/>
                  </a:lnTo>
                  <a:lnTo>
                    <a:pt x="1119307" y="233756"/>
                  </a:lnTo>
                  <a:lnTo>
                    <a:pt x="1122441" y="235746"/>
                  </a:lnTo>
                  <a:lnTo>
                    <a:pt x="1125575" y="237735"/>
                  </a:lnTo>
                  <a:lnTo>
                    <a:pt x="1128709" y="239724"/>
                  </a:lnTo>
                  <a:lnTo>
                    <a:pt x="1131843" y="241340"/>
                  </a:lnTo>
                  <a:lnTo>
                    <a:pt x="1134977" y="242956"/>
                  </a:lnTo>
                  <a:lnTo>
                    <a:pt x="1138111" y="243893"/>
                  </a:lnTo>
                  <a:lnTo>
                    <a:pt x="1141245" y="243003"/>
                  </a:lnTo>
                  <a:lnTo>
                    <a:pt x="1144379" y="242112"/>
                  </a:lnTo>
                  <a:lnTo>
                    <a:pt x="1147513" y="240712"/>
                  </a:lnTo>
                  <a:lnTo>
                    <a:pt x="1150647" y="239312"/>
                  </a:lnTo>
                  <a:lnTo>
                    <a:pt x="1153781" y="237353"/>
                  </a:lnTo>
                  <a:lnTo>
                    <a:pt x="1156915" y="235393"/>
                  </a:lnTo>
                  <a:lnTo>
                    <a:pt x="1160049" y="233434"/>
                  </a:lnTo>
                  <a:lnTo>
                    <a:pt x="1163183" y="231474"/>
                  </a:lnTo>
                  <a:lnTo>
                    <a:pt x="1166317" y="229292"/>
                  </a:lnTo>
                  <a:lnTo>
                    <a:pt x="1169451" y="227109"/>
                  </a:lnTo>
                  <a:lnTo>
                    <a:pt x="1172585" y="224927"/>
                  </a:lnTo>
                  <a:lnTo>
                    <a:pt x="1175719" y="224889"/>
                  </a:lnTo>
                  <a:lnTo>
                    <a:pt x="1178853" y="226163"/>
                  </a:lnTo>
                  <a:lnTo>
                    <a:pt x="1181987" y="227751"/>
                  </a:lnTo>
                  <a:lnTo>
                    <a:pt x="1185121" y="229340"/>
                  </a:lnTo>
                  <a:lnTo>
                    <a:pt x="1188255" y="230927"/>
                  </a:lnTo>
                  <a:lnTo>
                    <a:pt x="1191389" y="231760"/>
                  </a:lnTo>
                  <a:lnTo>
                    <a:pt x="1194523" y="233034"/>
                  </a:lnTo>
                  <a:lnTo>
                    <a:pt x="1197657" y="234622"/>
                  </a:lnTo>
                  <a:lnTo>
                    <a:pt x="1200791" y="237499"/>
                  </a:lnTo>
                  <a:lnTo>
                    <a:pt x="1203925" y="241955"/>
                  </a:lnTo>
                  <a:lnTo>
                    <a:pt x="1207059" y="247329"/>
                  </a:lnTo>
                  <a:lnTo>
                    <a:pt x="1210193" y="253062"/>
                  </a:lnTo>
                  <a:lnTo>
                    <a:pt x="1213327" y="259728"/>
                  </a:lnTo>
                  <a:lnTo>
                    <a:pt x="1216461" y="266021"/>
                  </a:lnTo>
                  <a:lnTo>
                    <a:pt x="1219595" y="272314"/>
                  </a:lnTo>
                  <a:lnTo>
                    <a:pt x="1222729" y="276837"/>
                  </a:lnTo>
                  <a:lnTo>
                    <a:pt x="1225863" y="281009"/>
                  </a:lnTo>
                  <a:lnTo>
                    <a:pt x="1228997" y="285180"/>
                  </a:lnTo>
                  <a:lnTo>
                    <a:pt x="1232131" y="289352"/>
                  </a:lnTo>
                  <a:lnTo>
                    <a:pt x="1235265" y="293151"/>
                  </a:lnTo>
                  <a:lnTo>
                    <a:pt x="1238399" y="297637"/>
                  </a:lnTo>
                  <a:lnTo>
                    <a:pt x="1241533" y="302122"/>
                  </a:lnTo>
                  <a:lnTo>
                    <a:pt x="1244667" y="306608"/>
                  </a:lnTo>
                  <a:lnTo>
                    <a:pt x="1247801" y="310063"/>
                  </a:lnTo>
                  <a:lnTo>
                    <a:pt x="1250935" y="312022"/>
                  </a:lnTo>
                  <a:lnTo>
                    <a:pt x="1254069" y="313422"/>
                  </a:lnTo>
                  <a:lnTo>
                    <a:pt x="1257203" y="315382"/>
                  </a:lnTo>
                  <a:lnTo>
                    <a:pt x="1260337" y="317341"/>
                  </a:lnTo>
                  <a:lnTo>
                    <a:pt x="1263471" y="319523"/>
                  </a:lnTo>
                  <a:lnTo>
                    <a:pt x="1266605" y="321705"/>
                  </a:lnTo>
                  <a:lnTo>
                    <a:pt x="1269739" y="323888"/>
                  </a:lnTo>
                  <a:lnTo>
                    <a:pt x="1272873" y="324778"/>
                  </a:lnTo>
                  <a:lnTo>
                    <a:pt x="1276007" y="325669"/>
                  </a:lnTo>
                  <a:lnTo>
                    <a:pt x="1279141" y="326022"/>
                  </a:lnTo>
                  <a:lnTo>
                    <a:pt x="1282275" y="326598"/>
                  </a:lnTo>
                  <a:lnTo>
                    <a:pt x="1285409" y="327175"/>
                  </a:lnTo>
                  <a:lnTo>
                    <a:pt x="1288543" y="327751"/>
                  </a:lnTo>
                  <a:lnTo>
                    <a:pt x="1291677" y="328328"/>
                  </a:lnTo>
                  <a:lnTo>
                    <a:pt x="1294811" y="328904"/>
                  </a:lnTo>
                  <a:lnTo>
                    <a:pt x="1297945" y="329127"/>
                  </a:lnTo>
                  <a:lnTo>
                    <a:pt x="1301079" y="329704"/>
                  </a:lnTo>
                  <a:lnTo>
                    <a:pt x="1304213" y="329703"/>
                  </a:lnTo>
                  <a:lnTo>
                    <a:pt x="1307347" y="329480"/>
                  </a:lnTo>
                  <a:lnTo>
                    <a:pt x="1310481" y="329257"/>
                  </a:lnTo>
                  <a:lnTo>
                    <a:pt x="1313615" y="329034"/>
                  </a:lnTo>
                  <a:lnTo>
                    <a:pt x="1316749" y="328811"/>
                  </a:lnTo>
                  <a:lnTo>
                    <a:pt x="1319883" y="328588"/>
                  </a:lnTo>
                  <a:lnTo>
                    <a:pt x="1323017" y="328366"/>
                  </a:lnTo>
                  <a:lnTo>
                    <a:pt x="1326151" y="328366"/>
                  </a:lnTo>
                  <a:lnTo>
                    <a:pt x="1329285" y="328588"/>
                  </a:lnTo>
                  <a:lnTo>
                    <a:pt x="1332419" y="328811"/>
                  </a:lnTo>
                  <a:lnTo>
                    <a:pt x="1335553" y="328811"/>
                  </a:lnTo>
                  <a:lnTo>
                    <a:pt x="1338687" y="328458"/>
                  </a:lnTo>
                  <a:lnTo>
                    <a:pt x="1341821" y="327790"/>
                  </a:lnTo>
                  <a:lnTo>
                    <a:pt x="1344955" y="327122"/>
                  </a:lnTo>
                  <a:lnTo>
                    <a:pt x="1348089" y="326232"/>
                  </a:lnTo>
                  <a:lnTo>
                    <a:pt x="1351223" y="325564"/>
                  </a:lnTo>
                  <a:lnTo>
                    <a:pt x="1354357" y="325211"/>
                  </a:lnTo>
                  <a:lnTo>
                    <a:pt x="1357491" y="324543"/>
                  </a:lnTo>
                  <a:lnTo>
                    <a:pt x="1360625" y="323875"/>
                  </a:lnTo>
                  <a:lnTo>
                    <a:pt x="1363759" y="323188"/>
                  </a:lnTo>
                  <a:lnTo>
                    <a:pt x="1366893" y="322141"/>
                  </a:lnTo>
                  <a:lnTo>
                    <a:pt x="1370027" y="321095"/>
                  </a:lnTo>
                  <a:lnTo>
                    <a:pt x="1373161" y="319489"/>
                  </a:lnTo>
                  <a:lnTo>
                    <a:pt x="1376295" y="317529"/>
                  </a:lnTo>
                  <a:lnTo>
                    <a:pt x="1379429" y="315570"/>
                  </a:lnTo>
                  <a:lnTo>
                    <a:pt x="1382563" y="314170"/>
                  </a:lnTo>
                  <a:lnTo>
                    <a:pt x="1385697" y="312211"/>
                  </a:lnTo>
                  <a:lnTo>
                    <a:pt x="1388831" y="310251"/>
                  </a:lnTo>
                  <a:lnTo>
                    <a:pt x="1391965" y="308292"/>
                  </a:lnTo>
                  <a:lnTo>
                    <a:pt x="1395099" y="306332"/>
                  </a:lnTo>
                  <a:lnTo>
                    <a:pt x="1398233" y="304150"/>
                  </a:lnTo>
                  <a:lnTo>
                    <a:pt x="1401367" y="301968"/>
                  </a:lnTo>
                  <a:lnTo>
                    <a:pt x="1404501" y="299785"/>
                  </a:lnTo>
                  <a:lnTo>
                    <a:pt x="1407635" y="297603"/>
                  </a:lnTo>
                  <a:lnTo>
                    <a:pt x="1410769" y="295033"/>
                  </a:lnTo>
                  <a:lnTo>
                    <a:pt x="1413903" y="293987"/>
                  </a:lnTo>
                  <a:lnTo>
                    <a:pt x="1417037" y="292381"/>
                  </a:lnTo>
                  <a:lnTo>
                    <a:pt x="1420171" y="290775"/>
                  </a:lnTo>
                  <a:lnTo>
                    <a:pt x="1423305" y="289169"/>
                  </a:lnTo>
                  <a:lnTo>
                    <a:pt x="1426439" y="287563"/>
                  </a:lnTo>
                  <a:lnTo>
                    <a:pt x="1429573" y="286272"/>
                  </a:lnTo>
                  <a:lnTo>
                    <a:pt x="1432707" y="286272"/>
                  </a:lnTo>
                  <a:lnTo>
                    <a:pt x="1435841" y="286272"/>
                  </a:lnTo>
                  <a:lnTo>
                    <a:pt x="1438975" y="286587"/>
                  </a:lnTo>
                  <a:lnTo>
                    <a:pt x="1442109" y="287274"/>
                  </a:lnTo>
                  <a:lnTo>
                    <a:pt x="1445243" y="287961"/>
                  </a:lnTo>
                  <a:lnTo>
                    <a:pt x="1448377" y="288648"/>
                  </a:lnTo>
                  <a:lnTo>
                    <a:pt x="1451511" y="289335"/>
                  </a:lnTo>
                  <a:lnTo>
                    <a:pt x="1454645" y="290022"/>
                  </a:lnTo>
                  <a:lnTo>
                    <a:pt x="1457779" y="291063"/>
                  </a:lnTo>
                  <a:lnTo>
                    <a:pt x="1460913" y="290710"/>
                  </a:lnTo>
                  <a:lnTo>
                    <a:pt x="1464047" y="290932"/>
                  </a:lnTo>
                  <a:lnTo>
                    <a:pt x="1467181" y="291156"/>
                  </a:lnTo>
                  <a:lnTo>
                    <a:pt x="1470315" y="291378"/>
                  </a:lnTo>
                  <a:lnTo>
                    <a:pt x="1473449" y="291955"/>
                  </a:lnTo>
                  <a:lnTo>
                    <a:pt x="1476583" y="292531"/>
                  </a:lnTo>
                  <a:lnTo>
                    <a:pt x="1479717" y="293107"/>
                  </a:lnTo>
                  <a:lnTo>
                    <a:pt x="1482851" y="293998"/>
                  </a:lnTo>
                  <a:lnTo>
                    <a:pt x="1485985" y="294889"/>
                  </a:lnTo>
                  <a:lnTo>
                    <a:pt x="1489119" y="295242"/>
                  </a:lnTo>
                  <a:lnTo>
                    <a:pt x="1492253" y="295596"/>
                  </a:lnTo>
                  <a:lnTo>
                    <a:pt x="1495387" y="295949"/>
                  </a:lnTo>
                  <a:lnTo>
                    <a:pt x="1498521" y="296302"/>
                  </a:lnTo>
                  <a:lnTo>
                    <a:pt x="1501655" y="296970"/>
                  </a:lnTo>
                  <a:lnTo>
                    <a:pt x="1504789" y="297637"/>
                  </a:lnTo>
                  <a:lnTo>
                    <a:pt x="1507923" y="298901"/>
                  </a:lnTo>
                  <a:lnTo>
                    <a:pt x="1511057" y="299942"/>
                  </a:lnTo>
                  <a:lnTo>
                    <a:pt x="1514191" y="300982"/>
                  </a:lnTo>
                  <a:lnTo>
                    <a:pt x="1517325" y="302382"/>
                  </a:lnTo>
                  <a:lnTo>
                    <a:pt x="1520459" y="303781"/>
                  </a:lnTo>
                  <a:lnTo>
                    <a:pt x="1523593" y="304469"/>
                  </a:lnTo>
                  <a:lnTo>
                    <a:pt x="1526727" y="305515"/>
                  </a:lnTo>
                  <a:lnTo>
                    <a:pt x="1529861" y="306202"/>
                  </a:lnTo>
                  <a:lnTo>
                    <a:pt x="1532995" y="306889"/>
                  </a:lnTo>
                  <a:lnTo>
                    <a:pt x="1536129" y="307930"/>
                  </a:lnTo>
                  <a:lnTo>
                    <a:pt x="1539263" y="308970"/>
                  </a:lnTo>
                  <a:lnTo>
                    <a:pt x="1542397" y="310011"/>
                  </a:lnTo>
                  <a:lnTo>
                    <a:pt x="1545531" y="311052"/>
                  </a:lnTo>
                  <a:lnTo>
                    <a:pt x="1548665" y="312093"/>
                  </a:lnTo>
                  <a:lnTo>
                    <a:pt x="1551799" y="313492"/>
                  </a:lnTo>
                  <a:lnTo>
                    <a:pt x="1554933" y="314892"/>
                  </a:lnTo>
                  <a:lnTo>
                    <a:pt x="1558067" y="316514"/>
                  </a:lnTo>
                  <a:lnTo>
                    <a:pt x="1561201" y="318137"/>
                  </a:lnTo>
                  <a:lnTo>
                    <a:pt x="1564335" y="319759"/>
                  </a:lnTo>
                  <a:lnTo>
                    <a:pt x="1567469" y="321022"/>
                  </a:lnTo>
                  <a:lnTo>
                    <a:pt x="1570603" y="322674"/>
                  </a:lnTo>
                  <a:lnTo>
                    <a:pt x="1573737" y="322988"/>
                  </a:lnTo>
                  <a:lnTo>
                    <a:pt x="1576871" y="323302"/>
                  </a:lnTo>
                  <a:lnTo>
                    <a:pt x="1580005" y="323617"/>
                  </a:lnTo>
                  <a:lnTo>
                    <a:pt x="1583139" y="323931"/>
                  </a:lnTo>
                  <a:lnTo>
                    <a:pt x="1586273" y="324245"/>
                  </a:lnTo>
                  <a:lnTo>
                    <a:pt x="1589407" y="324245"/>
                  </a:lnTo>
                  <a:lnTo>
                    <a:pt x="1592541" y="324245"/>
                  </a:lnTo>
                  <a:lnTo>
                    <a:pt x="1595675" y="323931"/>
                  </a:lnTo>
                  <a:lnTo>
                    <a:pt x="1598809" y="323617"/>
                  </a:lnTo>
                  <a:lnTo>
                    <a:pt x="1601943" y="322576"/>
                  </a:lnTo>
                  <a:lnTo>
                    <a:pt x="1605077" y="321536"/>
                  </a:lnTo>
                  <a:lnTo>
                    <a:pt x="1608211" y="320495"/>
                  </a:lnTo>
                  <a:lnTo>
                    <a:pt x="1611345" y="319232"/>
                  </a:lnTo>
                  <a:lnTo>
                    <a:pt x="1614479" y="317968"/>
                  </a:lnTo>
                  <a:lnTo>
                    <a:pt x="1617613" y="316705"/>
                  </a:lnTo>
                  <a:lnTo>
                    <a:pt x="1620747" y="316481"/>
                  </a:lnTo>
                  <a:lnTo>
                    <a:pt x="1623881" y="316259"/>
                  </a:lnTo>
                  <a:lnTo>
                    <a:pt x="1627015" y="316036"/>
                  </a:lnTo>
                  <a:lnTo>
                    <a:pt x="1630149" y="315813"/>
                  </a:lnTo>
                  <a:lnTo>
                    <a:pt x="1633283" y="315237"/>
                  </a:lnTo>
                  <a:lnTo>
                    <a:pt x="1636417" y="314660"/>
                  </a:lnTo>
                  <a:lnTo>
                    <a:pt x="1639551" y="314084"/>
                  </a:lnTo>
                  <a:lnTo>
                    <a:pt x="1642685" y="313193"/>
                  </a:lnTo>
                  <a:lnTo>
                    <a:pt x="1645819" y="311915"/>
                  </a:lnTo>
                  <a:lnTo>
                    <a:pt x="1648953" y="311339"/>
                  </a:lnTo>
                  <a:lnTo>
                    <a:pt x="1652087" y="310762"/>
                  </a:lnTo>
                  <a:lnTo>
                    <a:pt x="1655221" y="310409"/>
                  </a:lnTo>
                  <a:lnTo>
                    <a:pt x="1658355" y="310055"/>
                  </a:lnTo>
                  <a:lnTo>
                    <a:pt x="1661489" y="309387"/>
                  </a:lnTo>
                  <a:lnTo>
                    <a:pt x="1664623" y="308719"/>
                  </a:lnTo>
                  <a:lnTo>
                    <a:pt x="1667757" y="307679"/>
                  </a:lnTo>
                  <a:lnTo>
                    <a:pt x="1670891" y="306638"/>
                  </a:lnTo>
                  <a:lnTo>
                    <a:pt x="1674025" y="306265"/>
                  </a:lnTo>
                  <a:lnTo>
                    <a:pt x="1677159" y="306825"/>
                  </a:lnTo>
                  <a:lnTo>
                    <a:pt x="1680293" y="308141"/>
                  </a:lnTo>
                  <a:lnTo>
                    <a:pt x="1683427" y="308356"/>
                  </a:lnTo>
                  <a:lnTo>
                    <a:pt x="1686561" y="308713"/>
                  </a:lnTo>
                  <a:lnTo>
                    <a:pt x="1689695" y="311031"/>
                  </a:lnTo>
                  <a:lnTo>
                    <a:pt x="1692829" y="314061"/>
                  </a:lnTo>
                  <a:lnTo>
                    <a:pt x="1695963" y="318118"/>
                  </a:lnTo>
                  <a:lnTo>
                    <a:pt x="1699097" y="322472"/>
                  </a:lnTo>
                  <a:lnTo>
                    <a:pt x="1702231" y="329026"/>
                  </a:lnTo>
                  <a:lnTo>
                    <a:pt x="1705365" y="337366"/>
                  </a:lnTo>
                  <a:lnTo>
                    <a:pt x="1708499" y="346947"/>
                  </a:lnTo>
                  <a:lnTo>
                    <a:pt x="1711633" y="352764"/>
                  </a:lnTo>
                  <a:lnTo>
                    <a:pt x="1714767" y="358326"/>
                  </a:lnTo>
                  <a:lnTo>
                    <a:pt x="1717901" y="361852"/>
                  </a:lnTo>
                  <a:lnTo>
                    <a:pt x="1718822" y="362836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3289917" y="5506600"/>
              <a:ext cx="1308886" cy="253802"/>
            </a:xfrm>
            <a:custGeom>
              <a:avLst/>
              <a:pathLst>
                <a:path w="1308886" h="253802">
                  <a:moveTo>
                    <a:pt x="0" y="253802"/>
                  </a:moveTo>
                  <a:lnTo>
                    <a:pt x="2078" y="250669"/>
                  </a:lnTo>
                  <a:lnTo>
                    <a:pt x="5212" y="246971"/>
                  </a:lnTo>
                  <a:lnTo>
                    <a:pt x="8346" y="242618"/>
                  </a:lnTo>
                  <a:lnTo>
                    <a:pt x="11480" y="236422"/>
                  </a:lnTo>
                  <a:lnTo>
                    <a:pt x="14614" y="228442"/>
                  </a:lnTo>
                  <a:lnTo>
                    <a:pt x="17748" y="218860"/>
                  </a:lnTo>
                  <a:lnTo>
                    <a:pt x="20882" y="212685"/>
                  </a:lnTo>
                  <a:lnTo>
                    <a:pt x="24016" y="207122"/>
                  </a:lnTo>
                  <a:lnTo>
                    <a:pt x="27150" y="203596"/>
                  </a:lnTo>
                  <a:lnTo>
                    <a:pt x="30284" y="200247"/>
                  </a:lnTo>
                  <a:lnTo>
                    <a:pt x="33418" y="198089"/>
                  </a:lnTo>
                  <a:lnTo>
                    <a:pt x="36552" y="195108"/>
                  </a:lnTo>
                  <a:lnTo>
                    <a:pt x="39686" y="191277"/>
                  </a:lnTo>
                  <a:lnTo>
                    <a:pt x="42820" y="186722"/>
                  </a:lnTo>
                  <a:lnTo>
                    <a:pt x="45954" y="181468"/>
                  </a:lnTo>
                  <a:lnTo>
                    <a:pt x="49088" y="175624"/>
                  </a:lnTo>
                  <a:lnTo>
                    <a:pt x="52222" y="169307"/>
                  </a:lnTo>
                  <a:lnTo>
                    <a:pt x="55356" y="163318"/>
                  </a:lnTo>
                  <a:lnTo>
                    <a:pt x="58490" y="158488"/>
                  </a:lnTo>
                  <a:lnTo>
                    <a:pt x="61624" y="156020"/>
                  </a:lnTo>
                  <a:lnTo>
                    <a:pt x="64758" y="154941"/>
                  </a:lnTo>
                  <a:lnTo>
                    <a:pt x="67892" y="151426"/>
                  </a:lnTo>
                  <a:lnTo>
                    <a:pt x="71026" y="150005"/>
                  </a:lnTo>
                  <a:lnTo>
                    <a:pt x="74160" y="145544"/>
                  </a:lnTo>
                  <a:lnTo>
                    <a:pt x="77294" y="140774"/>
                  </a:lnTo>
                  <a:lnTo>
                    <a:pt x="80428" y="137864"/>
                  </a:lnTo>
                  <a:lnTo>
                    <a:pt x="83562" y="133262"/>
                  </a:lnTo>
                  <a:lnTo>
                    <a:pt x="86696" y="132235"/>
                  </a:lnTo>
                  <a:lnTo>
                    <a:pt x="89830" y="132007"/>
                  </a:lnTo>
                  <a:lnTo>
                    <a:pt x="92964" y="133179"/>
                  </a:lnTo>
                  <a:lnTo>
                    <a:pt x="96098" y="134351"/>
                  </a:lnTo>
                  <a:lnTo>
                    <a:pt x="99232" y="136529"/>
                  </a:lnTo>
                  <a:lnTo>
                    <a:pt x="102366" y="139519"/>
                  </a:lnTo>
                  <a:lnTo>
                    <a:pt x="105500" y="141489"/>
                  </a:lnTo>
                  <a:lnTo>
                    <a:pt x="108634" y="141467"/>
                  </a:lnTo>
                  <a:lnTo>
                    <a:pt x="111768" y="142497"/>
                  </a:lnTo>
                  <a:lnTo>
                    <a:pt x="114902" y="145166"/>
                  </a:lnTo>
                  <a:lnTo>
                    <a:pt x="118036" y="151449"/>
                  </a:lnTo>
                  <a:lnTo>
                    <a:pt x="121170" y="157732"/>
                  </a:lnTo>
                  <a:lnTo>
                    <a:pt x="124304" y="164015"/>
                  </a:lnTo>
                  <a:lnTo>
                    <a:pt x="127438" y="170858"/>
                  </a:lnTo>
                  <a:lnTo>
                    <a:pt x="130572" y="177701"/>
                  </a:lnTo>
                  <a:lnTo>
                    <a:pt x="133706" y="184543"/>
                  </a:lnTo>
                  <a:lnTo>
                    <a:pt x="136840" y="190645"/>
                  </a:lnTo>
                  <a:lnTo>
                    <a:pt x="139974" y="195287"/>
                  </a:lnTo>
                  <a:lnTo>
                    <a:pt x="143108" y="200303"/>
                  </a:lnTo>
                  <a:lnTo>
                    <a:pt x="146242" y="205318"/>
                  </a:lnTo>
                  <a:lnTo>
                    <a:pt x="149376" y="209174"/>
                  </a:lnTo>
                  <a:lnTo>
                    <a:pt x="152510" y="212613"/>
                  </a:lnTo>
                  <a:lnTo>
                    <a:pt x="155644" y="216249"/>
                  </a:lnTo>
                  <a:lnTo>
                    <a:pt x="158778" y="220591"/>
                  </a:lnTo>
                  <a:lnTo>
                    <a:pt x="161912" y="224666"/>
                  </a:lnTo>
                  <a:lnTo>
                    <a:pt x="165046" y="224166"/>
                  </a:lnTo>
                  <a:lnTo>
                    <a:pt x="168180" y="222205"/>
                  </a:lnTo>
                  <a:lnTo>
                    <a:pt x="171314" y="220641"/>
                  </a:lnTo>
                  <a:lnTo>
                    <a:pt x="174448" y="217540"/>
                  </a:lnTo>
                  <a:lnTo>
                    <a:pt x="177582" y="214548"/>
                  </a:lnTo>
                  <a:lnTo>
                    <a:pt x="180716" y="212254"/>
                  </a:lnTo>
                  <a:lnTo>
                    <a:pt x="183850" y="209600"/>
                  </a:lnTo>
                  <a:lnTo>
                    <a:pt x="186984" y="208000"/>
                  </a:lnTo>
                  <a:lnTo>
                    <a:pt x="190118" y="205347"/>
                  </a:lnTo>
                  <a:lnTo>
                    <a:pt x="193252" y="202133"/>
                  </a:lnTo>
                  <a:lnTo>
                    <a:pt x="196386" y="198920"/>
                  </a:lnTo>
                  <a:lnTo>
                    <a:pt x="199520" y="194952"/>
                  </a:lnTo>
                  <a:lnTo>
                    <a:pt x="202654" y="191600"/>
                  </a:lnTo>
                  <a:lnTo>
                    <a:pt x="205788" y="187542"/>
                  </a:lnTo>
                  <a:lnTo>
                    <a:pt x="208922" y="182727"/>
                  </a:lnTo>
                  <a:lnTo>
                    <a:pt x="212056" y="178748"/>
                  </a:lnTo>
                  <a:lnTo>
                    <a:pt x="215190" y="177184"/>
                  </a:lnTo>
                  <a:lnTo>
                    <a:pt x="218324" y="175978"/>
                  </a:lnTo>
                  <a:lnTo>
                    <a:pt x="221458" y="176447"/>
                  </a:lnTo>
                  <a:lnTo>
                    <a:pt x="224592" y="177366"/>
                  </a:lnTo>
                  <a:lnTo>
                    <a:pt x="227726" y="177926"/>
                  </a:lnTo>
                  <a:lnTo>
                    <a:pt x="230860" y="179600"/>
                  </a:lnTo>
                  <a:lnTo>
                    <a:pt x="233994" y="180519"/>
                  </a:lnTo>
                  <a:lnTo>
                    <a:pt x="237128" y="181438"/>
                  </a:lnTo>
                  <a:lnTo>
                    <a:pt x="240262" y="183485"/>
                  </a:lnTo>
                  <a:lnTo>
                    <a:pt x="243396" y="186200"/>
                  </a:lnTo>
                  <a:lnTo>
                    <a:pt x="246530" y="189137"/>
                  </a:lnTo>
                  <a:lnTo>
                    <a:pt x="249664" y="192075"/>
                  </a:lnTo>
                  <a:lnTo>
                    <a:pt x="252798" y="195013"/>
                  </a:lnTo>
                  <a:lnTo>
                    <a:pt x="255932" y="197951"/>
                  </a:lnTo>
                  <a:lnTo>
                    <a:pt x="259066" y="200889"/>
                  </a:lnTo>
                  <a:lnTo>
                    <a:pt x="262200" y="203826"/>
                  </a:lnTo>
                  <a:lnTo>
                    <a:pt x="265334" y="206764"/>
                  </a:lnTo>
                  <a:lnTo>
                    <a:pt x="268468" y="209702"/>
                  </a:lnTo>
                  <a:lnTo>
                    <a:pt x="271602" y="211884"/>
                  </a:lnTo>
                  <a:lnTo>
                    <a:pt x="274736" y="214066"/>
                  </a:lnTo>
                  <a:lnTo>
                    <a:pt x="277870" y="214798"/>
                  </a:lnTo>
                  <a:lnTo>
                    <a:pt x="281004" y="215530"/>
                  </a:lnTo>
                  <a:lnTo>
                    <a:pt x="284138" y="216262"/>
                  </a:lnTo>
                  <a:lnTo>
                    <a:pt x="287272" y="216635"/>
                  </a:lnTo>
                  <a:lnTo>
                    <a:pt x="290406" y="216635"/>
                  </a:lnTo>
                  <a:lnTo>
                    <a:pt x="293540" y="216321"/>
                  </a:lnTo>
                  <a:lnTo>
                    <a:pt x="296674" y="216006"/>
                  </a:lnTo>
                  <a:lnTo>
                    <a:pt x="299808" y="213081"/>
                  </a:lnTo>
                  <a:lnTo>
                    <a:pt x="302942" y="209514"/>
                  </a:lnTo>
                  <a:lnTo>
                    <a:pt x="306076" y="205947"/>
                  </a:lnTo>
                  <a:lnTo>
                    <a:pt x="309210" y="201668"/>
                  </a:lnTo>
                  <a:lnTo>
                    <a:pt x="312344" y="196605"/>
                  </a:lnTo>
                  <a:lnTo>
                    <a:pt x="315478" y="191011"/>
                  </a:lnTo>
                  <a:lnTo>
                    <a:pt x="318612" y="184709"/>
                  </a:lnTo>
                  <a:lnTo>
                    <a:pt x="321746" y="178183"/>
                  </a:lnTo>
                  <a:lnTo>
                    <a:pt x="324880" y="174180"/>
                  </a:lnTo>
                  <a:lnTo>
                    <a:pt x="328014" y="172221"/>
                  </a:lnTo>
                  <a:lnTo>
                    <a:pt x="331148" y="168594"/>
                  </a:lnTo>
                  <a:lnTo>
                    <a:pt x="334282" y="165274"/>
                  </a:lnTo>
                  <a:lnTo>
                    <a:pt x="337416" y="162205"/>
                  </a:lnTo>
                  <a:lnTo>
                    <a:pt x="340550" y="158752"/>
                  </a:lnTo>
                  <a:lnTo>
                    <a:pt x="343684" y="155299"/>
                  </a:lnTo>
                  <a:lnTo>
                    <a:pt x="346818" y="153023"/>
                  </a:lnTo>
                  <a:lnTo>
                    <a:pt x="349952" y="152065"/>
                  </a:lnTo>
                  <a:lnTo>
                    <a:pt x="353086" y="151106"/>
                  </a:lnTo>
                  <a:lnTo>
                    <a:pt x="356220" y="150521"/>
                  </a:lnTo>
                  <a:lnTo>
                    <a:pt x="359354" y="149935"/>
                  </a:lnTo>
                  <a:lnTo>
                    <a:pt x="362488" y="149675"/>
                  </a:lnTo>
                  <a:lnTo>
                    <a:pt x="365622" y="150495"/>
                  </a:lnTo>
                  <a:lnTo>
                    <a:pt x="368756" y="152430"/>
                  </a:lnTo>
                  <a:lnTo>
                    <a:pt x="371890" y="153530"/>
                  </a:lnTo>
                  <a:lnTo>
                    <a:pt x="375024" y="152214"/>
                  </a:lnTo>
                  <a:lnTo>
                    <a:pt x="378158" y="151858"/>
                  </a:lnTo>
                  <a:lnTo>
                    <a:pt x="381292" y="151389"/>
                  </a:lnTo>
                  <a:lnTo>
                    <a:pt x="384426" y="150470"/>
                  </a:lnTo>
                  <a:lnTo>
                    <a:pt x="387560" y="149178"/>
                  </a:lnTo>
                  <a:lnTo>
                    <a:pt x="390694" y="147131"/>
                  </a:lnTo>
                  <a:lnTo>
                    <a:pt x="393828" y="145840"/>
                  </a:lnTo>
                  <a:lnTo>
                    <a:pt x="396962" y="144548"/>
                  </a:lnTo>
                  <a:lnTo>
                    <a:pt x="400096" y="142874"/>
                  </a:lnTo>
                  <a:lnTo>
                    <a:pt x="403230" y="140827"/>
                  </a:lnTo>
                  <a:lnTo>
                    <a:pt x="406364" y="138779"/>
                  </a:lnTo>
                  <a:lnTo>
                    <a:pt x="409498" y="136732"/>
                  </a:lnTo>
                  <a:lnTo>
                    <a:pt x="412632" y="134371"/>
                  </a:lnTo>
                  <a:lnTo>
                    <a:pt x="415766" y="131656"/>
                  </a:lnTo>
                  <a:lnTo>
                    <a:pt x="418900" y="128941"/>
                  </a:lnTo>
                  <a:lnTo>
                    <a:pt x="422034" y="126003"/>
                  </a:lnTo>
                  <a:lnTo>
                    <a:pt x="425168" y="123065"/>
                  </a:lnTo>
                  <a:lnTo>
                    <a:pt x="428302" y="120128"/>
                  </a:lnTo>
                  <a:lnTo>
                    <a:pt x="431436" y="118168"/>
                  </a:lnTo>
                  <a:lnTo>
                    <a:pt x="434570" y="116877"/>
                  </a:lnTo>
                  <a:lnTo>
                    <a:pt x="437704" y="116144"/>
                  </a:lnTo>
                  <a:lnTo>
                    <a:pt x="440838" y="115413"/>
                  </a:lnTo>
                  <a:lnTo>
                    <a:pt x="443972" y="114680"/>
                  </a:lnTo>
                  <a:lnTo>
                    <a:pt x="447106" y="113993"/>
                  </a:lnTo>
                  <a:lnTo>
                    <a:pt x="450240" y="113679"/>
                  </a:lnTo>
                  <a:lnTo>
                    <a:pt x="453374" y="113993"/>
                  </a:lnTo>
                  <a:lnTo>
                    <a:pt x="456508" y="114680"/>
                  </a:lnTo>
                  <a:lnTo>
                    <a:pt x="459642" y="118338"/>
                  </a:lnTo>
                  <a:lnTo>
                    <a:pt x="462776" y="122264"/>
                  </a:lnTo>
                  <a:lnTo>
                    <a:pt x="465910" y="126190"/>
                  </a:lnTo>
                  <a:lnTo>
                    <a:pt x="469044" y="130469"/>
                  </a:lnTo>
                  <a:lnTo>
                    <a:pt x="472178" y="134971"/>
                  </a:lnTo>
                  <a:lnTo>
                    <a:pt x="475312" y="139251"/>
                  </a:lnTo>
                  <a:lnTo>
                    <a:pt x="478446" y="143171"/>
                  </a:lnTo>
                  <a:lnTo>
                    <a:pt x="481580" y="146627"/>
                  </a:lnTo>
                  <a:lnTo>
                    <a:pt x="484714" y="150397"/>
                  </a:lnTo>
                  <a:lnTo>
                    <a:pt x="487848" y="153945"/>
                  </a:lnTo>
                  <a:lnTo>
                    <a:pt x="490982" y="158403"/>
                  </a:lnTo>
                  <a:lnTo>
                    <a:pt x="494116" y="164092"/>
                  </a:lnTo>
                  <a:lnTo>
                    <a:pt x="497250" y="169781"/>
                  </a:lnTo>
                  <a:lnTo>
                    <a:pt x="500384" y="174842"/>
                  </a:lnTo>
                  <a:lnTo>
                    <a:pt x="503518" y="179548"/>
                  </a:lnTo>
                  <a:lnTo>
                    <a:pt x="506652" y="181802"/>
                  </a:lnTo>
                  <a:lnTo>
                    <a:pt x="509786" y="183791"/>
                  </a:lnTo>
                  <a:lnTo>
                    <a:pt x="512920" y="185780"/>
                  </a:lnTo>
                  <a:lnTo>
                    <a:pt x="516054" y="187396"/>
                  </a:lnTo>
                  <a:lnTo>
                    <a:pt x="519188" y="189012"/>
                  </a:lnTo>
                  <a:lnTo>
                    <a:pt x="522322" y="191224"/>
                  </a:lnTo>
                  <a:lnTo>
                    <a:pt x="525456" y="193063"/>
                  </a:lnTo>
                  <a:lnTo>
                    <a:pt x="528590" y="194543"/>
                  </a:lnTo>
                  <a:lnTo>
                    <a:pt x="531724" y="195800"/>
                  </a:lnTo>
                  <a:lnTo>
                    <a:pt x="534858" y="197057"/>
                  </a:lnTo>
                  <a:lnTo>
                    <a:pt x="537992" y="197579"/>
                  </a:lnTo>
                  <a:lnTo>
                    <a:pt x="541126" y="196539"/>
                  </a:lnTo>
                  <a:lnTo>
                    <a:pt x="544260" y="195498"/>
                  </a:lnTo>
                  <a:lnTo>
                    <a:pt x="547394" y="194831"/>
                  </a:lnTo>
                  <a:lnTo>
                    <a:pt x="550528" y="194163"/>
                  </a:lnTo>
                  <a:lnTo>
                    <a:pt x="553662" y="193495"/>
                  </a:lnTo>
                  <a:lnTo>
                    <a:pt x="556796" y="192827"/>
                  </a:lnTo>
                  <a:lnTo>
                    <a:pt x="559930" y="191786"/>
                  </a:lnTo>
                  <a:lnTo>
                    <a:pt x="563064" y="191119"/>
                  </a:lnTo>
                  <a:lnTo>
                    <a:pt x="566198" y="190804"/>
                  </a:lnTo>
                  <a:lnTo>
                    <a:pt x="569332" y="190137"/>
                  </a:lnTo>
                  <a:lnTo>
                    <a:pt x="572466" y="189783"/>
                  </a:lnTo>
                  <a:lnTo>
                    <a:pt x="575600" y="189783"/>
                  </a:lnTo>
                  <a:lnTo>
                    <a:pt x="578734" y="189783"/>
                  </a:lnTo>
                  <a:lnTo>
                    <a:pt x="581868" y="190006"/>
                  </a:lnTo>
                  <a:lnTo>
                    <a:pt x="585002" y="190229"/>
                  </a:lnTo>
                  <a:lnTo>
                    <a:pt x="588136" y="190452"/>
                  </a:lnTo>
                  <a:lnTo>
                    <a:pt x="591270" y="190452"/>
                  </a:lnTo>
                  <a:lnTo>
                    <a:pt x="594404" y="188786"/>
                  </a:lnTo>
                  <a:lnTo>
                    <a:pt x="597538" y="185592"/>
                  </a:lnTo>
                  <a:lnTo>
                    <a:pt x="600672" y="182712"/>
                  </a:lnTo>
                  <a:lnTo>
                    <a:pt x="603806" y="180206"/>
                  </a:lnTo>
                  <a:lnTo>
                    <a:pt x="606940" y="177208"/>
                  </a:lnTo>
                  <a:lnTo>
                    <a:pt x="610074" y="172880"/>
                  </a:lnTo>
                  <a:lnTo>
                    <a:pt x="613208" y="167879"/>
                  </a:lnTo>
                  <a:lnTo>
                    <a:pt x="616342" y="162505"/>
                  </a:lnTo>
                  <a:lnTo>
                    <a:pt x="619476" y="156783"/>
                  </a:lnTo>
                  <a:lnTo>
                    <a:pt x="622610" y="149769"/>
                  </a:lnTo>
                  <a:lnTo>
                    <a:pt x="625744" y="143510"/>
                  </a:lnTo>
                  <a:lnTo>
                    <a:pt x="628878" y="137958"/>
                  </a:lnTo>
                  <a:lnTo>
                    <a:pt x="632012" y="131298"/>
                  </a:lnTo>
                  <a:lnTo>
                    <a:pt x="635146" y="123778"/>
                  </a:lnTo>
                  <a:lnTo>
                    <a:pt x="638280" y="116617"/>
                  </a:lnTo>
                  <a:lnTo>
                    <a:pt x="641414" y="111004"/>
                  </a:lnTo>
                  <a:lnTo>
                    <a:pt x="644548" y="106183"/>
                  </a:lnTo>
                  <a:lnTo>
                    <a:pt x="647682" y="101364"/>
                  </a:lnTo>
                  <a:lnTo>
                    <a:pt x="650816" y="96544"/>
                  </a:lnTo>
                  <a:lnTo>
                    <a:pt x="653950" y="92682"/>
                  </a:lnTo>
                  <a:lnTo>
                    <a:pt x="657084" y="90063"/>
                  </a:lnTo>
                  <a:lnTo>
                    <a:pt x="660218" y="87758"/>
                  </a:lnTo>
                  <a:lnTo>
                    <a:pt x="663352" y="85806"/>
                  </a:lnTo>
                  <a:lnTo>
                    <a:pt x="666486" y="84431"/>
                  </a:lnTo>
                  <a:lnTo>
                    <a:pt x="669620" y="84490"/>
                  </a:lnTo>
                  <a:lnTo>
                    <a:pt x="672754" y="84547"/>
                  </a:lnTo>
                  <a:lnTo>
                    <a:pt x="675888" y="83290"/>
                  </a:lnTo>
                  <a:lnTo>
                    <a:pt x="679022" y="84121"/>
                  </a:lnTo>
                  <a:lnTo>
                    <a:pt x="682156" y="85521"/>
                  </a:lnTo>
                  <a:lnTo>
                    <a:pt x="685290" y="86921"/>
                  </a:lnTo>
                  <a:lnTo>
                    <a:pt x="688424" y="88320"/>
                  </a:lnTo>
                  <a:lnTo>
                    <a:pt x="691558" y="87803"/>
                  </a:lnTo>
                  <a:lnTo>
                    <a:pt x="694692" y="85814"/>
                  </a:lnTo>
                  <a:lnTo>
                    <a:pt x="697826" y="83974"/>
                  </a:lnTo>
                  <a:lnTo>
                    <a:pt x="700960" y="81763"/>
                  </a:lnTo>
                  <a:lnTo>
                    <a:pt x="704094" y="79550"/>
                  </a:lnTo>
                  <a:lnTo>
                    <a:pt x="707228" y="77338"/>
                  </a:lnTo>
                  <a:lnTo>
                    <a:pt x="710362" y="75858"/>
                  </a:lnTo>
                  <a:lnTo>
                    <a:pt x="713496" y="74282"/>
                  </a:lnTo>
                  <a:lnTo>
                    <a:pt x="716630" y="70868"/>
                  </a:lnTo>
                  <a:lnTo>
                    <a:pt x="719764" y="67453"/>
                  </a:lnTo>
                  <a:lnTo>
                    <a:pt x="722898" y="64037"/>
                  </a:lnTo>
                  <a:lnTo>
                    <a:pt x="726032" y="60269"/>
                  </a:lnTo>
                  <a:lnTo>
                    <a:pt x="729166" y="56854"/>
                  </a:lnTo>
                  <a:lnTo>
                    <a:pt x="732300" y="53439"/>
                  </a:lnTo>
                  <a:lnTo>
                    <a:pt x="735434" y="50024"/>
                  </a:lnTo>
                  <a:lnTo>
                    <a:pt x="738568" y="48821"/>
                  </a:lnTo>
                  <a:lnTo>
                    <a:pt x="741702" y="48657"/>
                  </a:lnTo>
                  <a:lnTo>
                    <a:pt x="744836" y="48492"/>
                  </a:lnTo>
                  <a:lnTo>
                    <a:pt x="747970" y="49035"/>
                  </a:lnTo>
                  <a:lnTo>
                    <a:pt x="751104" y="49577"/>
                  </a:lnTo>
                  <a:lnTo>
                    <a:pt x="754238" y="51117"/>
                  </a:lnTo>
                  <a:lnTo>
                    <a:pt x="757372" y="53479"/>
                  </a:lnTo>
                  <a:lnTo>
                    <a:pt x="760506" y="55450"/>
                  </a:lnTo>
                  <a:lnTo>
                    <a:pt x="763640" y="59249"/>
                  </a:lnTo>
                  <a:lnTo>
                    <a:pt x="766774" y="63852"/>
                  </a:lnTo>
                  <a:lnTo>
                    <a:pt x="769908" y="69786"/>
                  </a:lnTo>
                  <a:lnTo>
                    <a:pt x="773042" y="76080"/>
                  </a:lnTo>
                  <a:lnTo>
                    <a:pt x="776176" y="81813"/>
                  </a:lnTo>
                  <a:lnTo>
                    <a:pt x="779310" y="87534"/>
                  </a:lnTo>
                  <a:lnTo>
                    <a:pt x="782444" y="94549"/>
                  </a:lnTo>
                  <a:lnTo>
                    <a:pt x="785578" y="100449"/>
                  </a:lnTo>
                  <a:lnTo>
                    <a:pt x="788712" y="105269"/>
                  </a:lnTo>
                  <a:lnTo>
                    <a:pt x="791846" y="110883"/>
                  </a:lnTo>
                  <a:lnTo>
                    <a:pt x="794980" y="117003"/>
                  </a:lnTo>
                  <a:lnTo>
                    <a:pt x="798114" y="122901"/>
                  </a:lnTo>
                  <a:lnTo>
                    <a:pt x="801248" y="128161"/>
                  </a:lnTo>
                  <a:lnTo>
                    <a:pt x="804382" y="132313"/>
                  </a:lnTo>
                  <a:lnTo>
                    <a:pt x="807516" y="136819"/>
                  </a:lnTo>
                  <a:lnTo>
                    <a:pt x="810650" y="140971"/>
                  </a:lnTo>
                  <a:lnTo>
                    <a:pt x="813784" y="144165"/>
                  </a:lnTo>
                  <a:lnTo>
                    <a:pt x="816918" y="146117"/>
                  </a:lnTo>
                  <a:lnTo>
                    <a:pt x="820052" y="148068"/>
                  </a:lnTo>
                  <a:lnTo>
                    <a:pt x="823186" y="150020"/>
                  </a:lnTo>
                  <a:lnTo>
                    <a:pt x="826320" y="151618"/>
                  </a:lnTo>
                  <a:lnTo>
                    <a:pt x="829454" y="151783"/>
                  </a:lnTo>
                  <a:lnTo>
                    <a:pt x="832588" y="151948"/>
                  </a:lnTo>
                  <a:lnTo>
                    <a:pt x="835722" y="153428"/>
                  </a:lnTo>
                  <a:lnTo>
                    <a:pt x="838856" y="152819"/>
                  </a:lnTo>
                  <a:lnTo>
                    <a:pt x="841990" y="151420"/>
                  </a:lnTo>
                  <a:lnTo>
                    <a:pt x="845124" y="150688"/>
                  </a:lnTo>
                  <a:lnTo>
                    <a:pt x="848258" y="149956"/>
                  </a:lnTo>
                  <a:lnTo>
                    <a:pt x="851392" y="151736"/>
                  </a:lnTo>
                  <a:lnTo>
                    <a:pt x="854526" y="155348"/>
                  </a:lnTo>
                  <a:lnTo>
                    <a:pt x="857660" y="159147"/>
                  </a:lnTo>
                  <a:lnTo>
                    <a:pt x="860794" y="164074"/>
                  </a:lnTo>
                  <a:lnTo>
                    <a:pt x="863928" y="169001"/>
                  </a:lnTo>
                  <a:lnTo>
                    <a:pt x="867062" y="176386"/>
                  </a:lnTo>
                  <a:lnTo>
                    <a:pt x="870196" y="183040"/>
                  </a:lnTo>
                  <a:lnTo>
                    <a:pt x="873330" y="189790"/>
                  </a:lnTo>
                  <a:lnTo>
                    <a:pt x="876464" y="199229"/>
                  </a:lnTo>
                  <a:lnTo>
                    <a:pt x="879598" y="205943"/>
                  </a:lnTo>
                  <a:lnTo>
                    <a:pt x="882732" y="212658"/>
                  </a:lnTo>
                  <a:lnTo>
                    <a:pt x="885866" y="217836"/>
                  </a:lnTo>
                  <a:lnTo>
                    <a:pt x="889000" y="222056"/>
                  </a:lnTo>
                  <a:lnTo>
                    <a:pt x="892134" y="226276"/>
                  </a:lnTo>
                  <a:lnTo>
                    <a:pt x="895268" y="230497"/>
                  </a:lnTo>
                  <a:lnTo>
                    <a:pt x="898402" y="231482"/>
                  </a:lnTo>
                  <a:lnTo>
                    <a:pt x="901536" y="230252"/>
                  </a:lnTo>
                  <a:lnTo>
                    <a:pt x="904670" y="228016"/>
                  </a:lnTo>
                  <a:lnTo>
                    <a:pt x="907804" y="225072"/>
                  </a:lnTo>
                  <a:lnTo>
                    <a:pt x="910938" y="222129"/>
                  </a:lnTo>
                  <a:lnTo>
                    <a:pt x="914072" y="217434"/>
                  </a:lnTo>
                  <a:lnTo>
                    <a:pt x="917206" y="212227"/>
                  </a:lnTo>
                  <a:lnTo>
                    <a:pt x="920340" y="206348"/>
                  </a:lnTo>
                  <a:lnTo>
                    <a:pt x="923474" y="198362"/>
                  </a:lnTo>
                  <a:lnTo>
                    <a:pt x="926608" y="192250"/>
                  </a:lnTo>
                  <a:lnTo>
                    <a:pt x="929742" y="185921"/>
                  </a:lnTo>
                  <a:lnTo>
                    <a:pt x="932876" y="179875"/>
                  </a:lnTo>
                  <a:lnTo>
                    <a:pt x="936010" y="175111"/>
                  </a:lnTo>
                  <a:lnTo>
                    <a:pt x="939144" y="170348"/>
                  </a:lnTo>
                  <a:lnTo>
                    <a:pt x="942278" y="163668"/>
                  </a:lnTo>
                  <a:lnTo>
                    <a:pt x="945412" y="158263"/>
                  </a:lnTo>
                  <a:lnTo>
                    <a:pt x="948546" y="154232"/>
                  </a:lnTo>
                  <a:lnTo>
                    <a:pt x="951680" y="150515"/>
                  </a:lnTo>
                  <a:lnTo>
                    <a:pt x="954814" y="148102"/>
                  </a:lnTo>
                  <a:lnTo>
                    <a:pt x="957948" y="144561"/>
                  </a:lnTo>
                  <a:lnTo>
                    <a:pt x="961082" y="140368"/>
                  </a:lnTo>
                  <a:lnTo>
                    <a:pt x="964216" y="137041"/>
                  </a:lnTo>
                  <a:lnTo>
                    <a:pt x="967350" y="132241"/>
                  </a:lnTo>
                  <a:lnTo>
                    <a:pt x="970484" y="127625"/>
                  </a:lnTo>
                  <a:lnTo>
                    <a:pt x="973618" y="121807"/>
                  </a:lnTo>
                  <a:lnTo>
                    <a:pt x="976752" y="117614"/>
                  </a:lnTo>
                  <a:lnTo>
                    <a:pt x="979886" y="113250"/>
                  </a:lnTo>
                  <a:lnTo>
                    <a:pt x="983020" y="108881"/>
                  </a:lnTo>
                  <a:lnTo>
                    <a:pt x="986154" y="104511"/>
                  </a:lnTo>
                  <a:lnTo>
                    <a:pt x="989288" y="101100"/>
                  </a:lnTo>
                  <a:lnTo>
                    <a:pt x="992422" y="98700"/>
                  </a:lnTo>
                  <a:lnTo>
                    <a:pt x="995556" y="95246"/>
                  </a:lnTo>
                  <a:lnTo>
                    <a:pt x="998690" y="91094"/>
                  </a:lnTo>
                  <a:lnTo>
                    <a:pt x="1001824" y="86941"/>
                  </a:lnTo>
                  <a:lnTo>
                    <a:pt x="1004958" y="83039"/>
                  </a:lnTo>
                  <a:lnTo>
                    <a:pt x="1008092" y="79712"/>
                  </a:lnTo>
                  <a:lnTo>
                    <a:pt x="1011226" y="76338"/>
                  </a:lnTo>
                  <a:lnTo>
                    <a:pt x="1014360" y="73863"/>
                  </a:lnTo>
                  <a:lnTo>
                    <a:pt x="1017494" y="72257"/>
                  </a:lnTo>
                  <a:lnTo>
                    <a:pt x="1020628" y="70209"/>
                  </a:lnTo>
                  <a:lnTo>
                    <a:pt x="1023762" y="67848"/>
                  </a:lnTo>
                  <a:lnTo>
                    <a:pt x="1026896" y="62730"/>
                  </a:lnTo>
                  <a:lnTo>
                    <a:pt x="1030030" y="56076"/>
                  </a:lnTo>
                  <a:lnTo>
                    <a:pt x="1033164" y="49982"/>
                  </a:lnTo>
                  <a:lnTo>
                    <a:pt x="1036298" y="43038"/>
                  </a:lnTo>
                  <a:lnTo>
                    <a:pt x="1039432" y="38818"/>
                  </a:lnTo>
                  <a:lnTo>
                    <a:pt x="1042566" y="35354"/>
                  </a:lnTo>
                  <a:lnTo>
                    <a:pt x="1045700" y="33426"/>
                  </a:lnTo>
                  <a:lnTo>
                    <a:pt x="1048834" y="32455"/>
                  </a:lnTo>
                  <a:lnTo>
                    <a:pt x="1051968" y="30171"/>
                  </a:lnTo>
                  <a:lnTo>
                    <a:pt x="1055102" y="27598"/>
                  </a:lnTo>
                  <a:lnTo>
                    <a:pt x="1058236" y="23447"/>
                  </a:lnTo>
                  <a:lnTo>
                    <a:pt x="1061370" y="20992"/>
                  </a:lnTo>
                  <a:lnTo>
                    <a:pt x="1064504" y="19115"/>
                  </a:lnTo>
                  <a:lnTo>
                    <a:pt x="1067638" y="15549"/>
                  </a:lnTo>
                  <a:lnTo>
                    <a:pt x="1070772" y="11058"/>
                  </a:lnTo>
                  <a:lnTo>
                    <a:pt x="1073906" y="8319"/>
                  </a:lnTo>
                  <a:lnTo>
                    <a:pt x="1077040" y="7837"/>
                  </a:lnTo>
                  <a:lnTo>
                    <a:pt x="1080174" y="9774"/>
                  </a:lnTo>
                  <a:lnTo>
                    <a:pt x="1083308" y="10631"/>
                  </a:lnTo>
                  <a:lnTo>
                    <a:pt x="1086442" y="9458"/>
                  </a:lnTo>
                  <a:lnTo>
                    <a:pt x="1089576" y="8086"/>
                  </a:lnTo>
                  <a:lnTo>
                    <a:pt x="1092710" y="4948"/>
                  </a:lnTo>
                  <a:lnTo>
                    <a:pt x="1095844" y="2957"/>
                  </a:lnTo>
                  <a:lnTo>
                    <a:pt x="1098978" y="1730"/>
                  </a:lnTo>
                  <a:lnTo>
                    <a:pt x="1102112" y="3317"/>
                  </a:lnTo>
                  <a:lnTo>
                    <a:pt x="1105246" y="3162"/>
                  </a:lnTo>
                  <a:lnTo>
                    <a:pt x="1108380" y="1897"/>
                  </a:lnTo>
                  <a:lnTo>
                    <a:pt x="1111514" y="797"/>
                  </a:lnTo>
                  <a:lnTo>
                    <a:pt x="1114648" y="0"/>
                  </a:lnTo>
                  <a:lnTo>
                    <a:pt x="1117782" y="2607"/>
                  </a:lnTo>
                  <a:lnTo>
                    <a:pt x="1120916" y="5842"/>
                  </a:lnTo>
                  <a:lnTo>
                    <a:pt x="1124050" y="5609"/>
                  </a:lnTo>
                  <a:lnTo>
                    <a:pt x="1127184" y="5536"/>
                  </a:lnTo>
                  <a:lnTo>
                    <a:pt x="1130318" y="5567"/>
                  </a:lnTo>
                  <a:lnTo>
                    <a:pt x="1133452" y="7904"/>
                  </a:lnTo>
                  <a:lnTo>
                    <a:pt x="1136586" y="8136"/>
                  </a:lnTo>
                  <a:lnTo>
                    <a:pt x="1139720" y="12090"/>
                  </a:lnTo>
                  <a:lnTo>
                    <a:pt x="1142854" y="15546"/>
                  </a:lnTo>
                  <a:lnTo>
                    <a:pt x="1145988" y="16772"/>
                  </a:lnTo>
                  <a:lnTo>
                    <a:pt x="1149122" y="16075"/>
                  </a:lnTo>
                  <a:lnTo>
                    <a:pt x="1152256" y="14591"/>
                  </a:lnTo>
                  <a:lnTo>
                    <a:pt x="1155390" y="13653"/>
                  </a:lnTo>
                  <a:lnTo>
                    <a:pt x="1158524" y="13484"/>
                  </a:lnTo>
                  <a:lnTo>
                    <a:pt x="1161658" y="15187"/>
                  </a:lnTo>
                  <a:lnTo>
                    <a:pt x="1164792" y="16156"/>
                  </a:lnTo>
                  <a:lnTo>
                    <a:pt x="1167926" y="16588"/>
                  </a:lnTo>
                  <a:lnTo>
                    <a:pt x="1171060" y="18337"/>
                  </a:lnTo>
                  <a:lnTo>
                    <a:pt x="1174194" y="20042"/>
                  </a:lnTo>
                  <a:lnTo>
                    <a:pt x="1177328" y="19000"/>
                  </a:lnTo>
                  <a:lnTo>
                    <a:pt x="1180462" y="16310"/>
                  </a:lnTo>
                  <a:lnTo>
                    <a:pt x="1183596" y="13555"/>
                  </a:lnTo>
                  <a:lnTo>
                    <a:pt x="1186730" y="10268"/>
                  </a:lnTo>
                  <a:lnTo>
                    <a:pt x="1189864" y="10217"/>
                  </a:lnTo>
                  <a:lnTo>
                    <a:pt x="1192998" y="9639"/>
                  </a:lnTo>
                  <a:lnTo>
                    <a:pt x="1196132" y="10811"/>
                  </a:lnTo>
                  <a:lnTo>
                    <a:pt x="1199266" y="12786"/>
                  </a:lnTo>
                  <a:lnTo>
                    <a:pt x="1202400" y="15266"/>
                  </a:lnTo>
                  <a:lnTo>
                    <a:pt x="1205534" y="17189"/>
                  </a:lnTo>
                  <a:lnTo>
                    <a:pt x="1208668" y="19113"/>
                  </a:lnTo>
                  <a:lnTo>
                    <a:pt x="1211802" y="22350"/>
                  </a:lnTo>
                  <a:lnTo>
                    <a:pt x="1214936" y="25683"/>
                  </a:lnTo>
                  <a:lnTo>
                    <a:pt x="1218070" y="30717"/>
                  </a:lnTo>
                  <a:lnTo>
                    <a:pt x="1221204" y="33281"/>
                  </a:lnTo>
                  <a:lnTo>
                    <a:pt x="1224338" y="37583"/>
                  </a:lnTo>
                  <a:lnTo>
                    <a:pt x="1227472" y="44674"/>
                  </a:lnTo>
                  <a:lnTo>
                    <a:pt x="1230606" y="55217"/>
                  </a:lnTo>
                  <a:lnTo>
                    <a:pt x="1233740" y="65676"/>
                  </a:lnTo>
                  <a:lnTo>
                    <a:pt x="1236874" y="75271"/>
                  </a:lnTo>
                  <a:lnTo>
                    <a:pt x="1240008" y="85260"/>
                  </a:lnTo>
                  <a:lnTo>
                    <a:pt x="1243142" y="97588"/>
                  </a:lnTo>
                  <a:lnTo>
                    <a:pt x="1246276" y="111149"/>
                  </a:lnTo>
                  <a:lnTo>
                    <a:pt x="1249410" y="125313"/>
                  </a:lnTo>
                  <a:lnTo>
                    <a:pt x="1252544" y="140216"/>
                  </a:lnTo>
                  <a:lnTo>
                    <a:pt x="1255678" y="150780"/>
                  </a:lnTo>
                  <a:lnTo>
                    <a:pt x="1258812" y="159850"/>
                  </a:lnTo>
                  <a:lnTo>
                    <a:pt x="1261946" y="166674"/>
                  </a:lnTo>
                  <a:lnTo>
                    <a:pt x="1265080" y="178289"/>
                  </a:lnTo>
                  <a:lnTo>
                    <a:pt x="1268214" y="189768"/>
                  </a:lnTo>
                  <a:lnTo>
                    <a:pt x="1271348" y="201831"/>
                  </a:lnTo>
                  <a:lnTo>
                    <a:pt x="1274482" y="213595"/>
                  </a:lnTo>
                  <a:lnTo>
                    <a:pt x="1277616" y="220428"/>
                  </a:lnTo>
                  <a:lnTo>
                    <a:pt x="1280750" y="225229"/>
                  </a:lnTo>
                  <a:lnTo>
                    <a:pt x="1283884" y="229222"/>
                  </a:lnTo>
                  <a:lnTo>
                    <a:pt x="1287018" y="234172"/>
                  </a:lnTo>
                  <a:lnTo>
                    <a:pt x="1290152" y="237547"/>
                  </a:lnTo>
                  <a:lnTo>
                    <a:pt x="1293286" y="241275"/>
                  </a:lnTo>
                  <a:lnTo>
                    <a:pt x="1296420" y="244668"/>
                  </a:lnTo>
                  <a:lnTo>
                    <a:pt x="1299554" y="243815"/>
                  </a:lnTo>
                  <a:lnTo>
                    <a:pt x="1302688" y="245919"/>
                  </a:lnTo>
                  <a:lnTo>
                    <a:pt x="1305822" y="249471"/>
                  </a:lnTo>
                  <a:lnTo>
                    <a:pt x="1308886" y="253802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4659216" y="5446972"/>
              <a:ext cx="273185" cy="313430"/>
            </a:xfrm>
            <a:custGeom>
              <a:avLst/>
              <a:pathLst>
                <a:path w="273185" h="313430">
                  <a:moveTo>
                    <a:pt x="0" y="313430"/>
                  </a:moveTo>
                  <a:lnTo>
                    <a:pt x="2337" y="309153"/>
                  </a:lnTo>
                  <a:lnTo>
                    <a:pt x="5471" y="304172"/>
                  </a:lnTo>
                  <a:lnTo>
                    <a:pt x="8605" y="298742"/>
                  </a:lnTo>
                  <a:lnTo>
                    <a:pt x="11739" y="294413"/>
                  </a:lnTo>
                  <a:lnTo>
                    <a:pt x="14873" y="289528"/>
                  </a:lnTo>
                  <a:lnTo>
                    <a:pt x="18007" y="283104"/>
                  </a:lnTo>
                  <a:lnTo>
                    <a:pt x="21141" y="276154"/>
                  </a:lnTo>
                  <a:lnTo>
                    <a:pt x="24275" y="270747"/>
                  </a:lnTo>
                  <a:lnTo>
                    <a:pt x="27409" y="265167"/>
                  </a:lnTo>
                  <a:lnTo>
                    <a:pt x="30543" y="257149"/>
                  </a:lnTo>
                  <a:lnTo>
                    <a:pt x="33677" y="247779"/>
                  </a:lnTo>
                  <a:lnTo>
                    <a:pt x="36811" y="237331"/>
                  </a:lnTo>
                  <a:lnTo>
                    <a:pt x="39945" y="227069"/>
                  </a:lnTo>
                  <a:lnTo>
                    <a:pt x="43079" y="217553"/>
                  </a:lnTo>
                  <a:lnTo>
                    <a:pt x="46213" y="210861"/>
                  </a:lnTo>
                  <a:lnTo>
                    <a:pt x="49347" y="203926"/>
                  </a:lnTo>
                  <a:lnTo>
                    <a:pt x="52481" y="196821"/>
                  </a:lnTo>
                  <a:lnTo>
                    <a:pt x="55615" y="186474"/>
                  </a:lnTo>
                  <a:lnTo>
                    <a:pt x="58749" y="176628"/>
                  </a:lnTo>
                  <a:lnTo>
                    <a:pt x="61883" y="164007"/>
                  </a:lnTo>
                  <a:lnTo>
                    <a:pt x="65017" y="150432"/>
                  </a:lnTo>
                  <a:lnTo>
                    <a:pt x="68151" y="139735"/>
                  </a:lnTo>
                  <a:lnTo>
                    <a:pt x="71285" y="130872"/>
                  </a:lnTo>
                  <a:lnTo>
                    <a:pt x="74419" y="125531"/>
                  </a:lnTo>
                  <a:lnTo>
                    <a:pt x="77553" y="118924"/>
                  </a:lnTo>
                  <a:lnTo>
                    <a:pt x="80687" y="112089"/>
                  </a:lnTo>
                  <a:lnTo>
                    <a:pt x="83821" y="102479"/>
                  </a:lnTo>
                  <a:lnTo>
                    <a:pt x="86955" y="93683"/>
                  </a:lnTo>
                  <a:lnTo>
                    <a:pt x="90089" y="86337"/>
                  </a:lnTo>
                  <a:lnTo>
                    <a:pt x="93223" y="75783"/>
                  </a:lnTo>
                  <a:lnTo>
                    <a:pt x="96357" y="67059"/>
                  </a:lnTo>
                  <a:lnTo>
                    <a:pt x="99491" y="59908"/>
                  </a:lnTo>
                  <a:lnTo>
                    <a:pt x="102625" y="52673"/>
                  </a:lnTo>
                  <a:lnTo>
                    <a:pt x="105759" y="45601"/>
                  </a:lnTo>
                  <a:lnTo>
                    <a:pt x="108893" y="39048"/>
                  </a:lnTo>
                  <a:lnTo>
                    <a:pt x="112027" y="31011"/>
                  </a:lnTo>
                  <a:lnTo>
                    <a:pt x="115161" y="23066"/>
                  </a:lnTo>
                  <a:lnTo>
                    <a:pt x="118295" y="15541"/>
                  </a:lnTo>
                  <a:lnTo>
                    <a:pt x="121429" y="7790"/>
                  </a:lnTo>
                  <a:lnTo>
                    <a:pt x="124563" y="2498"/>
                  </a:lnTo>
                  <a:lnTo>
                    <a:pt x="127697" y="0"/>
                  </a:lnTo>
                  <a:lnTo>
                    <a:pt x="130831" y="383"/>
                  </a:lnTo>
                  <a:lnTo>
                    <a:pt x="133965" y="1968"/>
                  </a:lnTo>
                  <a:lnTo>
                    <a:pt x="137099" y="3554"/>
                  </a:lnTo>
                  <a:lnTo>
                    <a:pt x="140233" y="5997"/>
                  </a:lnTo>
                  <a:lnTo>
                    <a:pt x="143367" y="7581"/>
                  </a:lnTo>
                  <a:lnTo>
                    <a:pt x="146501" y="8143"/>
                  </a:lnTo>
                  <a:lnTo>
                    <a:pt x="149635" y="10117"/>
                  </a:lnTo>
                  <a:lnTo>
                    <a:pt x="152769" y="13890"/>
                  </a:lnTo>
                  <a:lnTo>
                    <a:pt x="155903" y="21465"/>
                  </a:lnTo>
                  <a:lnTo>
                    <a:pt x="159037" y="30295"/>
                  </a:lnTo>
                  <a:lnTo>
                    <a:pt x="162171" y="38390"/>
                  </a:lnTo>
                  <a:lnTo>
                    <a:pt x="165305" y="46978"/>
                  </a:lnTo>
                  <a:lnTo>
                    <a:pt x="168439" y="56918"/>
                  </a:lnTo>
                  <a:lnTo>
                    <a:pt x="171573" y="67707"/>
                  </a:lnTo>
                  <a:lnTo>
                    <a:pt x="174707" y="78746"/>
                  </a:lnTo>
                  <a:lnTo>
                    <a:pt x="177841" y="90226"/>
                  </a:lnTo>
                  <a:lnTo>
                    <a:pt x="180975" y="99704"/>
                  </a:lnTo>
                  <a:lnTo>
                    <a:pt x="184109" y="107722"/>
                  </a:lnTo>
                  <a:lnTo>
                    <a:pt x="187243" y="115741"/>
                  </a:lnTo>
                  <a:lnTo>
                    <a:pt x="190377" y="124132"/>
                  </a:lnTo>
                  <a:lnTo>
                    <a:pt x="193511" y="132524"/>
                  </a:lnTo>
                  <a:lnTo>
                    <a:pt x="196645" y="140915"/>
                  </a:lnTo>
                  <a:lnTo>
                    <a:pt x="199779" y="147928"/>
                  </a:lnTo>
                  <a:lnTo>
                    <a:pt x="202913" y="153887"/>
                  </a:lnTo>
                  <a:lnTo>
                    <a:pt x="206047" y="159489"/>
                  </a:lnTo>
                  <a:lnTo>
                    <a:pt x="209181" y="165367"/>
                  </a:lnTo>
                  <a:lnTo>
                    <a:pt x="212315" y="171301"/>
                  </a:lnTo>
                  <a:lnTo>
                    <a:pt x="215449" y="176511"/>
                  </a:lnTo>
                  <a:lnTo>
                    <a:pt x="218583" y="181466"/>
                  </a:lnTo>
                  <a:lnTo>
                    <a:pt x="221717" y="187528"/>
                  </a:lnTo>
                  <a:lnTo>
                    <a:pt x="224851" y="193216"/>
                  </a:lnTo>
                  <a:lnTo>
                    <a:pt x="227985" y="198905"/>
                  </a:lnTo>
                  <a:lnTo>
                    <a:pt x="231119" y="204967"/>
                  </a:lnTo>
                  <a:lnTo>
                    <a:pt x="234253" y="210543"/>
                  </a:lnTo>
                  <a:lnTo>
                    <a:pt x="237387" y="217386"/>
                  </a:lnTo>
                  <a:lnTo>
                    <a:pt x="240521" y="226471"/>
                  </a:lnTo>
                  <a:lnTo>
                    <a:pt x="243655" y="236875"/>
                  </a:lnTo>
                  <a:lnTo>
                    <a:pt x="246789" y="247280"/>
                  </a:lnTo>
                  <a:lnTo>
                    <a:pt x="249923" y="256929"/>
                  </a:lnTo>
                  <a:lnTo>
                    <a:pt x="253057" y="266646"/>
                  </a:lnTo>
                  <a:lnTo>
                    <a:pt x="256191" y="275316"/>
                  </a:lnTo>
                  <a:lnTo>
                    <a:pt x="259325" y="282497"/>
                  </a:lnTo>
                  <a:lnTo>
                    <a:pt x="262459" y="289679"/>
                  </a:lnTo>
                  <a:lnTo>
                    <a:pt x="265593" y="296987"/>
                  </a:lnTo>
                  <a:lnTo>
                    <a:pt x="268727" y="303775"/>
                  </a:lnTo>
                  <a:lnTo>
                    <a:pt x="271861" y="310563"/>
                  </a:lnTo>
                  <a:lnTo>
                    <a:pt x="273185" y="313430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4979714" y="5461961"/>
              <a:ext cx="2724952" cy="298441"/>
            </a:xfrm>
            <a:custGeom>
              <a:avLst/>
              <a:pathLst>
                <a:path w="2724952" h="298441">
                  <a:moveTo>
                    <a:pt x="0" y="298441"/>
                  </a:moveTo>
                  <a:lnTo>
                    <a:pt x="1507" y="294194"/>
                  </a:lnTo>
                  <a:lnTo>
                    <a:pt x="4641" y="284314"/>
                  </a:lnTo>
                  <a:lnTo>
                    <a:pt x="7775" y="274434"/>
                  </a:lnTo>
                  <a:lnTo>
                    <a:pt x="10909" y="264553"/>
                  </a:lnTo>
                  <a:lnTo>
                    <a:pt x="14043" y="253668"/>
                  </a:lnTo>
                  <a:lnTo>
                    <a:pt x="17177" y="242782"/>
                  </a:lnTo>
                  <a:lnTo>
                    <a:pt x="20311" y="231896"/>
                  </a:lnTo>
                  <a:lnTo>
                    <a:pt x="23445" y="221010"/>
                  </a:lnTo>
                  <a:lnTo>
                    <a:pt x="26579" y="210124"/>
                  </a:lnTo>
                  <a:lnTo>
                    <a:pt x="29713" y="199610"/>
                  </a:lnTo>
                  <a:lnTo>
                    <a:pt x="32847" y="190808"/>
                  </a:lnTo>
                  <a:lnTo>
                    <a:pt x="35981" y="184091"/>
                  </a:lnTo>
                  <a:lnTo>
                    <a:pt x="39115" y="178917"/>
                  </a:lnTo>
                  <a:lnTo>
                    <a:pt x="42249" y="174573"/>
                  </a:lnTo>
                  <a:lnTo>
                    <a:pt x="45383" y="170230"/>
                  </a:lnTo>
                  <a:lnTo>
                    <a:pt x="48517" y="166584"/>
                  </a:lnTo>
                  <a:lnTo>
                    <a:pt x="51651" y="164402"/>
                  </a:lnTo>
                  <a:lnTo>
                    <a:pt x="54785" y="162220"/>
                  </a:lnTo>
                  <a:lnTo>
                    <a:pt x="57919" y="160038"/>
                  </a:lnTo>
                  <a:lnTo>
                    <a:pt x="61053" y="158774"/>
                  </a:lnTo>
                  <a:lnTo>
                    <a:pt x="64187" y="157884"/>
                  </a:lnTo>
                  <a:lnTo>
                    <a:pt x="67321" y="156993"/>
                  </a:lnTo>
                  <a:lnTo>
                    <a:pt x="70455" y="155729"/>
                  </a:lnTo>
                  <a:lnTo>
                    <a:pt x="73589" y="154838"/>
                  </a:lnTo>
                  <a:lnTo>
                    <a:pt x="76723" y="153560"/>
                  </a:lnTo>
                  <a:lnTo>
                    <a:pt x="79857" y="151909"/>
                  </a:lnTo>
                  <a:lnTo>
                    <a:pt x="82991" y="150257"/>
                  </a:lnTo>
                  <a:lnTo>
                    <a:pt x="86125" y="148606"/>
                  </a:lnTo>
                  <a:lnTo>
                    <a:pt x="89259" y="146955"/>
                  </a:lnTo>
                  <a:lnTo>
                    <a:pt x="92393" y="145991"/>
                  </a:lnTo>
                  <a:lnTo>
                    <a:pt x="95527" y="145026"/>
                  </a:lnTo>
                  <a:lnTo>
                    <a:pt x="98661" y="144062"/>
                  </a:lnTo>
                  <a:lnTo>
                    <a:pt x="101795" y="143098"/>
                  </a:lnTo>
                  <a:lnTo>
                    <a:pt x="104929" y="141820"/>
                  </a:lnTo>
                  <a:lnTo>
                    <a:pt x="108063" y="140541"/>
                  </a:lnTo>
                  <a:lnTo>
                    <a:pt x="111197" y="139263"/>
                  </a:lnTo>
                  <a:lnTo>
                    <a:pt x="114331" y="137984"/>
                  </a:lnTo>
                  <a:lnTo>
                    <a:pt x="117465" y="137407"/>
                  </a:lnTo>
                  <a:lnTo>
                    <a:pt x="120599" y="136831"/>
                  </a:lnTo>
                  <a:lnTo>
                    <a:pt x="123733" y="136255"/>
                  </a:lnTo>
                  <a:lnTo>
                    <a:pt x="126867" y="136032"/>
                  </a:lnTo>
                  <a:lnTo>
                    <a:pt x="130001" y="135809"/>
                  </a:lnTo>
                  <a:lnTo>
                    <a:pt x="133135" y="135586"/>
                  </a:lnTo>
                  <a:lnTo>
                    <a:pt x="136269" y="135363"/>
                  </a:lnTo>
                  <a:lnTo>
                    <a:pt x="139403" y="133360"/>
                  </a:lnTo>
                  <a:lnTo>
                    <a:pt x="142537" y="130257"/>
                  </a:lnTo>
                  <a:lnTo>
                    <a:pt x="145671" y="129216"/>
                  </a:lnTo>
                  <a:lnTo>
                    <a:pt x="148805" y="130176"/>
                  </a:lnTo>
                  <a:lnTo>
                    <a:pt x="151939" y="132094"/>
                  </a:lnTo>
                  <a:lnTo>
                    <a:pt x="155073" y="133698"/>
                  </a:lnTo>
                  <a:lnTo>
                    <a:pt x="158207" y="135524"/>
                  </a:lnTo>
                  <a:lnTo>
                    <a:pt x="161341" y="137705"/>
                  </a:lnTo>
                  <a:lnTo>
                    <a:pt x="164475" y="139531"/>
                  </a:lnTo>
                  <a:lnTo>
                    <a:pt x="167609" y="140320"/>
                  </a:lnTo>
                  <a:lnTo>
                    <a:pt x="170743" y="138806"/>
                  </a:lnTo>
                  <a:lnTo>
                    <a:pt x="173877" y="136979"/>
                  </a:lnTo>
                  <a:lnTo>
                    <a:pt x="177011" y="135151"/>
                  </a:lnTo>
                  <a:lnTo>
                    <a:pt x="180145" y="133323"/>
                  </a:lnTo>
                  <a:lnTo>
                    <a:pt x="183279" y="130649"/>
                  </a:lnTo>
                  <a:lnTo>
                    <a:pt x="186413" y="128928"/>
                  </a:lnTo>
                  <a:lnTo>
                    <a:pt x="189547" y="127647"/>
                  </a:lnTo>
                  <a:lnTo>
                    <a:pt x="192681" y="124655"/>
                  </a:lnTo>
                  <a:lnTo>
                    <a:pt x="195815" y="119577"/>
                  </a:lnTo>
                  <a:lnTo>
                    <a:pt x="198949" y="114717"/>
                  </a:lnTo>
                  <a:lnTo>
                    <a:pt x="202083" y="110081"/>
                  </a:lnTo>
                  <a:lnTo>
                    <a:pt x="205217" y="104689"/>
                  </a:lnTo>
                  <a:lnTo>
                    <a:pt x="208351" y="99296"/>
                  </a:lnTo>
                  <a:lnTo>
                    <a:pt x="211485" y="93904"/>
                  </a:lnTo>
                  <a:lnTo>
                    <a:pt x="214619" y="89361"/>
                  </a:lnTo>
                  <a:lnTo>
                    <a:pt x="217753" y="86975"/>
                  </a:lnTo>
                  <a:lnTo>
                    <a:pt x="220887" y="83328"/>
                  </a:lnTo>
                  <a:lnTo>
                    <a:pt x="224021" y="77821"/>
                  </a:lnTo>
                  <a:lnTo>
                    <a:pt x="227155" y="71137"/>
                  </a:lnTo>
                  <a:lnTo>
                    <a:pt x="230289" y="65428"/>
                  </a:lnTo>
                  <a:lnTo>
                    <a:pt x="233423" y="60278"/>
                  </a:lnTo>
                  <a:lnTo>
                    <a:pt x="236557" y="55514"/>
                  </a:lnTo>
                  <a:lnTo>
                    <a:pt x="239691" y="50751"/>
                  </a:lnTo>
                  <a:lnTo>
                    <a:pt x="242825" y="45764"/>
                  </a:lnTo>
                  <a:lnTo>
                    <a:pt x="245959" y="40390"/>
                  </a:lnTo>
                  <a:lnTo>
                    <a:pt x="249093" y="35016"/>
                  </a:lnTo>
                  <a:lnTo>
                    <a:pt x="252227" y="29641"/>
                  </a:lnTo>
                  <a:lnTo>
                    <a:pt x="255361" y="24267"/>
                  </a:lnTo>
                  <a:lnTo>
                    <a:pt x="258495" y="18893"/>
                  </a:lnTo>
                  <a:lnTo>
                    <a:pt x="261629" y="13519"/>
                  </a:lnTo>
                  <a:lnTo>
                    <a:pt x="264763" y="8145"/>
                  </a:lnTo>
                  <a:lnTo>
                    <a:pt x="267897" y="4353"/>
                  </a:lnTo>
                  <a:lnTo>
                    <a:pt x="271031" y="2715"/>
                  </a:lnTo>
                  <a:lnTo>
                    <a:pt x="274165" y="2715"/>
                  </a:lnTo>
                  <a:lnTo>
                    <a:pt x="277299" y="2327"/>
                  </a:lnTo>
                  <a:lnTo>
                    <a:pt x="280433" y="1939"/>
                  </a:lnTo>
                  <a:lnTo>
                    <a:pt x="283567" y="1551"/>
                  </a:lnTo>
                  <a:lnTo>
                    <a:pt x="286701" y="1164"/>
                  </a:lnTo>
                  <a:lnTo>
                    <a:pt x="289835" y="775"/>
                  </a:lnTo>
                  <a:lnTo>
                    <a:pt x="292969" y="387"/>
                  </a:lnTo>
                  <a:lnTo>
                    <a:pt x="296103" y="0"/>
                  </a:lnTo>
                  <a:lnTo>
                    <a:pt x="299237" y="1392"/>
                  </a:lnTo>
                  <a:lnTo>
                    <a:pt x="302371" y="3884"/>
                  </a:lnTo>
                  <a:lnTo>
                    <a:pt x="305505" y="6764"/>
                  </a:lnTo>
                  <a:lnTo>
                    <a:pt x="308639" y="9644"/>
                  </a:lnTo>
                  <a:lnTo>
                    <a:pt x="311773" y="12746"/>
                  </a:lnTo>
                  <a:lnTo>
                    <a:pt x="314907" y="15849"/>
                  </a:lnTo>
                  <a:lnTo>
                    <a:pt x="318041" y="18729"/>
                  </a:lnTo>
                  <a:lnTo>
                    <a:pt x="321175" y="21255"/>
                  </a:lnTo>
                  <a:lnTo>
                    <a:pt x="324309" y="24135"/>
                  </a:lnTo>
                  <a:lnTo>
                    <a:pt x="327443" y="28052"/>
                  </a:lnTo>
                  <a:lnTo>
                    <a:pt x="330577" y="32634"/>
                  </a:lnTo>
                  <a:lnTo>
                    <a:pt x="333711" y="36288"/>
                  </a:lnTo>
                  <a:lnTo>
                    <a:pt x="336845" y="39942"/>
                  </a:lnTo>
                  <a:lnTo>
                    <a:pt x="339979" y="43951"/>
                  </a:lnTo>
                  <a:lnTo>
                    <a:pt x="343113" y="49119"/>
                  </a:lnTo>
                  <a:lnTo>
                    <a:pt x="346247" y="53334"/>
                  </a:lnTo>
                  <a:lnTo>
                    <a:pt x="349381" y="56737"/>
                  </a:lnTo>
                  <a:lnTo>
                    <a:pt x="352515" y="59826"/>
                  </a:lnTo>
                  <a:lnTo>
                    <a:pt x="355649" y="62915"/>
                  </a:lnTo>
                  <a:lnTo>
                    <a:pt x="358783" y="63856"/>
                  </a:lnTo>
                  <a:lnTo>
                    <a:pt x="361917" y="63342"/>
                  </a:lnTo>
                  <a:lnTo>
                    <a:pt x="365051" y="63937"/>
                  </a:lnTo>
                  <a:lnTo>
                    <a:pt x="368185" y="64531"/>
                  </a:lnTo>
                  <a:lnTo>
                    <a:pt x="371319" y="65439"/>
                  </a:lnTo>
                  <a:lnTo>
                    <a:pt x="374453" y="65499"/>
                  </a:lnTo>
                  <a:lnTo>
                    <a:pt x="377587" y="64731"/>
                  </a:lnTo>
                  <a:lnTo>
                    <a:pt x="380721" y="66389"/>
                  </a:lnTo>
                  <a:lnTo>
                    <a:pt x="383855" y="69906"/>
                  </a:lnTo>
                  <a:lnTo>
                    <a:pt x="386989" y="74601"/>
                  </a:lnTo>
                  <a:lnTo>
                    <a:pt x="390123" y="78007"/>
                  </a:lnTo>
                  <a:lnTo>
                    <a:pt x="393257" y="80855"/>
                  </a:lnTo>
                  <a:lnTo>
                    <a:pt x="396391" y="83703"/>
                  </a:lnTo>
                  <a:lnTo>
                    <a:pt x="399525" y="86551"/>
                  </a:lnTo>
                  <a:lnTo>
                    <a:pt x="402659" y="89622"/>
                  </a:lnTo>
                  <a:lnTo>
                    <a:pt x="405793" y="94180"/>
                  </a:lnTo>
                  <a:lnTo>
                    <a:pt x="408927" y="100518"/>
                  </a:lnTo>
                  <a:lnTo>
                    <a:pt x="412061" y="106504"/>
                  </a:lnTo>
                  <a:lnTo>
                    <a:pt x="415195" y="112842"/>
                  </a:lnTo>
                  <a:lnTo>
                    <a:pt x="418329" y="119181"/>
                  </a:lnTo>
                  <a:lnTo>
                    <a:pt x="421463" y="125519"/>
                  </a:lnTo>
                  <a:lnTo>
                    <a:pt x="424597" y="131858"/>
                  </a:lnTo>
                  <a:lnTo>
                    <a:pt x="427731" y="136614"/>
                  </a:lnTo>
                  <a:lnTo>
                    <a:pt x="430865" y="139216"/>
                  </a:lnTo>
                  <a:lnTo>
                    <a:pt x="433999" y="139827"/>
                  </a:lnTo>
                  <a:lnTo>
                    <a:pt x="437133" y="140438"/>
                  </a:lnTo>
                  <a:lnTo>
                    <a:pt x="440267" y="141049"/>
                  </a:lnTo>
                  <a:lnTo>
                    <a:pt x="443401" y="141660"/>
                  </a:lnTo>
                  <a:lnTo>
                    <a:pt x="446535" y="142270"/>
                  </a:lnTo>
                  <a:lnTo>
                    <a:pt x="449669" y="142881"/>
                  </a:lnTo>
                  <a:lnTo>
                    <a:pt x="452803" y="143492"/>
                  </a:lnTo>
                  <a:lnTo>
                    <a:pt x="455937" y="144456"/>
                  </a:lnTo>
                  <a:lnTo>
                    <a:pt x="459071" y="145421"/>
                  </a:lnTo>
                  <a:lnTo>
                    <a:pt x="462205" y="146032"/>
                  </a:lnTo>
                  <a:lnTo>
                    <a:pt x="465339" y="146032"/>
                  </a:lnTo>
                  <a:lnTo>
                    <a:pt x="468473" y="146032"/>
                  </a:lnTo>
                  <a:lnTo>
                    <a:pt x="471607" y="145809"/>
                  </a:lnTo>
                  <a:lnTo>
                    <a:pt x="474741" y="145585"/>
                  </a:lnTo>
                  <a:lnTo>
                    <a:pt x="477875" y="145362"/>
                  </a:lnTo>
                  <a:lnTo>
                    <a:pt x="481009" y="145140"/>
                  </a:lnTo>
                  <a:lnTo>
                    <a:pt x="484143" y="144917"/>
                  </a:lnTo>
                  <a:lnTo>
                    <a:pt x="487277" y="144694"/>
                  </a:lnTo>
                  <a:lnTo>
                    <a:pt x="490411" y="146109"/>
                  </a:lnTo>
                  <a:lnTo>
                    <a:pt x="493545" y="148766"/>
                  </a:lnTo>
                  <a:lnTo>
                    <a:pt x="496679" y="151423"/>
                  </a:lnTo>
                  <a:lnTo>
                    <a:pt x="499813" y="153726"/>
                  </a:lnTo>
                  <a:lnTo>
                    <a:pt x="502947" y="155327"/>
                  </a:lnTo>
                  <a:lnTo>
                    <a:pt x="506081" y="156928"/>
                  </a:lnTo>
                  <a:lnTo>
                    <a:pt x="509215" y="158529"/>
                  </a:lnTo>
                  <a:lnTo>
                    <a:pt x="512349" y="160445"/>
                  </a:lnTo>
                  <a:lnTo>
                    <a:pt x="515483" y="162360"/>
                  </a:lnTo>
                  <a:lnTo>
                    <a:pt x="518617" y="165668"/>
                  </a:lnTo>
                  <a:lnTo>
                    <a:pt x="521751" y="170431"/>
                  </a:lnTo>
                  <a:lnTo>
                    <a:pt x="524885" y="174842"/>
                  </a:lnTo>
                  <a:lnTo>
                    <a:pt x="528019" y="179252"/>
                  </a:lnTo>
                  <a:lnTo>
                    <a:pt x="531153" y="183348"/>
                  </a:lnTo>
                  <a:lnTo>
                    <a:pt x="534287" y="187443"/>
                  </a:lnTo>
                  <a:lnTo>
                    <a:pt x="537421" y="190209"/>
                  </a:lnTo>
                  <a:lnTo>
                    <a:pt x="540555" y="191810"/>
                  </a:lnTo>
                  <a:lnTo>
                    <a:pt x="543689" y="193799"/>
                  </a:lnTo>
                  <a:lnTo>
                    <a:pt x="546823" y="195788"/>
                  </a:lnTo>
                  <a:lnTo>
                    <a:pt x="549957" y="198092"/>
                  </a:lnTo>
                  <a:lnTo>
                    <a:pt x="553091" y="200395"/>
                  </a:lnTo>
                  <a:lnTo>
                    <a:pt x="556225" y="202921"/>
                  </a:lnTo>
                  <a:lnTo>
                    <a:pt x="559359" y="205447"/>
                  </a:lnTo>
                  <a:lnTo>
                    <a:pt x="562493" y="207974"/>
                  </a:lnTo>
                  <a:lnTo>
                    <a:pt x="565627" y="209401"/>
                  </a:lnTo>
                  <a:lnTo>
                    <a:pt x="568761" y="209047"/>
                  </a:lnTo>
                  <a:lnTo>
                    <a:pt x="571895" y="209047"/>
                  </a:lnTo>
                  <a:lnTo>
                    <a:pt x="575029" y="209048"/>
                  </a:lnTo>
                  <a:lnTo>
                    <a:pt x="578163" y="209362"/>
                  </a:lnTo>
                  <a:lnTo>
                    <a:pt x="581297" y="210049"/>
                  </a:lnTo>
                  <a:lnTo>
                    <a:pt x="584431" y="210736"/>
                  </a:lnTo>
                  <a:lnTo>
                    <a:pt x="587565" y="211424"/>
                  </a:lnTo>
                  <a:lnTo>
                    <a:pt x="590699" y="212111"/>
                  </a:lnTo>
                  <a:lnTo>
                    <a:pt x="593833" y="213510"/>
                  </a:lnTo>
                  <a:lnTo>
                    <a:pt x="596967" y="215470"/>
                  </a:lnTo>
                  <a:lnTo>
                    <a:pt x="600101" y="215367"/>
                  </a:lnTo>
                  <a:lnTo>
                    <a:pt x="603235" y="211953"/>
                  </a:lnTo>
                  <a:lnTo>
                    <a:pt x="606369" y="209293"/>
                  </a:lnTo>
                  <a:lnTo>
                    <a:pt x="609503" y="206634"/>
                  </a:lnTo>
                  <a:lnTo>
                    <a:pt x="612637" y="203974"/>
                  </a:lnTo>
                  <a:lnTo>
                    <a:pt x="615771" y="200961"/>
                  </a:lnTo>
                  <a:lnTo>
                    <a:pt x="618905" y="197949"/>
                  </a:lnTo>
                  <a:lnTo>
                    <a:pt x="622039" y="195289"/>
                  </a:lnTo>
                  <a:lnTo>
                    <a:pt x="625173" y="192853"/>
                  </a:lnTo>
                  <a:lnTo>
                    <a:pt x="628307" y="189661"/>
                  </a:lnTo>
                  <a:lnTo>
                    <a:pt x="631441" y="184688"/>
                  </a:lnTo>
                  <a:lnTo>
                    <a:pt x="634575" y="180052"/>
                  </a:lnTo>
                  <a:lnTo>
                    <a:pt x="637709" y="175415"/>
                  </a:lnTo>
                  <a:lnTo>
                    <a:pt x="640843" y="170023"/>
                  </a:lnTo>
                  <a:lnTo>
                    <a:pt x="643977" y="164631"/>
                  </a:lnTo>
                  <a:lnTo>
                    <a:pt x="647111" y="160191"/>
                  </a:lnTo>
                  <a:lnTo>
                    <a:pt x="650245" y="158575"/>
                  </a:lnTo>
                  <a:lnTo>
                    <a:pt x="653379" y="156272"/>
                  </a:lnTo>
                  <a:lnTo>
                    <a:pt x="656513" y="153968"/>
                  </a:lnTo>
                  <a:lnTo>
                    <a:pt x="659647" y="151664"/>
                  </a:lnTo>
                  <a:lnTo>
                    <a:pt x="662781" y="149749"/>
                  </a:lnTo>
                  <a:lnTo>
                    <a:pt x="665915" y="147833"/>
                  </a:lnTo>
                  <a:lnTo>
                    <a:pt x="669049" y="145565"/>
                  </a:lnTo>
                  <a:lnTo>
                    <a:pt x="672183" y="143296"/>
                  </a:lnTo>
                  <a:lnTo>
                    <a:pt x="675317" y="141027"/>
                  </a:lnTo>
                  <a:lnTo>
                    <a:pt x="678451" y="141026"/>
                  </a:lnTo>
                  <a:lnTo>
                    <a:pt x="681585" y="141414"/>
                  </a:lnTo>
                  <a:lnTo>
                    <a:pt x="684719" y="141413"/>
                  </a:lnTo>
                  <a:lnTo>
                    <a:pt x="687853" y="141413"/>
                  </a:lnTo>
                  <a:lnTo>
                    <a:pt x="690987" y="141413"/>
                  </a:lnTo>
                  <a:lnTo>
                    <a:pt x="694121" y="141414"/>
                  </a:lnTo>
                  <a:lnTo>
                    <a:pt x="697255" y="141414"/>
                  </a:lnTo>
                  <a:lnTo>
                    <a:pt x="700389" y="141414"/>
                  </a:lnTo>
                  <a:lnTo>
                    <a:pt x="703523" y="141026"/>
                  </a:lnTo>
                  <a:lnTo>
                    <a:pt x="706657" y="140638"/>
                  </a:lnTo>
                  <a:lnTo>
                    <a:pt x="709791" y="140250"/>
                  </a:lnTo>
                  <a:lnTo>
                    <a:pt x="712925" y="139862"/>
                  </a:lnTo>
                  <a:lnTo>
                    <a:pt x="716059" y="139251"/>
                  </a:lnTo>
                  <a:lnTo>
                    <a:pt x="719193" y="138641"/>
                  </a:lnTo>
                  <a:lnTo>
                    <a:pt x="722327" y="138030"/>
                  </a:lnTo>
                  <a:lnTo>
                    <a:pt x="725461" y="137419"/>
                  </a:lnTo>
                  <a:lnTo>
                    <a:pt x="728595" y="136808"/>
                  </a:lnTo>
                  <a:lnTo>
                    <a:pt x="731729" y="136585"/>
                  </a:lnTo>
                  <a:lnTo>
                    <a:pt x="734863" y="136009"/>
                  </a:lnTo>
                  <a:lnTo>
                    <a:pt x="737997" y="135118"/>
                  </a:lnTo>
                  <a:lnTo>
                    <a:pt x="741131" y="133854"/>
                  </a:lnTo>
                  <a:lnTo>
                    <a:pt x="744265" y="132814"/>
                  </a:lnTo>
                  <a:lnTo>
                    <a:pt x="747399" y="131774"/>
                  </a:lnTo>
                  <a:lnTo>
                    <a:pt x="750533" y="131086"/>
                  </a:lnTo>
                  <a:lnTo>
                    <a:pt x="753667" y="130039"/>
                  </a:lnTo>
                  <a:lnTo>
                    <a:pt x="756801" y="128433"/>
                  </a:lnTo>
                  <a:lnTo>
                    <a:pt x="759935" y="128889"/>
                  </a:lnTo>
                  <a:lnTo>
                    <a:pt x="763069" y="132657"/>
                  </a:lnTo>
                  <a:lnTo>
                    <a:pt x="766203" y="135984"/>
                  </a:lnTo>
                  <a:lnTo>
                    <a:pt x="769337" y="139311"/>
                  </a:lnTo>
                  <a:lnTo>
                    <a:pt x="772471" y="142639"/>
                  </a:lnTo>
                  <a:lnTo>
                    <a:pt x="775605" y="145965"/>
                  </a:lnTo>
                  <a:lnTo>
                    <a:pt x="778739" y="148978"/>
                  </a:lnTo>
                  <a:lnTo>
                    <a:pt x="781873" y="151991"/>
                  </a:lnTo>
                  <a:lnTo>
                    <a:pt x="785007" y="155004"/>
                  </a:lnTo>
                  <a:lnTo>
                    <a:pt x="788141" y="158772"/>
                  </a:lnTo>
                  <a:lnTo>
                    <a:pt x="791275" y="163967"/>
                  </a:lnTo>
                  <a:lnTo>
                    <a:pt x="794409" y="168827"/>
                  </a:lnTo>
                  <a:lnTo>
                    <a:pt x="797543" y="173464"/>
                  </a:lnTo>
                  <a:lnTo>
                    <a:pt x="800677" y="178856"/>
                  </a:lnTo>
                  <a:lnTo>
                    <a:pt x="803811" y="184248"/>
                  </a:lnTo>
                  <a:lnTo>
                    <a:pt x="806945" y="188687"/>
                  </a:lnTo>
                  <a:lnTo>
                    <a:pt x="810079" y="190526"/>
                  </a:lnTo>
                  <a:lnTo>
                    <a:pt x="813213" y="192830"/>
                  </a:lnTo>
                  <a:lnTo>
                    <a:pt x="816347" y="195133"/>
                  </a:lnTo>
                  <a:lnTo>
                    <a:pt x="819481" y="197437"/>
                  </a:lnTo>
                  <a:lnTo>
                    <a:pt x="822615" y="199740"/>
                  </a:lnTo>
                  <a:lnTo>
                    <a:pt x="825749" y="202044"/>
                  </a:lnTo>
                  <a:lnTo>
                    <a:pt x="828883" y="204700"/>
                  </a:lnTo>
                  <a:lnTo>
                    <a:pt x="832017" y="207357"/>
                  </a:lnTo>
                  <a:lnTo>
                    <a:pt x="835151" y="210014"/>
                  </a:lnTo>
                  <a:lnTo>
                    <a:pt x="838285" y="210403"/>
                  </a:lnTo>
                  <a:lnTo>
                    <a:pt x="841419" y="210403"/>
                  </a:lnTo>
                  <a:lnTo>
                    <a:pt x="844553" y="210791"/>
                  </a:lnTo>
                  <a:lnTo>
                    <a:pt x="847687" y="211179"/>
                  </a:lnTo>
                  <a:lnTo>
                    <a:pt x="850821" y="211567"/>
                  </a:lnTo>
                  <a:lnTo>
                    <a:pt x="853955" y="211955"/>
                  </a:lnTo>
                  <a:lnTo>
                    <a:pt x="857089" y="211955"/>
                  </a:lnTo>
                  <a:lnTo>
                    <a:pt x="860223" y="211955"/>
                  </a:lnTo>
                  <a:lnTo>
                    <a:pt x="863357" y="211955"/>
                  </a:lnTo>
                  <a:lnTo>
                    <a:pt x="866491" y="211955"/>
                  </a:lnTo>
                  <a:lnTo>
                    <a:pt x="869625" y="211955"/>
                  </a:lnTo>
                  <a:lnTo>
                    <a:pt x="872759" y="211955"/>
                  </a:lnTo>
                  <a:lnTo>
                    <a:pt x="875893" y="211956"/>
                  </a:lnTo>
                  <a:lnTo>
                    <a:pt x="879027" y="211956"/>
                  </a:lnTo>
                  <a:lnTo>
                    <a:pt x="882161" y="211956"/>
                  </a:lnTo>
                  <a:lnTo>
                    <a:pt x="885295" y="211956"/>
                  </a:lnTo>
                  <a:lnTo>
                    <a:pt x="888429" y="211956"/>
                  </a:lnTo>
                  <a:lnTo>
                    <a:pt x="891563" y="211956"/>
                  </a:lnTo>
                  <a:lnTo>
                    <a:pt x="894697" y="212179"/>
                  </a:lnTo>
                  <a:lnTo>
                    <a:pt x="897831" y="212755"/>
                  </a:lnTo>
                  <a:lnTo>
                    <a:pt x="900965" y="213332"/>
                  </a:lnTo>
                  <a:lnTo>
                    <a:pt x="904099" y="214372"/>
                  </a:lnTo>
                  <a:lnTo>
                    <a:pt x="907233" y="215413"/>
                  </a:lnTo>
                  <a:lnTo>
                    <a:pt x="910367" y="216100"/>
                  </a:lnTo>
                  <a:lnTo>
                    <a:pt x="913501" y="216788"/>
                  </a:lnTo>
                  <a:lnTo>
                    <a:pt x="916635" y="217475"/>
                  </a:lnTo>
                  <a:lnTo>
                    <a:pt x="919769" y="218162"/>
                  </a:lnTo>
                  <a:lnTo>
                    <a:pt x="922903" y="218849"/>
                  </a:lnTo>
                  <a:lnTo>
                    <a:pt x="926037" y="219222"/>
                  </a:lnTo>
                  <a:lnTo>
                    <a:pt x="929171" y="219595"/>
                  </a:lnTo>
                  <a:lnTo>
                    <a:pt x="932305" y="219968"/>
                  </a:lnTo>
                  <a:lnTo>
                    <a:pt x="935439" y="220341"/>
                  </a:lnTo>
                  <a:lnTo>
                    <a:pt x="938573" y="220655"/>
                  </a:lnTo>
                  <a:lnTo>
                    <a:pt x="941707" y="220655"/>
                  </a:lnTo>
                  <a:lnTo>
                    <a:pt x="944841" y="220970"/>
                  </a:lnTo>
                  <a:lnTo>
                    <a:pt x="947975" y="221284"/>
                  </a:lnTo>
                  <a:lnTo>
                    <a:pt x="951109" y="221637"/>
                  </a:lnTo>
                  <a:lnTo>
                    <a:pt x="954243" y="221990"/>
                  </a:lnTo>
                  <a:lnTo>
                    <a:pt x="957377" y="222881"/>
                  </a:lnTo>
                  <a:lnTo>
                    <a:pt x="960511" y="223772"/>
                  </a:lnTo>
                  <a:lnTo>
                    <a:pt x="963645" y="224662"/>
                  </a:lnTo>
                  <a:lnTo>
                    <a:pt x="966779" y="225553"/>
                  </a:lnTo>
                  <a:lnTo>
                    <a:pt x="969913" y="226594"/>
                  </a:lnTo>
                  <a:lnTo>
                    <a:pt x="973047" y="227857"/>
                  </a:lnTo>
                  <a:lnTo>
                    <a:pt x="976181" y="229121"/>
                  </a:lnTo>
                  <a:lnTo>
                    <a:pt x="979315" y="230384"/>
                  </a:lnTo>
                  <a:lnTo>
                    <a:pt x="982449" y="231648"/>
                  </a:lnTo>
                  <a:lnTo>
                    <a:pt x="985583" y="232911"/>
                  </a:lnTo>
                  <a:lnTo>
                    <a:pt x="988717" y="234175"/>
                  </a:lnTo>
                  <a:lnTo>
                    <a:pt x="991851" y="234751"/>
                  </a:lnTo>
                  <a:lnTo>
                    <a:pt x="994985" y="235327"/>
                  </a:lnTo>
                  <a:lnTo>
                    <a:pt x="998119" y="235550"/>
                  </a:lnTo>
                  <a:lnTo>
                    <a:pt x="1001253" y="235772"/>
                  </a:lnTo>
                  <a:lnTo>
                    <a:pt x="1004387" y="235995"/>
                  </a:lnTo>
                  <a:lnTo>
                    <a:pt x="1007521" y="236571"/>
                  </a:lnTo>
                  <a:lnTo>
                    <a:pt x="1010655" y="237148"/>
                  </a:lnTo>
                  <a:lnTo>
                    <a:pt x="1013789" y="237724"/>
                  </a:lnTo>
                  <a:lnTo>
                    <a:pt x="1016923" y="238335"/>
                  </a:lnTo>
                  <a:lnTo>
                    <a:pt x="1020057" y="238945"/>
                  </a:lnTo>
                  <a:lnTo>
                    <a:pt x="1023191" y="239556"/>
                  </a:lnTo>
                  <a:lnTo>
                    <a:pt x="1026325" y="240167"/>
                  </a:lnTo>
                  <a:lnTo>
                    <a:pt x="1029459" y="240778"/>
                  </a:lnTo>
                  <a:lnTo>
                    <a:pt x="1032593" y="241742"/>
                  </a:lnTo>
                  <a:lnTo>
                    <a:pt x="1035727" y="242707"/>
                  </a:lnTo>
                  <a:lnTo>
                    <a:pt x="1038861" y="243671"/>
                  </a:lnTo>
                  <a:lnTo>
                    <a:pt x="1041995" y="244635"/>
                  </a:lnTo>
                  <a:lnTo>
                    <a:pt x="1045129" y="245599"/>
                  </a:lnTo>
                  <a:lnTo>
                    <a:pt x="1048263" y="246563"/>
                  </a:lnTo>
                  <a:lnTo>
                    <a:pt x="1051397" y="246786"/>
                  </a:lnTo>
                  <a:lnTo>
                    <a:pt x="1054531" y="246563"/>
                  </a:lnTo>
                  <a:lnTo>
                    <a:pt x="1057665" y="246209"/>
                  </a:lnTo>
                  <a:lnTo>
                    <a:pt x="1060799" y="245856"/>
                  </a:lnTo>
                  <a:lnTo>
                    <a:pt x="1063933" y="244815"/>
                  </a:lnTo>
                  <a:lnTo>
                    <a:pt x="1067067" y="243775"/>
                  </a:lnTo>
                  <a:lnTo>
                    <a:pt x="1070201" y="242734"/>
                  </a:lnTo>
                  <a:lnTo>
                    <a:pt x="1073335" y="241693"/>
                  </a:lnTo>
                  <a:lnTo>
                    <a:pt x="1076469" y="240653"/>
                  </a:lnTo>
                  <a:lnTo>
                    <a:pt x="1079603" y="239389"/>
                  </a:lnTo>
                  <a:lnTo>
                    <a:pt x="1082737" y="238126"/>
                  </a:lnTo>
                  <a:lnTo>
                    <a:pt x="1085871" y="236863"/>
                  </a:lnTo>
                  <a:lnTo>
                    <a:pt x="1089005" y="235599"/>
                  </a:lnTo>
                  <a:lnTo>
                    <a:pt x="1092139" y="234335"/>
                  </a:lnTo>
                  <a:lnTo>
                    <a:pt x="1095273" y="233072"/>
                  </a:lnTo>
                  <a:lnTo>
                    <a:pt x="1098407" y="232182"/>
                  </a:lnTo>
                  <a:lnTo>
                    <a:pt x="1101541" y="231605"/>
                  </a:lnTo>
                  <a:lnTo>
                    <a:pt x="1104675" y="230327"/>
                  </a:lnTo>
                  <a:lnTo>
                    <a:pt x="1107809" y="229048"/>
                  </a:lnTo>
                  <a:lnTo>
                    <a:pt x="1110943" y="228084"/>
                  </a:lnTo>
                  <a:lnTo>
                    <a:pt x="1114077" y="227120"/>
                  </a:lnTo>
                  <a:lnTo>
                    <a:pt x="1117211" y="225841"/>
                  </a:lnTo>
                  <a:lnTo>
                    <a:pt x="1120345" y="224951"/>
                  </a:lnTo>
                  <a:lnTo>
                    <a:pt x="1123479" y="224060"/>
                  </a:lnTo>
                  <a:lnTo>
                    <a:pt x="1126613" y="223169"/>
                  </a:lnTo>
                  <a:lnTo>
                    <a:pt x="1129747" y="221906"/>
                  </a:lnTo>
                  <a:lnTo>
                    <a:pt x="1132881" y="220642"/>
                  </a:lnTo>
                  <a:lnTo>
                    <a:pt x="1136015" y="219602"/>
                  </a:lnTo>
                  <a:lnTo>
                    <a:pt x="1139149" y="218561"/>
                  </a:lnTo>
                  <a:lnTo>
                    <a:pt x="1142283" y="217521"/>
                  </a:lnTo>
                  <a:lnTo>
                    <a:pt x="1145417" y="216480"/>
                  </a:lnTo>
                  <a:lnTo>
                    <a:pt x="1148551" y="215440"/>
                  </a:lnTo>
                  <a:lnTo>
                    <a:pt x="1151685" y="215086"/>
                  </a:lnTo>
                  <a:lnTo>
                    <a:pt x="1154819" y="214733"/>
                  </a:lnTo>
                  <a:lnTo>
                    <a:pt x="1157953" y="214733"/>
                  </a:lnTo>
                  <a:lnTo>
                    <a:pt x="1161087" y="214733"/>
                  </a:lnTo>
                  <a:lnTo>
                    <a:pt x="1164221" y="214733"/>
                  </a:lnTo>
                  <a:lnTo>
                    <a:pt x="1167355" y="214157"/>
                  </a:lnTo>
                  <a:lnTo>
                    <a:pt x="1170489" y="213581"/>
                  </a:lnTo>
                  <a:lnTo>
                    <a:pt x="1173623" y="213004"/>
                  </a:lnTo>
                  <a:lnTo>
                    <a:pt x="1176757" y="213004"/>
                  </a:lnTo>
                  <a:lnTo>
                    <a:pt x="1179891" y="213004"/>
                  </a:lnTo>
                  <a:lnTo>
                    <a:pt x="1183025" y="212781"/>
                  </a:lnTo>
                  <a:lnTo>
                    <a:pt x="1186159" y="212558"/>
                  </a:lnTo>
                  <a:lnTo>
                    <a:pt x="1189293" y="212335"/>
                  </a:lnTo>
                  <a:lnTo>
                    <a:pt x="1192427" y="211758"/>
                  </a:lnTo>
                  <a:lnTo>
                    <a:pt x="1195561" y="211182"/>
                  </a:lnTo>
                  <a:lnTo>
                    <a:pt x="1198695" y="210606"/>
                  </a:lnTo>
                  <a:lnTo>
                    <a:pt x="1201829" y="210029"/>
                  </a:lnTo>
                  <a:lnTo>
                    <a:pt x="1204963" y="209676"/>
                  </a:lnTo>
                  <a:lnTo>
                    <a:pt x="1208097" y="208037"/>
                  </a:lnTo>
                  <a:lnTo>
                    <a:pt x="1211231" y="203924"/>
                  </a:lnTo>
                  <a:lnTo>
                    <a:pt x="1214365" y="199441"/>
                  </a:lnTo>
                  <a:lnTo>
                    <a:pt x="1217499" y="194734"/>
                  </a:lnTo>
                  <a:lnTo>
                    <a:pt x="1220633" y="190028"/>
                  </a:lnTo>
                  <a:lnTo>
                    <a:pt x="1223767" y="185007"/>
                  </a:lnTo>
                  <a:lnTo>
                    <a:pt x="1226901" y="180301"/>
                  </a:lnTo>
                  <a:lnTo>
                    <a:pt x="1230035" y="175594"/>
                  </a:lnTo>
                  <a:lnTo>
                    <a:pt x="1233169" y="169910"/>
                  </a:lnTo>
                  <a:lnTo>
                    <a:pt x="1236303" y="163375"/>
                  </a:lnTo>
                  <a:lnTo>
                    <a:pt x="1239437" y="157423"/>
                  </a:lnTo>
                  <a:lnTo>
                    <a:pt x="1242571" y="151928"/>
                  </a:lnTo>
                  <a:lnTo>
                    <a:pt x="1245705" y="144382"/>
                  </a:lnTo>
                  <a:lnTo>
                    <a:pt x="1248839" y="135240"/>
                  </a:lnTo>
                  <a:lnTo>
                    <a:pt x="1251973" y="125540"/>
                  </a:lnTo>
                  <a:lnTo>
                    <a:pt x="1255107" y="116438"/>
                  </a:lnTo>
                  <a:lnTo>
                    <a:pt x="1258241" y="109242"/>
                  </a:lnTo>
                  <a:lnTo>
                    <a:pt x="1261375" y="102558"/>
                  </a:lnTo>
                  <a:lnTo>
                    <a:pt x="1264509" y="96262"/>
                  </a:lnTo>
                  <a:lnTo>
                    <a:pt x="1267643" y="88567"/>
                  </a:lnTo>
                  <a:lnTo>
                    <a:pt x="1270777" y="80303"/>
                  </a:lnTo>
                  <a:lnTo>
                    <a:pt x="1273911" y="71724"/>
                  </a:lnTo>
                  <a:lnTo>
                    <a:pt x="1277045" y="63459"/>
                  </a:lnTo>
                  <a:lnTo>
                    <a:pt x="1280179" y="55649"/>
                  </a:lnTo>
                  <a:lnTo>
                    <a:pt x="1283313" y="48964"/>
                  </a:lnTo>
                  <a:lnTo>
                    <a:pt x="1286447" y="41966"/>
                  </a:lnTo>
                  <a:lnTo>
                    <a:pt x="1289581" y="34719"/>
                  </a:lnTo>
                  <a:lnTo>
                    <a:pt x="1292715" y="29802"/>
                  </a:lnTo>
                  <a:lnTo>
                    <a:pt x="1295849" y="26923"/>
                  </a:lnTo>
                  <a:lnTo>
                    <a:pt x="1298983" y="24043"/>
                  </a:lnTo>
                  <a:lnTo>
                    <a:pt x="1302117" y="21163"/>
                  </a:lnTo>
                  <a:lnTo>
                    <a:pt x="1305251" y="18637"/>
                  </a:lnTo>
                  <a:lnTo>
                    <a:pt x="1308385" y="16111"/>
                  </a:lnTo>
                  <a:lnTo>
                    <a:pt x="1311519" y="13584"/>
                  </a:lnTo>
                  <a:lnTo>
                    <a:pt x="1314653" y="13027"/>
                  </a:lnTo>
                  <a:lnTo>
                    <a:pt x="1317787" y="13380"/>
                  </a:lnTo>
                  <a:lnTo>
                    <a:pt x="1320921" y="14048"/>
                  </a:lnTo>
                  <a:lnTo>
                    <a:pt x="1324055" y="14401"/>
                  </a:lnTo>
                  <a:lnTo>
                    <a:pt x="1327189" y="15292"/>
                  </a:lnTo>
                  <a:lnTo>
                    <a:pt x="1330323" y="15868"/>
                  </a:lnTo>
                  <a:lnTo>
                    <a:pt x="1333457" y="17491"/>
                  </a:lnTo>
                  <a:lnTo>
                    <a:pt x="1336591" y="18891"/>
                  </a:lnTo>
                  <a:lnTo>
                    <a:pt x="1339725" y="20291"/>
                  </a:lnTo>
                  <a:lnTo>
                    <a:pt x="1342859" y="22473"/>
                  </a:lnTo>
                  <a:lnTo>
                    <a:pt x="1345993" y="24654"/>
                  </a:lnTo>
                  <a:lnTo>
                    <a:pt x="1349127" y="26837"/>
                  </a:lnTo>
                  <a:lnTo>
                    <a:pt x="1352261" y="29775"/>
                  </a:lnTo>
                  <a:lnTo>
                    <a:pt x="1355395" y="33420"/>
                  </a:lnTo>
                  <a:lnTo>
                    <a:pt x="1358529" y="37763"/>
                  </a:lnTo>
                  <a:lnTo>
                    <a:pt x="1361663" y="42107"/>
                  </a:lnTo>
                  <a:lnTo>
                    <a:pt x="1364797" y="47281"/>
                  </a:lnTo>
                  <a:lnTo>
                    <a:pt x="1367931" y="52686"/>
                  </a:lnTo>
                  <a:lnTo>
                    <a:pt x="1371065" y="61664"/>
                  </a:lnTo>
                  <a:lnTo>
                    <a:pt x="1374199" y="68665"/>
                  </a:lnTo>
                  <a:lnTo>
                    <a:pt x="1377333" y="75665"/>
                  </a:lnTo>
                  <a:lnTo>
                    <a:pt x="1380467" y="82888"/>
                  </a:lnTo>
                  <a:lnTo>
                    <a:pt x="1383601" y="89665"/>
                  </a:lnTo>
                  <a:lnTo>
                    <a:pt x="1386735" y="96128"/>
                  </a:lnTo>
                  <a:lnTo>
                    <a:pt x="1389869" y="102590"/>
                  </a:lnTo>
                  <a:lnTo>
                    <a:pt x="1393003" y="110031"/>
                  </a:lnTo>
                  <a:lnTo>
                    <a:pt x="1396137" y="118321"/>
                  </a:lnTo>
                  <a:lnTo>
                    <a:pt x="1399271" y="125301"/>
                  </a:lnTo>
                  <a:lnTo>
                    <a:pt x="1402405" y="131825"/>
                  </a:lnTo>
                  <a:lnTo>
                    <a:pt x="1405539" y="139394"/>
                  </a:lnTo>
                  <a:lnTo>
                    <a:pt x="1408673" y="148557"/>
                  </a:lnTo>
                  <a:lnTo>
                    <a:pt x="1411807" y="158280"/>
                  </a:lnTo>
                  <a:lnTo>
                    <a:pt x="1414941" y="167404"/>
                  </a:lnTo>
                  <a:lnTo>
                    <a:pt x="1418075" y="173804"/>
                  </a:lnTo>
                  <a:lnTo>
                    <a:pt x="1421209" y="181952"/>
                  </a:lnTo>
                  <a:lnTo>
                    <a:pt x="1424343" y="189402"/>
                  </a:lnTo>
                  <a:lnTo>
                    <a:pt x="1427477" y="197606"/>
                  </a:lnTo>
                  <a:lnTo>
                    <a:pt x="1430611" y="206835"/>
                  </a:lnTo>
                  <a:lnTo>
                    <a:pt x="1433745" y="216692"/>
                  </a:lnTo>
                  <a:lnTo>
                    <a:pt x="1436879" y="225920"/>
                  </a:lnTo>
                  <a:lnTo>
                    <a:pt x="1440013" y="234622"/>
                  </a:lnTo>
                  <a:lnTo>
                    <a:pt x="1443147" y="242196"/>
                  </a:lnTo>
                  <a:lnTo>
                    <a:pt x="1446281" y="250085"/>
                  </a:lnTo>
                  <a:lnTo>
                    <a:pt x="1449415" y="257909"/>
                  </a:lnTo>
                  <a:lnTo>
                    <a:pt x="1452549" y="263402"/>
                  </a:lnTo>
                  <a:lnTo>
                    <a:pt x="1455683" y="266635"/>
                  </a:lnTo>
                  <a:lnTo>
                    <a:pt x="1458817" y="270183"/>
                  </a:lnTo>
                  <a:lnTo>
                    <a:pt x="1461951" y="273730"/>
                  </a:lnTo>
                  <a:lnTo>
                    <a:pt x="1465085" y="276924"/>
                  </a:lnTo>
                  <a:lnTo>
                    <a:pt x="1468219" y="280491"/>
                  </a:lnTo>
                  <a:lnTo>
                    <a:pt x="1471353" y="284058"/>
                  </a:lnTo>
                  <a:lnTo>
                    <a:pt x="1474487" y="285657"/>
                  </a:lnTo>
                  <a:lnTo>
                    <a:pt x="1477621" y="286344"/>
                  </a:lnTo>
                  <a:lnTo>
                    <a:pt x="1480755" y="286344"/>
                  </a:lnTo>
                  <a:lnTo>
                    <a:pt x="1483889" y="286658"/>
                  </a:lnTo>
                  <a:lnTo>
                    <a:pt x="1487023" y="284282"/>
                  </a:lnTo>
                  <a:lnTo>
                    <a:pt x="1490157" y="281402"/>
                  </a:lnTo>
                  <a:lnTo>
                    <a:pt x="1493291" y="277477"/>
                  </a:lnTo>
                  <a:lnTo>
                    <a:pt x="1496425" y="273550"/>
                  </a:lnTo>
                  <a:lnTo>
                    <a:pt x="1499559" y="269624"/>
                  </a:lnTo>
                  <a:lnTo>
                    <a:pt x="1502693" y="265826"/>
                  </a:lnTo>
                  <a:lnTo>
                    <a:pt x="1505827" y="261654"/>
                  </a:lnTo>
                  <a:lnTo>
                    <a:pt x="1508961" y="257856"/>
                  </a:lnTo>
                  <a:lnTo>
                    <a:pt x="1512095" y="253302"/>
                  </a:lnTo>
                  <a:lnTo>
                    <a:pt x="1515229" y="247384"/>
                  </a:lnTo>
                  <a:lnTo>
                    <a:pt x="1518363" y="239848"/>
                  </a:lnTo>
                  <a:lnTo>
                    <a:pt x="1521497" y="232313"/>
                  </a:lnTo>
                  <a:lnTo>
                    <a:pt x="1524631" y="223724"/>
                  </a:lnTo>
                  <a:lnTo>
                    <a:pt x="1527765" y="216189"/>
                  </a:lnTo>
                  <a:lnTo>
                    <a:pt x="1530899" y="208664"/>
                  </a:lnTo>
                  <a:lnTo>
                    <a:pt x="1534033" y="205422"/>
                  </a:lnTo>
                  <a:lnTo>
                    <a:pt x="1537167" y="202963"/>
                  </a:lnTo>
                  <a:lnTo>
                    <a:pt x="1540301" y="200282"/>
                  </a:lnTo>
                  <a:lnTo>
                    <a:pt x="1543435" y="198361"/>
                  </a:lnTo>
                  <a:lnTo>
                    <a:pt x="1546569" y="196440"/>
                  </a:lnTo>
                  <a:lnTo>
                    <a:pt x="1549703" y="193764"/>
                  </a:lnTo>
                  <a:lnTo>
                    <a:pt x="1552837" y="191088"/>
                  </a:lnTo>
                  <a:lnTo>
                    <a:pt x="1555971" y="187851"/>
                  </a:lnTo>
                  <a:lnTo>
                    <a:pt x="1559105" y="185566"/>
                  </a:lnTo>
                  <a:lnTo>
                    <a:pt x="1562239" y="183602"/>
                  </a:lnTo>
                  <a:lnTo>
                    <a:pt x="1565373" y="184156"/>
                  </a:lnTo>
                  <a:lnTo>
                    <a:pt x="1568507" y="184356"/>
                  </a:lnTo>
                  <a:lnTo>
                    <a:pt x="1571641" y="184557"/>
                  </a:lnTo>
                  <a:lnTo>
                    <a:pt x="1574775" y="184758"/>
                  </a:lnTo>
                  <a:lnTo>
                    <a:pt x="1577909" y="185553"/>
                  </a:lnTo>
                  <a:lnTo>
                    <a:pt x="1581043" y="184089"/>
                  </a:lnTo>
                  <a:lnTo>
                    <a:pt x="1584177" y="183324"/>
                  </a:lnTo>
                  <a:lnTo>
                    <a:pt x="1587311" y="183203"/>
                  </a:lnTo>
                  <a:lnTo>
                    <a:pt x="1590445" y="182850"/>
                  </a:lnTo>
                  <a:lnTo>
                    <a:pt x="1593579" y="182181"/>
                  </a:lnTo>
                  <a:lnTo>
                    <a:pt x="1596713" y="181605"/>
                  </a:lnTo>
                  <a:lnTo>
                    <a:pt x="1599847" y="180714"/>
                  </a:lnTo>
                  <a:lnTo>
                    <a:pt x="1602981" y="179824"/>
                  </a:lnTo>
                  <a:lnTo>
                    <a:pt x="1606115" y="178933"/>
                  </a:lnTo>
                  <a:lnTo>
                    <a:pt x="1609249" y="178357"/>
                  </a:lnTo>
                  <a:lnTo>
                    <a:pt x="1612383" y="177781"/>
                  </a:lnTo>
                  <a:lnTo>
                    <a:pt x="1615517" y="177205"/>
                  </a:lnTo>
                  <a:lnTo>
                    <a:pt x="1618651" y="176314"/>
                  </a:lnTo>
                  <a:lnTo>
                    <a:pt x="1621784" y="175424"/>
                  </a:lnTo>
                  <a:lnTo>
                    <a:pt x="1624918" y="174533"/>
                  </a:lnTo>
                  <a:lnTo>
                    <a:pt x="1628052" y="173269"/>
                  </a:lnTo>
                  <a:lnTo>
                    <a:pt x="1631186" y="172006"/>
                  </a:lnTo>
                  <a:lnTo>
                    <a:pt x="1634320" y="170742"/>
                  </a:lnTo>
                  <a:lnTo>
                    <a:pt x="1637454" y="169091"/>
                  </a:lnTo>
                  <a:lnTo>
                    <a:pt x="1640588" y="167812"/>
                  </a:lnTo>
                  <a:lnTo>
                    <a:pt x="1643722" y="166534"/>
                  </a:lnTo>
                  <a:lnTo>
                    <a:pt x="1646856" y="167631"/>
                  </a:lnTo>
                  <a:lnTo>
                    <a:pt x="1649990" y="169547"/>
                  </a:lnTo>
                  <a:lnTo>
                    <a:pt x="1653124" y="171462"/>
                  </a:lnTo>
                  <a:lnTo>
                    <a:pt x="1656258" y="173378"/>
                  </a:lnTo>
                  <a:lnTo>
                    <a:pt x="1659392" y="175293"/>
                  </a:lnTo>
                  <a:lnTo>
                    <a:pt x="1662526" y="176522"/>
                  </a:lnTo>
                  <a:lnTo>
                    <a:pt x="1665660" y="178123"/>
                  </a:lnTo>
                  <a:lnTo>
                    <a:pt x="1668794" y="179351"/>
                  </a:lnTo>
                  <a:lnTo>
                    <a:pt x="1671928" y="180968"/>
                  </a:lnTo>
                  <a:lnTo>
                    <a:pt x="1675062" y="183240"/>
                  </a:lnTo>
                  <a:lnTo>
                    <a:pt x="1678196" y="186432"/>
                  </a:lnTo>
                  <a:lnTo>
                    <a:pt x="1681330" y="189847"/>
                  </a:lnTo>
                  <a:lnTo>
                    <a:pt x="1684464" y="193261"/>
                  </a:lnTo>
                  <a:lnTo>
                    <a:pt x="1687598" y="196676"/>
                  </a:lnTo>
                  <a:lnTo>
                    <a:pt x="1690732" y="199335"/>
                  </a:lnTo>
                  <a:lnTo>
                    <a:pt x="1693866" y="200284"/>
                  </a:lnTo>
                  <a:lnTo>
                    <a:pt x="1697000" y="200449"/>
                  </a:lnTo>
                  <a:lnTo>
                    <a:pt x="1700134" y="200614"/>
                  </a:lnTo>
                  <a:lnTo>
                    <a:pt x="1703268" y="200778"/>
                  </a:lnTo>
                  <a:lnTo>
                    <a:pt x="1706402" y="201297"/>
                  </a:lnTo>
                  <a:lnTo>
                    <a:pt x="1709536" y="202570"/>
                  </a:lnTo>
                  <a:lnTo>
                    <a:pt x="1712670" y="203844"/>
                  </a:lnTo>
                  <a:lnTo>
                    <a:pt x="1715804" y="205678"/>
                  </a:lnTo>
                  <a:lnTo>
                    <a:pt x="1718938" y="207157"/>
                  </a:lnTo>
                  <a:lnTo>
                    <a:pt x="1722072" y="208317"/>
                  </a:lnTo>
                  <a:lnTo>
                    <a:pt x="1725206" y="207963"/>
                  </a:lnTo>
                  <a:lnTo>
                    <a:pt x="1728340" y="207741"/>
                  </a:lnTo>
                  <a:lnTo>
                    <a:pt x="1731474" y="207518"/>
                  </a:lnTo>
                  <a:lnTo>
                    <a:pt x="1734608" y="207295"/>
                  </a:lnTo>
                  <a:lnTo>
                    <a:pt x="1737742" y="207871"/>
                  </a:lnTo>
                  <a:lnTo>
                    <a:pt x="1740876" y="208447"/>
                  </a:lnTo>
                  <a:lnTo>
                    <a:pt x="1744010" y="207510"/>
                  </a:lnTo>
                  <a:lnTo>
                    <a:pt x="1747144" y="205894"/>
                  </a:lnTo>
                  <a:lnTo>
                    <a:pt x="1750278" y="204055"/>
                  </a:lnTo>
                  <a:lnTo>
                    <a:pt x="1753412" y="201843"/>
                  </a:lnTo>
                  <a:lnTo>
                    <a:pt x="1756546" y="199854"/>
                  </a:lnTo>
                  <a:lnTo>
                    <a:pt x="1759680" y="197865"/>
                  </a:lnTo>
                  <a:lnTo>
                    <a:pt x="1762814" y="195875"/>
                  </a:lnTo>
                  <a:lnTo>
                    <a:pt x="1765948" y="193886"/>
                  </a:lnTo>
                  <a:lnTo>
                    <a:pt x="1769082" y="191897"/>
                  </a:lnTo>
                  <a:lnTo>
                    <a:pt x="1772216" y="189908"/>
                  </a:lnTo>
                  <a:lnTo>
                    <a:pt x="1775350" y="187919"/>
                  </a:lnTo>
                  <a:lnTo>
                    <a:pt x="1778484" y="185930"/>
                  </a:lnTo>
                  <a:lnTo>
                    <a:pt x="1781618" y="182282"/>
                  </a:lnTo>
                  <a:lnTo>
                    <a:pt x="1784752" y="177131"/>
                  </a:lnTo>
                  <a:lnTo>
                    <a:pt x="1787886" y="171979"/>
                  </a:lnTo>
                  <a:lnTo>
                    <a:pt x="1791020" y="168667"/>
                  </a:lnTo>
                  <a:lnTo>
                    <a:pt x="1794154" y="166010"/>
                  </a:lnTo>
                  <a:lnTo>
                    <a:pt x="1797288" y="163742"/>
                  </a:lnTo>
                  <a:lnTo>
                    <a:pt x="1800422" y="161473"/>
                  </a:lnTo>
                  <a:lnTo>
                    <a:pt x="1803556" y="159204"/>
                  </a:lnTo>
                  <a:lnTo>
                    <a:pt x="1806690" y="156936"/>
                  </a:lnTo>
                  <a:lnTo>
                    <a:pt x="1809824" y="154667"/>
                  </a:lnTo>
                  <a:lnTo>
                    <a:pt x="1812958" y="152398"/>
                  </a:lnTo>
                  <a:lnTo>
                    <a:pt x="1816092" y="150129"/>
                  </a:lnTo>
                  <a:lnTo>
                    <a:pt x="1819226" y="147860"/>
                  </a:lnTo>
                  <a:lnTo>
                    <a:pt x="1822360" y="146259"/>
                  </a:lnTo>
                  <a:lnTo>
                    <a:pt x="1825494" y="144658"/>
                  </a:lnTo>
                  <a:lnTo>
                    <a:pt x="1828628" y="144877"/>
                  </a:lnTo>
                  <a:lnTo>
                    <a:pt x="1831762" y="145768"/>
                  </a:lnTo>
                  <a:lnTo>
                    <a:pt x="1834896" y="146659"/>
                  </a:lnTo>
                  <a:lnTo>
                    <a:pt x="1838030" y="146882"/>
                  </a:lnTo>
                  <a:lnTo>
                    <a:pt x="1841164" y="146882"/>
                  </a:lnTo>
                  <a:lnTo>
                    <a:pt x="1844298" y="146882"/>
                  </a:lnTo>
                  <a:lnTo>
                    <a:pt x="1847432" y="146882"/>
                  </a:lnTo>
                  <a:lnTo>
                    <a:pt x="1850566" y="146881"/>
                  </a:lnTo>
                  <a:lnTo>
                    <a:pt x="1853700" y="147235"/>
                  </a:lnTo>
                  <a:lnTo>
                    <a:pt x="1856834" y="147588"/>
                  </a:lnTo>
                  <a:lnTo>
                    <a:pt x="1859968" y="147941"/>
                  </a:lnTo>
                  <a:lnTo>
                    <a:pt x="1863102" y="148295"/>
                  </a:lnTo>
                  <a:lnTo>
                    <a:pt x="1866236" y="148295"/>
                  </a:lnTo>
                  <a:lnTo>
                    <a:pt x="1869370" y="147719"/>
                  </a:lnTo>
                  <a:lnTo>
                    <a:pt x="1872504" y="147143"/>
                  </a:lnTo>
                  <a:lnTo>
                    <a:pt x="1875638" y="146789"/>
                  </a:lnTo>
                  <a:lnTo>
                    <a:pt x="1878772" y="147142"/>
                  </a:lnTo>
                  <a:lnTo>
                    <a:pt x="1881906" y="147495"/>
                  </a:lnTo>
                  <a:lnTo>
                    <a:pt x="1885040" y="147849"/>
                  </a:lnTo>
                  <a:lnTo>
                    <a:pt x="1888174" y="148425"/>
                  </a:lnTo>
                  <a:lnTo>
                    <a:pt x="1891308" y="149315"/>
                  </a:lnTo>
                  <a:lnTo>
                    <a:pt x="1894442" y="150206"/>
                  </a:lnTo>
                  <a:lnTo>
                    <a:pt x="1897576" y="150521"/>
                  </a:lnTo>
                  <a:lnTo>
                    <a:pt x="1900710" y="150521"/>
                  </a:lnTo>
                  <a:lnTo>
                    <a:pt x="1903844" y="152034"/>
                  </a:lnTo>
                  <a:lnTo>
                    <a:pt x="1906978" y="154541"/>
                  </a:lnTo>
                  <a:lnTo>
                    <a:pt x="1910112" y="157048"/>
                  </a:lnTo>
                  <a:lnTo>
                    <a:pt x="1913246" y="159928"/>
                  </a:lnTo>
                  <a:lnTo>
                    <a:pt x="1916380" y="162808"/>
                  </a:lnTo>
                  <a:lnTo>
                    <a:pt x="1919514" y="166060"/>
                  </a:lnTo>
                  <a:lnTo>
                    <a:pt x="1922648" y="168940"/>
                  </a:lnTo>
                  <a:lnTo>
                    <a:pt x="1925782" y="171506"/>
                  </a:lnTo>
                  <a:lnTo>
                    <a:pt x="1928916" y="174071"/>
                  </a:lnTo>
                  <a:lnTo>
                    <a:pt x="1932050" y="176637"/>
                  </a:lnTo>
                  <a:lnTo>
                    <a:pt x="1935184" y="179516"/>
                  </a:lnTo>
                  <a:lnTo>
                    <a:pt x="1938318" y="182082"/>
                  </a:lnTo>
                  <a:lnTo>
                    <a:pt x="1941452" y="186620"/>
                  </a:lnTo>
                  <a:lnTo>
                    <a:pt x="1944586" y="192662"/>
                  </a:lnTo>
                  <a:lnTo>
                    <a:pt x="1947720" y="198704"/>
                  </a:lnTo>
                  <a:lnTo>
                    <a:pt x="1950854" y="202907"/>
                  </a:lnTo>
                  <a:lnTo>
                    <a:pt x="1953988" y="206141"/>
                  </a:lnTo>
                  <a:lnTo>
                    <a:pt x="1957122" y="209374"/>
                  </a:lnTo>
                  <a:lnTo>
                    <a:pt x="1960256" y="212921"/>
                  </a:lnTo>
                  <a:lnTo>
                    <a:pt x="1963390" y="216468"/>
                  </a:lnTo>
                  <a:lnTo>
                    <a:pt x="1966524" y="220016"/>
                  </a:lnTo>
                  <a:lnTo>
                    <a:pt x="1969658" y="223936"/>
                  </a:lnTo>
                  <a:lnTo>
                    <a:pt x="1972792" y="227856"/>
                  </a:lnTo>
                  <a:lnTo>
                    <a:pt x="1975926" y="231777"/>
                  </a:lnTo>
                  <a:lnTo>
                    <a:pt x="1979060" y="235697"/>
                  </a:lnTo>
                  <a:lnTo>
                    <a:pt x="1982194" y="238577"/>
                  </a:lnTo>
                  <a:lnTo>
                    <a:pt x="1985328" y="241830"/>
                  </a:lnTo>
                  <a:lnTo>
                    <a:pt x="1988462" y="243262"/>
                  </a:lnTo>
                  <a:lnTo>
                    <a:pt x="1991596" y="243635"/>
                  </a:lnTo>
                  <a:lnTo>
                    <a:pt x="1994730" y="244007"/>
                  </a:lnTo>
                  <a:lnTo>
                    <a:pt x="1997864" y="245048"/>
                  </a:lnTo>
                  <a:lnTo>
                    <a:pt x="2000998" y="246089"/>
                  </a:lnTo>
                  <a:lnTo>
                    <a:pt x="2004132" y="247129"/>
                  </a:lnTo>
                  <a:lnTo>
                    <a:pt x="2007266" y="248170"/>
                  </a:lnTo>
                  <a:lnTo>
                    <a:pt x="2010400" y="249569"/>
                  </a:lnTo>
                  <a:lnTo>
                    <a:pt x="2013534" y="250616"/>
                  </a:lnTo>
                  <a:lnTo>
                    <a:pt x="2016668" y="251302"/>
                  </a:lnTo>
                  <a:lnTo>
                    <a:pt x="2019802" y="252349"/>
                  </a:lnTo>
                  <a:lnTo>
                    <a:pt x="2022936" y="253395"/>
                  </a:lnTo>
                  <a:lnTo>
                    <a:pt x="2026070" y="254441"/>
                  </a:lnTo>
                  <a:lnTo>
                    <a:pt x="2029204" y="256064"/>
                  </a:lnTo>
                  <a:lnTo>
                    <a:pt x="2032338" y="257327"/>
                  </a:lnTo>
                  <a:lnTo>
                    <a:pt x="2035472" y="257995"/>
                  </a:lnTo>
                  <a:lnTo>
                    <a:pt x="2038606" y="258309"/>
                  </a:lnTo>
                  <a:lnTo>
                    <a:pt x="2041740" y="258623"/>
                  </a:lnTo>
                  <a:lnTo>
                    <a:pt x="2044874" y="259311"/>
                  </a:lnTo>
                  <a:lnTo>
                    <a:pt x="2048008" y="259998"/>
                  </a:lnTo>
                  <a:lnTo>
                    <a:pt x="2051142" y="260371"/>
                  </a:lnTo>
                  <a:lnTo>
                    <a:pt x="2054276" y="260371"/>
                  </a:lnTo>
                  <a:lnTo>
                    <a:pt x="2057410" y="260371"/>
                  </a:lnTo>
                  <a:lnTo>
                    <a:pt x="2060544" y="261058"/>
                  </a:lnTo>
                  <a:lnTo>
                    <a:pt x="2063678" y="261745"/>
                  </a:lnTo>
                  <a:lnTo>
                    <a:pt x="2066812" y="261745"/>
                  </a:lnTo>
                  <a:lnTo>
                    <a:pt x="2069946" y="261745"/>
                  </a:lnTo>
                  <a:lnTo>
                    <a:pt x="2073080" y="261745"/>
                  </a:lnTo>
                  <a:lnTo>
                    <a:pt x="2076214" y="261745"/>
                  </a:lnTo>
                  <a:lnTo>
                    <a:pt x="2079348" y="261372"/>
                  </a:lnTo>
                  <a:lnTo>
                    <a:pt x="2082482" y="261372"/>
                  </a:lnTo>
                  <a:lnTo>
                    <a:pt x="2085616" y="262059"/>
                  </a:lnTo>
                  <a:lnTo>
                    <a:pt x="2088750" y="263665"/>
                  </a:lnTo>
                  <a:lnTo>
                    <a:pt x="2091884" y="265271"/>
                  </a:lnTo>
                  <a:lnTo>
                    <a:pt x="2095018" y="266563"/>
                  </a:lnTo>
                  <a:lnTo>
                    <a:pt x="2098152" y="268169"/>
                  </a:lnTo>
                  <a:lnTo>
                    <a:pt x="2101286" y="269461"/>
                  </a:lnTo>
                  <a:lnTo>
                    <a:pt x="2104420" y="270193"/>
                  </a:lnTo>
                  <a:lnTo>
                    <a:pt x="2107554" y="270925"/>
                  </a:lnTo>
                  <a:lnTo>
                    <a:pt x="2110688" y="271657"/>
                  </a:lnTo>
                  <a:lnTo>
                    <a:pt x="2113822" y="273263"/>
                  </a:lnTo>
                  <a:lnTo>
                    <a:pt x="2116956" y="274869"/>
                  </a:lnTo>
                  <a:lnTo>
                    <a:pt x="2120090" y="276160"/>
                  </a:lnTo>
                  <a:lnTo>
                    <a:pt x="2123224" y="277452"/>
                  </a:lnTo>
                  <a:lnTo>
                    <a:pt x="2126358" y="278743"/>
                  </a:lnTo>
                  <a:lnTo>
                    <a:pt x="2129492" y="279662"/>
                  </a:lnTo>
                  <a:lnTo>
                    <a:pt x="2132626" y="280581"/>
                  </a:lnTo>
                  <a:lnTo>
                    <a:pt x="2135760" y="280940"/>
                  </a:lnTo>
                  <a:lnTo>
                    <a:pt x="2138894" y="280940"/>
                  </a:lnTo>
                  <a:lnTo>
                    <a:pt x="2142028" y="281313"/>
                  </a:lnTo>
                  <a:lnTo>
                    <a:pt x="2145162" y="281313"/>
                  </a:lnTo>
                  <a:lnTo>
                    <a:pt x="2148296" y="281313"/>
                  </a:lnTo>
                  <a:lnTo>
                    <a:pt x="2151430" y="281313"/>
                  </a:lnTo>
                  <a:lnTo>
                    <a:pt x="2154564" y="280626"/>
                  </a:lnTo>
                  <a:lnTo>
                    <a:pt x="2157698" y="279939"/>
                  </a:lnTo>
                  <a:lnTo>
                    <a:pt x="2160832" y="278898"/>
                  </a:lnTo>
                  <a:lnTo>
                    <a:pt x="2163966" y="277635"/>
                  </a:lnTo>
                  <a:lnTo>
                    <a:pt x="2167100" y="276371"/>
                  </a:lnTo>
                  <a:lnTo>
                    <a:pt x="2170234" y="274749"/>
                  </a:lnTo>
                  <a:lnTo>
                    <a:pt x="2173368" y="273126"/>
                  </a:lnTo>
                  <a:lnTo>
                    <a:pt x="2176502" y="271862"/>
                  </a:lnTo>
                  <a:lnTo>
                    <a:pt x="2179636" y="269852"/>
                  </a:lnTo>
                  <a:lnTo>
                    <a:pt x="2182770" y="267842"/>
                  </a:lnTo>
                  <a:lnTo>
                    <a:pt x="2185904" y="265831"/>
                  </a:lnTo>
                  <a:lnTo>
                    <a:pt x="2189038" y="264209"/>
                  </a:lnTo>
                  <a:lnTo>
                    <a:pt x="2192172" y="262945"/>
                  </a:lnTo>
                  <a:lnTo>
                    <a:pt x="2195306" y="262054"/>
                  </a:lnTo>
                  <a:lnTo>
                    <a:pt x="2198440" y="261163"/>
                  </a:lnTo>
                  <a:lnTo>
                    <a:pt x="2201574" y="260273"/>
                  </a:lnTo>
                  <a:lnTo>
                    <a:pt x="2204708" y="259010"/>
                  </a:lnTo>
                  <a:lnTo>
                    <a:pt x="2207842" y="257746"/>
                  </a:lnTo>
                  <a:lnTo>
                    <a:pt x="2210976" y="256482"/>
                  </a:lnTo>
                  <a:lnTo>
                    <a:pt x="2214110" y="255815"/>
                  </a:lnTo>
                  <a:lnTo>
                    <a:pt x="2217244" y="255147"/>
                  </a:lnTo>
                  <a:lnTo>
                    <a:pt x="2220378" y="254107"/>
                  </a:lnTo>
                  <a:lnTo>
                    <a:pt x="2223512" y="253066"/>
                  </a:lnTo>
                  <a:lnTo>
                    <a:pt x="2226646" y="252398"/>
                  </a:lnTo>
                  <a:lnTo>
                    <a:pt x="2229780" y="251730"/>
                  </a:lnTo>
                  <a:lnTo>
                    <a:pt x="2232914" y="251062"/>
                  </a:lnTo>
                  <a:lnTo>
                    <a:pt x="2236048" y="250172"/>
                  </a:lnTo>
                  <a:lnTo>
                    <a:pt x="2239182" y="249281"/>
                  </a:lnTo>
                  <a:lnTo>
                    <a:pt x="2242316" y="248390"/>
                  </a:lnTo>
                  <a:lnTo>
                    <a:pt x="2245450" y="247127"/>
                  </a:lnTo>
                  <a:lnTo>
                    <a:pt x="2248584" y="244945"/>
                  </a:lnTo>
                  <a:lnTo>
                    <a:pt x="2251718" y="242762"/>
                  </a:lnTo>
                  <a:lnTo>
                    <a:pt x="2254852" y="240580"/>
                  </a:lnTo>
                  <a:lnTo>
                    <a:pt x="2257986" y="238397"/>
                  </a:lnTo>
                  <a:lnTo>
                    <a:pt x="2261120" y="235827"/>
                  </a:lnTo>
                  <a:lnTo>
                    <a:pt x="2264254" y="233817"/>
                  </a:lnTo>
                  <a:lnTo>
                    <a:pt x="2267388" y="231806"/>
                  </a:lnTo>
                  <a:lnTo>
                    <a:pt x="2270522" y="229795"/>
                  </a:lnTo>
                  <a:lnTo>
                    <a:pt x="2273656" y="227225"/>
                  </a:lnTo>
                  <a:lnTo>
                    <a:pt x="2276790" y="225043"/>
                  </a:lnTo>
                  <a:lnTo>
                    <a:pt x="2279924" y="222860"/>
                  </a:lnTo>
                  <a:lnTo>
                    <a:pt x="2283058" y="220678"/>
                  </a:lnTo>
                  <a:lnTo>
                    <a:pt x="2286192" y="218496"/>
                  </a:lnTo>
                  <a:lnTo>
                    <a:pt x="2289326" y="216313"/>
                  </a:lnTo>
                  <a:lnTo>
                    <a:pt x="2292460" y="214131"/>
                  </a:lnTo>
                  <a:lnTo>
                    <a:pt x="2295594" y="212509"/>
                  </a:lnTo>
                  <a:lnTo>
                    <a:pt x="2298728" y="211468"/>
                  </a:lnTo>
                  <a:lnTo>
                    <a:pt x="2301862" y="210428"/>
                  </a:lnTo>
                  <a:lnTo>
                    <a:pt x="2304996" y="209387"/>
                  </a:lnTo>
                  <a:lnTo>
                    <a:pt x="2308130" y="208700"/>
                  </a:lnTo>
                  <a:lnTo>
                    <a:pt x="2311264" y="208013"/>
                  </a:lnTo>
                  <a:lnTo>
                    <a:pt x="2314398" y="208014"/>
                  </a:lnTo>
                  <a:lnTo>
                    <a:pt x="2317532" y="208014"/>
                  </a:lnTo>
                  <a:lnTo>
                    <a:pt x="2320666" y="208681"/>
                  </a:lnTo>
                  <a:lnTo>
                    <a:pt x="2323800" y="209572"/>
                  </a:lnTo>
                  <a:lnTo>
                    <a:pt x="2326934" y="210463"/>
                  </a:lnTo>
                  <a:lnTo>
                    <a:pt x="2330068" y="211726"/>
                  </a:lnTo>
                  <a:lnTo>
                    <a:pt x="2333202" y="212990"/>
                  </a:lnTo>
                  <a:lnTo>
                    <a:pt x="2336336" y="214253"/>
                  </a:lnTo>
                  <a:lnTo>
                    <a:pt x="2339470" y="215905"/>
                  </a:lnTo>
                  <a:lnTo>
                    <a:pt x="2342604" y="217556"/>
                  </a:lnTo>
                  <a:lnTo>
                    <a:pt x="2345738" y="218834"/>
                  </a:lnTo>
                  <a:lnTo>
                    <a:pt x="2348872" y="219725"/>
                  </a:lnTo>
                  <a:lnTo>
                    <a:pt x="2352006" y="220616"/>
                  </a:lnTo>
                  <a:lnTo>
                    <a:pt x="2355140" y="221192"/>
                  </a:lnTo>
                  <a:lnTo>
                    <a:pt x="2358274" y="221768"/>
                  </a:lnTo>
                  <a:lnTo>
                    <a:pt x="2361408" y="222345"/>
                  </a:lnTo>
                  <a:lnTo>
                    <a:pt x="2364542" y="223235"/>
                  </a:lnTo>
                  <a:lnTo>
                    <a:pt x="2367676" y="223812"/>
                  </a:lnTo>
                  <a:lnTo>
                    <a:pt x="2370810" y="224388"/>
                  </a:lnTo>
                  <a:lnTo>
                    <a:pt x="2373944" y="224741"/>
                  </a:lnTo>
                  <a:lnTo>
                    <a:pt x="2377078" y="224741"/>
                  </a:lnTo>
                  <a:lnTo>
                    <a:pt x="2380212" y="224741"/>
                  </a:lnTo>
                  <a:lnTo>
                    <a:pt x="2383346" y="224741"/>
                  </a:lnTo>
                  <a:lnTo>
                    <a:pt x="2386480" y="224741"/>
                  </a:lnTo>
                  <a:lnTo>
                    <a:pt x="2389614" y="224741"/>
                  </a:lnTo>
                  <a:lnTo>
                    <a:pt x="2392748" y="224741"/>
                  </a:lnTo>
                  <a:lnTo>
                    <a:pt x="2395882" y="224964"/>
                  </a:lnTo>
                  <a:lnTo>
                    <a:pt x="2399016" y="225187"/>
                  </a:lnTo>
                  <a:lnTo>
                    <a:pt x="2402150" y="225410"/>
                  </a:lnTo>
                  <a:lnTo>
                    <a:pt x="2405284" y="225633"/>
                  </a:lnTo>
                  <a:lnTo>
                    <a:pt x="2408418" y="225855"/>
                  </a:lnTo>
                  <a:lnTo>
                    <a:pt x="2411552" y="225855"/>
                  </a:lnTo>
                  <a:lnTo>
                    <a:pt x="2414686" y="225855"/>
                  </a:lnTo>
                  <a:lnTo>
                    <a:pt x="2417820" y="225467"/>
                  </a:lnTo>
                  <a:lnTo>
                    <a:pt x="2420954" y="225467"/>
                  </a:lnTo>
                  <a:lnTo>
                    <a:pt x="2424088" y="225467"/>
                  </a:lnTo>
                  <a:lnTo>
                    <a:pt x="2427222" y="225467"/>
                  </a:lnTo>
                  <a:lnTo>
                    <a:pt x="2430356" y="225467"/>
                  </a:lnTo>
                  <a:lnTo>
                    <a:pt x="2433490" y="225467"/>
                  </a:lnTo>
                  <a:lnTo>
                    <a:pt x="2436624" y="225079"/>
                  </a:lnTo>
                  <a:lnTo>
                    <a:pt x="2439758" y="224691"/>
                  </a:lnTo>
                  <a:lnTo>
                    <a:pt x="2442892" y="224303"/>
                  </a:lnTo>
                  <a:lnTo>
                    <a:pt x="2446026" y="223915"/>
                  </a:lnTo>
                  <a:lnTo>
                    <a:pt x="2449160" y="223527"/>
                  </a:lnTo>
                  <a:lnTo>
                    <a:pt x="2452294" y="223140"/>
                  </a:lnTo>
                  <a:lnTo>
                    <a:pt x="2455428" y="222752"/>
                  </a:lnTo>
                  <a:lnTo>
                    <a:pt x="2458562" y="222141"/>
                  </a:lnTo>
                  <a:lnTo>
                    <a:pt x="2461696" y="221530"/>
                  </a:lnTo>
                  <a:lnTo>
                    <a:pt x="2464830" y="220920"/>
                  </a:lnTo>
                  <a:lnTo>
                    <a:pt x="2467964" y="219956"/>
                  </a:lnTo>
                  <a:lnTo>
                    <a:pt x="2471098" y="218991"/>
                  </a:lnTo>
                  <a:lnTo>
                    <a:pt x="2474232" y="218027"/>
                  </a:lnTo>
                  <a:lnTo>
                    <a:pt x="2477366" y="217063"/>
                  </a:lnTo>
                  <a:lnTo>
                    <a:pt x="2480500" y="215785"/>
                  </a:lnTo>
                  <a:lnTo>
                    <a:pt x="2483634" y="214507"/>
                  </a:lnTo>
                  <a:lnTo>
                    <a:pt x="2486768" y="213616"/>
                  </a:lnTo>
                  <a:lnTo>
                    <a:pt x="2489902" y="212353"/>
                  </a:lnTo>
                  <a:lnTo>
                    <a:pt x="2493036" y="211089"/>
                  </a:lnTo>
                  <a:lnTo>
                    <a:pt x="2496170" y="209826"/>
                  </a:lnTo>
                  <a:lnTo>
                    <a:pt x="2499304" y="208562"/>
                  </a:lnTo>
                  <a:lnTo>
                    <a:pt x="2502438" y="207298"/>
                  </a:lnTo>
                  <a:lnTo>
                    <a:pt x="2505572" y="206408"/>
                  </a:lnTo>
                  <a:lnTo>
                    <a:pt x="2508706" y="205517"/>
                  </a:lnTo>
                  <a:lnTo>
                    <a:pt x="2511840" y="204849"/>
                  </a:lnTo>
                  <a:lnTo>
                    <a:pt x="2514974" y="204495"/>
                  </a:lnTo>
                  <a:lnTo>
                    <a:pt x="2518108" y="204142"/>
                  </a:lnTo>
                  <a:lnTo>
                    <a:pt x="2521242" y="203788"/>
                  </a:lnTo>
                  <a:lnTo>
                    <a:pt x="2524376" y="203120"/>
                  </a:lnTo>
                  <a:lnTo>
                    <a:pt x="2527510" y="202767"/>
                  </a:lnTo>
                  <a:lnTo>
                    <a:pt x="2530644" y="202413"/>
                  </a:lnTo>
                  <a:lnTo>
                    <a:pt x="2533778" y="201837"/>
                  </a:lnTo>
                  <a:lnTo>
                    <a:pt x="2536912" y="201614"/>
                  </a:lnTo>
                  <a:lnTo>
                    <a:pt x="2540046" y="201614"/>
                  </a:lnTo>
                  <a:lnTo>
                    <a:pt x="2543180" y="201614"/>
                  </a:lnTo>
                  <a:lnTo>
                    <a:pt x="2546314" y="201967"/>
                  </a:lnTo>
                  <a:lnTo>
                    <a:pt x="2549448" y="202634"/>
                  </a:lnTo>
                  <a:lnTo>
                    <a:pt x="2552582" y="203302"/>
                  </a:lnTo>
                  <a:lnTo>
                    <a:pt x="2555716" y="203970"/>
                  </a:lnTo>
                  <a:lnTo>
                    <a:pt x="2558850" y="204323"/>
                  </a:lnTo>
                  <a:lnTo>
                    <a:pt x="2561984" y="204677"/>
                  </a:lnTo>
                  <a:lnTo>
                    <a:pt x="2565118" y="205030"/>
                  </a:lnTo>
                  <a:lnTo>
                    <a:pt x="2568252" y="205698"/>
                  </a:lnTo>
                  <a:lnTo>
                    <a:pt x="2571386" y="206961"/>
                  </a:lnTo>
                  <a:lnTo>
                    <a:pt x="2574520" y="208225"/>
                  </a:lnTo>
                  <a:lnTo>
                    <a:pt x="2577654" y="209876"/>
                  </a:lnTo>
                  <a:lnTo>
                    <a:pt x="2580788" y="211528"/>
                  </a:lnTo>
                  <a:lnTo>
                    <a:pt x="2583922" y="213179"/>
                  </a:lnTo>
                  <a:lnTo>
                    <a:pt x="2587056" y="214458"/>
                  </a:lnTo>
                  <a:lnTo>
                    <a:pt x="2590190" y="216109"/>
                  </a:lnTo>
                  <a:lnTo>
                    <a:pt x="2593324" y="217388"/>
                  </a:lnTo>
                  <a:lnTo>
                    <a:pt x="2596458" y="218353"/>
                  </a:lnTo>
                  <a:lnTo>
                    <a:pt x="2599592" y="219317"/>
                  </a:lnTo>
                  <a:lnTo>
                    <a:pt x="2602726" y="220281"/>
                  </a:lnTo>
                  <a:lnTo>
                    <a:pt x="2605860" y="221246"/>
                  </a:lnTo>
                  <a:lnTo>
                    <a:pt x="2608994" y="222210"/>
                  </a:lnTo>
                  <a:lnTo>
                    <a:pt x="2612128" y="223175"/>
                  </a:lnTo>
                  <a:lnTo>
                    <a:pt x="2615262" y="224139"/>
                  </a:lnTo>
                  <a:lnTo>
                    <a:pt x="2618396" y="225104"/>
                  </a:lnTo>
                  <a:lnTo>
                    <a:pt x="2621530" y="226068"/>
                  </a:lnTo>
                  <a:lnTo>
                    <a:pt x="2624664" y="227032"/>
                  </a:lnTo>
                  <a:lnTo>
                    <a:pt x="2627798" y="227997"/>
                  </a:lnTo>
                  <a:lnTo>
                    <a:pt x="2630932" y="228961"/>
                  </a:lnTo>
                  <a:lnTo>
                    <a:pt x="2634066" y="229925"/>
                  </a:lnTo>
                  <a:lnTo>
                    <a:pt x="2637200" y="230536"/>
                  </a:lnTo>
                  <a:lnTo>
                    <a:pt x="2640334" y="231146"/>
                  </a:lnTo>
                  <a:lnTo>
                    <a:pt x="2643468" y="231757"/>
                  </a:lnTo>
                  <a:lnTo>
                    <a:pt x="2646602" y="231980"/>
                  </a:lnTo>
                  <a:lnTo>
                    <a:pt x="2649736" y="232556"/>
                  </a:lnTo>
                  <a:lnTo>
                    <a:pt x="2652870" y="233132"/>
                  </a:lnTo>
                  <a:lnTo>
                    <a:pt x="2656004" y="233709"/>
                  </a:lnTo>
                  <a:lnTo>
                    <a:pt x="2659138" y="234285"/>
                  </a:lnTo>
                  <a:lnTo>
                    <a:pt x="2662272" y="234507"/>
                  </a:lnTo>
                  <a:lnTo>
                    <a:pt x="2665406" y="234507"/>
                  </a:lnTo>
                  <a:lnTo>
                    <a:pt x="2668540" y="234507"/>
                  </a:lnTo>
                  <a:lnTo>
                    <a:pt x="2671674" y="234284"/>
                  </a:lnTo>
                  <a:lnTo>
                    <a:pt x="2674808" y="234061"/>
                  </a:lnTo>
                  <a:lnTo>
                    <a:pt x="2677942" y="233838"/>
                  </a:lnTo>
                  <a:lnTo>
                    <a:pt x="2681076" y="233838"/>
                  </a:lnTo>
                  <a:lnTo>
                    <a:pt x="2684210" y="233838"/>
                  </a:lnTo>
                  <a:lnTo>
                    <a:pt x="2687344" y="233838"/>
                  </a:lnTo>
                  <a:lnTo>
                    <a:pt x="2690478" y="233838"/>
                  </a:lnTo>
                  <a:lnTo>
                    <a:pt x="2693612" y="234061"/>
                  </a:lnTo>
                  <a:lnTo>
                    <a:pt x="2696746" y="234061"/>
                  </a:lnTo>
                  <a:lnTo>
                    <a:pt x="2699880" y="233837"/>
                  </a:lnTo>
                  <a:lnTo>
                    <a:pt x="2703014" y="233614"/>
                  </a:lnTo>
                  <a:lnTo>
                    <a:pt x="2706148" y="233038"/>
                  </a:lnTo>
                  <a:lnTo>
                    <a:pt x="2709282" y="232147"/>
                  </a:lnTo>
                  <a:lnTo>
                    <a:pt x="2712416" y="231256"/>
                  </a:lnTo>
                  <a:lnTo>
                    <a:pt x="2715550" y="230366"/>
                  </a:lnTo>
                  <a:lnTo>
                    <a:pt x="2718684" y="229790"/>
                  </a:lnTo>
                  <a:lnTo>
                    <a:pt x="2721818" y="229436"/>
                  </a:lnTo>
                  <a:lnTo>
                    <a:pt x="2724952" y="229083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681121" y="5760402"/>
              <a:ext cx="6267997" cy="0"/>
            </a:xfrm>
            <a:custGeom>
              <a:avLst/>
              <a:pathLst>
                <a:path w="6267997" h="0">
                  <a:moveTo>
                    <a:pt x="0" y="0"/>
                  </a:moveTo>
                  <a:lnTo>
                    <a:pt x="6267997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681121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3248120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4815119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6382119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7949118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1"/>
            <p:cNvSpPr/>
            <p:nvPr/>
          </p:nvSpPr>
          <p:spPr>
            <a:xfrm>
              <a:off x="1293275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75960000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2860274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75970000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27273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75980000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994273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75990000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7561272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76000000</a:t>
              </a:r>
            </a:p>
          </p:txBody>
        </p:sp>
        <p:sp>
          <p:nvSpPr>
            <p:cNvPr id="37" name="pl36"/>
            <p:cNvSpPr/>
            <p:nvPr/>
          </p:nvSpPr>
          <p:spPr>
            <a:xfrm>
              <a:off x="1188720" y="4308724"/>
              <a:ext cx="0" cy="1320789"/>
            </a:xfrm>
            <a:custGeom>
              <a:avLst/>
              <a:pathLst>
                <a:path w="0" h="1320789">
                  <a:moveTo>
                    <a:pt x="0" y="132078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1097280" y="562951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1097280" y="529931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1097280" y="496911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1097280" y="463892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1097280" y="430872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2"/>
            <p:cNvSpPr/>
            <p:nvPr/>
          </p:nvSpPr>
          <p:spPr>
            <a:xfrm rot="-5400000">
              <a:off x="790447" y="557188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44" name="tx43"/>
            <p:cNvSpPr/>
            <p:nvPr/>
          </p:nvSpPr>
          <p:spPr>
            <a:xfrm rot="-5400000">
              <a:off x="790447" y="4911486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45" name="tx44"/>
            <p:cNvSpPr/>
            <p:nvPr/>
          </p:nvSpPr>
          <p:spPr>
            <a:xfrm rot="-5400000">
              <a:off x="790447" y="42510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7.0</a:t>
              </a:r>
            </a:p>
          </p:txBody>
        </p:sp>
        <p:sp>
          <p:nvSpPr>
            <p:cNvPr id="46" name="pg45"/>
            <p:cNvSpPr/>
            <p:nvPr/>
          </p:nvSpPr>
          <p:spPr>
            <a:xfrm>
              <a:off x="1188720" y="4009485"/>
              <a:ext cx="6766559" cy="1750917"/>
            </a:xfrm>
            <a:custGeom>
              <a:avLst/>
              <a:pathLst>
                <a:path w="6766559" h="1750917">
                  <a:moveTo>
                    <a:pt x="0" y="1750917"/>
                  </a:moveTo>
                  <a:lnTo>
                    <a:pt x="6766559" y="1750917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tx46"/>
            <p:cNvSpPr/>
            <p:nvPr/>
          </p:nvSpPr>
          <p:spPr>
            <a:xfrm>
              <a:off x="3805207" y="3826542"/>
              <a:ext cx="1533584" cy="1764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EB5_meso_cnt_n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4192897" y="6307858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49" name="pg48"/>
            <p:cNvSpPr/>
            <p:nvPr/>
          </p:nvSpPr>
          <p:spPr>
            <a:xfrm>
              <a:off x="1439333" y="5397566"/>
              <a:ext cx="6265333" cy="362836"/>
            </a:xfrm>
            <a:custGeom>
              <a:avLst/>
              <a:pathLst>
                <a:path w="6265333" h="362836">
                  <a:moveTo>
                    <a:pt x="0" y="263772"/>
                  </a:moveTo>
                  <a:lnTo>
                    <a:pt x="470" y="270974"/>
                  </a:lnTo>
                  <a:lnTo>
                    <a:pt x="3604" y="277108"/>
                  </a:lnTo>
                  <a:lnTo>
                    <a:pt x="6738" y="282168"/>
                  </a:lnTo>
                  <a:lnTo>
                    <a:pt x="9872" y="287542"/>
                  </a:lnTo>
                  <a:lnTo>
                    <a:pt x="13006" y="292544"/>
                  </a:lnTo>
                  <a:lnTo>
                    <a:pt x="16140" y="297918"/>
                  </a:lnTo>
                  <a:lnTo>
                    <a:pt x="19274" y="302209"/>
                  </a:lnTo>
                  <a:lnTo>
                    <a:pt x="22408" y="305462"/>
                  </a:lnTo>
                  <a:lnTo>
                    <a:pt x="25542" y="308714"/>
                  </a:lnTo>
                  <a:lnTo>
                    <a:pt x="28676" y="312326"/>
                  </a:lnTo>
                  <a:lnTo>
                    <a:pt x="31810" y="315938"/>
                  </a:lnTo>
                  <a:lnTo>
                    <a:pt x="34944" y="319190"/>
                  </a:lnTo>
                  <a:lnTo>
                    <a:pt x="38078" y="322443"/>
                  </a:lnTo>
                  <a:lnTo>
                    <a:pt x="41212" y="325695"/>
                  </a:lnTo>
                  <a:lnTo>
                    <a:pt x="44346" y="328208"/>
                  </a:lnTo>
                  <a:lnTo>
                    <a:pt x="47480" y="329254"/>
                  </a:lnTo>
                  <a:lnTo>
                    <a:pt x="50614" y="330860"/>
                  </a:lnTo>
                  <a:lnTo>
                    <a:pt x="53748" y="332466"/>
                  </a:lnTo>
                  <a:lnTo>
                    <a:pt x="56882" y="333512"/>
                  </a:lnTo>
                  <a:lnTo>
                    <a:pt x="60016" y="334912"/>
                  </a:lnTo>
                  <a:lnTo>
                    <a:pt x="63150" y="335952"/>
                  </a:lnTo>
                  <a:lnTo>
                    <a:pt x="66284" y="336993"/>
                  </a:lnTo>
                  <a:lnTo>
                    <a:pt x="69418" y="338034"/>
                  </a:lnTo>
                  <a:lnTo>
                    <a:pt x="72552" y="339074"/>
                  </a:lnTo>
                  <a:lnTo>
                    <a:pt x="75686" y="339389"/>
                  </a:lnTo>
                  <a:lnTo>
                    <a:pt x="78820" y="339389"/>
                  </a:lnTo>
                  <a:lnTo>
                    <a:pt x="81954" y="339389"/>
                  </a:lnTo>
                  <a:lnTo>
                    <a:pt x="85088" y="338702"/>
                  </a:lnTo>
                  <a:lnTo>
                    <a:pt x="88222" y="338014"/>
                  </a:lnTo>
                  <a:lnTo>
                    <a:pt x="91356" y="336974"/>
                  </a:lnTo>
                  <a:lnTo>
                    <a:pt x="94490" y="335351"/>
                  </a:lnTo>
                  <a:lnTo>
                    <a:pt x="97624" y="333340"/>
                  </a:lnTo>
                  <a:lnTo>
                    <a:pt x="100758" y="330770"/>
                  </a:lnTo>
                  <a:lnTo>
                    <a:pt x="103892" y="328200"/>
                  </a:lnTo>
                  <a:lnTo>
                    <a:pt x="107026" y="326018"/>
                  </a:lnTo>
                  <a:lnTo>
                    <a:pt x="110160" y="323835"/>
                  </a:lnTo>
                  <a:lnTo>
                    <a:pt x="113294" y="321653"/>
                  </a:lnTo>
                  <a:lnTo>
                    <a:pt x="116428" y="319471"/>
                  </a:lnTo>
                  <a:lnTo>
                    <a:pt x="119562" y="317288"/>
                  </a:lnTo>
                  <a:lnTo>
                    <a:pt x="122696" y="315106"/>
                  </a:lnTo>
                  <a:lnTo>
                    <a:pt x="125830" y="313483"/>
                  </a:lnTo>
                  <a:lnTo>
                    <a:pt x="128964" y="312220"/>
                  </a:lnTo>
                  <a:lnTo>
                    <a:pt x="132098" y="312220"/>
                  </a:lnTo>
                  <a:lnTo>
                    <a:pt x="135232" y="310158"/>
                  </a:lnTo>
                  <a:lnTo>
                    <a:pt x="138366" y="308011"/>
                  </a:lnTo>
                  <a:lnTo>
                    <a:pt x="141500" y="306177"/>
                  </a:lnTo>
                  <a:lnTo>
                    <a:pt x="144634" y="304904"/>
                  </a:lnTo>
                  <a:lnTo>
                    <a:pt x="147768" y="303630"/>
                  </a:lnTo>
                  <a:lnTo>
                    <a:pt x="150902" y="302797"/>
                  </a:lnTo>
                  <a:lnTo>
                    <a:pt x="154036" y="301524"/>
                  </a:lnTo>
                  <a:lnTo>
                    <a:pt x="157170" y="301005"/>
                  </a:lnTo>
                  <a:lnTo>
                    <a:pt x="160304" y="300172"/>
                  </a:lnTo>
                  <a:lnTo>
                    <a:pt x="163438" y="300048"/>
                  </a:lnTo>
                  <a:lnTo>
                    <a:pt x="166572" y="300237"/>
                  </a:lnTo>
                  <a:lnTo>
                    <a:pt x="169706" y="300810"/>
                  </a:lnTo>
                  <a:lnTo>
                    <a:pt x="172840" y="299362"/>
                  </a:lnTo>
                  <a:lnTo>
                    <a:pt x="175974" y="297068"/>
                  </a:lnTo>
                  <a:lnTo>
                    <a:pt x="179108" y="294075"/>
                  </a:lnTo>
                  <a:lnTo>
                    <a:pt x="182242" y="292794"/>
                  </a:lnTo>
                  <a:lnTo>
                    <a:pt x="185376" y="291588"/>
                  </a:lnTo>
                  <a:lnTo>
                    <a:pt x="188510" y="290024"/>
                  </a:lnTo>
                  <a:lnTo>
                    <a:pt x="191644" y="288459"/>
                  </a:lnTo>
                  <a:lnTo>
                    <a:pt x="194778" y="287253"/>
                  </a:lnTo>
                  <a:lnTo>
                    <a:pt x="197912" y="285292"/>
                  </a:lnTo>
                  <a:lnTo>
                    <a:pt x="201046" y="283332"/>
                  </a:lnTo>
                  <a:lnTo>
                    <a:pt x="204180" y="280093"/>
                  </a:lnTo>
                  <a:lnTo>
                    <a:pt x="207314" y="276854"/>
                  </a:lnTo>
                  <a:lnTo>
                    <a:pt x="210448" y="272235"/>
                  </a:lnTo>
                  <a:lnTo>
                    <a:pt x="213582" y="265255"/>
                  </a:lnTo>
                  <a:lnTo>
                    <a:pt x="216716" y="258481"/>
                  </a:lnTo>
                  <a:lnTo>
                    <a:pt x="219850" y="253452"/>
                  </a:lnTo>
                  <a:lnTo>
                    <a:pt x="222984" y="249309"/>
                  </a:lnTo>
                  <a:lnTo>
                    <a:pt x="226118" y="244778"/>
                  </a:lnTo>
                  <a:lnTo>
                    <a:pt x="229251" y="240246"/>
                  </a:lnTo>
                  <a:lnTo>
                    <a:pt x="232385" y="235715"/>
                  </a:lnTo>
                  <a:lnTo>
                    <a:pt x="235519" y="231557"/>
                  </a:lnTo>
                  <a:lnTo>
                    <a:pt x="238653" y="227399"/>
                  </a:lnTo>
                  <a:lnTo>
                    <a:pt x="241787" y="223629"/>
                  </a:lnTo>
                  <a:lnTo>
                    <a:pt x="244921" y="219869"/>
                  </a:lnTo>
                  <a:lnTo>
                    <a:pt x="248055" y="214495"/>
                  </a:lnTo>
                  <a:lnTo>
                    <a:pt x="251189" y="209474"/>
                  </a:lnTo>
                  <a:lnTo>
                    <a:pt x="254323" y="204676"/>
                  </a:lnTo>
                  <a:lnTo>
                    <a:pt x="257457" y="200384"/>
                  </a:lnTo>
                  <a:lnTo>
                    <a:pt x="260591" y="198468"/>
                  </a:lnTo>
                  <a:lnTo>
                    <a:pt x="263725" y="196552"/>
                  </a:lnTo>
                  <a:lnTo>
                    <a:pt x="266859" y="194249"/>
                  </a:lnTo>
                  <a:lnTo>
                    <a:pt x="269993" y="191945"/>
                  </a:lnTo>
                  <a:lnTo>
                    <a:pt x="273127" y="190329"/>
                  </a:lnTo>
                  <a:lnTo>
                    <a:pt x="276261" y="188712"/>
                  </a:lnTo>
                  <a:lnTo>
                    <a:pt x="279395" y="187097"/>
                  </a:lnTo>
                  <a:lnTo>
                    <a:pt x="282529" y="185480"/>
                  </a:lnTo>
                  <a:lnTo>
                    <a:pt x="285663" y="184223"/>
                  </a:lnTo>
                  <a:lnTo>
                    <a:pt x="288797" y="182607"/>
                  </a:lnTo>
                  <a:lnTo>
                    <a:pt x="291931" y="180269"/>
                  </a:lnTo>
                  <a:lnTo>
                    <a:pt x="295065" y="182016"/>
                  </a:lnTo>
                  <a:lnTo>
                    <a:pt x="298199" y="183849"/>
                  </a:lnTo>
                  <a:lnTo>
                    <a:pt x="301333" y="185683"/>
                  </a:lnTo>
                  <a:lnTo>
                    <a:pt x="304467" y="186956"/>
                  </a:lnTo>
                  <a:lnTo>
                    <a:pt x="307601" y="188230"/>
                  </a:lnTo>
                  <a:lnTo>
                    <a:pt x="310735" y="188749"/>
                  </a:lnTo>
                  <a:lnTo>
                    <a:pt x="313869" y="190022"/>
                  </a:lnTo>
                  <a:lnTo>
                    <a:pt x="317003" y="190541"/>
                  </a:lnTo>
                  <a:lnTo>
                    <a:pt x="320137" y="188702"/>
                  </a:lnTo>
                  <a:lnTo>
                    <a:pt x="323271" y="185057"/>
                  </a:lnTo>
                  <a:lnTo>
                    <a:pt x="326405" y="181411"/>
                  </a:lnTo>
                  <a:lnTo>
                    <a:pt x="329539" y="177068"/>
                  </a:lnTo>
                  <a:lnTo>
                    <a:pt x="332673" y="174357"/>
                  </a:lnTo>
                  <a:lnTo>
                    <a:pt x="335807" y="172120"/>
                  </a:lnTo>
                  <a:lnTo>
                    <a:pt x="338941" y="170581"/>
                  </a:lnTo>
                  <a:lnTo>
                    <a:pt x="342075" y="167332"/>
                  </a:lnTo>
                  <a:lnTo>
                    <a:pt x="345209" y="164006"/>
                  </a:lnTo>
                  <a:lnTo>
                    <a:pt x="348343" y="160680"/>
                  </a:lnTo>
                  <a:lnTo>
                    <a:pt x="351477" y="157355"/>
                  </a:lnTo>
                  <a:lnTo>
                    <a:pt x="354611" y="154029"/>
                  </a:lnTo>
                  <a:lnTo>
                    <a:pt x="357745" y="151458"/>
                  </a:lnTo>
                  <a:lnTo>
                    <a:pt x="360879" y="148888"/>
                  </a:lnTo>
                  <a:lnTo>
                    <a:pt x="364013" y="147237"/>
                  </a:lnTo>
                  <a:lnTo>
                    <a:pt x="367147" y="147259"/>
                  </a:lnTo>
                  <a:lnTo>
                    <a:pt x="370281" y="149308"/>
                  </a:lnTo>
                  <a:lnTo>
                    <a:pt x="373415" y="150972"/>
                  </a:lnTo>
                  <a:lnTo>
                    <a:pt x="376549" y="152856"/>
                  </a:lnTo>
                  <a:lnTo>
                    <a:pt x="379683" y="152994"/>
                  </a:lnTo>
                  <a:lnTo>
                    <a:pt x="382817" y="152606"/>
                  </a:lnTo>
                  <a:lnTo>
                    <a:pt x="385951" y="152606"/>
                  </a:lnTo>
                  <a:lnTo>
                    <a:pt x="389085" y="152606"/>
                  </a:lnTo>
                  <a:lnTo>
                    <a:pt x="392219" y="152606"/>
                  </a:lnTo>
                  <a:lnTo>
                    <a:pt x="395353" y="152606"/>
                  </a:lnTo>
                  <a:lnTo>
                    <a:pt x="398487" y="152605"/>
                  </a:lnTo>
                  <a:lnTo>
                    <a:pt x="401621" y="152217"/>
                  </a:lnTo>
                  <a:lnTo>
                    <a:pt x="404755" y="152133"/>
                  </a:lnTo>
                  <a:lnTo>
                    <a:pt x="407889" y="153664"/>
                  </a:lnTo>
                  <a:lnTo>
                    <a:pt x="411023" y="155194"/>
                  </a:lnTo>
                  <a:lnTo>
                    <a:pt x="414157" y="156724"/>
                  </a:lnTo>
                  <a:lnTo>
                    <a:pt x="417291" y="158137"/>
                  </a:lnTo>
                  <a:lnTo>
                    <a:pt x="420425" y="159898"/>
                  </a:lnTo>
                  <a:lnTo>
                    <a:pt x="423559" y="161814"/>
                  </a:lnTo>
                  <a:lnTo>
                    <a:pt x="426693" y="163729"/>
                  </a:lnTo>
                  <a:lnTo>
                    <a:pt x="429827" y="165645"/>
                  </a:lnTo>
                  <a:lnTo>
                    <a:pt x="432961" y="166873"/>
                  </a:lnTo>
                  <a:lnTo>
                    <a:pt x="436095" y="168102"/>
                  </a:lnTo>
                  <a:lnTo>
                    <a:pt x="439229" y="169330"/>
                  </a:lnTo>
                  <a:lnTo>
                    <a:pt x="442363" y="170559"/>
                  </a:lnTo>
                  <a:lnTo>
                    <a:pt x="445497" y="171816"/>
                  </a:lnTo>
                  <a:lnTo>
                    <a:pt x="448631" y="173432"/>
                  </a:lnTo>
                  <a:lnTo>
                    <a:pt x="451765" y="174880"/>
                  </a:lnTo>
                  <a:lnTo>
                    <a:pt x="454899" y="174303"/>
                  </a:lnTo>
                  <a:lnTo>
                    <a:pt x="458033" y="173950"/>
                  </a:lnTo>
                  <a:lnTo>
                    <a:pt x="461167" y="173596"/>
                  </a:lnTo>
                  <a:lnTo>
                    <a:pt x="464301" y="173243"/>
                  </a:lnTo>
                  <a:lnTo>
                    <a:pt x="467435" y="173557"/>
                  </a:lnTo>
                  <a:lnTo>
                    <a:pt x="470569" y="173871"/>
                  </a:lnTo>
                  <a:lnTo>
                    <a:pt x="473703" y="174558"/>
                  </a:lnTo>
                  <a:lnTo>
                    <a:pt x="476837" y="175246"/>
                  </a:lnTo>
                  <a:lnTo>
                    <a:pt x="479971" y="178649"/>
                  </a:lnTo>
                  <a:lnTo>
                    <a:pt x="483105" y="183151"/>
                  </a:lnTo>
                  <a:lnTo>
                    <a:pt x="486239" y="187653"/>
                  </a:lnTo>
                  <a:lnTo>
                    <a:pt x="489373" y="192155"/>
                  </a:lnTo>
                  <a:lnTo>
                    <a:pt x="492507" y="196687"/>
                  </a:lnTo>
                  <a:lnTo>
                    <a:pt x="495641" y="201218"/>
                  </a:lnTo>
                  <a:lnTo>
                    <a:pt x="498775" y="203274"/>
                  </a:lnTo>
                  <a:lnTo>
                    <a:pt x="501909" y="204926"/>
                  </a:lnTo>
                  <a:lnTo>
                    <a:pt x="505043" y="204545"/>
                  </a:lnTo>
                  <a:lnTo>
                    <a:pt x="508177" y="203702"/>
                  </a:lnTo>
                  <a:lnTo>
                    <a:pt x="511311" y="203218"/>
                  </a:lnTo>
                  <a:lnTo>
                    <a:pt x="514445" y="200916"/>
                  </a:lnTo>
                  <a:lnTo>
                    <a:pt x="517579" y="198231"/>
                  </a:lnTo>
                  <a:lnTo>
                    <a:pt x="520713" y="195187"/>
                  </a:lnTo>
                  <a:lnTo>
                    <a:pt x="523847" y="192503"/>
                  </a:lnTo>
                  <a:lnTo>
                    <a:pt x="526981" y="187785"/>
                  </a:lnTo>
                  <a:lnTo>
                    <a:pt x="530115" y="181862"/>
                  </a:lnTo>
                  <a:lnTo>
                    <a:pt x="533249" y="179044"/>
                  </a:lnTo>
                  <a:lnTo>
                    <a:pt x="536383" y="176359"/>
                  </a:lnTo>
                  <a:lnTo>
                    <a:pt x="539517" y="173675"/>
                  </a:lnTo>
                  <a:lnTo>
                    <a:pt x="542651" y="171551"/>
                  </a:lnTo>
                  <a:lnTo>
                    <a:pt x="545785" y="170604"/>
                  </a:lnTo>
                  <a:lnTo>
                    <a:pt x="548919" y="169235"/>
                  </a:lnTo>
                  <a:lnTo>
                    <a:pt x="552053" y="169267"/>
                  </a:lnTo>
                  <a:lnTo>
                    <a:pt x="555187" y="170097"/>
                  </a:lnTo>
                  <a:lnTo>
                    <a:pt x="558321" y="170173"/>
                  </a:lnTo>
                  <a:lnTo>
                    <a:pt x="561455" y="169674"/>
                  </a:lnTo>
                  <a:lnTo>
                    <a:pt x="564589" y="169190"/>
                  </a:lnTo>
                  <a:lnTo>
                    <a:pt x="567723" y="168707"/>
                  </a:lnTo>
                  <a:lnTo>
                    <a:pt x="570857" y="168223"/>
                  </a:lnTo>
                  <a:lnTo>
                    <a:pt x="573991" y="166098"/>
                  </a:lnTo>
                  <a:lnTo>
                    <a:pt x="577125" y="163974"/>
                  </a:lnTo>
                  <a:lnTo>
                    <a:pt x="580259" y="159125"/>
                  </a:lnTo>
                  <a:lnTo>
                    <a:pt x="583393" y="154120"/>
                  </a:lnTo>
                  <a:lnTo>
                    <a:pt x="586527" y="148090"/>
                  </a:lnTo>
                  <a:lnTo>
                    <a:pt x="589661" y="141873"/>
                  </a:lnTo>
                  <a:lnTo>
                    <a:pt x="592795" y="135469"/>
                  </a:lnTo>
                  <a:lnTo>
                    <a:pt x="595929" y="130465"/>
                  </a:lnTo>
                  <a:lnTo>
                    <a:pt x="599063" y="125461"/>
                  </a:lnTo>
                  <a:lnTo>
                    <a:pt x="602197" y="121212"/>
                  </a:lnTo>
                  <a:lnTo>
                    <a:pt x="605331" y="116575"/>
                  </a:lnTo>
                  <a:lnTo>
                    <a:pt x="608465" y="113907"/>
                  </a:lnTo>
                  <a:lnTo>
                    <a:pt x="611599" y="111471"/>
                  </a:lnTo>
                  <a:lnTo>
                    <a:pt x="614733" y="109034"/>
                  </a:lnTo>
                  <a:lnTo>
                    <a:pt x="617867" y="106375"/>
                  </a:lnTo>
                  <a:lnTo>
                    <a:pt x="621001" y="99924"/>
                  </a:lnTo>
                  <a:lnTo>
                    <a:pt x="624135" y="93096"/>
                  </a:lnTo>
                  <a:lnTo>
                    <a:pt x="627269" y="85601"/>
                  </a:lnTo>
                  <a:lnTo>
                    <a:pt x="630403" y="78105"/>
                  </a:lnTo>
                  <a:lnTo>
                    <a:pt x="633537" y="71243"/>
                  </a:lnTo>
                  <a:lnTo>
                    <a:pt x="636671" y="64587"/>
                  </a:lnTo>
                  <a:lnTo>
                    <a:pt x="639805" y="57572"/>
                  </a:lnTo>
                  <a:lnTo>
                    <a:pt x="642939" y="50557"/>
                  </a:lnTo>
                  <a:lnTo>
                    <a:pt x="646073" y="43542"/>
                  </a:lnTo>
                  <a:lnTo>
                    <a:pt x="649207" y="35608"/>
                  </a:lnTo>
                  <a:lnTo>
                    <a:pt x="652341" y="26828"/>
                  </a:lnTo>
                  <a:lnTo>
                    <a:pt x="655475" y="17644"/>
                  </a:lnTo>
                  <a:lnTo>
                    <a:pt x="658609" y="10576"/>
                  </a:lnTo>
                  <a:lnTo>
                    <a:pt x="661743" y="4272"/>
                  </a:lnTo>
                  <a:lnTo>
                    <a:pt x="664877" y="0"/>
                  </a:lnTo>
                  <a:lnTo>
                    <a:pt x="668011" y="1968"/>
                  </a:lnTo>
                  <a:lnTo>
                    <a:pt x="671145" y="4103"/>
                  </a:lnTo>
                  <a:lnTo>
                    <a:pt x="674279" y="8057"/>
                  </a:lnTo>
                  <a:lnTo>
                    <a:pt x="677413" y="12752"/>
                  </a:lnTo>
                  <a:lnTo>
                    <a:pt x="680547" y="17806"/>
                  </a:lnTo>
                  <a:lnTo>
                    <a:pt x="683681" y="22500"/>
                  </a:lnTo>
                  <a:lnTo>
                    <a:pt x="686815" y="27555"/>
                  </a:lnTo>
                  <a:lnTo>
                    <a:pt x="689949" y="32250"/>
                  </a:lnTo>
                  <a:lnTo>
                    <a:pt x="693083" y="36586"/>
                  </a:lnTo>
                  <a:lnTo>
                    <a:pt x="696217" y="40921"/>
                  </a:lnTo>
                  <a:lnTo>
                    <a:pt x="699351" y="47290"/>
                  </a:lnTo>
                  <a:lnTo>
                    <a:pt x="702485" y="53946"/>
                  </a:lnTo>
                  <a:lnTo>
                    <a:pt x="705619" y="59424"/>
                  </a:lnTo>
                  <a:lnTo>
                    <a:pt x="708753" y="64952"/>
                  </a:lnTo>
                  <a:lnTo>
                    <a:pt x="711887" y="69078"/>
                  </a:lnTo>
                  <a:lnTo>
                    <a:pt x="715021" y="72406"/>
                  </a:lnTo>
                  <a:lnTo>
                    <a:pt x="718155" y="76862"/>
                  </a:lnTo>
                  <a:lnTo>
                    <a:pt x="721289" y="81892"/>
                  </a:lnTo>
                  <a:lnTo>
                    <a:pt x="724423" y="86220"/>
                  </a:lnTo>
                  <a:lnTo>
                    <a:pt x="727557" y="90862"/>
                  </a:lnTo>
                  <a:lnTo>
                    <a:pt x="730691" y="95505"/>
                  </a:lnTo>
                  <a:lnTo>
                    <a:pt x="733825" y="101787"/>
                  </a:lnTo>
                  <a:lnTo>
                    <a:pt x="736959" y="108070"/>
                  </a:lnTo>
                  <a:lnTo>
                    <a:pt x="740093" y="114726"/>
                  </a:lnTo>
                  <a:lnTo>
                    <a:pt x="743227" y="121382"/>
                  </a:lnTo>
                  <a:lnTo>
                    <a:pt x="746361" y="128690"/>
                  </a:lnTo>
                  <a:lnTo>
                    <a:pt x="749495" y="136186"/>
                  </a:lnTo>
                  <a:lnTo>
                    <a:pt x="752629" y="144241"/>
                  </a:lnTo>
                  <a:lnTo>
                    <a:pt x="755763" y="151256"/>
                  </a:lnTo>
                  <a:lnTo>
                    <a:pt x="758897" y="158271"/>
                  </a:lnTo>
                  <a:lnTo>
                    <a:pt x="762031" y="164171"/>
                  </a:lnTo>
                  <a:lnTo>
                    <a:pt x="765165" y="169699"/>
                  </a:lnTo>
                  <a:lnTo>
                    <a:pt x="768299" y="173257"/>
                  </a:lnTo>
                  <a:lnTo>
                    <a:pt x="771433" y="176584"/>
                  </a:lnTo>
                  <a:lnTo>
                    <a:pt x="774567" y="179597"/>
                  </a:lnTo>
                  <a:lnTo>
                    <a:pt x="777701" y="182924"/>
                  </a:lnTo>
                  <a:lnTo>
                    <a:pt x="780835" y="190416"/>
                  </a:lnTo>
                  <a:lnTo>
                    <a:pt x="783969" y="198285"/>
                  </a:lnTo>
                  <a:lnTo>
                    <a:pt x="787103" y="205780"/>
                  </a:lnTo>
                  <a:lnTo>
                    <a:pt x="790237" y="213276"/>
                  </a:lnTo>
                  <a:lnTo>
                    <a:pt x="793371" y="219766"/>
                  </a:lnTo>
                  <a:lnTo>
                    <a:pt x="796505" y="226048"/>
                  </a:lnTo>
                  <a:lnTo>
                    <a:pt x="799639" y="232017"/>
                  </a:lnTo>
                  <a:lnTo>
                    <a:pt x="802773" y="237632"/>
                  </a:lnTo>
                  <a:lnTo>
                    <a:pt x="805907" y="243247"/>
                  </a:lnTo>
                  <a:lnTo>
                    <a:pt x="809041" y="249781"/>
                  </a:lnTo>
                  <a:lnTo>
                    <a:pt x="812175" y="257521"/>
                  </a:lnTo>
                  <a:lnTo>
                    <a:pt x="815309" y="265664"/>
                  </a:lnTo>
                  <a:lnTo>
                    <a:pt x="818443" y="274166"/>
                  </a:lnTo>
                  <a:lnTo>
                    <a:pt x="821577" y="282309"/>
                  </a:lnTo>
                  <a:lnTo>
                    <a:pt x="824711" y="290229"/>
                  </a:lnTo>
                  <a:lnTo>
                    <a:pt x="827845" y="291984"/>
                  </a:lnTo>
                  <a:lnTo>
                    <a:pt x="830979" y="293212"/>
                  </a:lnTo>
                  <a:lnTo>
                    <a:pt x="834113" y="294441"/>
                  </a:lnTo>
                  <a:lnTo>
                    <a:pt x="837247" y="295310"/>
                  </a:lnTo>
                  <a:lnTo>
                    <a:pt x="840381" y="296179"/>
                  </a:lnTo>
                  <a:lnTo>
                    <a:pt x="843515" y="297048"/>
                  </a:lnTo>
                  <a:lnTo>
                    <a:pt x="846649" y="297918"/>
                  </a:lnTo>
                  <a:lnTo>
                    <a:pt x="849783" y="299146"/>
                  </a:lnTo>
                  <a:lnTo>
                    <a:pt x="852917" y="300374"/>
                  </a:lnTo>
                  <a:lnTo>
                    <a:pt x="856051" y="301603"/>
                  </a:lnTo>
                  <a:lnTo>
                    <a:pt x="859185" y="300798"/>
                  </a:lnTo>
                  <a:lnTo>
                    <a:pt x="862319" y="299147"/>
                  </a:lnTo>
                  <a:lnTo>
                    <a:pt x="865453" y="297495"/>
                  </a:lnTo>
                  <a:lnTo>
                    <a:pt x="868587" y="296216"/>
                  </a:lnTo>
                  <a:lnTo>
                    <a:pt x="871721" y="294938"/>
                  </a:lnTo>
                  <a:lnTo>
                    <a:pt x="874855" y="293659"/>
                  </a:lnTo>
                  <a:lnTo>
                    <a:pt x="877989" y="292008"/>
                  </a:lnTo>
                  <a:lnTo>
                    <a:pt x="881123" y="290357"/>
                  </a:lnTo>
                  <a:lnTo>
                    <a:pt x="884257" y="289393"/>
                  </a:lnTo>
                  <a:lnTo>
                    <a:pt x="887391" y="288114"/>
                  </a:lnTo>
                  <a:lnTo>
                    <a:pt x="890525" y="286836"/>
                  </a:lnTo>
                  <a:lnTo>
                    <a:pt x="893659" y="285558"/>
                  </a:lnTo>
                  <a:lnTo>
                    <a:pt x="896793" y="284279"/>
                  </a:lnTo>
                  <a:lnTo>
                    <a:pt x="899927" y="283016"/>
                  </a:lnTo>
                  <a:lnTo>
                    <a:pt x="903061" y="281752"/>
                  </a:lnTo>
                  <a:lnTo>
                    <a:pt x="906195" y="278962"/>
                  </a:lnTo>
                  <a:lnTo>
                    <a:pt x="909329" y="275768"/>
                  </a:lnTo>
                  <a:lnTo>
                    <a:pt x="912463" y="272201"/>
                  </a:lnTo>
                  <a:lnTo>
                    <a:pt x="915597" y="268275"/>
                  </a:lnTo>
                  <a:lnTo>
                    <a:pt x="918731" y="264349"/>
                  </a:lnTo>
                  <a:lnTo>
                    <a:pt x="921865" y="260782"/>
                  </a:lnTo>
                  <a:lnTo>
                    <a:pt x="924999" y="257587"/>
                  </a:lnTo>
                  <a:lnTo>
                    <a:pt x="928133" y="254393"/>
                  </a:lnTo>
                  <a:lnTo>
                    <a:pt x="931267" y="250543"/>
                  </a:lnTo>
                  <a:lnTo>
                    <a:pt x="934401" y="245483"/>
                  </a:lnTo>
                  <a:lnTo>
                    <a:pt x="937535" y="240109"/>
                  </a:lnTo>
                  <a:lnTo>
                    <a:pt x="940669" y="234362"/>
                  </a:lnTo>
                  <a:lnTo>
                    <a:pt x="943803" y="228615"/>
                  </a:lnTo>
                  <a:lnTo>
                    <a:pt x="946937" y="222926"/>
                  </a:lnTo>
                  <a:lnTo>
                    <a:pt x="950071" y="217237"/>
                  </a:lnTo>
                  <a:lnTo>
                    <a:pt x="953205" y="213294"/>
                  </a:lnTo>
                  <a:lnTo>
                    <a:pt x="956339" y="210099"/>
                  </a:lnTo>
                  <a:lnTo>
                    <a:pt x="959473" y="207219"/>
                  </a:lnTo>
                  <a:lnTo>
                    <a:pt x="962607" y="205008"/>
                  </a:lnTo>
                  <a:lnTo>
                    <a:pt x="965741" y="202796"/>
                  </a:lnTo>
                  <a:lnTo>
                    <a:pt x="968875" y="200583"/>
                  </a:lnTo>
                  <a:lnTo>
                    <a:pt x="972009" y="198744"/>
                  </a:lnTo>
                  <a:lnTo>
                    <a:pt x="975143" y="196905"/>
                  </a:lnTo>
                  <a:lnTo>
                    <a:pt x="978277" y="195745"/>
                  </a:lnTo>
                  <a:lnTo>
                    <a:pt x="981411" y="196412"/>
                  </a:lnTo>
                  <a:lnTo>
                    <a:pt x="984545" y="197303"/>
                  </a:lnTo>
                  <a:lnTo>
                    <a:pt x="987679" y="199314"/>
                  </a:lnTo>
                  <a:lnTo>
                    <a:pt x="990813" y="201324"/>
                  </a:lnTo>
                  <a:lnTo>
                    <a:pt x="993947" y="203895"/>
                  </a:lnTo>
                  <a:lnTo>
                    <a:pt x="997081" y="206465"/>
                  </a:lnTo>
                  <a:lnTo>
                    <a:pt x="1000215" y="209035"/>
                  </a:lnTo>
                  <a:lnTo>
                    <a:pt x="1003349" y="211605"/>
                  </a:lnTo>
                  <a:lnTo>
                    <a:pt x="1006483" y="214176"/>
                  </a:lnTo>
                  <a:lnTo>
                    <a:pt x="1009617" y="216746"/>
                  </a:lnTo>
                  <a:lnTo>
                    <a:pt x="1012751" y="219316"/>
                  </a:lnTo>
                  <a:lnTo>
                    <a:pt x="1015885" y="219965"/>
                  </a:lnTo>
                  <a:lnTo>
                    <a:pt x="1019019" y="219655"/>
                  </a:lnTo>
                  <a:lnTo>
                    <a:pt x="1022153" y="219347"/>
                  </a:lnTo>
                  <a:lnTo>
                    <a:pt x="1025287" y="219037"/>
                  </a:lnTo>
                  <a:lnTo>
                    <a:pt x="1028421" y="218728"/>
                  </a:lnTo>
                  <a:lnTo>
                    <a:pt x="1031555" y="219174"/>
                  </a:lnTo>
                  <a:lnTo>
                    <a:pt x="1034689" y="218864"/>
                  </a:lnTo>
                  <a:lnTo>
                    <a:pt x="1037823" y="218555"/>
                  </a:lnTo>
                  <a:lnTo>
                    <a:pt x="1040957" y="216956"/>
                  </a:lnTo>
                  <a:lnTo>
                    <a:pt x="1044091" y="214153"/>
                  </a:lnTo>
                  <a:lnTo>
                    <a:pt x="1047225" y="210789"/>
                  </a:lnTo>
                  <a:lnTo>
                    <a:pt x="1050359" y="207066"/>
                  </a:lnTo>
                  <a:lnTo>
                    <a:pt x="1053493" y="202970"/>
                  </a:lnTo>
                  <a:lnTo>
                    <a:pt x="1056627" y="199247"/>
                  </a:lnTo>
                  <a:lnTo>
                    <a:pt x="1059761" y="195137"/>
                  </a:lnTo>
                  <a:lnTo>
                    <a:pt x="1062895" y="192236"/>
                  </a:lnTo>
                  <a:lnTo>
                    <a:pt x="1066029" y="192146"/>
                  </a:lnTo>
                  <a:lnTo>
                    <a:pt x="1069163" y="192461"/>
                  </a:lnTo>
                  <a:lnTo>
                    <a:pt x="1072297" y="192775"/>
                  </a:lnTo>
                  <a:lnTo>
                    <a:pt x="1075431" y="193462"/>
                  </a:lnTo>
                  <a:lnTo>
                    <a:pt x="1078565" y="193462"/>
                  </a:lnTo>
                  <a:lnTo>
                    <a:pt x="1081699" y="193462"/>
                  </a:lnTo>
                  <a:lnTo>
                    <a:pt x="1084833" y="193462"/>
                  </a:lnTo>
                  <a:lnTo>
                    <a:pt x="1087967" y="194493"/>
                  </a:lnTo>
                  <a:lnTo>
                    <a:pt x="1091101" y="197675"/>
                  </a:lnTo>
                  <a:lnTo>
                    <a:pt x="1094235" y="202382"/>
                  </a:lnTo>
                  <a:lnTo>
                    <a:pt x="1097369" y="207088"/>
                  </a:lnTo>
                  <a:lnTo>
                    <a:pt x="1100503" y="211794"/>
                  </a:lnTo>
                  <a:lnTo>
                    <a:pt x="1103637" y="216278"/>
                  </a:lnTo>
                  <a:lnTo>
                    <a:pt x="1106771" y="221076"/>
                  </a:lnTo>
                  <a:lnTo>
                    <a:pt x="1109905" y="225874"/>
                  </a:lnTo>
                  <a:lnTo>
                    <a:pt x="1113039" y="228927"/>
                  </a:lnTo>
                  <a:lnTo>
                    <a:pt x="1116173" y="231230"/>
                  </a:lnTo>
                  <a:lnTo>
                    <a:pt x="1119307" y="233756"/>
                  </a:lnTo>
                  <a:lnTo>
                    <a:pt x="1122441" y="235746"/>
                  </a:lnTo>
                  <a:lnTo>
                    <a:pt x="1125575" y="237735"/>
                  </a:lnTo>
                  <a:lnTo>
                    <a:pt x="1128709" y="239724"/>
                  </a:lnTo>
                  <a:lnTo>
                    <a:pt x="1131843" y="241340"/>
                  </a:lnTo>
                  <a:lnTo>
                    <a:pt x="1134977" y="242956"/>
                  </a:lnTo>
                  <a:lnTo>
                    <a:pt x="1138111" y="243893"/>
                  </a:lnTo>
                  <a:lnTo>
                    <a:pt x="1141245" y="243003"/>
                  </a:lnTo>
                  <a:lnTo>
                    <a:pt x="1144379" y="242112"/>
                  </a:lnTo>
                  <a:lnTo>
                    <a:pt x="1147513" y="240712"/>
                  </a:lnTo>
                  <a:lnTo>
                    <a:pt x="1150647" y="239312"/>
                  </a:lnTo>
                  <a:lnTo>
                    <a:pt x="1153781" y="237353"/>
                  </a:lnTo>
                  <a:lnTo>
                    <a:pt x="1156915" y="235393"/>
                  </a:lnTo>
                  <a:lnTo>
                    <a:pt x="1160049" y="233434"/>
                  </a:lnTo>
                  <a:lnTo>
                    <a:pt x="1163183" y="231474"/>
                  </a:lnTo>
                  <a:lnTo>
                    <a:pt x="1166317" y="229292"/>
                  </a:lnTo>
                  <a:lnTo>
                    <a:pt x="1169451" y="227109"/>
                  </a:lnTo>
                  <a:lnTo>
                    <a:pt x="1172585" y="224927"/>
                  </a:lnTo>
                  <a:lnTo>
                    <a:pt x="1175719" y="224889"/>
                  </a:lnTo>
                  <a:lnTo>
                    <a:pt x="1178853" y="226163"/>
                  </a:lnTo>
                  <a:lnTo>
                    <a:pt x="1181987" y="227751"/>
                  </a:lnTo>
                  <a:lnTo>
                    <a:pt x="1185121" y="229340"/>
                  </a:lnTo>
                  <a:lnTo>
                    <a:pt x="1188255" y="230927"/>
                  </a:lnTo>
                  <a:lnTo>
                    <a:pt x="1191389" y="231760"/>
                  </a:lnTo>
                  <a:lnTo>
                    <a:pt x="1194523" y="233034"/>
                  </a:lnTo>
                  <a:lnTo>
                    <a:pt x="1197657" y="234622"/>
                  </a:lnTo>
                  <a:lnTo>
                    <a:pt x="1200791" y="237499"/>
                  </a:lnTo>
                  <a:lnTo>
                    <a:pt x="1203925" y="241955"/>
                  </a:lnTo>
                  <a:lnTo>
                    <a:pt x="1207059" y="247329"/>
                  </a:lnTo>
                  <a:lnTo>
                    <a:pt x="1210193" y="253062"/>
                  </a:lnTo>
                  <a:lnTo>
                    <a:pt x="1213327" y="259728"/>
                  </a:lnTo>
                  <a:lnTo>
                    <a:pt x="1216461" y="266021"/>
                  </a:lnTo>
                  <a:lnTo>
                    <a:pt x="1219595" y="272314"/>
                  </a:lnTo>
                  <a:lnTo>
                    <a:pt x="1222729" y="276837"/>
                  </a:lnTo>
                  <a:lnTo>
                    <a:pt x="1225863" y="281009"/>
                  </a:lnTo>
                  <a:lnTo>
                    <a:pt x="1228997" y="285180"/>
                  </a:lnTo>
                  <a:lnTo>
                    <a:pt x="1232131" y="289352"/>
                  </a:lnTo>
                  <a:lnTo>
                    <a:pt x="1235265" y="293151"/>
                  </a:lnTo>
                  <a:lnTo>
                    <a:pt x="1238399" y="297637"/>
                  </a:lnTo>
                  <a:lnTo>
                    <a:pt x="1241533" y="302122"/>
                  </a:lnTo>
                  <a:lnTo>
                    <a:pt x="1244667" y="306608"/>
                  </a:lnTo>
                  <a:lnTo>
                    <a:pt x="1247801" y="310063"/>
                  </a:lnTo>
                  <a:lnTo>
                    <a:pt x="1250935" y="312022"/>
                  </a:lnTo>
                  <a:lnTo>
                    <a:pt x="1254069" y="313422"/>
                  </a:lnTo>
                  <a:lnTo>
                    <a:pt x="1257203" y="315382"/>
                  </a:lnTo>
                  <a:lnTo>
                    <a:pt x="1260337" y="317341"/>
                  </a:lnTo>
                  <a:lnTo>
                    <a:pt x="1263471" y="319523"/>
                  </a:lnTo>
                  <a:lnTo>
                    <a:pt x="1266605" y="321705"/>
                  </a:lnTo>
                  <a:lnTo>
                    <a:pt x="1269739" y="323888"/>
                  </a:lnTo>
                  <a:lnTo>
                    <a:pt x="1272873" y="324778"/>
                  </a:lnTo>
                  <a:lnTo>
                    <a:pt x="1276007" y="325669"/>
                  </a:lnTo>
                  <a:lnTo>
                    <a:pt x="1279141" y="326022"/>
                  </a:lnTo>
                  <a:lnTo>
                    <a:pt x="1282275" y="326598"/>
                  </a:lnTo>
                  <a:lnTo>
                    <a:pt x="1285409" y="327175"/>
                  </a:lnTo>
                  <a:lnTo>
                    <a:pt x="1288543" y="327751"/>
                  </a:lnTo>
                  <a:lnTo>
                    <a:pt x="1291677" y="328328"/>
                  </a:lnTo>
                  <a:lnTo>
                    <a:pt x="1294811" y="328904"/>
                  </a:lnTo>
                  <a:lnTo>
                    <a:pt x="1297945" y="329127"/>
                  </a:lnTo>
                  <a:lnTo>
                    <a:pt x="1301079" y="329704"/>
                  </a:lnTo>
                  <a:lnTo>
                    <a:pt x="1304213" y="329703"/>
                  </a:lnTo>
                  <a:lnTo>
                    <a:pt x="1307347" y="329480"/>
                  </a:lnTo>
                  <a:lnTo>
                    <a:pt x="1310481" y="329257"/>
                  </a:lnTo>
                  <a:lnTo>
                    <a:pt x="1313615" y="329034"/>
                  </a:lnTo>
                  <a:lnTo>
                    <a:pt x="1316749" y="328811"/>
                  </a:lnTo>
                  <a:lnTo>
                    <a:pt x="1319883" y="328588"/>
                  </a:lnTo>
                  <a:lnTo>
                    <a:pt x="1323017" y="328366"/>
                  </a:lnTo>
                  <a:lnTo>
                    <a:pt x="1326151" y="328366"/>
                  </a:lnTo>
                  <a:lnTo>
                    <a:pt x="1329285" y="328588"/>
                  </a:lnTo>
                  <a:lnTo>
                    <a:pt x="1332419" y="328811"/>
                  </a:lnTo>
                  <a:lnTo>
                    <a:pt x="1335553" y="328811"/>
                  </a:lnTo>
                  <a:lnTo>
                    <a:pt x="1338687" y="328458"/>
                  </a:lnTo>
                  <a:lnTo>
                    <a:pt x="1341821" y="327790"/>
                  </a:lnTo>
                  <a:lnTo>
                    <a:pt x="1344955" y="327122"/>
                  </a:lnTo>
                  <a:lnTo>
                    <a:pt x="1348089" y="326232"/>
                  </a:lnTo>
                  <a:lnTo>
                    <a:pt x="1351223" y="325564"/>
                  </a:lnTo>
                  <a:lnTo>
                    <a:pt x="1354357" y="325211"/>
                  </a:lnTo>
                  <a:lnTo>
                    <a:pt x="1357491" y="324543"/>
                  </a:lnTo>
                  <a:lnTo>
                    <a:pt x="1360625" y="323875"/>
                  </a:lnTo>
                  <a:lnTo>
                    <a:pt x="1363759" y="323188"/>
                  </a:lnTo>
                  <a:lnTo>
                    <a:pt x="1366893" y="322141"/>
                  </a:lnTo>
                  <a:lnTo>
                    <a:pt x="1370027" y="321095"/>
                  </a:lnTo>
                  <a:lnTo>
                    <a:pt x="1373161" y="319489"/>
                  </a:lnTo>
                  <a:lnTo>
                    <a:pt x="1376295" y="317529"/>
                  </a:lnTo>
                  <a:lnTo>
                    <a:pt x="1379429" y="315570"/>
                  </a:lnTo>
                  <a:lnTo>
                    <a:pt x="1382563" y="314170"/>
                  </a:lnTo>
                  <a:lnTo>
                    <a:pt x="1385697" y="312211"/>
                  </a:lnTo>
                  <a:lnTo>
                    <a:pt x="1388831" y="310251"/>
                  </a:lnTo>
                  <a:lnTo>
                    <a:pt x="1391965" y="308292"/>
                  </a:lnTo>
                  <a:lnTo>
                    <a:pt x="1395099" y="306332"/>
                  </a:lnTo>
                  <a:lnTo>
                    <a:pt x="1398233" y="304150"/>
                  </a:lnTo>
                  <a:lnTo>
                    <a:pt x="1401367" y="301968"/>
                  </a:lnTo>
                  <a:lnTo>
                    <a:pt x="1404501" y="299785"/>
                  </a:lnTo>
                  <a:lnTo>
                    <a:pt x="1407635" y="297603"/>
                  </a:lnTo>
                  <a:lnTo>
                    <a:pt x="1410769" y="295033"/>
                  </a:lnTo>
                  <a:lnTo>
                    <a:pt x="1413903" y="293987"/>
                  </a:lnTo>
                  <a:lnTo>
                    <a:pt x="1417037" y="292381"/>
                  </a:lnTo>
                  <a:lnTo>
                    <a:pt x="1420171" y="290775"/>
                  </a:lnTo>
                  <a:lnTo>
                    <a:pt x="1423305" y="289169"/>
                  </a:lnTo>
                  <a:lnTo>
                    <a:pt x="1426439" y="287563"/>
                  </a:lnTo>
                  <a:lnTo>
                    <a:pt x="1429573" y="286272"/>
                  </a:lnTo>
                  <a:lnTo>
                    <a:pt x="1432707" y="286272"/>
                  </a:lnTo>
                  <a:lnTo>
                    <a:pt x="1435841" y="286272"/>
                  </a:lnTo>
                  <a:lnTo>
                    <a:pt x="1438975" y="286587"/>
                  </a:lnTo>
                  <a:lnTo>
                    <a:pt x="1442109" y="287274"/>
                  </a:lnTo>
                  <a:lnTo>
                    <a:pt x="1445243" y="287961"/>
                  </a:lnTo>
                  <a:lnTo>
                    <a:pt x="1448377" y="288648"/>
                  </a:lnTo>
                  <a:lnTo>
                    <a:pt x="1451511" y="289335"/>
                  </a:lnTo>
                  <a:lnTo>
                    <a:pt x="1454645" y="290022"/>
                  </a:lnTo>
                  <a:lnTo>
                    <a:pt x="1457779" y="291063"/>
                  </a:lnTo>
                  <a:lnTo>
                    <a:pt x="1460913" y="290710"/>
                  </a:lnTo>
                  <a:lnTo>
                    <a:pt x="1464047" y="290932"/>
                  </a:lnTo>
                  <a:lnTo>
                    <a:pt x="1467181" y="291156"/>
                  </a:lnTo>
                  <a:lnTo>
                    <a:pt x="1470315" y="291378"/>
                  </a:lnTo>
                  <a:lnTo>
                    <a:pt x="1473449" y="291955"/>
                  </a:lnTo>
                  <a:lnTo>
                    <a:pt x="1476583" y="292531"/>
                  </a:lnTo>
                  <a:lnTo>
                    <a:pt x="1479717" y="293107"/>
                  </a:lnTo>
                  <a:lnTo>
                    <a:pt x="1482851" y="293998"/>
                  </a:lnTo>
                  <a:lnTo>
                    <a:pt x="1485985" y="294889"/>
                  </a:lnTo>
                  <a:lnTo>
                    <a:pt x="1489119" y="295242"/>
                  </a:lnTo>
                  <a:lnTo>
                    <a:pt x="1492253" y="295596"/>
                  </a:lnTo>
                  <a:lnTo>
                    <a:pt x="1495387" y="295949"/>
                  </a:lnTo>
                  <a:lnTo>
                    <a:pt x="1498521" y="296302"/>
                  </a:lnTo>
                  <a:lnTo>
                    <a:pt x="1501655" y="296970"/>
                  </a:lnTo>
                  <a:lnTo>
                    <a:pt x="1504789" y="297637"/>
                  </a:lnTo>
                  <a:lnTo>
                    <a:pt x="1507923" y="298901"/>
                  </a:lnTo>
                  <a:lnTo>
                    <a:pt x="1511057" y="299942"/>
                  </a:lnTo>
                  <a:lnTo>
                    <a:pt x="1514191" y="300982"/>
                  </a:lnTo>
                  <a:lnTo>
                    <a:pt x="1517325" y="302382"/>
                  </a:lnTo>
                  <a:lnTo>
                    <a:pt x="1520459" y="303781"/>
                  </a:lnTo>
                  <a:lnTo>
                    <a:pt x="1523593" y="304469"/>
                  </a:lnTo>
                  <a:lnTo>
                    <a:pt x="1526727" y="305515"/>
                  </a:lnTo>
                  <a:lnTo>
                    <a:pt x="1529861" y="306202"/>
                  </a:lnTo>
                  <a:lnTo>
                    <a:pt x="1532995" y="306889"/>
                  </a:lnTo>
                  <a:lnTo>
                    <a:pt x="1536129" y="307930"/>
                  </a:lnTo>
                  <a:lnTo>
                    <a:pt x="1539263" y="308970"/>
                  </a:lnTo>
                  <a:lnTo>
                    <a:pt x="1542397" y="310011"/>
                  </a:lnTo>
                  <a:lnTo>
                    <a:pt x="1545531" y="311052"/>
                  </a:lnTo>
                  <a:lnTo>
                    <a:pt x="1548665" y="312093"/>
                  </a:lnTo>
                  <a:lnTo>
                    <a:pt x="1551799" y="313492"/>
                  </a:lnTo>
                  <a:lnTo>
                    <a:pt x="1554933" y="314892"/>
                  </a:lnTo>
                  <a:lnTo>
                    <a:pt x="1558067" y="316514"/>
                  </a:lnTo>
                  <a:lnTo>
                    <a:pt x="1561201" y="318137"/>
                  </a:lnTo>
                  <a:lnTo>
                    <a:pt x="1564335" y="319759"/>
                  </a:lnTo>
                  <a:lnTo>
                    <a:pt x="1567469" y="321022"/>
                  </a:lnTo>
                  <a:lnTo>
                    <a:pt x="1570603" y="322674"/>
                  </a:lnTo>
                  <a:lnTo>
                    <a:pt x="1573737" y="322988"/>
                  </a:lnTo>
                  <a:lnTo>
                    <a:pt x="1576871" y="323302"/>
                  </a:lnTo>
                  <a:lnTo>
                    <a:pt x="1580005" y="323617"/>
                  </a:lnTo>
                  <a:lnTo>
                    <a:pt x="1583139" y="323931"/>
                  </a:lnTo>
                  <a:lnTo>
                    <a:pt x="1586273" y="324245"/>
                  </a:lnTo>
                  <a:lnTo>
                    <a:pt x="1589407" y="324245"/>
                  </a:lnTo>
                  <a:lnTo>
                    <a:pt x="1592541" y="324245"/>
                  </a:lnTo>
                  <a:lnTo>
                    <a:pt x="1595675" y="323931"/>
                  </a:lnTo>
                  <a:lnTo>
                    <a:pt x="1598809" y="323617"/>
                  </a:lnTo>
                  <a:lnTo>
                    <a:pt x="1601943" y="322576"/>
                  </a:lnTo>
                  <a:lnTo>
                    <a:pt x="1605077" y="321536"/>
                  </a:lnTo>
                  <a:lnTo>
                    <a:pt x="1608211" y="320495"/>
                  </a:lnTo>
                  <a:lnTo>
                    <a:pt x="1611345" y="319232"/>
                  </a:lnTo>
                  <a:lnTo>
                    <a:pt x="1614479" y="317968"/>
                  </a:lnTo>
                  <a:lnTo>
                    <a:pt x="1617613" y="316705"/>
                  </a:lnTo>
                  <a:lnTo>
                    <a:pt x="1620747" y="316481"/>
                  </a:lnTo>
                  <a:lnTo>
                    <a:pt x="1623881" y="316259"/>
                  </a:lnTo>
                  <a:lnTo>
                    <a:pt x="1627015" y="316036"/>
                  </a:lnTo>
                  <a:lnTo>
                    <a:pt x="1630149" y="315813"/>
                  </a:lnTo>
                  <a:lnTo>
                    <a:pt x="1633283" y="315237"/>
                  </a:lnTo>
                  <a:lnTo>
                    <a:pt x="1636417" y="314660"/>
                  </a:lnTo>
                  <a:lnTo>
                    <a:pt x="1639551" y="314084"/>
                  </a:lnTo>
                  <a:lnTo>
                    <a:pt x="1642685" y="313193"/>
                  </a:lnTo>
                  <a:lnTo>
                    <a:pt x="1645819" y="311915"/>
                  </a:lnTo>
                  <a:lnTo>
                    <a:pt x="1648953" y="311339"/>
                  </a:lnTo>
                  <a:lnTo>
                    <a:pt x="1652087" y="310762"/>
                  </a:lnTo>
                  <a:lnTo>
                    <a:pt x="1655221" y="310409"/>
                  </a:lnTo>
                  <a:lnTo>
                    <a:pt x="1658355" y="310055"/>
                  </a:lnTo>
                  <a:lnTo>
                    <a:pt x="1661489" y="309387"/>
                  </a:lnTo>
                  <a:lnTo>
                    <a:pt x="1664623" y="308719"/>
                  </a:lnTo>
                  <a:lnTo>
                    <a:pt x="1667757" y="307679"/>
                  </a:lnTo>
                  <a:lnTo>
                    <a:pt x="1670891" y="306638"/>
                  </a:lnTo>
                  <a:lnTo>
                    <a:pt x="1674025" y="306265"/>
                  </a:lnTo>
                  <a:lnTo>
                    <a:pt x="1677159" y="306825"/>
                  </a:lnTo>
                  <a:lnTo>
                    <a:pt x="1680293" y="308141"/>
                  </a:lnTo>
                  <a:lnTo>
                    <a:pt x="1683427" y="308356"/>
                  </a:lnTo>
                  <a:lnTo>
                    <a:pt x="1686561" y="308713"/>
                  </a:lnTo>
                  <a:lnTo>
                    <a:pt x="1689695" y="311031"/>
                  </a:lnTo>
                  <a:lnTo>
                    <a:pt x="1692829" y="314061"/>
                  </a:lnTo>
                  <a:lnTo>
                    <a:pt x="1695963" y="318118"/>
                  </a:lnTo>
                  <a:lnTo>
                    <a:pt x="1699097" y="322472"/>
                  </a:lnTo>
                  <a:lnTo>
                    <a:pt x="1702231" y="329026"/>
                  </a:lnTo>
                  <a:lnTo>
                    <a:pt x="1705365" y="337366"/>
                  </a:lnTo>
                  <a:lnTo>
                    <a:pt x="1708499" y="346947"/>
                  </a:lnTo>
                  <a:lnTo>
                    <a:pt x="1711633" y="352764"/>
                  </a:lnTo>
                  <a:lnTo>
                    <a:pt x="1714767" y="358326"/>
                  </a:lnTo>
                  <a:lnTo>
                    <a:pt x="1717901" y="361852"/>
                  </a:lnTo>
                  <a:lnTo>
                    <a:pt x="1718822" y="362836"/>
                  </a:lnTo>
                  <a:lnTo>
                    <a:pt x="1850584" y="362836"/>
                  </a:lnTo>
                  <a:lnTo>
                    <a:pt x="1852663" y="359703"/>
                  </a:lnTo>
                  <a:lnTo>
                    <a:pt x="1855797" y="356005"/>
                  </a:lnTo>
                  <a:lnTo>
                    <a:pt x="1858931" y="351651"/>
                  </a:lnTo>
                  <a:lnTo>
                    <a:pt x="1862065" y="345456"/>
                  </a:lnTo>
                  <a:lnTo>
                    <a:pt x="1865199" y="337476"/>
                  </a:lnTo>
                  <a:lnTo>
                    <a:pt x="1868333" y="327894"/>
                  </a:lnTo>
                  <a:lnTo>
                    <a:pt x="1871467" y="321719"/>
                  </a:lnTo>
                  <a:lnTo>
                    <a:pt x="1874601" y="316156"/>
                  </a:lnTo>
                  <a:lnTo>
                    <a:pt x="1877735" y="312630"/>
                  </a:lnTo>
                  <a:lnTo>
                    <a:pt x="1880869" y="309281"/>
                  </a:lnTo>
                  <a:lnTo>
                    <a:pt x="1884003" y="307122"/>
                  </a:lnTo>
                  <a:lnTo>
                    <a:pt x="1887137" y="304141"/>
                  </a:lnTo>
                  <a:lnTo>
                    <a:pt x="1890271" y="300311"/>
                  </a:lnTo>
                  <a:lnTo>
                    <a:pt x="1893405" y="295755"/>
                  </a:lnTo>
                  <a:lnTo>
                    <a:pt x="1896539" y="290502"/>
                  </a:lnTo>
                  <a:lnTo>
                    <a:pt x="1899673" y="284658"/>
                  </a:lnTo>
                  <a:lnTo>
                    <a:pt x="1902807" y="278341"/>
                  </a:lnTo>
                  <a:lnTo>
                    <a:pt x="1905941" y="272352"/>
                  </a:lnTo>
                  <a:lnTo>
                    <a:pt x="1909075" y="267522"/>
                  </a:lnTo>
                  <a:lnTo>
                    <a:pt x="1912209" y="265053"/>
                  </a:lnTo>
                  <a:lnTo>
                    <a:pt x="1915343" y="263975"/>
                  </a:lnTo>
                  <a:lnTo>
                    <a:pt x="1918477" y="260459"/>
                  </a:lnTo>
                  <a:lnTo>
                    <a:pt x="1921611" y="259039"/>
                  </a:lnTo>
                  <a:lnTo>
                    <a:pt x="1924745" y="254578"/>
                  </a:lnTo>
                  <a:lnTo>
                    <a:pt x="1927879" y="249808"/>
                  </a:lnTo>
                  <a:lnTo>
                    <a:pt x="1931013" y="246898"/>
                  </a:lnTo>
                  <a:lnTo>
                    <a:pt x="1934147" y="242296"/>
                  </a:lnTo>
                  <a:lnTo>
                    <a:pt x="1937281" y="241268"/>
                  </a:lnTo>
                  <a:lnTo>
                    <a:pt x="1940415" y="241040"/>
                  </a:lnTo>
                  <a:lnTo>
                    <a:pt x="1943549" y="242212"/>
                  </a:lnTo>
                  <a:lnTo>
                    <a:pt x="1946683" y="243385"/>
                  </a:lnTo>
                  <a:lnTo>
                    <a:pt x="1949817" y="245563"/>
                  </a:lnTo>
                  <a:lnTo>
                    <a:pt x="1952951" y="248553"/>
                  </a:lnTo>
                  <a:lnTo>
                    <a:pt x="1956085" y="250523"/>
                  </a:lnTo>
                  <a:lnTo>
                    <a:pt x="1959219" y="250501"/>
                  </a:lnTo>
                  <a:lnTo>
                    <a:pt x="1962353" y="251531"/>
                  </a:lnTo>
                  <a:lnTo>
                    <a:pt x="1965487" y="254200"/>
                  </a:lnTo>
                  <a:lnTo>
                    <a:pt x="1968621" y="260483"/>
                  </a:lnTo>
                  <a:lnTo>
                    <a:pt x="1971755" y="266766"/>
                  </a:lnTo>
                  <a:lnTo>
                    <a:pt x="1974889" y="273049"/>
                  </a:lnTo>
                  <a:lnTo>
                    <a:pt x="1978023" y="279892"/>
                  </a:lnTo>
                  <a:lnTo>
                    <a:pt x="1981157" y="286734"/>
                  </a:lnTo>
                  <a:lnTo>
                    <a:pt x="1984291" y="293577"/>
                  </a:lnTo>
                  <a:lnTo>
                    <a:pt x="1987425" y="299679"/>
                  </a:lnTo>
                  <a:lnTo>
                    <a:pt x="1990559" y="304321"/>
                  </a:lnTo>
                  <a:lnTo>
                    <a:pt x="1993693" y="309336"/>
                  </a:lnTo>
                  <a:lnTo>
                    <a:pt x="1996827" y="314351"/>
                  </a:lnTo>
                  <a:lnTo>
                    <a:pt x="1999961" y="318208"/>
                  </a:lnTo>
                  <a:lnTo>
                    <a:pt x="2003095" y="321647"/>
                  </a:lnTo>
                  <a:lnTo>
                    <a:pt x="2006229" y="325282"/>
                  </a:lnTo>
                  <a:lnTo>
                    <a:pt x="2009363" y="329625"/>
                  </a:lnTo>
                  <a:lnTo>
                    <a:pt x="2012497" y="333699"/>
                  </a:lnTo>
                  <a:lnTo>
                    <a:pt x="2015631" y="333200"/>
                  </a:lnTo>
                  <a:lnTo>
                    <a:pt x="2018765" y="331239"/>
                  </a:lnTo>
                  <a:lnTo>
                    <a:pt x="2021899" y="329675"/>
                  </a:lnTo>
                  <a:lnTo>
                    <a:pt x="2025033" y="326574"/>
                  </a:lnTo>
                  <a:lnTo>
                    <a:pt x="2028167" y="323582"/>
                  </a:lnTo>
                  <a:lnTo>
                    <a:pt x="2031301" y="321287"/>
                  </a:lnTo>
                  <a:lnTo>
                    <a:pt x="2034435" y="318634"/>
                  </a:lnTo>
                  <a:lnTo>
                    <a:pt x="2037569" y="317033"/>
                  </a:lnTo>
                  <a:lnTo>
                    <a:pt x="2040703" y="314380"/>
                  </a:lnTo>
                  <a:lnTo>
                    <a:pt x="2043837" y="311167"/>
                  </a:lnTo>
                  <a:lnTo>
                    <a:pt x="2046971" y="307954"/>
                  </a:lnTo>
                  <a:lnTo>
                    <a:pt x="2050105" y="303986"/>
                  </a:lnTo>
                  <a:lnTo>
                    <a:pt x="2053239" y="300634"/>
                  </a:lnTo>
                  <a:lnTo>
                    <a:pt x="2056373" y="296575"/>
                  </a:lnTo>
                  <a:lnTo>
                    <a:pt x="2059507" y="291761"/>
                  </a:lnTo>
                  <a:lnTo>
                    <a:pt x="2062641" y="287782"/>
                  </a:lnTo>
                  <a:lnTo>
                    <a:pt x="2065775" y="286217"/>
                  </a:lnTo>
                  <a:lnTo>
                    <a:pt x="2068909" y="285012"/>
                  </a:lnTo>
                  <a:lnTo>
                    <a:pt x="2072043" y="285481"/>
                  </a:lnTo>
                  <a:lnTo>
                    <a:pt x="2075177" y="286400"/>
                  </a:lnTo>
                  <a:lnTo>
                    <a:pt x="2078311" y="286960"/>
                  </a:lnTo>
                  <a:lnTo>
                    <a:pt x="2081445" y="288634"/>
                  </a:lnTo>
                  <a:lnTo>
                    <a:pt x="2084579" y="289552"/>
                  </a:lnTo>
                  <a:lnTo>
                    <a:pt x="2087713" y="290472"/>
                  </a:lnTo>
                  <a:lnTo>
                    <a:pt x="2090847" y="292518"/>
                  </a:lnTo>
                  <a:lnTo>
                    <a:pt x="2093981" y="295234"/>
                  </a:lnTo>
                  <a:lnTo>
                    <a:pt x="2097115" y="298171"/>
                  </a:lnTo>
                  <a:lnTo>
                    <a:pt x="2100249" y="301109"/>
                  </a:lnTo>
                  <a:lnTo>
                    <a:pt x="2103383" y="304047"/>
                  </a:lnTo>
                  <a:lnTo>
                    <a:pt x="2106517" y="306985"/>
                  </a:lnTo>
                  <a:lnTo>
                    <a:pt x="2109651" y="309922"/>
                  </a:lnTo>
                  <a:lnTo>
                    <a:pt x="2112785" y="312860"/>
                  </a:lnTo>
                  <a:lnTo>
                    <a:pt x="2115919" y="315798"/>
                  </a:lnTo>
                  <a:lnTo>
                    <a:pt x="2119053" y="318736"/>
                  </a:lnTo>
                  <a:lnTo>
                    <a:pt x="2122187" y="320918"/>
                  </a:lnTo>
                  <a:lnTo>
                    <a:pt x="2125321" y="323100"/>
                  </a:lnTo>
                  <a:lnTo>
                    <a:pt x="2128455" y="323832"/>
                  </a:lnTo>
                  <a:lnTo>
                    <a:pt x="2131589" y="324564"/>
                  </a:lnTo>
                  <a:lnTo>
                    <a:pt x="2134723" y="325296"/>
                  </a:lnTo>
                  <a:lnTo>
                    <a:pt x="2137857" y="325669"/>
                  </a:lnTo>
                  <a:lnTo>
                    <a:pt x="2140991" y="325669"/>
                  </a:lnTo>
                  <a:lnTo>
                    <a:pt x="2144125" y="325355"/>
                  </a:lnTo>
                  <a:lnTo>
                    <a:pt x="2147259" y="325040"/>
                  </a:lnTo>
                  <a:lnTo>
                    <a:pt x="2150393" y="322115"/>
                  </a:lnTo>
                  <a:lnTo>
                    <a:pt x="2153527" y="318548"/>
                  </a:lnTo>
                  <a:lnTo>
                    <a:pt x="2156661" y="314981"/>
                  </a:lnTo>
                  <a:lnTo>
                    <a:pt x="2159795" y="310701"/>
                  </a:lnTo>
                  <a:lnTo>
                    <a:pt x="2162929" y="305639"/>
                  </a:lnTo>
                  <a:lnTo>
                    <a:pt x="2166063" y="300045"/>
                  </a:lnTo>
                  <a:lnTo>
                    <a:pt x="2169197" y="293742"/>
                  </a:lnTo>
                  <a:lnTo>
                    <a:pt x="2172331" y="287217"/>
                  </a:lnTo>
                  <a:lnTo>
                    <a:pt x="2175465" y="283214"/>
                  </a:lnTo>
                  <a:lnTo>
                    <a:pt x="2178599" y="281254"/>
                  </a:lnTo>
                  <a:lnTo>
                    <a:pt x="2181733" y="277628"/>
                  </a:lnTo>
                  <a:lnTo>
                    <a:pt x="2184867" y="274308"/>
                  </a:lnTo>
                  <a:lnTo>
                    <a:pt x="2188001" y="271239"/>
                  </a:lnTo>
                  <a:lnTo>
                    <a:pt x="2191135" y="267786"/>
                  </a:lnTo>
                  <a:lnTo>
                    <a:pt x="2194269" y="264333"/>
                  </a:lnTo>
                  <a:lnTo>
                    <a:pt x="2197403" y="262057"/>
                  </a:lnTo>
                  <a:lnTo>
                    <a:pt x="2200537" y="261099"/>
                  </a:lnTo>
                  <a:lnTo>
                    <a:pt x="2203671" y="260140"/>
                  </a:lnTo>
                  <a:lnTo>
                    <a:pt x="2206805" y="259555"/>
                  </a:lnTo>
                  <a:lnTo>
                    <a:pt x="2209939" y="258969"/>
                  </a:lnTo>
                  <a:lnTo>
                    <a:pt x="2213073" y="258709"/>
                  </a:lnTo>
                  <a:lnTo>
                    <a:pt x="2216207" y="259529"/>
                  </a:lnTo>
                  <a:lnTo>
                    <a:pt x="2219341" y="261464"/>
                  </a:lnTo>
                  <a:lnTo>
                    <a:pt x="2222475" y="262564"/>
                  </a:lnTo>
                  <a:lnTo>
                    <a:pt x="2225609" y="261248"/>
                  </a:lnTo>
                  <a:lnTo>
                    <a:pt x="2228743" y="260891"/>
                  </a:lnTo>
                  <a:lnTo>
                    <a:pt x="2231877" y="260423"/>
                  </a:lnTo>
                  <a:lnTo>
                    <a:pt x="2235011" y="259504"/>
                  </a:lnTo>
                  <a:lnTo>
                    <a:pt x="2238145" y="258212"/>
                  </a:lnTo>
                  <a:lnTo>
                    <a:pt x="2241279" y="256165"/>
                  </a:lnTo>
                  <a:lnTo>
                    <a:pt x="2244413" y="254874"/>
                  </a:lnTo>
                  <a:lnTo>
                    <a:pt x="2247547" y="253582"/>
                  </a:lnTo>
                  <a:lnTo>
                    <a:pt x="2250681" y="251908"/>
                  </a:lnTo>
                  <a:lnTo>
                    <a:pt x="2253815" y="249861"/>
                  </a:lnTo>
                  <a:lnTo>
                    <a:pt x="2256949" y="247813"/>
                  </a:lnTo>
                  <a:lnTo>
                    <a:pt x="2260083" y="245766"/>
                  </a:lnTo>
                  <a:lnTo>
                    <a:pt x="2263217" y="243405"/>
                  </a:lnTo>
                  <a:lnTo>
                    <a:pt x="2266351" y="240690"/>
                  </a:lnTo>
                  <a:lnTo>
                    <a:pt x="2269485" y="237975"/>
                  </a:lnTo>
                  <a:lnTo>
                    <a:pt x="2272619" y="235037"/>
                  </a:lnTo>
                  <a:lnTo>
                    <a:pt x="2275753" y="232099"/>
                  </a:lnTo>
                  <a:lnTo>
                    <a:pt x="2278887" y="229161"/>
                  </a:lnTo>
                  <a:lnTo>
                    <a:pt x="2282021" y="227202"/>
                  </a:lnTo>
                  <a:lnTo>
                    <a:pt x="2285155" y="225910"/>
                  </a:lnTo>
                  <a:lnTo>
                    <a:pt x="2288289" y="225178"/>
                  </a:lnTo>
                  <a:lnTo>
                    <a:pt x="2291423" y="224446"/>
                  </a:lnTo>
                  <a:lnTo>
                    <a:pt x="2294557" y="223714"/>
                  </a:lnTo>
                  <a:lnTo>
                    <a:pt x="2297691" y="223027"/>
                  </a:lnTo>
                  <a:lnTo>
                    <a:pt x="2300825" y="222713"/>
                  </a:lnTo>
                  <a:lnTo>
                    <a:pt x="2303959" y="223027"/>
                  </a:lnTo>
                  <a:lnTo>
                    <a:pt x="2307093" y="223714"/>
                  </a:lnTo>
                  <a:lnTo>
                    <a:pt x="2310227" y="227371"/>
                  </a:lnTo>
                  <a:lnTo>
                    <a:pt x="2313361" y="231298"/>
                  </a:lnTo>
                  <a:lnTo>
                    <a:pt x="2316495" y="235224"/>
                  </a:lnTo>
                  <a:lnTo>
                    <a:pt x="2319629" y="239503"/>
                  </a:lnTo>
                  <a:lnTo>
                    <a:pt x="2322763" y="244005"/>
                  </a:lnTo>
                  <a:lnTo>
                    <a:pt x="2325897" y="248284"/>
                  </a:lnTo>
                  <a:lnTo>
                    <a:pt x="2329031" y="252205"/>
                  </a:lnTo>
                  <a:lnTo>
                    <a:pt x="2332165" y="255661"/>
                  </a:lnTo>
                  <a:lnTo>
                    <a:pt x="2335299" y="259431"/>
                  </a:lnTo>
                  <a:lnTo>
                    <a:pt x="2338433" y="262979"/>
                  </a:lnTo>
                  <a:lnTo>
                    <a:pt x="2341567" y="267437"/>
                  </a:lnTo>
                  <a:lnTo>
                    <a:pt x="2344701" y="273126"/>
                  </a:lnTo>
                  <a:lnTo>
                    <a:pt x="2347835" y="278815"/>
                  </a:lnTo>
                  <a:lnTo>
                    <a:pt x="2350969" y="283875"/>
                  </a:lnTo>
                  <a:lnTo>
                    <a:pt x="2354103" y="288582"/>
                  </a:lnTo>
                  <a:lnTo>
                    <a:pt x="2357237" y="290836"/>
                  </a:lnTo>
                  <a:lnTo>
                    <a:pt x="2360371" y="292825"/>
                  </a:lnTo>
                  <a:lnTo>
                    <a:pt x="2363505" y="294814"/>
                  </a:lnTo>
                  <a:lnTo>
                    <a:pt x="2366639" y="296430"/>
                  </a:lnTo>
                  <a:lnTo>
                    <a:pt x="2369773" y="298046"/>
                  </a:lnTo>
                  <a:lnTo>
                    <a:pt x="2372907" y="300258"/>
                  </a:lnTo>
                  <a:lnTo>
                    <a:pt x="2376041" y="302097"/>
                  </a:lnTo>
                  <a:lnTo>
                    <a:pt x="2379175" y="303577"/>
                  </a:lnTo>
                  <a:lnTo>
                    <a:pt x="2382309" y="304834"/>
                  </a:lnTo>
                  <a:lnTo>
                    <a:pt x="2385443" y="306091"/>
                  </a:lnTo>
                  <a:lnTo>
                    <a:pt x="2388577" y="306613"/>
                  </a:lnTo>
                  <a:lnTo>
                    <a:pt x="2391711" y="305572"/>
                  </a:lnTo>
                  <a:lnTo>
                    <a:pt x="2394845" y="304532"/>
                  </a:lnTo>
                  <a:lnTo>
                    <a:pt x="2397979" y="303864"/>
                  </a:lnTo>
                  <a:lnTo>
                    <a:pt x="2401113" y="303197"/>
                  </a:lnTo>
                  <a:lnTo>
                    <a:pt x="2404247" y="302529"/>
                  </a:lnTo>
                  <a:lnTo>
                    <a:pt x="2407381" y="301861"/>
                  </a:lnTo>
                  <a:lnTo>
                    <a:pt x="2410515" y="300820"/>
                  </a:lnTo>
                  <a:lnTo>
                    <a:pt x="2413649" y="300152"/>
                  </a:lnTo>
                  <a:lnTo>
                    <a:pt x="2416783" y="299838"/>
                  </a:lnTo>
                  <a:lnTo>
                    <a:pt x="2419917" y="299170"/>
                  </a:lnTo>
                  <a:lnTo>
                    <a:pt x="2423051" y="298817"/>
                  </a:lnTo>
                  <a:lnTo>
                    <a:pt x="2426185" y="298817"/>
                  </a:lnTo>
                  <a:lnTo>
                    <a:pt x="2429319" y="298816"/>
                  </a:lnTo>
                  <a:lnTo>
                    <a:pt x="2432453" y="299040"/>
                  </a:lnTo>
                  <a:lnTo>
                    <a:pt x="2435587" y="299263"/>
                  </a:lnTo>
                  <a:lnTo>
                    <a:pt x="2438721" y="299485"/>
                  </a:lnTo>
                  <a:lnTo>
                    <a:pt x="2441855" y="299485"/>
                  </a:lnTo>
                  <a:lnTo>
                    <a:pt x="2444989" y="297820"/>
                  </a:lnTo>
                  <a:lnTo>
                    <a:pt x="2448123" y="294626"/>
                  </a:lnTo>
                  <a:lnTo>
                    <a:pt x="2451257" y="291746"/>
                  </a:lnTo>
                  <a:lnTo>
                    <a:pt x="2454391" y="289239"/>
                  </a:lnTo>
                  <a:lnTo>
                    <a:pt x="2457525" y="286242"/>
                  </a:lnTo>
                  <a:lnTo>
                    <a:pt x="2460659" y="281914"/>
                  </a:lnTo>
                  <a:lnTo>
                    <a:pt x="2463793" y="276913"/>
                  </a:lnTo>
                  <a:lnTo>
                    <a:pt x="2466927" y="271539"/>
                  </a:lnTo>
                  <a:lnTo>
                    <a:pt x="2470061" y="265817"/>
                  </a:lnTo>
                  <a:lnTo>
                    <a:pt x="2473195" y="258802"/>
                  </a:lnTo>
                  <a:lnTo>
                    <a:pt x="2476329" y="252543"/>
                  </a:lnTo>
                  <a:lnTo>
                    <a:pt x="2479463" y="246991"/>
                  </a:lnTo>
                  <a:lnTo>
                    <a:pt x="2482597" y="240332"/>
                  </a:lnTo>
                  <a:lnTo>
                    <a:pt x="2485731" y="232812"/>
                  </a:lnTo>
                  <a:lnTo>
                    <a:pt x="2488865" y="225651"/>
                  </a:lnTo>
                  <a:lnTo>
                    <a:pt x="2491998" y="220037"/>
                  </a:lnTo>
                  <a:lnTo>
                    <a:pt x="2495132" y="215217"/>
                  </a:lnTo>
                  <a:lnTo>
                    <a:pt x="2498266" y="210397"/>
                  </a:lnTo>
                  <a:lnTo>
                    <a:pt x="2501400" y="205578"/>
                  </a:lnTo>
                  <a:lnTo>
                    <a:pt x="2504534" y="201716"/>
                  </a:lnTo>
                  <a:lnTo>
                    <a:pt x="2507668" y="199097"/>
                  </a:lnTo>
                  <a:lnTo>
                    <a:pt x="2510802" y="196792"/>
                  </a:lnTo>
                  <a:lnTo>
                    <a:pt x="2513936" y="194840"/>
                  </a:lnTo>
                  <a:lnTo>
                    <a:pt x="2517070" y="193465"/>
                  </a:lnTo>
                  <a:lnTo>
                    <a:pt x="2520204" y="193523"/>
                  </a:lnTo>
                  <a:lnTo>
                    <a:pt x="2523338" y="193581"/>
                  </a:lnTo>
                  <a:lnTo>
                    <a:pt x="2526472" y="192324"/>
                  </a:lnTo>
                  <a:lnTo>
                    <a:pt x="2529606" y="193155"/>
                  </a:lnTo>
                  <a:lnTo>
                    <a:pt x="2532740" y="194555"/>
                  </a:lnTo>
                  <a:lnTo>
                    <a:pt x="2535874" y="195954"/>
                  </a:lnTo>
                  <a:lnTo>
                    <a:pt x="2539008" y="197354"/>
                  </a:lnTo>
                  <a:lnTo>
                    <a:pt x="2542142" y="196837"/>
                  </a:lnTo>
                  <a:lnTo>
                    <a:pt x="2545276" y="194848"/>
                  </a:lnTo>
                  <a:lnTo>
                    <a:pt x="2548410" y="193008"/>
                  </a:lnTo>
                  <a:lnTo>
                    <a:pt x="2551544" y="190796"/>
                  </a:lnTo>
                  <a:lnTo>
                    <a:pt x="2554678" y="188584"/>
                  </a:lnTo>
                  <a:lnTo>
                    <a:pt x="2557812" y="186372"/>
                  </a:lnTo>
                  <a:lnTo>
                    <a:pt x="2560946" y="184892"/>
                  </a:lnTo>
                  <a:lnTo>
                    <a:pt x="2564080" y="183316"/>
                  </a:lnTo>
                  <a:lnTo>
                    <a:pt x="2567214" y="179901"/>
                  </a:lnTo>
                  <a:lnTo>
                    <a:pt x="2570348" y="176486"/>
                  </a:lnTo>
                  <a:lnTo>
                    <a:pt x="2573482" y="173071"/>
                  </a:lnTo>
                  <a:lnTo>
                    <a:pt x="2576616" y="169303"/>
                  </a:lnTo>
                  <a:lnTo>
                    <a:pt x="2579750" y="165888"/>
                  </a:lnTo>
                  <a:lnTo>
                    <a:pt x="2582884" y="162473"/>
                  </a:lnTo>
                  <a:lnTo>
                    <a:pt x="2586018" y="159058"/>
                  </a:lnTo>
                  <a:lnTo>
                    <a:pt x="2589152" y="157855"/>
                  </a:lnTo>
                  <a:lnTo>
                    <a:pt x="2592286" y="157691"/>
                  </a:lnTo>
                  <a:lnTo>
                    <a:pt x="2595420" y="157526"/>
                  </a:lnTo>
                  <a:lnTo>
                    <a:pt x="2598554" y="158068"/>
                  </a:lnTo>
                  <a:lnTo>
                    <a:pt x="2601688" y="158611"/>
                  </a:lnTo>
                  <a:lnTo>
                    <a:pt x="2604822" y="160151"/>
                  </a:lnTo>
                  <a:lnTo>
                    <a:pt x="2607956" y="162513"/>
                  </a:lnTo>
                  <a:lnTo>
                    <a:pt x="2611090" y="164484"/>
                  </a:lnTo>
                  <a:lnTo>
                    <a:pt x="2614224" y="168283"/>
                  </a:lnTo>
                  <a:lnTo>
                    <a:pt x="2617358" y="172886"/>
                  </a:lnTo>
                  <a:lnTo>
                    <a:pt x="2620492" y="178820"/>
                  </a:lnTo>
                  <a:lnTo>
                    <a:pt x="2623626" y="185113"/>
                  </a:lnTo>
                  <a:lnTo>
                    <a:pt x="2626760" y="190847"/>
                  </a:lnTo>
                  <a:lnTo>
                    <a:pt x="2629894" y="196568"/>
                  </a:lnTo>
                  <a:lnTo>
                    <a:pt x="2633028" y="203583"/>
                  </a:lnTo>
                  <a:lnTo>
                    <a:pt x="2636162" y="209483"/>
                  </a:lnTo>
                  <a:lnTo>
                    <a:pt x="2639296" y="214303"/>
                  </a:lnTo>
                  <a:lnTo>
                    <a:pt x="2642430" y="219916"/>
                  </a:lnTo>
                  <a:lnTo>
                    <a:pt x="2645564" y="226037"/>
                  </a:lnTo>
                  <a:lnTo>
                    <a:pt x="2648698" y="231934"/>
                  </a:lnTo>
                  <a:lnTo>
                    <a:pt x="2651832" y="237195"/>
                  </a:lnTo>
                  <a:lnTo>
                    <a:pt x="2654966" y="241347"/>
                  </a:lnTo>
                  <a:lnTo>
                    <a:pt x="2658100" y="245853"/>
                  </a:lnTo>
                  <a:lnTo>
                    <a:pt x="2661234" y="250005"/>
                  </a:lnTo>
                  <a:lnTo>
                    <a:pt x="2664368" y="253199"/>
                  </a:lnTo>
                  <a:lnTo>
                    <a:pt x="2667502" y="255150"/>
                  </a:lnTo>
                  <a:lnTo>
                    <a:pt x="2670636" y="257102"/>
                  </a:lnTo>
                  <a:lnTo>
                    <a:pt x="2673770" y="259054"/>
                  </a:lnTo>
                  <a:lnTo>
                    <a:pt x="2676904" y="260652"/>
                  </a:lnTo>
                  <a:lnTo>
                    <a:pt x="2680038" y="260817"/>
                  </a:lnTo>
                  <a:lnTo>
                    <a:pt x="2683172" y="260982"/>
                  </a:lnTo>
                  <a:lnTo>
                    <a:pt x="2686306" y="262462"/>
                  </a:lnTo>
                  <a:lnTo>
                    <a:pt x="2689440" y="261853"/>
                  </a:lnTo>
                  <a:lnTo>
                    <a:pt x="2692574" y="260454"/>
                  </a:lnTo>
                  <a:lnTo>
                    <a:pt x="2695708" y="259722"/>
                  </a:lnTo>
                  <a:lnTo>
                    <a:pt x="2698842" y="258990"/>
                  </a:lnTo>
                  <a:lnTo>
                    <a:pt x="2701976" y="260770"/>
                  </a:lnTo>
                  <a:lnTo>
                    <a:pt x="2705110" y="264382"/>
                  </a:lnTo>
                  <a:lnTo>
                    <a:pt x="2708244" y="268180"/>
                  </a:lnTo>
                  <a:lnTo>
                    <a:pt x="2711378" y="273107"/>
                  </a:lnTo>
                  <a:lnTo>
                    <a:pt x="2714512" y="278035"/>
                  </a:lnTo>
                  <a:lnTo>
                    <a:pt x="2717646" y="285420"/>
                  </a:lnTo>
                  <a:lnTo>
                    <a:pt x="2720780" y="292074"/>
                  </a:lnTo>
                  <a:lnTo>
                    <a:pt x="2723914" y="298823"/>
                  </a:lnTo>
                  <a:lnTo>
                    <a:pt x="2727048" y="308263"/>
                  </a:lnTo>
                  <a:lnTo>
                    <a:pt x="2730182" y="314977"/>
                  </a:lnTo>
                  <a:lnTo>
                    <a:pt x="2733316" y="321692"/>
                  </a:lnTo>
                  <a:lnTo>
                    <a:pt x="2736450" y="326870"/>
                  </a:lnTo>
                  <a:lnTo>
                    <a:pt x="2739584" y="331090"/>
                  </a:lnTo>
                  <a:lnTo>
                    <a:pt x="2742718" y="335310"/>
                  </a:lnTo>
                  <a:lnTo>
                    <a:pt x="2745852" y="339530"/>
                  </a:lnTo>
                  <a:lnTo>
                    <a:pt x="2748986" y="340516"/>
                  </a:lnTo>
                  <a:lnTo>
                    <a:pt x="2752120" y="339286"/>
                  </a:lnTo>
                  <a:lnTo>
                    <a:pt x="2755254" y="337050"/>
                  </a:lnTo>
                  <a:lnTo>
                    <a:pt x="2758388" y="334106"/>
                  </a:lnTo>
                  <a:lnTo>
                    <a:pt x="2761522" y="331163"/>
                  </a:lnTo>
                  <a:lnTo>
                    <a:pt x="2764656" y="326468"/>
                  </a:lnTo>
                  <a:lnTo>
                    <a:pt x="2767790" y="321261"/>
                  </a:lnTo>
                  <a:lnTo>
                    <a:pt x="2770924" y="315382"/>
                  </a:lnTo>
                  <a:lnTo>
                    <a:pt x="2774058" y="307395"/>
                  </a:lnTo>
                  <a:lnTo>
                    <a:pt x="2777192" y="301284"/>
                  </a:lnTo>
                  <a:lnTo>
                    <a:pt x="2780326" y="294955"/>
                  </a:lnTo>
                  <a:lnTo>
                    <a:pt x="2783460" y="288909"/>
                  </a:lnTo>
                  <a:lnTo>
                    <a:pt x="2786594" y="284145"/>
                  </a:lnTo>
                  <a:lnTo>
                    <a:pt x="2789728" y="279382"/>
                  </a:lnTo>
                  <a:lnTo>
                    <a:pt x="2792862" y="272701"/>
                  </a:lnTo>
                  <a:lnTo>
                    <a:pt x="2795996" y="267297"/>
                  </a:lnTo>
                  <a:lnTo>
                    <a:pt x="2799130" y="263265"/>
                  </a:lnTo>
                  <a:lnTo>
                    <a:pt x="2802264" y="259549"/>
                  </a:lnTo>
                  <a:lnTo>
                    <a:pt x="2805398" y="257136"/>
                  </a:lnTo>
                  <a:lnTo>
                    <a:pt x="2808532" y="253595"/>
                  </a:lnTo>
                  <a:lnTo>
                    <a:pt x="2811666" y="249402"/>
                  </a:lnTo>
                  <a:lnTo>
                    <a:pt x="2814800" y="246074"/>
                  </a:lnTo>
                  <a:lnTo>
                    <a:pt x="2817934" y="241275"/>
                  </a:lnTo>
                  <a:lnTo>
                    <a:pt x="2821068" y="236659"/>
                  </a:lnTo>
                  <a:lnTo>
                    <a:pt x="2824202" y="230840"/>
                  </a:lnTo>
                  <a:lnTo>
                    <a:pt x="2827336" y="226648"/>
                  </a:lnTo>
                  <a:lnTo>
                    <a:pt x="2830470" y="222284"/>
                  </a:lnTo>
                  <a:lnTo>
                    <a:pt x="2833604" y="217914"/>
                  </a:lnTo>
                  <a:lnTo>
                    <a:pt x="2836738" y="213545"/>
                  </a:lnTo>
                  <a:lnTo>
                    <a:pt x="2839872" y="210134"/>
                  </a:lnTo>
                  <a:lnTo>
                    <a:pt x="2843006" y="207733"/>
                  </a:lnTo>
                  <a:lnTo>
                    <a:pt x="2846140" y="204279"/>
                  </a:lnTo>
                  <a:lnTo>
                    <a:pt x="2849274" y="200127"/>
                  </a:lnTo>
                  <a:lnTo>
                    <a:pt x="2852408" y="195975"/>
                  </a:lnTo>
                  <a:lnTo>
                    <a:pt x="2855542" y="192073"/>
                  </a:lnTo>
                  <a:lnTo>
                    <a:pt x="2858676" y="188746"/>
                  </a:lnTo>
                  <a:lnTo>
                    <a:pt x="2861810" y="185372"/>
                  </a:lnTo>
                  <a:lnTo>
                    <a:pt x="2864944" y="182897"/>
                  </a:lnTo>
                  <a:lnTo>
                    <a:pt x="2868078" y="181291"/>
                  </a:lnTo>
                  <a:lnTo>
                    <a:pt x="2871212" y="179243"/>
                  </a:lnTo>
                  <a:lnTo>
                    <a:pt x="2874346" y="176882"/>
                  </a:lnTo>
                  <a:lnTo>
                    <a:pt x="2877480" y="171764"/>
                  </a:lnTo>
                  <a:lnTo>
                    <a:pt x="2880614" y="165110"/>
                  </a:lnTo>
                  <a:lnTo>
                    <a:pt x="2883748" y="159016"/>
                  </a:lnTo>
                  <a:lnTo>
                    <a:pt x="2886882" y="152071"/>
                  </a:lnTo>
                  <a:lnTo>
                    <a:pt x="2890016" y="147851"/>
                  </a:lnTo>
                  <a:lnTo>
                    <a:pt x="2893150" y="144388"/>
                  </a:lnTo>
                  <a:lnTo>
                    <a:pt x="2896284" y="142460"/>
                  </a:lnTo>
                  <a:lnTo>
                    <a:pt x="2899418" y="141489"/>
                  </a:lnTo>
                  <a:lnTo>
                    <a:pt x="2902552" y="139205"/>
                  </a:lnTo>
                  <a:lnTo>
                    <a:pt x="2905686" y="136632"/>
                  </a:lnTo>
                  <a:lnTo>
                    <a:pt x="2908820" y="132480"/>
                  </a:lnTo>
                  <a:lnTo>
                    <a:pt x="2911954" y="130026"/>
                  </a:lnTo>
                  <a:lnTo>
                    <a:pt x="2915088" y="128149"/>
                  </a:lnTo>
                  <a:lnTo>
                    <a:pt x="2918222" y="124583"/>
                  </a:lnTo>
                  <a:lnTo>
                    <a:pt x="2921356" y="120092"/>
                  </a:lnTo>
                  <a:lnTo>
                    <a:pt x="2924490" y="117353"/>
                  </a:lnTo>
                  <a:lnTo>
                    <a:pt x="2927624" y="116871"/>
                  </a:lnTo>
                  <a:lnTo>
                    <a:pt x="2930758" y="118808"/>
                  </a:lnTo>
                  <a:lnTo>
                    <a:pt x="2933892" y="119664"/>
                  </a:lnTo>
                  <a:lnTo>
                    <a:pt x="2937026" y="118492"/>
                  </a:lnTo>
                  <a:lnTo>
                    <a:pt x="2940160" y="117120"/>
                  </a:lnTo>
                  <a:lnTo>
                    <a:pt x="2943294" y="113982"/>
                  </a:lnTo>
                  <a:lnTo>
                    <a:pt x="2946428" y="111991"/>
                  </a:lnTo>
                  <a:lnTo>
                    <a:pt x="2949562" y="110764"/>
                  </a:lnTo>
                  <a:lnTo>
                    <a:pt x="2952696" y="112351"/>
                  </a:lnTo>
                  <a:lnTo>
                    <a:pt x="2955830" y="112196"/>
                  </a:lnTo>
                  <a:lnTo>
                    <a:pt x="2958964" y="110931"/>
                  </a:lnTo>
                  <a:lnTo>
                    <a:pt x="2962098" y="109831"/>
                  </a:lnTo>
                  <a:lnTo>
                    <a:pt x="2965232" y="109033"/>
                  </a:lnTo>
                  <a:lnTo>
                    <a:pt x="2968366" y="111641"/>
                  </a:lnTo>
                  <a:lnTo>
                    <a:pt x="2971500" y="114876"/>
                  </a:lnTo>
                  <a:lnTo>
                    <a:pt x="2974634" y="114643"/>
                  </a:lnTo>
                  <a:lnTo>
                    <a:pt x="2977768" y="114570"/>
                  </a:lnTo>
                  <a:lnTo>
                    <a:pt x="2980902" y="114601"/>
                  </a:lnTo>
                  <a:lnTo>
                    <a:pt x="2984036" y="116938"/>
                  </a:lnTo>
                  <a:lnTo>
                    <a:pt x="2987170" y="117170"/>
                  </a:lnTo>
                  <a:lnTo>
                    <a:pt x="2990304" y="121124"/>
                  </a:lnTo>
                  <a:lnTo>
                    <a:pt x="2993438" y="124580"/>
                  </a:lnTo>
                  <a:lnTo>
                    <a:pt x="2996572" y="125806"/>
                  </a:lnTo>
                  <a:lnTo>
                    <a:pt x="2999706" y="125109"/>
                  </a:lnTo>
                  <a:lnTo>
                    <a:pt x="3002840" y="123625"/>
                  </a:lnTo>
                  <a:lnTo>
                    <a:pt x="3005974" y="122687"/>
                  </a:lnTo>
                  <a:lnTo>
                    <a:pt x="3009108" y="122518"/>
                  </a:lnTo>
                  <a:lnTo>
                    <a:pt x="3012242" y="124220"/>
                  </a:lnTo>
                  <a:lnTo>
                    <a:pt x="3015376" y="125190"/>
                  </a:lnTo>
                  <a:lnTo>
                    <a:pt x="3018510" y="125622"/>
                  </a:lnTo>
                  <a:lnTo>
                    <a:pt x="3021644" y="127371"/>
                  </a:lnTo>
                  <a:lnTo>
                    <a:pt x="3024778" y="129076"/>
                  </a:lnTo>
                  <a:lnTo>
                    <a:pt x="3027912" y="128033"/>
                  </a:lnTo>
                  <a:lnTo>
                    <a:pt x="3031046" y="125344"/>
                  </a:lnTo>
                  <a:lnTo>
                    <a:pt x="3034180" y="122589"/>
                  </a:lnTo>
                  <a:lnTo>
                    <a:pt x="3037314" y="119302"/>
                  </a:lnTo>
                  <a:lnTo>
                    <a:pt x="3040448" y="119251"/>
                  </a:lnTo>
                  <a:lnTo>
                    <a:pt x="3043582" y="118673"/>
                  </a:lnTo>
                  <a:lnTo>
                    <a:pt x="3046716" y="119845"/>
                  </a:lnTo>
                  <a:lnTo>
                    <a:pt x="3049850" y="121820"/>
                  </a:lnTo>
                  <a:lnTo>
                    <a:pt x="3052984" y="124299"/>
                  </a:lnTo>
                  <a:lnTo>
                    <a:pt x="3056118" y="126223"/>
                  </a:lnTo>
                  <a:lnTo>
                    <a:pt x="3059252" y="128147"/>
                  </a:lnTo>
                  <a:lnTo>
                    <a:pt x="3062386" y="131384"/>
                  </a:lnTo>
                  <a:lnTo>
                    <a:pt x="3065520" y="134717"/>
                  </a:lnTo>
                  <a:lnTo>
                    <a:pt x="3068654" y="139751"/>
                  </a:lnTo>
                  <a:lnTo>
                    <a:pt x="3071788" y="142315"/>
                  </a:lnTo>
                  <a:lnTo>
                    <a:pt x="3074922" y="146617"/>
                  </a:lnTo>
                  <a:lnTo>
                    <a:pt x="3078056" y="153708"/>
                  </a:lnTo>
                  <a:lnTo>
                    <a:pt x="3081190" y="164251"/>
                  </a:lnTo>
                  <a:lnTo>
                    <a:pt x="3084324" y="174710"/>
                  </a:lnTo>
                  <a:lnTo>
                    <a:pt x="3087458" y="184305"/>
                  </a:lnTo>
                  <a:lnTo>
                    <a:pt x="3090592" y="194294"/>
                  </a:lnTo>
                  <a:lnTo>
                    <a:pt x="3093726" y="206622"/>
                  </a:lnTo>
                  <a:lnTo>
                    <a:pt x="3096860" y="220183"/>
                  </a:lnTo>
                  <a:lnTo>
                    <a:pt x="3099994" y="234347"/>
                  </a:lnTo>
                  <a:lnTo>
                    <a:pt x="3103128" y="249250"/>
                  </a:lnTo>
                  <a:lnTo>
                    <a:pt x="3106262" y="259814"/>
                  </a:lnTo>
                  <a:lnTo>
                    <a:pt x="3109396" y="268884"/>
                  </a:lnTo>
                  <a:lnTo>
                    <a:pt x="3112530" y="275708"/>
                  </a:lnTo>
                  <a:lnTo>
                    <a:pt x="3115664" y="287323"/>
                  </a:lnTo>
                  <a:lnTo>
                    <a:pt x="3118798" y="298802"/>
                  </a:lnTo>
                  <a:lnTo>
                    <a:pt x="3121932" y="310865"/>
                  </a:lnTo>
                  <a:lnTo>
                    <a:pt x="3125066" y="322629"/>
                  </a:lnTo>
                  <a:lnTo>
                    <a:pt x="3128200" y="329462"/>
                  </a:lnTo>
                  <a:lnTo>
                    <a:pt x="3131334" y="334262"/>
                  </a:lnTo>
                  <a:lnTo>
                    <a:pt x="3134468" y="338255"/>
                  </a:lnTo>
                  <a:lnTo>
                    <a:pt x="3137602" y="343206"/>
                  </a:lnTo>
                  <a:lnTo>
                    <a:pt x="3140736" y="346581"/>
                  </a:lnTo>
                  <a:lnTo>
                    <a:pt x="3143870" y="350309"/>
                  </a:lnTo>
                  <a:lnTo>
                    <a:pt x="3147004" y="353702"/>
                  </a:lnTo>
                  <a:lnTo>
                    <a:pt x="3150138" y="352848"/>
                  </a:lnTo>
                  <a:lnTo>
                    <a:pt x="3153272" y="354953"/>
                  </a:lnTo>
                  <a:lnTo>
                    <a:pt x="3156406" y="358505"/>
                  </a:lnTo>
                  <a:lnTo>
                    <a:pt x="3159471" y="362836"/>
                  </a:lnTo>
                  <a:lnTo>
                    <a:pt x="3219882" y="362836"/>
                  </a:lnTo>
                  <a:lnTo>
                    <a:pt x="3222220" y="358559"/>
                  </a:lnTo>
                  <a:lnTo>
                    <a:pt x="3225354" y="353578"/>
                  </a:lnTo>
                  <a:lnTo>
                    <a:pt x="3228488" y="348149"/>
                  </a:lnTo>
                  <a:lnTo>
                    <a:pt x="3231622" y="343819"/>
                  </a:lnTo>
                  <a:lnTo>
                    <a:pt x="3234756" y="338934"/>
                  </a:lnTo>
                  <a:lnTo>
                    <a:pt x="3237890" y="332510"/>
                  </a:lnTo>
                  <a:lnTo>
                    <a:pt x="3241024" y="325560"/>
                  </a:lnTo>
                  <a:lnTo>
                    <a:pt x="3244158" y="320154"/>
                  </a:lnTo>
                  <a:lnTo>
                    <a:pt x="3247292" y="314573"/>
                  </a:lnTo>
                  <a:lnTo>
                    <a:pt x="3250426" y="306555"/>
                  </a:lnTo>
                  <a:lnTo>
                    <a:pt x="3253560" y="297185"/>
                  </a:lnTo>
                  <a:lnTo>
                    <a:pt x="3256694" y="286737"/>
                  </a:lnTo>
                  <a:lnTo>
                    <a:pt x="3259828" y="276475"/>
                  </a:lnTo>
                  <a:lnTo>
                    <a:pt x="3262962" y="266959"/>
                  </a:lnTo>
                  <a:lnTo>
                    <a:pt x="3266096" y="260267"/>
                  </a:lnTo>
                  <a:lnTo>
                    <a:pt x="3269230" y="253332"/>
                  </a:lnTo>
                  <a:lnTo>
                    <a:pt x="3272364" y="246227"/>
                  </a:lnTo>
                  <a:lnTo>
                    <a:pt x="3275498" y="235880"/>
                  </a:lnTo>
                  <a:lnTo>
                    <a:pt x="3278632" y="226034"/>
                  </a:lnTo>
                  <a:lnTo>
                    <a:pt x="3281766" y="213413"/>
                  </a:lnTo>
                  <a:lnTo>
                    <a:pt x="3284900" y="199838"/>
                  </a:lnTo>
                  <a:lnTo>
                    <a:pt x="3288034" y="189141"/>
                  </a:lnTo>
                  <a:lnTo>
                    <a:pt x="3291168" y="180278"/>
                  </a:lnTo>
                  <a:lnTo>
                    <a:pt x="3294302" y="174937"/>
                  </a:lnTo>
                  <a:lnTo>
                    <a:pt x="3297436" y="168330"/>
                  </a:lnTo>
                  <a:lnTo>
                    <a:pt x="3300570" y="161495"/>
                  </a:lnTo>
                  <a:lnTo>
                    <a:pt x="3303704" y="151885"/>
                  </a:lnTo>
                  <a:lnTo>
                    <a:pt x="3306838" y="143089"/>
                  </a:lnTo>
                  <a:lnTo>
                    <a:pt x="3309972" y="135743"/>
                  </a:lnTo>
                  <a:lnTo>
                    <a:pt x="3313106" y="125189"/>
                  </a:lnTo>
                  <a:lnTo>
                    <a:pt x="3316240" y="116465"/>
                  </a:lnTo>
                  <a:lnTo>
                    <a:pt x="3319374" y="109314"/>
                  </a:lnTo>
                  <a:lnTo>
                    <a:pt x="3322508" y="102079"/>
                  </a:lnTo>
                  <a:lnTo>
                    <a:pt x="3325642" y="95007"/>
                  </a:lnTo>
                  <a:lnTo>
                    <a:pt x="3328776" y="88455"/>
                  </a:lnTo>
                  <a:lnTo>
                    <a:pt x="3331910" y="80417"/>
                  </a:lnTo>
                  <a:lnTo>
                    <a:pt x="3335044" y="72472"/>
                  </a:lnTo>
                  <a:lnTo>
                    <a:pt x="3338178" y="64947"/>
                  </a:lnTo>
                  <a:lnTo>
                    <a:pt x="3341312" y="57196"/>
                  </a:lnTo>
                  <a:lnTo>
                    <a:pt x="3344446" y="51904"/>
                  </a:lnTo>
                  <a:lnTo>
                    <a:pt x="3347580" y="49406"/>
                  </a:lnTo>
                  <a:lnTo>
                    <a:pt x="3350714" y="49789"/>
                  </a:lnTo>
                  <a:lnTo>
                    <a:pt x="3353848" y="51374"/>
                  </a:lnTo>
                  <a:lnTo>
                    <a:pt x="3356982" y="52960"/>
                  </a:lnTo>
                  <a:lnTo>
                    <a:pt x="3360116" y="55403"/>
                  </a:lnTo>
                  <a:lnTo>
                    <a:pt x="3363250" y="56987"/>
                  </a:lnTo>
                  <a:lnTo>
                    <a:pt x="3366384" y="57549"/>
                  </a:lnTo>
                  <a:lnTo>
                    <a:pt x="3369518" y="59523"/>
                  </a:lnTo>
                  <a:lnTo>
                    <a:pt x="3372652" y="63296"/>
                  </a:lnTo>
                  <a:lnTo>
                    <a:pt x="3375786" y="70871"/>
                  </a:lnTo>
                  <a:lnTo>
                    <a:pt x="3378920" y="79701"/>
                  </a:lnTo>
                  <a:lnTo>
                    <a:pt x="3382054" y="87796"/>
                  </a:lnTo>
                  <a:lnTo>
                    <a:pt x="3385188" y="96384"/>
                  </a:lnTo>
                  <a:lnTo>
                    <a:pt x="3388322" y="106324"/>
                  </a:lnTo>
                  <a:lnTo>
                    <a:pt x="3391456" y="117113"/>
                  </a:lnTo>
                  <a:lnTo>
                    <a:pt x="3394590" y="128152"/>
                  </a:lnTo>
                  <a:lnTo>
                    <a:pt x="3397724" y="139633"/>
                  </a:lnTo>
                  <a:lnTo>
                    <a:pt x="3400858" y="149110"/>
                  </a:lnTo>
                  <a:lnTo>
                    <a:pt x="3403992" y="157128"/>
                  </a:lnTo>
                  <a:lnTo>
                    <a:pt x="3407126" y="165147"/>
                  </a:lnTo>
                  <a:lnTo>
                    <a:pt x="3410260" y="173538"/>
                  </a:lnTo>
                  <a:lnTo>
                    <a:pt x="3413394" y="181930"/>
                  </a:lnTo>
                  <a:lnTo>
                    <a:pt x="3416528" y="190321"/>
                  </a:lnTo>
                  <a:lnTo>
                    <a:pt x="3419662" y="197334"/>
                  </a:lnTo>
                  <a:lnTo>
                    <a:pt x="3422796" y="203294"/>
                  </a:lnTo>
                  <a:lnTo>
                    <a:pt x="3425930" y="208895"/>
                  </a:lnTo>
                  <a:lnTo>
                    <a:pt x="3429064" y="214774"/>
                  </a:lnTo>
                  <a:lnTo>
                    <a:pt x="3432198" y="220708"/>
                  </a:lnTo>
                  <a:lnTo>
                    <a:pt x="3435332" y="225917"/>
                  </a:lnTo>
                  <a:lnTo>
                    <a:pt x="3438466" y="230872"/>
                  </a:lnTo>
                  <a:lnTo>
                    <a:pt x="3441600" y="236934"/>
                  </a:lnTo>
                  <a:lnTo>
                    <a:pt x="3444734" y="242622"/>
                  </a:lnTo>
                  <a:lnTo>
                    <a:pt x="3447868" y="248311"/>
                  </a:lnTo>
                  <a:lnTo>
                    <a:pt x="3451002" y="254373"/>
                  </a:lnTo>
                  <a:lnTo>
                    <a:pt x="3454136" y="259949"/>
                  </a:lnTo>
                  <a:lnTo>
                    <a:pt x="3457270" y="266792"/>
                  </a:lnTo>
                  <a:lnTo>
                    <a:pt x="3460404" y="275877"/>
                  </a:lnTo>
                  <a:lnTo>
                    <a:pt x="3463538" y="286282"/>
                  </a:lnTo>
                  <a:lnTo>
                    <a:pt x="3466672" y="296686"/>
                  </a:lnTo>
                  <a:lnTo>
                    <a:pt x="3469806" y="306335"/>
                  </a:lnTo>
                  <a:lnTo>
                    <a:pt x="3472940" y="316052"/>
                  </a:lnTo>
                  <a:lnTo>
                    <a:pt x="3476074" y="324722"/>
                  </a:lnTo>
                  <a:lnTo>
                    <a:pt x="3479208" y="331903"/>
                  </a:lnTo>
                  <a:lnTo>
                    <a:pt x="3482342" y="339085"/>
                  </a:lnTo>
                  <a:lnTo>
                    <a:pt x="3485476" y="346393"/>
                  </a:lnTo>
                  <a:lnTo>
                    <a:pt x="3488610" y="353181"/>
                  </a:lnTo>
                  <a:lnTo>
                    <a:pt x="3491744" y="359969"/>
                  </a:lnTo>
                  <a:lnTo>
                    <a:pt x="3493068" y="362836"/>
                  </a:lnTo>
                  <a:lnTo>
                    <a:pt x="3540380" y="362836"/>
                  </a:lnTo>
                  <a:lnTo>
                    <a:pt x="3541888" y="358589"/>
                  </a:lnTo>
                  <a:lnTo>
                    <a:pt x="3545022" y="348709"/>
                  </a:lnTo>
                  <a:lnTo>
                    <a:pt x="3548156" y="338829"/>
                  </a:lnTo>
                  <a:lnTo>
                    <a:pt x="3551290" y="328948"/>
                  </a:lnTo>
                  <a:lnTo>
                    <a:pt x="3554424" y="318063"/>
                  </a:lnTo>
                  <a:lnTo>
                    <a:pt x="3557558" y="307177"/>
                  </a:lnTo>
                  <a:lnTo>
                    <a:pt x="3560692" y="296291"/>
                  </a:lnTo>
                  <a:lnTo>
                    <a:pt x="3563826" y="285405"/>
                  </a:lnTo>
                  <a:lnTo>
                    <a:pt x="3566960" y="274519"/>
                  </a:lnTo>
                  <a:lnTo>
                    <a:pt x="3570094" y="264005"/>
                  </a:lnTo>
                  <a:lnTo>
                    <a:pt x="3573228" y="255203"/>
                  </a:lnTo>
                  <a:lnTo>
                    <a:pt x="3576362" y="248486"/>
                  </a:lnTo>
                  <a:lnTo>
                    <a:pt x="3579496" y="243312"/>
                  </a:lnTo>
                  <a:lnTo>
                    <a:pt x="3582630" y="238968"/>
                  </a:lnTo>
                  <a:lnTo>
                    <a:pt x="3585764" y="234625"/>
                  </a:lnTo>
                  <a:lnTo>
                    <a:pt x="3588898" y="230979"/>
                  </a:lnTo>
                  <a:lnTo>
                    <a:pt x="3592032" y="228797"/>
                  </a:lnTo>
                  <a:lnTo>
                    <a:pt x="3595166" y="226615"/>
                  </a:lnTo>
                  <a:lnTo>
                    <a:pt x="3598300" y="224433"/>
                  </a:lnTo>
                  <a:lnTo>
                    <a:pt x="3601434" y="223169"/>
                  </a:lnTo>
                  <a:lnTo>
                    <a:pt x="3604568" y="222279"/>
                  </a:lnTo>
                  <a:lnTo>
                    <a:pt x="3607702" y="221388"/>
                  </a:lnTo>
                  <a:lnTo>
                    <a:pt x="3610836" y="220124"/>
                  </a:lnTo>
                  <a:lnTo>
                    <a:pt x="3613970" y="219233"/>
                  </a:lnTo>
                  <a:lnTo>
                    <a:pt x="3617104" y="217955"/>
                  </a:lnTo>
                  <a:lnTo>
                    <a:pt x="3620238" y="216304"/>
                  </a:lnTo>
                  <a:lnTo>
                    <a:pt x="3623372" y="214652"/>
                  </a:lnTo>
                  <a:lnTo>
                    <a:pt x="3626506" y="213001"/>
                  </a:lnTo>
                  <a:lnTo>
                    <a:pt x="3629640" y="211350"/>
                  </a:lnTo>
                  <a:lnTo>
                    <a:pt x="3632774" y="210386"/>
                  </a:lnTo>
                  <a:lnTo>
                    <a:pt x="3635908" y="209421"/>
                  </a:lnTo>
                  <a:lnTo>
                    <a:pt x="3639042" y="208457"/>
                  </a:lnTo>
                  <a:lnTo>
                    <a:pt x="3642176" y="207493"/>
                  </a:lnTo>
                  <a:lnTo>
                    <a:pt x="3645310" y="206215"/>
                  </a:lnTo>
                  <a:lnTo>
                    <a:pt x="3648444" y="204936"/>
                  </a:lnTo>
                  <a:lnTo>
                    <a:pt x="3651578" y="203658"/>
                  </a:lnTo>
                  <a:lnTo>
                    <a:pt x="3654712" y="202379"/>
                  </a:lnTo>
                  <a:lnTo>
                    <a:pt x="3657846" y="201802"/>
                  </a:lnTo>
                  <a:lnTo>
                    <a:pt x="3660980" y="201226"/>
                  </a:lnTo>
                  <a:lnTo>
                    <a:pt x="3664114" y="200650"/>
                  </a:lnTo>
                  <a:lnTo>
                    <a:pt x="3667248" y="200427"/>
                  </a:lnTo>
                  <a:lnTo>
                    <a:pt x="3670382" y="200204"/>
                  </a:lnTo>
                  <a:lnTo>
                    <a:pt x="3673516" y="199981"/>
                  </a:lnTo>
                  <a:lnTo>
                    <a:pt x="3676650" y="199758"/>
                  </a:lnTo>
                  <a:lnTo>
                    <a:pt x="3679784" y="197755"/>
                  </a:lnTo>
                  <a:lnTo>
                    <a:pt x="3682918" y="194652"/>
                  </a:lnTo>
                  <a:lnTo>
                    <a:pt x="3686052" y="193611"/>
                  </a:lnTo>
                  <a:lnTo>
                    <a:pt x="3689186" y="194571"/>
                  </a:lnTo>
                  <a:lnTo>
                    <a:pt x="3692320" y="196489"/>
                  </a:lnTo>
                  <a:lnTo>
                    <a:pt x="3695454" y="198093"/>
                  </a:lnTo>
                  <a:lnTo>
                    <a:pt x="3698588" y="199919"/>
                  </a:lnTo>
                  <a:lnTo>
                    <a:pt x="3701722" y="202100"/>
                  </a:lnTo>
                  <a:lnTo>
                    <a:pt x="3704856" y="203926"/>
                  </a:lnTo>
                  <a:lnTo>
                    <a:pt x="3707990" y="204715"/>
                  </a:lnTo>
                  <a:lnTo>
                    <a:pt x="3711124" y="203201"/>
                  </a:lnTo>
                  <a:lnTo>
                    <a:pt x="3714258" y="201374"/>
                  </a:lnTo>
                  <a:lnTo>
                    <a:pt x="3717392" y="199546"/>
                  </a:lnTo>
                  <a:lnTo>
                    <a:pt x="3720526" y="197719"/>
                  </a:lnTo>
                  <a:lnTo>
                    <a:pt x="3723660" y="195044"/>
                  </a:lnTo>
                  <a:lnTo>
                    <a:pt x="3726794" y="193323"/>
                  </a:lnTo>
                  <a:lnTo>
                    <a:pt x="3729928" y="192042"/>
                  </a:lnTo>
                  <a:lnTo>
                    <a:pt x="3733062" y="189050"/>
                  </a:lnTo>
                  <a:lnTo>
                    <a:pt x="3736196" y="183972"/>
                  </a:lnTo>
                  <a:lnTo>
                    <a:pt x="3739330" y="179112"/>
                  </a:lnTo>
                  <a:lnTo>
                    <a:pt x="3742464" y="174476"/>
                  </a:lnTo>
                  <a:lnTo>
                    <a:pt x="3745598" y="169084"/>
                  </a:lnTo>
                  <a:lnTo>
                    <a:pt x="3748732" y="163691"/>
                  </a:lnTo>
                  <a:lnTo>
                    <a:pt x="3751866" y="158299"/>
                  </a:lnTo>
                  <a:lnTo>
                    <a:pt x="3755000" y="153756"/>
                  </a:lnTo>
                  <a:lnTo>
                    <a:pt x="3758134" y="151370"/>
                  </a:lnTo>
                  <a:lnTo>
                    <a:pt x="3761268" y="147723"/>
                  </a:lnTo>
                  <a:lnTo>
                    <a:pt x="3764402" y="142216"/>
                  </a:lnTo>
                  <a:lnTo>
                    <a:pt x="3767536" y="135533"/>
                  </a:lnTo>
                  <a:lnTo>
                    <a:pt x="3770670" y="129823"/>
                  </a:lnTo>
                  <a:lnTo>
                    <a:pt x="3773804" y="124673"/>
                  </a:lnTo>
                  <a:lnTo>
                    <a:pt x="3776938" y="119909"/>
                  </a:lnTo>
                  <a:lnTo>
                    <a:pt x="3780072" y="115146"/>
                  </a:lnTo>
                  <a:lnTo>
                    <a:pt x="3783206" y="110159"/>
                  </a:lnTo>
                  <a:lnTo>
                    <a:pt x="3786340" y="104785"/>
                  </a:lnTo>
                  <a:lnTo>
                    <a:pt x="3789474" y="99411"/>
                  </a:lnTo>
                  <a:lnTo>
                    <a:pt x="3792608" y="94036"/>
                  </a:lnTo>
                  <a:lnTo>
                    <a:pt x="3795742" y="88662"/>
                  </a:lnTo>
                  <a:lnTo>
                    <a:pt x="3798876" y="83288"/>
                  </a:lnTo>
                  <a:lnTo>
                    <a:pt x="3802010" y="77914"/>
                  </a:lnTo>
                  <a:lnTo>
                    <a:pt x="3805144" y="72540"/>
                  </a:lnTo>
                  <a:lnTo>
                    <a:pt x="3808278" y="68748"/>
                  </a:lnTo>
                  <a:lnTo>
                    <a:pt x="3811412" y="67110"/>
                  </a:lnTo>
                  <a:lnTo>
                    <a:pt x="3814546" y="67110"/>
                  </a:lnTo>
                  <a:lnTo>
                    <a:pt x="3817680" y="66722"/>
                  </a:lnTo>
                  <a:lnTo>
                    <a:pt x="3820814" y="66334"/>
                  </a:lnTo>
                  <a:lnTo>
                    <a:pt x="3823948" y="65946"/>
                  </a:lnTo>
                  <a:lnTo>
                    <a:pt x="3827082" y="65559"/>
                  </a:lnTo>
                  <a:lnTo>
                    <a:pt x="3830216" y="65170"/>
                  </a:lnTo>
                  <a:lnTo>
                    <a:pt x="3833350" y="64782"/>
                  </a:lnTo>
                  <a:lnTo>
                    <a:pt x="3836484" y="64395"/>
                  </a:lnTo>
                  <a:lnTo>
                    <a:pt x="3839618" y="65787"/>
                  </a:lnTo>
                  <a:lnTo>
                    <a:pt x="3842752" y="68279"/>
                  </a:lnTo>
                  <a:lnTo>
                    <a:pt x="3845886" y="71159"/>
                  </a:lnTo>
                  <a:lnTo>
                    <a:pt x="3849020" y="74039"/>
                  </a:lnTo>
                  <a:lnTo>
                    <a:pt x="3852154" y="77141"/>
                  </a:lnTo>
                  <a:lnTo>
                    <a:pt x="3855288" y="80244"/>
                  </a:lnTo>
                  <a:lnTo>
                    <a:pt x="3858422" y="83124"/>
                  </a:lnTo>
                  <a:lnTo>
                    <a:pt x="3861556" y="85650"/>
                  </a:lnTo>
                  <a:lnTo>
                    <a:pt x="3864690" y="88530"/>
                  </a:lnTo>
                  <a:lnTo>
                    <a:pt x="3867824" y="92447"/>
                  </a:lnTo>
                  <a:lnTo>
                    <a:pt x="3870958" y="97029"/>
                  </a:lnTo>
                  <a:lnTo>
                    <a:pt x="3874092" y="100683"/>
                  </a:lnTo>
                  <a:lnTo>
                    <a:pt x="3877226" y="104337"/>
                  </a:lnTo>
                  <a:lnTo>
                    <a:pt x="3880360" y="108346"/>
                  </a:lnTo>
                  <a:lnTo>
                    <a:pt x="3883494" y="113514"/>
                  </a:lnTo>
                  <a:lnTo>
                    <a:pt x="3886628" y="117729"/>
                  </a:lnTo>
                  <a:lnTo>
                    <a:pt x="3889762" y="121132"/>
                  </a:lnTo>
                  <a:lnTo>
                    <a:pt x="3892896" y="124221"/>
                  </a:lnTo>
                  <a:lnTo>
                    <a:pt x="3896030" y="127310"/>
                  </a:lnTo>
                  <a:lnTo>
                    <a:pt x="3899164" y="128251"/>
                  </a:lnTo>
                  <a:lnTo>
                    <a:pt x="3902298" y="127737"/>
                  </a:lnTo>
                  <a:lnTo>
                    <a:pt x="3905432" y="128332"/>
                  </a:lnTo>
                  <a:lnTo>
                    <a:pt x="3908566" y="128926"/>
                  </a:lnTo>
                  <a:lnTo>
                    <a:pt x="3911700" y="129834"/>
                  </a:lnTo>
                  <a:lnTo>
                    <a:pt x="3914834" y="129894"/>
                  </a:lnTo>
                  <a:lnTo>
                    <a:pt x="3917968" y="129126"/>
                  </a:lnTo>
                  <a:lnTo>
                    <a:pt x="3921102" y="130784"/>
                  </a:lnTo>
                  <a:lnTo>
                    <a:pt x="3924236" y="134301"/>
                  </a:lnTo>
                  <a:lnTo>
                    <a:pt x="3927370" y="138996"/>
                  </a:lnTo>
                  <a:lnTo>
                    <a:pt x="3930504" y="142402"/>
                  </a:lnTo>
                  <a:lnTo>
                    <a:pt x="3933638" y="145250"/>
                  </a:lnTo>
                  <a:lnTo>
                    <a:pt x="3936772" y="148098"/>
                  </a:lnTo>
                  <a:lnTo>
                    <a:pt x="3939906" y="150946"/>
                  </a:lnTo>
                  <a:lnTo>
                    <a:pt x="3943040" y="154017"/>
                  </a:lnTo>
                  <a:lnTo>
                    <a:pt x="3946174" y="158575"/>
                  </a:lnTo>
                  <a:lnTo>
                    <a:pt x="3949308" y="164913"/>
                  </a:lnTo>
                  <a:lnTo>
                    <a:pt x="3952442" y="170899"/>
                  </a:lnTo>
                  <a:lnTo>
                    <a:pt x="3955576" y="177237"/>
                  </a:lnTo>
                  <a:lnTo>
                    <a:pt x="3958710" y="183576"/>
                  </a:lnTo>
                  <a:lnTo>
                    <a:pt x="3961844" y="189914"/>
                  </a:lnTo>
                  <a:lnTo>
                    <a:pt x="3964978" y="196253"/>
                  </a:lnTo>
                  <a:lnTo>
                    <a:pt x="3968112" y="201009"/>
                  </a:lnTo>
                  <a:lnTo>
                    <a:pt x="3971246" y="203611"/>
                  </a:lnTo>
                  <a:lnTo>
                    <a:pt x="3974380" y="204222"/>
                  </a:lnTo>
                  <a:lnTo>
                    <a:pt x="3977514" y="204833"/>
                  </a:lnTo>
                  <a:lnTo>
                    <a:pt x="3980648" y="205444"/>
                  </a:lnTo>
                  <a:lnTo>
                    <a:pt x="3983782" y="206055"/>
                  </a:lnTo>
                  <a:lnTo>
                    <a:pt x="3986916" y="206665"/>
                  </a:lnTo>
                  <a:lnTo>
                    <a:pt x="3990050" y="207276"/>
                  </a:lnTo>
                  <a:lnTo>
                    <a:pt x="3993184" y="207887"/>
                  </a:lnTo>
                  <a:lnTo>
                    <a:pt x="3996318" y="208851"/>
                  </a:lnTo>
                  <a:lnTo>
                    <a:pt x="3999452" y="209816"/>
                  </a:lnTo>
                  <a:lnTo>
                    <a:pt x="4002586" y="210427"/>
                  </a:lnTo>
                  <a:lnTo>
                    <a:pt x="4005720" y="210427"/>
                  </a:lnTo>
                  <a:lnTo>
                    <a:pt x="4008854" y="210427"/>
                  </a:lnTo>
                  <a:lnTo>
                    <a:pt x="4011988" y="210204"/>
                  </a:lnTo>
                  <a:lnTo>
                    <a:pt x="4015122" y="209980"/>
                  </a:lnTo>
                  <a:lnTo>
                    <a:pt x="4018256" y="209757"/>
                  </a:lnTo>
                  <a:lnTo>
                    <a:pt x="4021390" y="209535"/>
                  </a:lnTo>
                  <a:lnTo>
                    <a:pt x="4024524" y="209312"/>
                  </a:lnTo>
                  <a:lnTo>
                    <a:pt x="4027658" y="209089"/>
                  </a:lnTo>
                  <a:lnTo>
                    <a:pt x="4030792" y="210504"/>
                  </a:lnTo>
                  <a:lnTo>
                    <a:pt x="4033926" y="213161"/>
                  </a:lnTo>
                  <a:lnTo>
                    <a:pt x="4037060" y="215818"/>
                  </a:lnTo>
                  <a:lnTo>
                    <a:pt x="4040194" y="218121"/>
                  </a:lnTo>
                  <a:lnTo>
                    <a:pt x="4043328" y="219722"/>
                  </a:lnTo>
                  <a:lnTo>
                    <a:pt x="4046462" y="221323"/>
                  </a:lnTo>
                  <a:lnTo>
                    <a:pt x="4049596" y="222924"/>
                  </a:lnTo>
                  <a:lnTo>
                    <a:pt x="4052730" y="224840"/>
                  </a:lnTo>
                  <a:lnTo>
                    <a:pt x="4055864" y="226756"/>
                  </a:lnTo>
                  <a:lnTo>
                    <a:pt x="4058998" y="230063"/>
                  </a:lnTo>
                  <a:lnTo>
                    <a:pt x="4062132" y="234826"/>
                  </a:lnTo>
                  <a:lnTo>
                    <a:pt x="4065266" y="239237"/>
                  </a:lnTo>
                  <a:lnTo>
                    <a:pt x="4068400" y="243647"/>
                  </a:lnTo>
                  <a:lnTo>
                    <a:pt x="4071534" y="247743"/>
                  </a:lnTo>
                  <a:lnTo>
                    <a:pt x="4074668" y="251838"/>
                  </a:lnTo>
                  <a:lnTo>
                    <a:pt x="4077802" y="254604"/>
                  </a:lnTo>
                  <a:lnTo>
                    <a:pt x="4080936" y="256205"/>
                  </a:lnTo>
                  <a:lnTo>
                    <a:pt x="4084070" y="258194"/>
                  </a:lnTo>
                  <a:lnTo>
                    <a:pt x="4087204" y="260183"/>
                  </a:lnTo>
                  <a:lnTo>
                    <a:pt x="4090338" y="262487"/>
                  </a:lnTo>
                  <a:lnTo>
                    <a:pt x="4093472" y="264790"/>
                  </a:lnTo>
                  <a:lnTo>
                    <a:pt x="4096606" y="267316"/>
                  </a:lnTo>
                  <a:lnTo>
                    <a:pt x="4099740" y="269842"/>
                  </a:lnTo>
                  <a:lnTo>
                    <a:pt x="4102874" y="272369"/>
                  </a:lnTo>
                  <a:lnTo>
                    <a:pt x="4106008" y="273796"/>
                  </a:lnTo>
                  <a:lnTo>
                    <a:pt x="4109142" y="273442"/>
                  </a:lnTo>
                  <a:lnTo>
                    <a:pt x="4112276" y="273442"/>
                  </a:lnTo>
                  <a:lnTo>
                    <a:pt x="4115410" y="273443"/>
                  </a:lnTo>
                  <a:lnTo>
                    <a:pt x="4118544" y="273757"/>
                  </a:lnTo>
                  <a:lnTo>
                    <a:pt x="4121678" y="274444"/>
                  </a:lnTo>
                  <a:lnTo>
                    <a:pt x="4124812" y="275131"/>
                  </a:lnTo>
                  <a:lnTo>
                    <a:pt x="4127946" y="275819"/>
                  </a:lnTo>
                  <a:lnTo>
                    <a:pt x="4131080" y="276506"/>
                  </a:lnTo>
                  <a:lnTo>
                    <a:pt x="4134214" y="277905"/>
                  </a:lnTo>
                  <a:lnTo>
                    <a:pt x="4137348" y="279865"/>
                  </a:lnTo>
                  <a:lnTo>
                    <a:pt x="4140482" y="279762"/>
                  </a:lnTo>
                  <a:lnTo>
                    <a:pt x="4143616" y="276348"/>
                  </a:lnTo>
                  <a:lnTo>
                    <a:pt x="4146750" y="273688"/>
                  </a:lnTo>
                  <a:lnTo>
                    <a:pt x="4149884" y="271029"/>
                  </a:lnTo>
                  <a:lnTo>
                    <a:pt x="4153018" y="268369"/>
                  </a:lnTo>
                  <a:lnTo>
                    <a:pt x="4156152" y="265356"/>
                  </a:lnTo>
                  <a:lnTo>
                    <a:pt x="4159286" y="262344"/>
                  </a:lnTo>
                  <a:lnTo>
                    <a:pt x="4162420" y="259684"/>
                  </a:lnTo>
                  <a:lnTo>
                    <a:pt x="4165554" y="257248"/>
                  </a:lnTo>
                  <a:lnTo>
                    <a:pt x="4168688" y="254056"/>
                  </a:lnTo>
                  <a:lnTo>
                    <a:pt x="4171822" y="249083"/>
                  </a:lnTo>
                  <a:lnTo>
                    <a:pt x="4174956" y="244447"/>
                  </a:lnTo>
                  <a:lnTo>
                    <a:pt x="4178090" y="239810"/>
                  </a:lnTo>
                  <a:lnTo>
                    <a:pt x="4181224" y="234418"/>
                  </a:lnTo>
                  <a:lnTo>
                    <a:pt x="4184358" y="229026"/>
                  </a:lnTo>
                  <a:lnTo>
                    <a:pt x="4187492" y="224586"/>
                  </a:lnTo>
                  <a:lnTo>
                    <a:pt x="4190626" y="222970"/>
                  </a:lnTo>
                  <a:lnTo>
                    <a:pt x="4193760" y="220667"/>
                  </a:lnTo>
                  <a:lnTo>
                    <a:pt x="4196894" y="218363"/>
                  </a:lnTo>
                  <a:lnTo>
                    <a:pt x="4200028" y="216059"/>
                  </a:lnTo>
                  <a:lnTo>
                    <a:pt x="4203162" y="214144"/>
                  </a:lnTo>
                  <a:lnTo>
                    <a:pt x="4206296" y="212229"/>
                  </a:lnTo>
                  <a:lnTo>
                    <a:pt x="4209430" y="209960"/>
                  </a:lnTo>
                  <a:lnTo>
                    <a:pt x="4212564" y="207691"/>
                  </a:lnTo>
                  <a:lnTo>
                    <a:pt x="4215698" y="205422"/>
                  </a:lnTo>
                  <a:lnTo>
                    <a:pt x="4218832" y="205421"/>
                  </a:lnTo>
                  <a:lnTo>
                    <a:pt x="4221966" y="205809"/>
                  </a:lnTo>
                  <a:lnTo>
                    <a:pt x="4225100" y="205808"/>
                  </a:lnTo>
                  <a:lnTo>
                    <a:pt x="4228234" y="205808"/>
                  </a:lnTo>
                  <a:lnTo>
                    <a:pt x="4231368" y="205808"/>
                  </a:lnTo>
                  <a:lnTo>
                    <a:pt x="4234502" y="205809"/>
                  </a:lnTo>
                  <a:lnTo>
                    <a:pt x="4237636" y="205809"/>
                  </a:lnTo>
                  <a:lnTo>
                    <a:pt x="4240770" y="205809"/>
                  </a:lnTo>
                  <a:lnTo>
                    <a:pt x="4243904" y="205421"/>
                  </a:lnTo>
                  <a:lnTo>
                    <a:pt x="4247038" y="205033"/>
                  </a:lnTo>
                  <a:lnTo>
                    <a:pt x="4250172" y="204645"/>
                  </a:lnTo>
                  <a:lnTo>
                    <a:pt x="4253306" y="204257"/>
                  </a:lnTo>
                  <a:lnTo>
                    <a:pt x="4256440" y="203646"/>
                  </a:lnTo>
                  <a:lnTo>
                    <a:pt x="4259574" y="203036"/>
                  </a:lnTo>
                  <a:lnTo>
                    <a:pt x="4262708" y="202425"/>
                  </a:lnTo>
                  <a:lnTo>
                    <a:pt x="4265842" y="201814"/>
                  </a:lnTo>
                  <a:lnTo>
                    <a:pt x="4268976" y="201203"/>
                  </a:lnTo>
                  <a:lnTo>
                    <a:pt x="4272110" y="200980"/>
                  </a:lnTo>
                  <a:lnTo>
                    <a:pt x="4275244" y="200404"/>
                  </a:lnTo>
                  <a:lnTo>
                    <a:pt x="4278378" y="199513"/>
                  </a:lnTo>
                  <a:lnTo>
                    <a:pt x="4281512" y="198249"/>
                  </a:lnTo>
                  <a:lnTo>
                    <a:pt x="4284646" y="197209"/>
                  </a:lnTo>
                  <a:lnTo>
                    <a:pt x="4287780" y="196169"/>
                  </a:lnTo>
                  <a:lnTo>
                    <a:pt x="4290914" y="195481"/>
                  </a:lnTo>
                  <a:lnTo>
                    <a:pt x="4294048" y="194434"/>
                  </a:lnTo>
                  <a:lnTo>
                    <a:pt x="4297182" y="192828"/>
                  </a:lnTo>
                  <a:lnTo>
                    <a:pt x="4300316" y="193284"/>
                  </a:lnTo>
                  <a:lnTo>
                    <a:pt x="4303450" y="197052"/>
                  </a:lnTo>
                  <a:lnTo>
                    <a:pt x="4306584" y="200379"/>
                  </a:lnTo>
                  <a:lnTo>
                    <a:pt x="4309718" y="203706"/>
                  </a:lnTo>
                  <a:lnTo>
                    <a:pt x="4312852" y="207034"/>
                  </a:lnTo>
                  <a:lnTo>
                    <a:pt x="4315986" y="210361"/>
                  </a:lnTo>
                  <a:lnTo>
                    <a:pt x="4319120" y="213373"/>
                  </a:lnTo>
                  <a:lnTo>
                    <a:pt x="4322254" y="216386"/>
                  </a:lnTo>
                  <a:lnTo>
                    <a:pt x="4325388" y="219399"/>
                  </a:lnTo>
                  <a:lnTo>
                    <a:pt x="4328522" y="223167"/>
                  </a:lnTo>
                  <a:lnTo>
                    <a:pt x="4331656" y="228362"/>
                  </a:lnTo>
                  <a:lnTo>
                    <a:pt x="4334790" y="233222"/>
                  </a:lnTo>
                  <a:lnTo>
                    <a:pt x="4337924" y="237859"/>
                  </a:lnTo>
                  <a:lnTo>
                    <a:pt x="4341058" y="243251"/>
                  </a:lnTo>
                  <a:lnTo>
                    <a:pt x="4344192" y="248643"/>
                  </a:lnTo>
                  <a:lnTo>
                    <a:pt x="4347326" y="253082"/>
                  </a:lnTo>
                  <a:lnTo>
                    <a:pt x="4350460" y="254922"/>
                  </a:lnTo>
                  <a:lnTo>
                    <a:pt x="4353594" y="257225"/>
                  </a:lnTo>
                  <a:lnTo>
                    <a:pt x="4356728" y="259528"/>
                  </a:lnTo>
                  <a:lnTo>
                    <a:pt x="4359862" y="261832"/>
                  </a:lnTo>
                  <a:lnTo>
                    <a:pt x="4362996" y="264135"/>
                  </a:lnTo>
                  <a:lnTo>
                    <a:pt x="4366130" y="266439"/>
                  </a:lnTo>
                  <a:lnTo>
                    <a:pt x="4369264" y="269096"/>
                  </a:lnTo>
                  <a:lnTo>
                    <a:pt x="4372398" y="271752"/>
                  </a:lnTo>
                  <a:lnTo>
                    <a:pt x="4375532" y="274409"/>
                  </a:lnTo>
                  <a:lnTo>
                    <a:pt x="4378666" y="274798"/>
                  </a:lnTo>
                  <a:lnTo>
                    <a:pt x="4381800" y="274798"/>
                  </a:lnTo>
                  <a:lnTo>
                    <a:pt x="4384934" y="275186"/>
                  </a:lnTo>
                  <a:lnTo>
                    <a:pt x="4388068" y="275574"/>
                  </a:lnTo>
                  <a:lnTo>
                    <a:pt x="4391202" y="275962"/>
                  </a:lnTo>
                  <a:lnTo>
                    <a:pt x="4394336" y="276350"/>
                  </a:lnTo>
                  <a:lnTo>
                    <a:pt x="4397470" y="276350"/>
                  </a:lnTo>
                  <a:lnTo>
                    <a:pt x="4400604" y="276350"/>
                  </a:lnTo>
                  <a:lnTo>
                    <a:pt x="4403738" y="276350"/>
                  </a:lnTo>
                  <a:lnTo>
                    <a:pt x="4406872" y="276350"/>
                  </a:lnTo>
                  <a:lnTo>
                    <a:pt x="4410006" y="276351"/>
                  </a:lnTo>
                  <a:lnTo>
                    <a:pt x="4413140" y="276351"/>
                  </a:lnTo>
                  <a:lnTo>
                    <a:pt x="4416274" y="276351"/>
                  </a:lnTo>
                  <a:lnTo>
                    <a:pt x="4419408" y="276351"/>
                  </a:lnTo>
                  <a:lnTo>
                    <a:pt x="4422542" y="276351"/>
                  </a:lnTo>
                  <a:lnTo>
                    <a:pt x="4425676" y="276351"/>
                  </a:lnTo>
                  <a:lnTo>
                    <a:pt x="4428810" y="276351"/>
                  </a:lnTo>
                  <a:lnTo>
                    <a:pt x="4431944" y="276351"/>
                  </a:lnTo>
                  <a:lnTo>
                    <a:pt x="4435078" y="276574"/>
                  </a:lnTo>
                  <a:lnTo>
                    <a:pt x="4438212" y="277150"/>
                  </a:lnTo>
                  <a:lnTo>
                    <a:pt x="4441346" y="277727"/>
                  </a:lnTo>
                  <a:lnTo>
                    <a:pt x="4444480" y="278767"/>
                  </a:lnTo>
                  <a:lnTo>
                    <a:pt x="4447614" y="279808"/>
                  </a:lnTo>
                  <a:lnTo>
                    <a:pt x="4450748" y="280495"/>
                  </a:lnTo>
                  <a:lnTo>
                    <a:pt x="4453882" y="281183"/>
                  </a:lnTo>
                  <a:lnTo>
                    <a:pt x="4457016" y="281870"/>
                  </a:lnTo>
                  <a:lnTo>
                    <a:pt x="4460150" y="282557"/>
                  </a:lnTo>
                  <a:lnTo>
                    <a:pt x="4463284" y="283244"/>
                  </a:lnTo>
                  <a:lnTo>
                    <a:pt x="4466418" y="283617"/>
                  </a:lnTo>
                  <a:lnTo>
                    <a:pt x="4469552" y="283990"/>
                  </a:lnTo>
                  <a:lnTo>
                    <a:pt x="4472686" y="284363"/>
                  </a:lnTo>
                  <a:lnTo>
                    <a:pt x="4475820" y="284736"/>
                  </a:lnTo>
                  <a:lnTo>
                    <a:pt x="4478954" y="285050"/>
                  </a:lnTo>
                  <a:lnTo>
                    <a:pt x="4482088" y="285050"/>
                  </a:lnTo>
                  <a:lnTo>
                    <a:pt x="4485222" y="285365"/>
                  </a:lnTo>
                  <a:lnTo>
                    <a:pt x="4488356" y="285679"/>
                  </a:lnTo>
                  <a:lnTo>
                    <a:pt x="4491490" y="286032"/>
                  </a:lnTo>
                  <a:lnTo>
                    <a:pt x="4494624" y="286385"/>
                  </a:lnTo>
                  <a:lnTo>
                    <a:pt x="4497758" y="287276"/>
                  </a:lnTo>
                  <a:lnTo>
                    <a:pt x="4500892" y="288167"/>
                  </a:lnTo>
                  <a:lnTo>
                    <a:pt x="4504026" y="289057"/>
                  </a:lnTo>
                  <a:lnTo>
                    <a:pt x="4507160" y="289948"/>
                  </a:lnTo>
                  <a:lnTo>
                    <a:pt x="4510294" y="290989"/>
                  </a:lnTo>
                  <a:lnTo>
                    <a:pt x="4513428" y="292252"/>
                  </a:lnTo>
                  <a:lnTo>
                    <a:pt x="4516562" y="293516"/>
                  </a:lnTo>
                  <a:lnTo>
                    <a:pt x="4519696" y="294779"/>
                  </a:lnTo>
                  <a:lnTo>
                    <a:pt x="4522830" y="296043"/>
                  </a:lnTo>
                  <a:lnTo>
                    <a:pt x="4525964" y="297306"/>
                  </a:lnTo>
                  <a:lnTo>
                    <a:pt x="4529098" y="298570"/>
                  </a:lnTo>
                  <a:lnTo>
                    <a:pt x="4532232" y="299146"/>
                  </a:lnTo>
                  <a:lnTo>
                    <a:pt x="4535366" y="299722"/>
                  </a:lnTo>
                  <a:lnTo>
                    <a:pt x="4538500" y="299945"/>
                  </a:lnTo>
                  <a:lnTo>
                    <a:pt x="4541634" y="300167"/>
                  </a:lnTo>
                  <a:lnTo>
                    <a:pt x="4544768" y="300390"/>
                  </a:lnTo>
                  <a:lnTo>
                    <a:pt x="4547902" y="300966"/>
                  </a:lnTo>
                  <a:lnTo>
                    <a:pt x="4551036" y="301543"/>
                  </a:lnTo>
                  <a:lnTo>
                    <a:pt x="4554170" y="302119"/>
                  </a:lnTo>
                  <a:lnTo>
                    <a:pt x="4557304" y="302730"/>
                  </a:lnTo>
                  <a:lnTo>
                    <a:pt x="4560438" y="303340"/>
                  </a:lnTo>
                  <a:lnTo>
                    <a:pt x="4563572" y="303951"/>
                  </a:lnTo>
                  <a:lnTo>
                    <a:pt x="4566706" y="304562"/>
                  </a:lnTo>
                  <a:lnTo>
                    <a:pt x="4569840" y="305173"/>
                  </a:lnTo>
                  <a:lnTo>
                    <a:pt x="4572974" y="306137"/>
                  </a:lnTo>
                  <a:lnTo>
                    <a:pt x="4576108" y="307102"/>
                  </a:lnTo>
                  <a:lnTo>
                    <a:pt x="4579242" y="308066"/>
                  </a:lnTo>
                  <a:lnTo>
                    <a:pt x="4582376" y="309030"/>
                  </a:lnTo>
                  <a:lnTo>
                    <a:pt x="4585510" y="309995"/>
                  </a:lnTo>
                  <a:lnTo>
                    <a:pt x="4588644" y="310958"/>
                  </a:lnTo>
                  <a:lnTo>
                    <a:pt x="4591778" y="311181"/>
                  </a:lnTo>
                  <a:lnTo>
                    <a:pt x="4594912" y="310958"/>
                  </a:lnTo>
                  <a:lnTo>
                    <a:pt x="4598046" y="310604"/>
                  </a:lnTo>
                  <a:lnTo>
                    <a:pt x="4601180" y="310251"/>
                  </a:lnTo>
                  <a:lnTo>
                    <a:pt x="4604314" y="309210"/>
                  </a:lnTo>
                  <a:lnTo>
                    <a:pt x="4607448" y="308170"/>
                  </a:lnTo>
                  <a:lnTo>
                    <a:pt x="4610582" y="307129"/>
                  </a:lnTo>
                  <a:lnTo>
                    <a:pt x="4613716" y="306088"/>
                  </a:lnTo>
                  <a:lnTo>
                    <a:pt x="4616850" y="305048"/>
                  </a:lnTo>
                  <a:lnTo>
                    <a:pt x="4619984" y="303784"/>
                  </a:lnTo>
                  <a:lnTo>
                    <a:pt x="4623118" y="302521"/>
                  </a:lnTo>
                  <a:lnTo>
                    <a:pt x="4626252" y="301258"/>
                  </a:lnTo>
                  <a:lnTo>
                    <a:pt x="4629386" y="299994"/>
                  </a:lnTo>
                  <a:lnTo>
                    <a:pt x="4632520" y="298731"/>
                  </a:lnTo>
                  <a:lnTo>
                    <a:pt x="4635654" y="297467"/>
                  </a:lnTo>
                  <a:lnTo>
                    <a:pt x="4638788" y="296577"/>
                  </a:lnTo>
                  <a:lnTo>
                    <a:pt x="4641922" y="296000"/>
                  </a:lnTo>
                  <a:lnTo>
                    <a:pt x="4645056" y="294722"/>
                  </a:lnTo>
                  <a:lnTo>
                    <a:pt x="4648190" y="293443"/>
                  </a:lnTo>
                  <a:lnTo>
                    <a:pt x="4651324" y="292479"/>
                  </a:lnTo>
                  <a:lnTo>
                    <a:pt x="4654458" y="291515"/>
                  </a:lnTo>
                  <a:lnTo>
                    <a:pt x="4657592" y="290236"/>
                  </a:lnTo>
                  <a:lnTo>
                    <a:pt x="4660726" y="289346"/>
                  </a:lnTo>
                  <a:lnTo>
                    <a:pt x="4663860" y="288455"/>
                  </a:lnTo>
                  <a:lnTo>
                    <a:pt x="4666994" y="287564"/>
                  </a:lnTo>
                  <a:lnTo>
                    <a:pt x="4670128" y="286301"/>
                  </a:lnTo>
                  <a:lnTo>
                    <a:pt x="4673262" y="285037"/>
                  </a:lnTo>
                  <a:lnTo>
                    <a:pt x="4676396" y="283997"/>
                  </a:lnTo>
                  <a:lnTo>
                    <a:pt x="4679530" y="282956"/>
                  </a:lnTo>
                  <a:lnTo>
                    <a:pt x="4682664" y="281916"/>
                  </a:lnTo>
                  <a:lnTo>
                    <a:pt x="4685798" y="280875"/>
                  </a:lnTo>
                  <a:lnTo>
                    <a:pt x="4688932" y="279835"/>
                  </a:lnTo>
                  <a:lnTo>
                    <a:pt x="4692066" y="279481"/>
                  </a:lnTo>
                  <a:lnTo>
                    <a:pt x="4695200" y="279128"/>
                  </a:lnTo>
                  <a:lnTo>
                    <a:pt x="4698334" y="279128"/>
                  </a:lnTo>
                  <a:lnTo>
                    <a:pt x="4701468" y="279128"/>
                  </a:lnTo>
                  <a:lnTo>
                    <a:pt x="4704602" y="279128"/>
                  </a:lnTo>
                  <a:lnTo>
                    <a:pt x="4707736" y="278552"/>
                  </a:lnTo>
                  <a:lnTo>
                    <a:pt x="4710870" y="277976"/>
                  </a:lnTo>
                  <a:lnTo>
                    <a:pt x="4714004" y="277399"/>
                  </a:lnTo>
                  <a:lnTo>
                    <a:pt x="4717138" y="277399"/>
                  </a:lnTo>
                  <a:lnTo>
                    <a:pt x="4720272" y="277399"/>
                  </a:lnTo>
                  <a:lnTo>
                    <a:pt x="4723406" y="277176"/>
                  </a:lnTo>
                  <a:lnTo>
                    <a:pt x="4726540" y="276953"/>
                  </a:lnTo>
                  <a:lnTo>
                    <a:pt x="4729674" y="276730"/>
                  </a:lnTo>
                  <a:lnTo>
                    <a:pt x="4732808" y="276153"/>
                  </a:lnTo>
                  <a:lnTo>
                    <a:pt x="4735942" y="275577"/>
                  </a:lnTo>
                  <a:lnTo>
                    <a:pt x="4739076" y="275001"/>
                  </a:lnTo>
                  <a:lnTo>
                    <a:pt x="4742210" y="274424"/>
                  </a:lnTo>
                  <a:lnTo>
                    <a:pt x="4745344" y="274071"/>
                  </a:lnTo>
                  <a:lnTo>
                    <a:pt x="4748478" y="272433"/>
                  </a:lnTo>
                  <a:lnTo>
                    <a:pt x="4751612" y="268319"/>
                  </a:lnTo>
                  <a:lnTo>
                    <a:pt x="4754746" y="263836"/>
                  </a:lnTo>
                  <a:lnTo>
                    <a:pt x="4757879" y="259129"/>
                  </a:lnTo>
                  <a:lnTo>
                    <a:pt x="4761013" y="254423"/>
                  </a:lnTo>
                  <a:lnTo>
                    <a:pt x="4764147" y="249402"/>
                  </a:lnTo>
                  <a:lnTo>
                    <a:pt x="4767281" y="244696"/>
                  </a:lnTo>
                  <a:lnTo>
                    <a:pt x="4770415" y="239989"/>
                  </a:lnTo>
                  <a:lnTo>
                    <a:pt x="4773549" y="234305"/>
                  </a:lnTo>
                  <a:lnTo>
                    <a:pt x="4776683" y="227770"/>
                  </a:lnTo>
                  <a:lnTo>
                    <a:pt x="4779817" y="221819"/>
                  </a:lnTo>
                  <a:lnTo>
                    <a:pt x="4782951" y="216323"/>
                  </a:lnTo>
                  <a:lnTo>
                    <a:pt x="4786085" y="208777"/>
                  </a:lnTo>
                  <a:lnTo>
                    <a:pt x="4789219" y="199635"/>
                  </a:lnTo>
                  <a:lnTo>
                    <a:pt x="4792353" y="189935"/>
                  </a:lnTo>
                  <a:lnTo>
                    <a:pt x="4795487" y="180833"/>
                  </a:lnTo>
                  <a:lnTo>
                    <a:pt x="4798621" y="173637"/>
                  </a:lnTo>
                  <a:lnTo>
                    <a:pt x="4801755" y="166953"/>
                  </a:lnTo>
                  <a:lnTo>
                    <a:pt x="4804889" y="160657"/>
                  </a:lnTo>
                  <a:lnTo>
                    <a:pt x="4808023" y="152962"/>
                  </a:lnTo>
                  <a:lnTo>
                    <a:pt x="4811157" y="144698"/>
                  </a:lnTo>
                  <a:lnTo>
                    <a:pt x="4814291" y="136119"/>
                  </a:lnTo>
                  <a:lnTo>
                    <a:pt x="4817425" y="127854"/>
                  </a:lnTo>
                  <a:lnTo>
                    <a:pt x="4820559" y="120044"/>
                  </a:lnTo>
                  <a:lnTo>
                    <a:pt x="4823693" y="113359"/>
                  </a:lnTo>
                  <a:lnTo>
                    <a:pt x="4826827" y="106361"/>
                  </a:lnTo>
                  <a:lnTo>
                    <a:pt x="4829961" y="99114"/>
                  </a:lnTo>
                  <a:lnTo>
                    <a:pt x="4833095" y="94197"/>
                  </a:lnTo>
                  <a:lnTo>
                    <a:pt x="4836229" y="91318"/>
                  </a:lnTo>
                  <a:lnTo>
                    <a:pt x="4839363" y="88438"/>
                  </a:lnTo>
                  <a:lnTo>
                    <a:pt x="4842497" y="85558"/>
                  </a:lnTo>
                  <a:lnTo>
                    <a:pt x="4845631" y="83032"/>
                  </a:lnTo>
                  <a:lnTo>
                    <a:pt x="4848765" y="80506"/>
                  </a:lnTo>
                  <a:lnTo>
                    <a:pt x="4851899" y="77979"/>
                  </a:lnTo>
                  <a:lnTo>
                    <a:pt x="4855033" y="77422"/>
                  </a:lnTo>
                  <a:lnTo>
                    <a:pt x="4858167" y="77775"/>
                  </a:lnTo>
                  <a:lnTo>
                    <a:pt x="4861301" y="78443"/>
                  </a:lnTo>
                  <a:lnTo>
                    <a:pt x="4864435" y="78796"/>
                  </a:lnTo>
                  <a:lnTo>
                    <a:pt x="4867569" y="79687"/>
                  </a:lnTo>
                  <a:lnTo>
                    <a:pt x="4870703" y="80263"/>
                  </a:lnTo>
                  <a:lnTo>
                    <a:pt x="4873837" y="81886"/>
                  </a:lnTo>
                  <a:lnTo>
                    <a:pt x="4876971" y="83286"/>
                  </a:lnTo>
                  <a:lnTo>
                    <a:pt x="4880105" y="84686"/>
                  </a:lnTo>
                  <a:lnTo>
                    <a:pt x="4883239" y="86868"/>
                  </a:lnTo>
                  <a:lnTo>
                    <a:pt x="4886373" y="89049"/>
                  </a:lnTo>
                  <a:lnTo>
                    <a:pt x="4889507" y="91232"/>
                  </a:lnTo>
                  <a:lnTo>
                    <a:pt x="4892641" y="94170"/>
                  </a:lnTo>
                  <a:lnTo>
                    <a:pt x="4895775" y="97815"/>
                  </a:lnTo>
                  <a:lnTo>
                    <a:pt x="4898909" y="102158"/>
                  </a:lnTo>
                  <a:lnTo>
                    <a:pt x="4902043" y="106502"/>
                  </a:lnTo>
                  <a:lnTo>
                    <a:pt x="4905177" y="111676"/>
                  </a:lnTo>
                  <a:lnTo>
                    <a:pt x="4908311" y="117081"/>
                  </a:lnTo>
                  <a:lnTo>
                    <a:pt x="4911445" y="126059"/>
                  </a:lnTo>
                  <a:lnTo>
                    <a:pt x="4914579" y="133060"/>
                  </a:lnTo>
                  <a:lnTo>
                    <a:pt x="4917713" y="140060"/>
                  </a:lnTo>
                  <a:lnTo>
                    <a:pt x="4920847" y="147283"/>
                  </a:lnTo>
                  <a:lnTo>
                    <a:pt x="4923981" y="154060"/>
                  </a:lnTo>
                  <a:lnTo>
                    <a:pt x="4927115" y="160523"/>
                  </a:lnTo>
                  <a:lnTo>
                    <a:pt x="4930249" y="166985"/>
                  </a:lnTo>
                  <a:lnTo>
                    <a:pt x="4933383" y="174426"/>
                  </a:lnTo>
                  <a:lnTo>
                    <a:pt x="4936517" y="182716"/>
                  </a:lnTo>
                  <a:lnTo>
                    <a:pt x="4939651" y="189696"/>
                  </a:lnTo>
                  <a:lnTo>
                    <a:pt x="4942785" y="196220"/>
                  </a:lnTo>
                  <a:lnTo>
                    <a:pt x="4945919" y="203789"/>
                  </a:lnTo>
                  <a:lnTo>
                    <a:pt x="4949053" y="212952"/>
                  </a:lnTo>
                  <a:lnTo>
                    <a:pt x="4952187" y="222675"/>
                  </a:lnTo>
                  <a:lnTo>
                    <a:pt x="4955321" y="231799"/>
                  </a:lnTo>
                  <a:lnTo>
                    <a:pt x="4958455" y="238199"/>
                  </a:lnTo>
                  <a:lnTo>
                    <a:pt x="4961589" y="246347"/>
                  </a:lnTo>
                  <a:lnTo>
                    <a:pt x="4964723" y="253797"/>
                  </a:lnTo>
                  <a:lnTo>
                    <a:pt x="4967857" y="262001"/>
                  </a:lnTo>
                  <a:lnTo>
                    <a:pt x="4970991" y="271230"/>
                  </a:lnTo>
                  <a:lnTo>
                    <a:pt x="4974125" y="281087"/>
                  </a:lnTo>
                  <a:lnTo>
                    <a:pt x="4977259" y="290315"/>
                  </a:lnTo>
                  <a:lnTo>
                    <a:pt x="4980393" y="299017"/>
                  </a:lnTo>
                  <a:lnTo>
                    <a:pt x="4983527" y="306591"/>
                  </a:lnTo>
                  <a:lnTo>
                    <a:pt x="4986661" y="314480"/>
                  </a:lnTo>
                  <a:lnTo>
                    <a:pt x="4989795" y="322304"/>
                  </a:lnTo>
                  <a:lnTo>
                    <a:pt x="4992929" y="327797"/>
                  </a:lnTo>
                  <a:lnTo>
                    <a:pt x="4996063" y="331030"/>
                  </a:lnTo>
                  <a:lnTo>
                    <a:pt x="4999197" y="334578"/>
                  </a:lnTo>
                  <a:lnTo>
                    <a:pt x="5002331" y="338125"/>
                  </a:lnTo>
                  <a:lnTo>
                    <a:pt x="5005465" y="341319"/>
                  </a:lnTo>
                  <a:lnTo>
                    <a:pt x="5008599" y="344886"/>
                  </a:lnTo>
                  <a:lnTo>
                    <a:pt x="5011733" y="348453"/>
                  </a:lnTo>
                  <a:lnTo>
                    <a:pt x="5014867" y="350052"/>
                  </a:lnTo>
                  <a:lnTo>
                    <a:pt x="5018001" y="350739"/>
                  </a:lnTo>
                  <a:lnTo>
                    <a:pt x="5021135" y="350739"/>
                  </a:lnTo>
                  <a:lnTo>
                    <a:pt x="5024269" y="351053"/>
                  </a:lnTo>
                  <a:lnTo>
                    <a:pt x="5027403" y="348677"/>
                  </a:lnTo>
                  <a:lnTo>
                    <a:pt x="5030537" y="345797"/>
                  </a:lnTo>
                  <a:lnTo>
                    <a:pt x="5033671" y="341872"/>
                  </a:lnTo>
                  <a:lnTo>
                    <a:pt x="5036805" y="337945"/>
                  </a:lnTo>
                  <a:lnTo>
                    <a:pt x="5039939" y="334019"/>
                  </a:lnTo>
                  <a:lnTo>
                    <a:pt x="5043073" y="330221"/>
                  </a:lnTo>
                  <a:lnTo>
                    <a:pt x="5046207" y="326049"/>
                  </a:lnTo>
                  <a:lnTo>
                    <a:pt x="5049341" y="322251"/>
                  </a:lnTo>
                  <a:lnTo>
                    <a:pt x="5052475" y="317697"/>
                  </a:lnTo>
                  <a:lnTo>
                    <a:pt x="5055609" y="311779"/>
                  </a:lnTo>
                  <a:lnTo>
                    <a:pt x="5058743" y="304243"/>
                  </a:lnTo>
                  <a:lnTo>
                    <a:pt x="5061877" y="296708"/>
                  </a:lnTo>
                  <a:lnTo>
                    <a:pt x="5065011" y="288119"/>
                  </a:lnTo>
                  <a:lnTo>
                    <a:pt x="5068145" y="280584"/>
                  </a:lnTo>
                  <a:lnTo>
                    <a:pt x="5071279" y="273059"/>
                  </a:lnTo>
                  <a:lnTo>
                    <a:pt x="5074413" y="269817"/>
                  </a:lnTo>
                  <a:lnTo>
                    <a:pt x="5077547" y="267358"/>
                  </a:lnTo>
                  <a:lnTo>
                    <a:pt x="5080681" y="264677"/>
                  </a:lnTo>
                  <a:lnTo>
                    <a:pt x="5083815" y="262756"/>
                  </a:lnTo>
                  <a:lnTo>
                    <a:pt x="5086949" y="260835"/>
                  </a:lnTo>
                  <a:lnTo>
                    <a:pt x="5090083" y="258159"/>
                  </a:lnTo>
                  <a:lnTo>
                    <a:pt x="5093217" y="255483"/>
                  </a:lnTo>
                  <a:lnTo>
                    <a:pt x="5096351" y="252246"/>
                  </a:lnTo>
                  <a:lnTo>
                    <a:pt x="5099485" y="249962"/>
                  </a:lnTo>
                  <a:lnTo>
                    <a:pt x="5102619" y="247997"/>
                  </a:lnTo>
                  <a:lnTo>
                    <a:pt x="5105753" y="248551"/>
                  </a:lnTo>
                  <a:lnTo>
                    <a:pt x="5108887" y="248751"/>
                  </a:lnTo>
                  <a:lnTo>
                    <a:pt x="5112021" y="248952"/>
                  </a:lnTo>
                  <a:lnTo>
                    <a:pt x="5115155" y="249153"/>
                  </a:lnTo>
                  <a:lnTo>
                    <a:pt x="5118289" y="249948"/>
                  </a:lnTo>
                  <a:lnTo>
                    <a:pt x="5121423" y="248484"/>
                  </a:lnTo>
                  <a:lnTo>
                    <a:pt x="5124557" y="247719"/>
                  </a:lnTo>
                  <a:lnTo>
                    <a:pt x="5127691" y="247598"/>
                  </a:lnTo>
                  <a:lnTo>
                    <a:pt x="5130825" y="247245"/>
                  </a:lnTo>
                  <a:lnTo>
                    <a:pt x="5133959" y="246576"/>
                  </a:lnTo>
                  <a:lnTo>
                    <a:pt x="5137093" y="246000"/>
                  </a:lnTo>
                  <a:lnTo>
                    <a:pt x="5140227" y="245110"/>
                  </a:lnTo>
                  <a:lnTo>
                    <a:pt x="5143361" y="244219"/>
                  </a:lnTo>
                  <a:lnTo>
                    <a:pt x="5146495" y="243328"/>
                  </a:lnTo>
                  <a:lnTo>
                    <a:pt x="5149629" y="242752"/>
                  </a:lnTo>
                  <a:lnTo>
                    <a:pt x="5152763" y="242176"/>
                  </a:lnTo>
                  <a:lnTo>
                    <a:pt x="5155897" y="241600"/>
                  </a:lnTo>
                  <a:lnTo>
                    <a:pt x="5159031" y="240709"/>
                  </a:lnTo>
                  <a:lnTo>
                    <a:pt x="5162165" y="239819"/>
                  </a:lnTo>
                  <a:lnTo>
                    <a:pt x="5165299" y="238928"/>
                  </a:lnTo>
                  <a:lnTo>
                    <a:pt x="5168433" y="237664"/>
                  </a:lnTo>
                  <a:lnTo>
                    <a:pt x="5171567" y="236401"/>
                  </a:lnTo>
                  <a:lnTo>
                    <a:pt x="5174701" y="235137"/>
                  </a:lnTo>
                  <a:lnTo>
                    <a:pt x="5177835" y="233486"/>
                  </a:lnTo>
                  <a:lnTo>
                    <a:pt x="5180969" y="232207"/>
                  </a:lnTo>
                  <a:lnTo>
                    <a:pt x="5184103" y="230929"/>
                  </a:lnTo>
                  <a:lnTo>
                    <a:pt x="5187237" y="232026"/>
                  </a:lnTo>
                  <a:lnTo>
                    <a:pt x="5190371" y="233942"/>
                  </a:lnTo>
                  <a:lnTo>
                    <a:pt x="5193505" y="235857"/>
                  </a:lnTo>
                  <a:lnTo>
                    <a:pt x="5196639" y="237773"/>
                  </a:lnTo>
                  <a:lnTo>
                    <a:pt x="5199773" y="239688"/>
                  </a:lnTo>
                  <a:lnTo>
                    <a:pt x="5202907" y="240917"/>
                  </a:lnTo>
                  <a:lnTo>
                    <a:pt x="5206041" y="242518"/>
                  </a:lnTo>
                  <a:lnTo>
                    <a:pt x="5209175" y="243746"/>
                  </a:lnTo>
                  <a:lnTo>
                    <a:pt x="5212309" y="245363"/>
                  </a:lnTo>
                  <a:lnTo>
                    <a:pt x="5215443" y="247635"/>
                  </a:lnTo>
                  <a:lnTo>
                    <a:pt x="5218577" y="250827"/>
                  </a:lnTo>
                  <a:lnTo>
                    <a:pt x="5221711" y="254242"/>
                  </a:lnTo>
                  <a:lnTo>
                    <a:pt x="5224845" y="257656"/>
                  </a:lnTo>
                  <a:lnTo>
                    <a:pt x="5227979" y="261071"/>
                  </a:lnTo>
                  <a:lnTo>
                    <a:pt x="5231113" y="263730"/>
                  </a:lnTo>
                  <a:lnTo>
                    <a:pt x="5234247" y="264679"/>
                  </a:lnTo>
                  <a:lnTo>
                    <a:pt x="5237381" y="264844"/>
                  </a:lnTo>
                  <a:lnTo>
                    <a:pt x="5240515" y="265009"/>
                  </a:lnTo>
                  <a:lnTo>
                    <a:pt x="5243649" y="265173"/>
                  </a:lnTo>
                  <a:lnTo>
                    <a:pt x="5246783" y="265692"/>
                  </a:lnTo>
                  <a:lnTo>
                    <a:pt x="5249917" y="266966"/>
                  </a:lnTo>
                  <a:lnTo>
                    <a:pt x="5253051" y="268239"/>
                  </a:lnTo>
                  <a:lnTo>
                    <a:pt x="5256185" y="270073"/>
                  </a:lnTo>
                  <a:lnTo>
                    <a:pt x="5259319" y="271552"/>
                  </a:lnTo>
                  <a:lnTo>
                    <a:pt x="5262453" y="272712"/>
                  </a:lnTo>
                  <a:lnTo>
                    <a:pt x="5265587" y="272359"/>
                  </a:lnTo>
                  <a:lnTo>
                    <a:pt x="5268721" y="272136"/>
                  </a:lnTo>
                  <a:lnTo>
                    <a:pt x="5271855" y="271913"/>
                  </a:lnTo>
                  <a:lnTo>
                    <a:pt x="5274989" y="271690"/>
                  </a:lnTo>
                  <a:lnTo>
                    <a:pt x="5278123" y="272266"/>
                  </a:lnTo>
                  <a:lnTo>
                    <a:pt x="5281257" y="272842"/>
                  </a:lnTo>
                  <a:lnTo>
                    <a:pt x="5284391" y="271905"/>
                  </a:lnTo>
                  <a:lnTo>
                    <a:pt x="5287525" y="270289"/>
                  </a:lnTo>
                  <a:lnTo>
                    <a:pt x="5290659" y="268450"/>
                  </a:lnTo>
                  <a:lnTo>
                    <a:pt x="5293793" y="266238"/>
                  </a:lnTo>
                  <a:lnTo>
                    <a:pt x="5296927" y="264249"/>
                  </a:lnTo>
                  <a:lnTo>
                    <a:pt x="5300061" y="262260"/>
                  </a:lnTo>
                  <a:lnTo>
                    <a:pt x="5303195" y="260270"/>
                  </a:lnTo>
                  <a:lnTo>
                    <a:pt x="5306329" y="258281"/>
                  </a:lnTo>
                  <a:lnTo>
                    <a:pt x="5309463" y="256292"/>
                  </a:lnTo>
                  <a:lnTo>
                    <a:pt x="5312597" y="254303"/>
                  </a:lnTo>
                  <a:lnTo>
                    <a:pt x="5315731" y="252314"/>
                  </a:lnTo>
                  <a:lnTo>
                    <a:pt x="5318865" y="250325"/>
                  </a:lnTo>
                  <a:lnTo>
                    <a:pt x="5321999" y="246677"/>
                  </a:lnTo>
                  <a:lnTo>
                    <a:pt x="5325133" y="241526"/>
                  </a:lnTo>
                  <a:lnTo>
                    <a:pt x="5328267" y="236374"/>
                  </a:lnTo>
                  <a:lnTo>
                    <a:pt x="5331401" y="233062"/>
                  </a:lnTo>
                  <a:lnTo>
                    <a:pt x="5334535" y="230405"/>
                  </a:lnTo>
                  <a:lnTo>
                    <a:pt x="5337669" y="228137"/>
                  </a:lnTo>
                  <a:lnTo>
                    <a:pt x="5340803" y="225868"/>
                  </a:lnTo>
                  <a:lnTo>
                    <a:pt x="5343937" y="223599"/>
                  </a:lnTo>
                  <a:lnTo>
                    <a:pt x="5347071" y="221331"/>
                  </a:lnTo>
                  <a:lnTo>
                    <a:pt x="5350205" y="219062"/>
                  </a:lnTo>
                  <a:lnTo>
                    <a:pt x="5353339" y="216793"/>
                  </a:lnTo>
                  <a:lnTo>
                    <a:pt x="5356473" y="214524"/>
                  </a:lnTo>
                  <a:lnTo>
                    <a:pt x="5359607" y="212255"/>
                  </a:lnTo>
                  <a:lnTo>
                    <a:pt x="5362741" y="210654"/>
                  </a:lnTo>
                  <a:lnTo>
                    <a:pt x="5365875" y="209053"/>
                  </a:lnTo>
                  <a:lnTo>
                    <a:pt x="5369009" y="209272"/>
                  </a:lnTo>
                  <a:lnTo>
                    <a:pt x="5372143" y="210163"/>
                  </a:lnTo>
                  <a:lnTo>
                    <a:pt x="5375277" y="211054"/>
                  </a:lnTo>
                  <a:lnTo>
                    <a:pt x="5378411" y="211277"/>
                  </a:lnTo>
                  <a:lnTo>
                    <a:pt x="5381545" y="211277"/>
                  </a:lnTo>
                  <a:lnTo>
                    <a:pt x="5384679" y="211277"/>
                  </a:lnTo>
                  <a:lnTo>
                    <a:pt x="5387813" y="211277"/>
                  </a:lnTo>
                  <a:lnTo>
                    <a:pt x="5390947" y="211276"/>
                  </a:lnTo>
                  <a:lnTo>
                    <a:pt x="5394081" y="211630"/>
                  </a:lnTo>
                  <a:lnTo>
                    <a:pt x="5397215" y="211983"/>
                  </a:lnTo>
                  <a:lnTo>
                    <a:pt x="5400349" y="212337"/>
                  </a:lnTo>
                  <a:lnTo>
                    <a:pt x="5403483" y="212690"/>
                  </a:lnTo>
                  <a:lnTo>
                    <a:pt x="5406617" y="212690"/>
                  </a:lnTo>
                  <a:lnTo>
                    <a:pt x="5409751" y="212114"/>
                  </a:lnTo>
                  <a:lnTo>
                    <a:pt x="5412885" y="211538"/>
                  </a:lnTo>
                  <a:lnTo>
                    <a:pt x="5416019" y="211184"/>
                  </a:lnTo>
                  <a:lnTo>
                    <a:pt x="5419153" y="211537"/>
                  </a:lnTo>
                  <a:lnTo>
                    <a:pt x="5422287" y="211890"/>
                  </a:lnTo>
                  <a:lnTo>
                    <a:pt x="5425421" y="212244"/>
                  </a:lnTo>
                  <a:lnTo>
                    <a:pt x="5428555" y="212820"/>
                  </a:lnTo>
                  <a:lnTo>
                    <a:pt x="5431689" y="213710"/>
                  </a:lnTo>
                  <a:lnTo>
                    <a:pt x="5434823" y="214601"/>
                  </a:lnTo>
                  <a:lnTo>
                    <a:pt x="5437957" y="214916"/>
                  </a:lnTo>
                  <a:lnTo>
                    <a:pt x="5441091" y="214916"/>
                  </a:lnTo>
                  <a:lnTo>
                    <a:pt x="5444225" y="216429"/>
                  </a:lnTo>
                  <a:lnTo>
                    <a:pt x="5447359" y="218936"/>
                  </a:lnTo>
                  <a:lnTo>
                    <a:pt x="5450493" y="221443"/>
                  </a:lnTo>
                  <a:lnTo>
                    <a:pt x="5453627" y="224323"/>
                  </a:lnTo>
                  <a:lnTo>
                    <a:pt x="5456761" y="227203"/>
                  </a:lnTo>
                  <a:lnTo>
                    <a:pt x="5459895" y="230455"/>
                  </a:lnTo>
                  <a:lnTo>
                    <a:pt x="5463029" y="233335"/>
                  </a:lnTo>
                  <a:lnTo>
                    <a:pt x="5466163" y="235901"/>
                  </a:lnTo>
                  <a:lnTo>
                    <a:pt x="5469297" y="238466"/>
                  </a:lnTo>
                  <a:lnTo>
                    <a:pt x="5472431" y="241032"/>
                  </a:lnTo>
                  <a:lnTo>
                    <a:pt x="5475565" y="243911"/>
                  </a:lnTo>
                  <a:lnTo>
                    <a:pt x="5478699" y="246477"/>
                  </a:lnTo>
                  <a:lnTo>
                    <a:pt x="5481833" y="251015"/>
                  </a:lnTo>
                  <a:lnTo>
                    <a:pt x="5484967" y="257057"/>
                  </a:lnTo>
                  <a:lnTo>
                    <a:pt x="5488101" y="263099"/>
                  </a:lnTo>
                  <a:lnTo>
                    <a:pt x="5491235" y="267302"/>
                  </a:lnTo>
                  <a:lnTo>
                    <a:pt x="5494369" y="270536"/>
                  </a:lnTo>
                  <a:lnTo>
                    <a:pt x="5497503" y="273769"/>
                  </a:lnTo>
                  <a:lnTo>
                    <a:pt x="5500637" y="277316"/>
                  </a:lnTo>
                  <a:lnTo>
                    <a:pt x="5503771" y="280863"/>
                  </a:lnTo>
                  <a:lnTo>
                    <a:pt x="5506905" y="284411"/>
                  </a:lnTo>
                  <a:lnTo>
                    <a:pt x="5510039" y="288331"/>
                  </a:lnTo>
                  <a:lnTo>
                    <a:pt x="5513173" y="292251"/>
                  </a:lnTo>
                  <a:lnTo>
                    <a:pt x="5516307" y="296172"/>
                  </a:lnTo>
                  <a:lnTo>
                    <a:pt x="5519441" y="300092"/>
                  </a:lnTo>
                  <a:lnTo>
                    <a:pt x="5522575" y="302972"/>
                  </a:lnTo>
                  <a:lnTo>
                    <a:pt x="5525709" y="306225"/>
                  </a:lnTo>
                  <a:lnTo>
                    <a:pt x="5528843" y="307657"/>
                  </a:lnTo>
                  <a:lnTo>
                    <a:pt x="5531977" y="308030"/>
                  </a:lnTo>
                  <a:lnTo>
                    <a:pt x="5535111" y="308402"/>
                  </a:lnTo>
                  <a:lnTo>
                    <a:pt x="5538245" y="309443"/>
                  </a:lnTo>
                  <a:lnTo>
                    <a:pt x="5541379" y="310484"/>
                  </a:lnTo>
                  <a:lnTo>
                    <a:pt x="5544513" y="311524"/>
                  </a:lnTo>
                  <a:lnTo>
                    <a:pt x="5547647" y="312565"/>
                  </a:lnTo>
                  <a:lnTo>
                    <a:pt x="5550781" y="313964"/>
                  </a:lnTo>
                  <a:lnTo>
                    <a:pt x="5553915" y="315011"/>
                  </a:lnTo>
                  <a:lnTo>
                    <a:pt x="5557049" y="315697"/>
                  </a:lnTo>
                  <a:lnTo>
                    <a:pt x="5560183" y="316744"/>
                  </a:lnTo>
                  <a:lnTo>
                    <a:pt x="5563317" y="317790"/>
                  </a:lnTo>
                  <a:lnTo>
                    <a:pt x="5566451" y="318836"/>
                  </a:lnTo>
                  <a:lnTo>
                    <a:pt x="5569585" y="320459"/>
                  </a:lnTo>
                  <a:lnTo>
                    <a:pt x="5572719" y="321722"/>
                  </a:lnTo>
                  <a:lnTo>
                    <a:pt x="5575853" y="322390"/>
                  </a:lnTo>
                  <a:lnTo>
                    <a:pt x="5578987" y="322704"/>
                  </a:lnTo>
                  <a:lnTo>
                    <a:pt x="5582121" y="323019"/>
                  </a:lnTo>
                  <a:lnTo>
                    <a:pt x="5585255" y="323706"/>
                  </a:lnTo>
                  <a:lnTo>
                    <a:pt x="5588389" y="324393"/>
                  </a:lnTo>
                  <a:lnTo>
                    <a:pt x="5591523" y="324766"/>
                  </a:lnTo>
                  <a:lnTo>
                    <a:pt x="5594657" y="324766"/>
                  </a:lnTo>
                  <a:lnTo>
                    <a:pt x="5597791" y="324766"/>
                  </a:lnTo>
                  <a:lnTo>
                    <a:pt x="5600925" y="325453"/>
                  </a:lnTo>
                  <a:lnTo>
                    <a:pt x="5604059" y="326140"/>
                  </a:lnTo>
                  <a:lnTo>
                    <a:pt x="5607193" y="326140"/>
                  </a:lnTo>
                  <a:lnTo>
                    <a:pt x="5610327" y="326140"/>
                  </a:lnTo>
                  <a:lnTo>
                    <a:pt x="5613461" y="326140"/>
                  </a:lnTo>
                  <a:lnTo>
                    <a:pt x="5616595" y="326140"/>
                  </a:lnTo>
                  <a:lnTo>
                    <a:pt x="5619729" y="325767"/>
                  </a:lnTo>
                  <a:lnTo>
                    <a:pt x="5622863" y="325767"/>
                  </a:lnTo>
                  <a:lnTo>
                    <a:pt x="5625997" y="326454"/>
                  </a:lnTo>
                  <a:lnTo>
                    <a:pt x="5629131" y="328060"/>
                  </a:lnTo>
                  <a:lnTo>
                    <a:pt x="5632265" y="329666"/>
                  </a:lnTo>
                  <a:lnTo>
                    <a:pt x="5635399" y="330958"/>
                  </a:lnTo>
                  <a:lnTo>
                    <a:pt x="5638533" y="332564"/>
                  </a:lnTo>
                  <a:lnTo>
                    <a:pt x="5641667" y="333856"/>
                  </a:lnTo>
                  <a:lnTo>
                    <a:pt x="5644801" y="334588"/>
                  </a:lnTo>
                  <a:lnTo>
                    <a:pt x="5647935" y="335320"/>
                  </a:lnTo>
                  <a:lnTo>
                    <a:pt x="5651069" y="336052"/>
                  </a:lnTo>
                  <a:lnTo>
                    <a:pt x="5654203" y="337658"/>
                  </a:lnTo>
                  <a:lnTo>
                    <a:pt x="5657337" y="339264"/>
                  </a:lnTo>
                  <a:lnTo>
                    <a:pt x="5660471" y="340555"/>
                  </a:lnTo>
                  <a:lnTo>
                    <a:pt x="5663605" y="341847"/>
                  </a:lnTo>
                  <a:lnTo>
                    <a:pt x="5666739" y="343138"/>
                  </a:lnTo>
                  <a:lnTo>
                    <a:pt x="5669873" y="344057"/>
                  </a:lnTo>
                  <a:lnTo>
                    <a:pt x="5673007" y="344976"/>
                  </a:lnTo>
                  <a:lnTo>
                    <a:pt x="5676141" y="345335"/>
                  </a:lnTo>
                  <a:lnTo>
                    <a:pt x="5679275" y="345335"/>
                  </a:lnTo>
                  <a:lnTo>
                    <a:pt x="5682409" y="345708"/>
                  </a:lnTo>
                  <a:lnTo>
                    <a:pt x="5685543" y="345708"/>
                  </a:lnTo>
                  <a:lnTo>
                    <a:pt x="5688677" y="345708"/>
                  </a:lnTo>
                  <a:lnTo>
                    <a:pt x="5691811" y="345708"/>
                  </a:lnTo>
                  <a:lnTo>
                    <a:pt x="5694945" y="345021"/>
                  </a:lnTo>
                  <a:lnTo>
                    <a:pt x="5698079" y="344334"/>
                  </a:lnTo>
                  <a:lnTo>
                    <a:pt x="5701213" y="343293"/>
                  </a:lnTo>
                  <a:lnTo>
                    <a:pt x="5704347" y="342030"/>
                  </a:lnTo>
                  <a:lnTo>
                    <a:pt x="5707481" y="340766"/>
                  </a:lnTo>
                  <a:lnTo>
                    <a:pt x="5710615" y="339144"/>
                  </a:lnTo>
                  <a:lnTo>
                    <a:pt x="5713749" y="337521"/>
                  </a:lnTo>
                  <a:lnTo>
                    <a:pt x="5716883" y="336257"/>
                  </a:lnTo>
                  <a:lnTo>
                    <a:pt x="5720017" y="334247"/>
                  </a:lnTo>
                  <a:lnTo>
                    <a:pt x="5723151" y="332237"/>
                  </a:lnTo>
                  <a:lnTo>
                    <a:pt x="5726285" y="330226"/>
                  </a:lnTo>
                  <a:lnTo>
                    <a:pt x="5729419" y="328604"/>
                  </a:lnTo>
                  <a:lnTo>
                    <a:pt x="5732553" y="327340"/>
                  </a:lnTo>
                  <a:lnTo>
                    <a:pt x="5735687" y="326449"/>
                  </a:lnTo>
                  <a:lnTo>
                    <a:pt x="5738821" y="325558"/>
                  </a:lnTo>
                  <a:lnTo>
                    <a:pt x="5741955" y="324668"/>
                  </a:lnTo>
                  <a:lnTo>
                    <a:pt x="5745089" y="323405"/>
                  </a:lnTo>
                  <a:lnTo>
                    <a:pt x="5748223" y="322141"/>
                  </a:lnTo>
                  <a:lnTo>
                    <a:pt x="5751357" y="320877"/>
                  </a:lnTo>
                  <a:lnTo>
                    <a:pt x="5754491" y="320210"/>
                  </a:lnTo>
                  <a:lnTo>
                    <a:pt x="5757625" y="319542"/>
                  </a:lnTo>
                  <a:lnTo>
                    <a:pt x="5760759" y="318502"/>
                  </a:lnTo>
                  <a:lnTo>
                    <a:pt x="5763893" y="317461"/>
                  </a:lnTo>
                  <a:lnTo>
                    <a:pt x="5767027" y="316793"/>
                  </a:lnTo>
                  <a:lnTo>
                    <a:pt x="5770161" y="316125"/>
                  </a:lnTo>
                  <a:lnTo>
                    <a:pt x="5773295" y="315457"/>
                  </a:lnTo>
                  <a:lnTo>
                    <a:pt x="5776429" y="314567"/>
                  </a:lnTo>
                  <a:lnTo>
                    <a:pt x="5779563" y="313676"/>
                  </a:lnTo>
                  <a:lnTo>
                    <a:pt x="5782697" y="312785"/>
                  </a:lnTo>
                  <a:lnTo>
                    <a:pt x="5785831" y="311522"/>
                  </a:lnTo>
                  <a:lnTo>
                    <a:pt x="5788965" y="309340"/>
                  </a:lnTo>
                  <a:lnTo>
                    <a:pt x="5792099" y="307157"/>
                  </a:lnTo>
                  <a:lnTo>
                    <a:pt x="5795233" y="304975"/>
                  </a:lnTo>
                  <a:lnTo>
                    <a:pt x="5798367" y="302792"/>
                  </a:lnTo>
                  <a:lnTo>
                    <a:pt x="5801501" y="300222"/>
                  </a:lnTo>
                  <a:lnTo>
                    <a:pt x="5804635" y="298212"/>
                  </a:lnTo>
                  <a:lnTo>
                    <a:pt x="5807769" y="296201"/>
                  </a:lnTo>
                  <a:lnTo>
                    <a:pt x="5810903" y="294190"/>
                  </a:lnTo>
                  <a:lnTo>
                    <a:pt x="5814037" y="291620"/>
                  </a:lnTo>
                  <a:lnTo>
                    <a:pt x="5817171" y="289438"/>
                  </a:lnTo>
                  <a:lnTo>
                    <a:pt x="5820305" y="287255"/>
                  </a:lnTo>
                  <a:lnTo>
                    <a:pt x="5823439" y="285073"/>
                  </a:lnTo>
                  <a:lnTo>
                    <a:pt x="5826573" y="282891"/>
                  </a:lnTo>
                  <a:lnTo>
                    <a:pt x="5829707" y="280708"/>
                  </a:lnTo>
                  <a:lnTo>
                    <a:pt x="5832841" y="278526"/>
                  </a:lnTo>
                  <a:lnTo>
                    <a:pt x="5835975" y="276904"/>
                  </a:lnTo>
                  <a:lnTo>
                    <a:pt x="5839109" y="275863"/>
                  </a:lnTo>
                  <a:lnTo>
                    <a:pt x="5842243" y="274823"/>
                  </a:lnTo>
                  <a:lnTo>
                    <a:pt x="5845377" y="273782"/>
                  </a:lnTo>
                  <a:lnTo>
                    <a:pt x="5848511" y="273095"/>
                  </a:lnTo>
                  <a:lnTo>
                    <a:pt x="5851645" y="272408"/>
                  </a:lnTo>
                  <a:lnTo>
                    <a:pt x="5854779" y="272409"/>
                  </a:lnTo>
                  <a:lnTo>
                    <a:pt x="5857913" y="272409"/>
                  </a:lnTo>
                  <a:lnTo>
                    <a:pt x="5861047" y="273076"/>
                  </a:lnTo>
                  <a:lnTo>
                    <a:pt x="5864181" y="273967"/>
                  </a:lnTo>
                  <a:lnTo>
                    <a:pt x="5867315" y="274858"/>
                  </a:lnTo>
                  <a:lnTo>
                    <a:pt x="5870449" y="276121"/>
                  </a:lnTo>
                  <a:lnTo>
                    <a:pt x="5873583" y="277385"/>
                  </a:lnTo>
                  <a:lnTo>
                    <a:pt x="5876717" y="278648"/>
                  </a:lnTo>
                  <a:lnTo>
                    <a:pt x="5879851" y="280300"/>
                  </a:lnTo>
                  <a:lnTo>
                    <a:pt x="5882985" y="281951"/>
                  </a:lnTo>
                  <a:lnTo>
                    <a:pt x="5886119" y="283230"/>
                  </a:lnTo>
                  <a:lnTo>
                    <a:pt x="5889253" y="284120"/>
                  </a:lnTo>
                  <a:lnTo>
                    <a:pt x="5892387" y="285011"/>
                  </a:lnTo>
                  <a:lnTo>
                    <a:pt x="5895521" y="285587"/>
                  </a:lnTo>
                  <a:lnTo>
                    <a:pt x="5898655" y="286163"/>
                  </a:lnTo>
                  <a:lnTo>
                    <a:pt x="5901789" y="286740"/>
                  </a:lnTo>
                  <a:lnTo>
                    <a:pt x="5904923" y="287630"/>
                  </a:lnTo>
                  <a:lnTo>
                    <a:pt x="5908057" y="288207"/>
                  </a:lnTo>
                  <a:lnTo>
                    <a:pt x="5911191" y="288783"/>
                  </a:lnTo>
                  <a:lnTo>
                    <a:pt x="5914325" y="289136"/>
                  </a:lnTo>
                  <a:lnTo>
                    <a:pt x="5917459" y="289136"/>
                  </a:lnTo>
                  <a:lnTo>
                    <a:pt x="5920593" y="289136"/>
                  </a:lnTo>
                  <a:lnTo>
                    <a:pt x="5923727" y="289136"/>
                  </a:lnTo>
                  <a:lnTo>
                    <a:pt x="5926861" y="289136"/>
                  </a:lnTo>
                  <a:lnTo>
                    <a:pt x="5929995" y="289136"/>
                  </a:lnTo>
                  <a:lnTo>
                    <a:pt x="5933129" y="289136"/>
                  </a:lnTo>
                  <a:lnTo>
                    <a:pt x="5936263" y="289359"/>
                  </a:lnTo>
                  <a:lnTo>
                    <a:pt x="5939397" y="289582"/>
                  </a:lnTo>
                  <a:lnTo>
                    <a:pt x="5942531" y="289805"/>
                  </a:lnTo>
                  <a:lnTo>
                    <a:pt x="5945665" y="290028"/>
                  </a:lnTo>
                  <a:lnTo>
                    <a:pt x="5948799" y="290250"/>
                  </a:lnTo>
                  <a:lnTo>
                    <a:pt x="5951933" y="290250"/>
                  </a:lnTo>
                  <a:lnTo>
                    <a:pt x="5955067" y="290250"/>
                  </a:lnTo>
                  <a:lnTo>
                    <a:pt x="5958201" y="289862"/>
                  </a:lnTo>
                  <a:lnTo>
                    <a:pt x="5961335" y="289862"/>
                  </a:lnTo>
                  <a:lnTo>
                    <a:pt x="5964469" y="289862"/>
                  </a:lnTo>
                  <a:lnTo>
                    <a:pt x="5967603" y="289862"/>
                  </a:lnTo>
                  <a:lnTo>
                    <a:pt x="5970737" y="289862"/>
                  </a:lnTo>
                  <a:lnTo>
                    <a:pt x="5973871" y="289862"/>
                  </a:lnTo>
                  <a:lnTo>
                    <a:pt x="5977005" y="289474"/>
                  </a:lnTo>
                  <a:lnTo>
                    <a:pt x="5980139" y="289086"/>
                  </a:lnTo>
                  <a:lnTo>
                    <a:pt x="5983273" y="288698"/>
                  </a:lnTo>
                  <a:lnTo>
                    <a:pt x="5986407" y="288310"/>
                  </a:lnTo>
                  <a:lnTo>
                    <a:pt x="5989541" y="287922"/>
                  </a:lnTo>
                  <a:lnTo>
                    <a:pt x="5992675" y="287535"/>
                  </a:lnTo>
                  <a:lnTo>
                    <a:pt x="5995809" y="287147"/>
                  </a:lnTo>
                  <a:lnTo>
                    <a:pt x="5998943" y="286536"/>
                  </a:lnTo>
                  <a:lnTo>
                    <a:pt x="6002077" y="285925"/>
                  </a:lnTo>
                  <a:lnTo>
                    <a:pt x="6005211" y="285315"/>
                  </a:lnTo>
                  <a:lnTo>
                    <a:pt x="6008345" y="284351"/>
                  </a:lnTo>
                  <a:lnTo>
                    <a:pt x="6011479" y="283386"/>
                  </a:lnTo>
                  <a:lnTo>
                    <a:pt x="6014613" y="282422"/>
                  </a:lnTo>
                  <a:lnTo>
                    <a:pt x="6017747" y="281459"/>
                  </a:lnTo>
                  <a:lnTo>
                    <a:pt x="6020881" y="280180"/>
                  </a:lnTo>
                  <a:lnTo>
                    <a:pt x="6024015" y="278902"/>
                  </a:lnTo>
                  <a:lnTo>
                    <a:pt x="6027149" y="278011"/>
                  </a:lnTo>
                  <a:lnTo>
                    <a:pt x="6030283" y="276748"/>
                  </a:lnTo>
                  <a:lnTo>
                    <a:pt x="6033417" y="275484"/>
                  </a:lnTo>
                  <a:lnTo>
                    <a:pt x="6036551" y="274221"/>
                  </a:lnTo>
                  <a:lnTo>
                    <a:pt x="6039685" y="272957"/>
                  </a:lnTo>
                  <a:lnTo>
                    <a:pt x="6042819" y="271693"/>
                  </a:lnTo>
                  <a:lnTo>
                    <a:pt x="6045953" y="270803"/>
                  </a:lnTo>
                  <a:lnTo>
                    <a:pt x="6049087" y="269912"/>
                  </a:lnTo>
                  <a:lnTo>
                    <a:pt x="6052221" y="269244"/>
                  </a:lnTo>
                  <a:lnTo>
                    <a:pt x="6055355" y="268890"/>
                  </a:lnTo>
                  <a:lnTo>
                    <a:pt x="6058489" y="268537"/>
                  </a:lnTo>
                  <a:lnTo>
                    <a:pt x="6061623" y="268183"/>
                  </a:lnTo>
                  <a:lnTo>
                    <a:pt x="6064757" y="267515"/>
                  </a:lnTo>
                  <a:lnTo>
                    <a:pt x="6067891" y="267162"/>
                  </a:lnTo>
                  <a:lnTo>
                    <a:pt x="6071025" y="266808"/>
                  </a:lnTo>
                  <a:lnTo>
                    <a:pt x="6074159" y="266232"/>
                  </a:lnTo>
                  <a:lnTo>
                    <a:pt x="6077293" y="266009"/>
                  </a:lnTo>
                  <a:lnTo>
                    <a:pt x="6080427" y="266009"/>
                  </a:lnTo>
                  <a:lnTo>
                    <a:pt x="6083561" y="266009"/>
                  </a:lnTo>
                  <a:lnTo>
                    <a:pt x="6086695" y="266362"/>
                  </a:lnTo>
                  <a:lnTo>
                    <a:pt x="6089829" y="267029"/>
                  </a:lnTo>
                  <a:lnTo>
                    <a:pt x="6092963" y="267697"/>
                  </a:lnTo>
                  <a:lnTo>
                    <a:pt x="6096097" y="268365"/>
                  </a:lnTo>
                  <a:lnTo>
                    <a:pt x="6099231" y="268718"/>
                  </a:lnTo>
                  <a:lnTo>
                    <a:pt x="6102365" y="269072"/>
                  </a:lnTo>
                  <a:lnTo>
                    <a:pt x="6105499" y="269425"/>
                  </a:lnTo>
                  <a:lnTo>
                    <a:pt x="6108633" y="270093"/>
                  </a:lnTo>
                  <a:lnTo>
                    <a:pt x="6111767" y="271356"/>
                  </a:lnTo>
                  <a:lnTo>
                    <a:pt x="6114901" y="272620"/>
                  </a:lnTo>
                  <a:lnTo>
                    <a:pt x="6118035" y="274271"/>
                  </a:lnTo>
                  <a:lnTo>
                    <a:pt x="6121169" y="275923"/>
                  </a:lnTo>
                  <a:lnTo>
                    <a:pt x="6124303" y="277574"/>
                  </a:lnTo>
                  <a:lnTo>
                    <a:pt x="6127437" y="278853"/>
                  </a:lnTo>
                  <a:lnTo>
                    <a:pt x="6130571" y="280504"/>
                  </a:lnTo>
                  <a:lnTo>
                    <a:pt x="6133705" y="281783"/>
                  </a:lnTo>
                  <a:lnTo>
                    <a:pt x="6136839" y="282748"/>
                  </a:lnTo>
                  <a:lnTo>
                    <a:pt x="6139973" y="283712"/>
                  </a:lnTo>
                  <a:lnTo>
                    <a:pt x="6143107" y="284676"/>
                  </a:lnTo>
                  <a:lnTo>
                    <a:pt x="6146241" y="285641"/>
                  </a:lnTo>
                  <a:lnTo>
                    <a:pt x="6149375" y="286605"/>
                  </a:lnTo>
                  <a:lnTo>
                    <a:pt x="6152509" y="287570"/>
                  </a:lnTo>
                  <a:lnTo>
                    <a:pt x="6155643" y="288534"/>
                  </a:lnTo>
                  <a:lnTo>
                    <a:pt x="6158777" y="289499"/>
                  </a:lnTo>
                  <a:lnTo>
                    <a:pt x="6161911" y="290463"/>
                  </a:lnTo>
                  <a:lnTo>
                    <a:pt x="6165045" y="291427"/>
                  </a:lnTo>
                  <a:lnTo>
                    <a:pt x="6168179" y="292392"/>
                  </a:lnTo>
                  <a:lnTo>
                    <a:pt x="6171313" y="293356"/>
                  </a:lnTo>
                  <a:lnTo>
                    <a:pt x="6174447" y="294320"/>
                  </a:lnTo>
                  <a:lnTo>
                    <a:pt x="6177581" y="294931"/>
                  </a:lnTo>
                  <a:lnTo>
                    <a:pt x="6180715" y="295542"/>
                  </a:lnTo>
                  <a:lnTo>
                    <a:pt x="6183849" y="296152"/>
                  </a:lnTo>
                  <a:lnTo>
                    <a:pt x="6186983" y="296375"/>
                  </a:lnTo>
                  <a:lnTo>
                    <a:pt x="6190117" y="296951"/>
                  </a:lnTo>
                  <a:lnTo>
                    <a:pt x="6193251" y="297527"/>
                  </a:lnTo>
                  <a:lnTo>
                    <a:pt x="6196385" y="298104"/>
                  </a:lnTo>
                  <a:lnTo>
                    <a:pt x="6199519" y="298680"/>
                  </a:lnTo>
                  <a:lnTo>
                    <a:pt x="6202653" y="298902"/>
                  </a:lnTo>
                  <a:lnTo>
                    <a:pt x="6205787" y="298902"/>
                  </a:lnTo>
                  <a:lnTo>
                    <a:pt x="6208921" y="298902"/>
                  </a:lnTo>
                  <a:lnTo>
                    <a:pt x="6212055" y="298679"/>
                  </a:lnTo>
                  <a:lnTo>
                    <a:pt x="6215189" y="298456"/>
                  </a:lnTo>
                  <a:lnTo>
                    <a:pt x="6218323" y="298233"/>
                  </a:lnTo>
                  <a:lnTo>
                    <a:pt x="6221457" y="298233"/>
                  </a:lnTo>
                  <a:lnTo>
                    <a:pt x="6224591" y="298233"/>
                  </a:lnTo>
                  <a:lnTo>
                    <a:pt x="6227725" y="298233"/>
                  </a:lnTo>
                  <a:lnTo>
                    <a:pt x="6230859" y="298233"/>
                  </a:lnTo>
                  <a:lnTo>
                    <a:pt x="6233993" y="298456"/>
                  </a:lnTo>
                  <a:lnTo>
                    <a:pt x="6237127" y="298456"/>
                  </a:lnTo>
                  <a:lnTo>
                    <a:pt x="6240261" y="298232"/>
                  </a:lnTo>
                  <a:lnTo>
                    <a:pt x="6243395" y="298009"/>
                  </a:lnTo>
                  <a:lnTo>
                    <a:pt x="6246529" y="297433"/>
                  </a:lnTo>
                  <a:lnTo>
                    <a:pt x="6249663" y="296542"/>
                  </a:lnTo>
                  <a:lnTo>
                    <a:pt x="6252797" y="295651"/>
                  </a:lnTo>
                  <a:lnTo>
                    <a:pt x="6255931" y="294761"/>
                  </a:lnTo>
                  <a:lnTo>
                    <a:pt x="6259065" y="294185"/>
                  </a:lnTo>
                  <a:lnTo>
                    <a:pt x="6262199" y="293831"/>
                  </a:lnTo>
                  <a:lnTo>
                    <a:pt x="6265333" y="293478"/>
                  </a:lnTo>
                  <a:lnTo>
                    <a:pt x="6265333" y="362836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4573331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4573488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4573331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2026-03-09T12:27:32Z</dcterms:modified>
  <cp:category/>
</cp:coreProperties>
</file>