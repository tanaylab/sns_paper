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t4"/>
            <p:cNvSpPr/>
            <p:nvPr/>
          </p:nvSpPr>
          <p:spPr>
            <a:xfrm>
              <a:off x="4720590" y="3737451"/>
              <a:ext cx="68580" cy="68580"/>
            </a:xfrm>
            <a:prstGeom prst="ellipse">
              <a:avLst/>
            </a:pr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1123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754880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63974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tx11"/>
            <p:cNvSpPr/>
            <p:nvPr/>
          </p:nvSpPr>
          <p:spPr>
            <a:xfrm>
              <a:off x="134863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299116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463369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6276230" y="5409549"/>
              <a:ext cx="242366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7918763" y="5411558"/>
              <a:ext cx="242366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  <p:sp>
          <p:nvSpPr>
            <p:cNvPr id="17" name="pl16"/>
            <p:cNvSpPr/>
            <p:nvPr/>
          </p:nvSpPr>
          <p:spPr>
            <a:xfrm>
              <a:off x="1207008" y="2455321"/>
              <a:ext cx="0" cy="2632839"/>
            </a:xfrm>
            <a:custGeom>
              <a:avLst/>
              <a:pathLst>
                <a:path w="0" h="2632839">
                  <a:moveTo>
                    <a:pt x="0" y="26328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115567" y="442995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37717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311353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tx22"/>
            <p:cNvSpPr/>
            <p:nvPr/>
          </p:nvSpPr>
          <p:spPr>
            <a:xfrm rot="-5400000">
              <a:off x="808735" y="503052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24" name="tx23"/>
            <p:cNvSpPr/>
            <p:nvPr/>
          </p:nvSpPr>
          <p:spPr>
            <a:xfrm rot="-5400000">
              <a:off x="808735" y="437231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25" name="tx24"/>
            <p:cNvSpPr/>
            <p:nvPr/>
          </p:nvSpPr>
          <p:spPr>
            <a:xfrm rot="-5400000">
              <a:off x="808735" y="371410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26" name="tx25"/>
            <p:cNvSpPr/>
            <p:nvPr/>
          </p:nvSpPr>
          <p:spPr>
            <a:xfrm rot="-5400000">
              <a:off x="809814" y="3056976"/>
              <a:ext cx="242366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1.2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810818" y="2399771"/>
              <a:ext cx="242366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1.4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4706399" y="5777318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517761" y="3716191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</p:grpSp>
      <p:grpSp xmlns:pic="http://schemas.openxmlformats.org/drawingml/2006/picture">
        <p:nvGrpSpPr>
          <p:cNvPr id="31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2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5"/>
            <p:cNvSpPr/>
            <p:nvPr/>
          </p:nvSpPr>
          <p:spPr>
            <a:xfrm>
              <a:off x="937651" y="1669789"/>
              <a:ext cx="6784845" cy="40537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pl6"/>
            <p:cNvSpPr/>
            <p:nvPr/>
          </p:nvSpPr>
          <p:spPr>
            <a:xfrm>
              <a:off x="937651" y="5248329"/>
              <a:ext cx="6784845" cy="0"/>
            </a:xfrm>
            <a:custGeom>
              <a:avLst/>
              <a:pathLst>
                <a:path w="6784845" h="0">
                  <a:moveTo>
                    <a:pt x="0" y="0"/>
                  </a:moveTo>
                  <a:lnTo>
                    <a:pt x="6784845" y="0"/>
                  </a:lnTo>
                  <a:lnTo>
                    <a:pt x="678484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7"/>
            <p:cNvSpPr/>
            <p:nvPr/>
          </p:nvSpPr>
          <p:spPr>
            <a:xfrm>
              <a:off x="937651" y="4278535"/>
              <a:ext cx="6784845" cy="0"/>
            </a:xfrm>
            <a:custGeom>
              <a:avLst/>
              <a:pathLst>
                <a:path w="6784845" h="0">
                  <a:moveTo>
                    <a:pt x="0" y="0"/>
                  </a:moveTo>
                  <a:lnTo>
                    <a:pt x="6784845" y="0"/>
                  </a:lnTo>
                  <a:lnTo>
                    <a:pt x="678484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8"/>
            <p:cNvSpPr/>
            <p:nvPr/>
          </p:nvSpPr>
          <p:spPr>
            <a:xfrm>
              <a:off x="937651" y="3308741"/>
              <a:ext cx="6784845" cy="0"/>
            </a:xfrm>
            <a:custGeom>
              <a:avLst/>
              <a:pathLst>
                <a:path w="6784845" h="0">
                  <a:moveTo>
                    <a:pt x="0" y="0"/>
                  </a:moveTo>
                  <a:lnTo>
                    <a:pt x="6784845" y="0"/>
                  </a:lnTo>
                  <a:lnTo>
                    <a:pt x="678484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9"/>
            <p:cNvSpPr/>
            <p:nvPr/>
          </p:nvSpPr>
          <p:spPr>
            <a:xfrm>
              <a:off x="937651" y="2338946"/>
              <a:ext cx="6784845" cy="0"/>
            </a:xfrm>
            <a:custGeom>
              <a:avLst/>
              <a:pathLst>
                <a:path w="6784845" h="0">
                  <a:moveTo>
                    <a:pt x="0" y="0"/>
                  </a:moveTo>
                  <a:lnTo>
                    <a:pt x="6784845" y="0"/>
                  </a:lnTo>
                  <a:lnTo>
                    <a:pt x="678484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10"/>
            <p:cNvSpPr/>
            <p:nvPr/>
          </p:nvSpPr>
          <p:spPr>
            <a:xfrm>
              <a:off x="937651" y="4763432"/>
              <a:ext cx="6784845" cy="0"/>
            </a:xfrm>
            <a:custGeom>
              <a:avLst/>
              <a:pathLst>
                <a:path w="6784845" h="0">
                  <a:moveTo>
                    <a:pt x="0" y="0"/>
                  </a:moveTo>
                  <a:lnTo>
                    <a:pt x="6784845" y="0"/>
                  </a:lnTo>
                  <a:lnTo>
                    <a:pt x="67848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11"/>
            <p:cNvSpPr/>
            <p:nvPr/>
          </p:nvSpPr>
          <p:spPr>
            <a:xfrm>
              <a:off x="937651" y="3793638"/>
              <a:ext cx="6784845" cy="0"/>
            </a:xfrm>
            <a:custGeom>
              <a:avLst/>
              <a:pathLst>
                <a:path w="6784845" h="0">
                  <a:moveTo>
                    <a:pt x="0" y="0"/>
                  </a:moveTo>
                  <a:lnTo>
                    <a:pt x="6784845" y="0"/>
                  </a:lnTo>
                  <a:lnTo>
                    <a:pt x="67848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12"/>
            <p:cNvSpPr/>
            <p:nvPr/>
          </p:nvSpPr>
          <p:spPr>
            <a:xfrm>
              <a:off x="937651" y="2823844"/>
              <a:ext cx="6784845" cy="0"/>
            </a:xfrm>
            <a:custGeom>
              <a:avLst/>
              <a:pathLst>
                <a:path w="6784845" h="0">
                  <a:moveTo>
                    <a:pt x="0" y="0"/>
                  </a:moveTo>
                  <a:lnTo>
                    <a:pt x="6784845" y="0"/>
                  </a:lnTo>
                  <a:lnTo>
                    <a:pt x="67848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13"/>
            <p:cNvSpPr/>
            <p:nvPr/>
          </p:nvSpPr>
          <p:spPr>
            <a:xfrm>
              <a:off x="937651" y="1854049"/>
              <a:ext cx="6784845" cy="0"/>
            </a:xfrm>
            <a:custGeom>
              <a:avLst/>
              <a:pathLst>
                <a:path w="6784845" h="0">
                  <a:moveTo>
                    <a:pt x="0" y="0"/>
                  </a:moveTo>
                  <a:lnTo>
                    <a:pt x="6784845" y="0"/>
                  </a:lnTo>
                  <a:lnTo>
                    <a:pt x="678484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14"/>
            <p:cNvSpPr/>
            <p:nvPr/>
          </p:nvSpPr>
          <p:spPr>
            <a:xfrm>
              <a:off x="2788064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15"/>
            <p:cNvSpPr/>
            <p:nvPr/>
          </p:nvSpPr>
          <p:spPr>
            <a:xfrm>
              <a:off x="5872084" y="1669789"/>
              <a:ext cx="0" cy="4053739"/>
            </a:xfrm>
            <a:custGeom>
              <a:avLst/>
              <a:pathLst>
                <a:path w="0" h="4053739">
                  <a:moveTo>
                    <a:pt x="0" y="40537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16"/>
            <p:cNvSpPr/>
            <p:nvPr/>
          </p:nvSpPr>
          <p:spPr>
            <a:xfrm>
              <a:off x="2788064" y="1669789"/>
              <a:ext cx="0" cy="571294"/>
            </a:xfrm>
            <a:custGeom>
              <a:avLst/>
              <a:pathLst>
                <a:path w="0" h="571294">
                  <a:moveTo>
                    <a:pt x="0" y="5712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17"/>
            <p:cNvSpPr/>
            <p:nvPr/>
          </p:nvSpPr>
          <p:spPr>
            <a:xfrm>
              <a:off x="2788064" y="3739169"/>
              <a:ext cx="0" cy="1471184"/>
            </a:xfrm>
            <a:custGeom>
              <a:avLst/>
              <a:pathLst>
                <a:path w="0" h="1471184">
                  <a:moveTo>
                    <a:pt x="0" y="0"/>
                  </a:moveTo>
                  <a:lnTo>
                    <a:pt x="0" y="147118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18"/>
            <p:cNvSpPr/>
            <p:nvPr/>
          </p:nvSpPr>
          <p:spPr>
            <a:xfrm>
              <a:off x="1631556" y="2241083"/>
              <a:ext cx="2313015" cy="1498086"/>
            </a:xfrm>
            <a:custGeom>
              <a:avLst/>
              <a:pathLst>
                <a:path w="2313015" h="1498086">
                  <a:moveTo>
                    <a:pt x="0" y="0"/>
                  </a:moveTo>
                  <a:lnTo>
                    <a:pt x="0" y="1498086"/>
                  </a:lnTo>
                  <a:lnTo>
                    <a:pt x="2313015" y="1498086"/>
                  </a:lnTo>
                  <a:lnTo>
                    <a:pt x="2313015" y="0"/>
                  </a:lnTo>
                  <a:close/>
                </a:path>
              </a:pathLst>
            </a:custGeom>
            <a:solidFill>
              <a:srgbClr val="7E64A1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pl19"/>
            <p:cNvSpPr/>
            <p:nvPr/>
          </p:nvSpPr>
          <p:spPr>
            <a:xfrm>
              <a:off x="1631556" y="2873893"/>
              <a:ext cx="2313015" cy="0"/>
            </a:xfrm>
            <a:custGeom>
              <a:avLst/>
              <a:pathLst>
                <a:path w="2313015" h="0">
                  <a:moveTo>
                    <a:pt x="0" y="0"/>
                  </a:moveTo>
                  <a:lnTo>
                    <a:pt x="231301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20"/>
            <p:cNvSpPr/>
            <p:nvPr/>
          </p:nvSpPr>
          <p:spPr>
            <a:xfrm>
              <a:off x="5872084" y="4479523"/>
              <a:ext cx="0" cy="480417"/>
            </a:xfrm>
            <a:custGeom>
              <a:avLst/>
              <a:pathLst>
                <a:path w="0" h="480417">
                  <a:moveTo>
                    <a:pt x="0" y="48041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21"/>
            <p:cNvSpPr/>
            <p:nvPr/>
          </p:nvSpPr>
          <p:spPr>
            <a:xfrm>
              <a:off x="5872084" y="53546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22"/>
            <p:cNvSpPr/>
            <p:nvPr/>
          </p:nvSpPr>
          <p:spPr>
            <a:xfrm>
              <a:off x="4715577" y="4959940"/>
              <a:ext cx="2313015" cy="394717"/>
            </a:xfrm>
            <a:custGeom>
              <a:avLst/>
              <a:pathLst>
                <a:path w="2313015" h="394717">
                  <a:moveTo>
                    <a:pt x="0" y="0"/>
                  </a:moveTo>
                  <a:lnTo>
                    <a:pt x="0" y="394717"/>
                  </a:lnTo>
                  <a:lnTo>
                    <a:pt x="2313015" y="394717"/>
                  </a:lnTo>
                  <a:lnTo>
                    <a:pt x="2313015" y="0"/>
                  </a:lnTo>
                  <a:close/>
                </a:path>
              </a:pathLst>
            </a:custGeom>
            <a:solidFill>
              <a:srgbClr val="A6D8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pl23"/>
            <p:cNvSpPr/>
            <p:nvPr/>
          </p:nvSpPr>
          <p:spPr>
            <a:xfrm>
              <a:off x="4715577" y="5210354"/>
              <a:ext cx="2313015" cy="0"/>
            </a:xfrm>
            <a:custGeom>
              <a:avLst/>
              <a:pathLst>
                <a:path w="2313015" h="0">
                  <a:moveTo>
                    <a:pt x="0" y="0"/>
                  </a:moveTo>
                  <a:lnTo>
                    <a:pt x="231301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24"/>
            <p:cNvSpPr/>
            <p:nvPr/>
          </p:nvSpPr>
          <p:spPr>
            <a:xfrm>
              <a:off x="937651" y="1669789"/>
              <a:ext cx="6784845" cy="4053739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25"/>
            <p:cNvSpPr/>
            <p:nvPr/>
          </p:nvSpPr>
          <p:spPr>
            <a:xfrm>
              <a:off x="692484" y="4719639"/>
              <a:ext cx="182537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-16</a:t>
              </a:r>
            </a:p>
          </p:txBody>
        </p:sp>
        <p:sp>
          <p:nvSpPr>
            <p:cNvPr id="55" name="tx26"/>
            <p:cNvSpPr/>
            <p:nvPr/>
          </p:nvSpPr>
          <p:spPr>
            <a:xfrm>
              <a:off x="692484" y="3751318"/>
              <a:ext cx="182537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-15</a:t>
              </a:r>
            </a:p>
          </p:txBody>
        </p:sp>
        <p:sp>
          <p:nvSpPr>
            <p:cNvPr id="56" name="tx27"/>
            <p:cNvSpPr/>
            <p:nvPr/>
          </p:nvSpPr>
          <p:spPr>
            <a:xfrm>
              <a:off x="692484" y="2783107"/>
              <a:ext cx="18253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-14</a:t>
              </a:r>
            </a:p>
          </p:txBody>
        </p:sp>
        <p:sp>
          <p:nvSpPr>
            <p:cNvPr id="57" name="tx28"/>
            <p:cNvSpPr/>
            <p:nvPr/>
          </p:nvSpPr>
          <p:spPr>
            <a:xfrm>
              <a:off x="692484" y="1810257"/>
              <a:ext cx="182537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-13</a:t>
              </a:r>
            </a:p>
          </p:txBody>
        </p:sp>
        <p:sp>
          <p:nvSpPr>
            <p:cNvPr id="58" name="pl29"/>
            <p:cNvSpPr/>
            <p:nvPr/>
          </p:nvSpPr>
          <p:spPr>
            <a:xfrm>
              <a:off x="902857" y="47634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30"/>
            <p:cNvSpPr/>
            <p:nvPr/>
          </p:nvSpPr>
          <p:spPr>
            <a:xfrm>
              <a:off x="902857" y="379363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31"/>
            <p:cNvSpPr/>
            <p:nvPr/>
          </p:nvSpPr>
          <p:spPr>
            <a:xfrm>
              <a:off x="902857" y="28238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32"/>
            <p:cNvSpPr/>
            <p:nvPr/>
          </p:nvSpPr>
          <p:spPr>
            <a:xfrm>
              <a:off x="902857" y="18540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33"/>
            <p:cNvSpPr/>
            <p:nvPr/>
          </p:nvSpPr>
          <p:spPr>
            <a:xfrm>
              <a:off x="2788064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34"/>
            <p:cNvSpPr/>
            <p:nvPr/>
          </p:nvSpPr>
          <p:spPr>
            <a:xfrm>
              <a:off x="5872084" y="5723528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35"/>
            <p:cNvSpPr/>
            <p:nvPr/>
          </p:nvSpPr>
          <p:spPr>
            <a:xfrm>
              <a:off x="2663452" y="5803457"/>
              <a:ext cx="249222" cy="641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over</a:t>
              </a:r>
            </a:p>
          </p:txBody>
        </p:sp>
        <p:sp>
          <p:nvSpPr>
            <p:cNvPr id="65" name="tx36"/>
            <p:cNvSpPr/>
            <p:nvPr/>
          </p:nvSpPr>
          <p:spPr>
            <a:xfrm>
              <a:off x="5708428" y="5781138"/>
              <a:ext cx="327312" cy="864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under</a:t>
              </a:r>
            </a:p>
          </p:txBody>
        </p:sp>
        <p:sp>
          <p:nvSpPr>
            <p:cNvPr id="66" name="tx37"/>
            <p:cNvSpPr/>
            <p:nvPr/>
          </p:nvSpPr>
          <p:spPr>
            <a:xfrm>
              <a:off x="4174037" y="5900366"/>
              <a:ext cx="312073" cy="127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type</a:t>
              </a:r>
            </a:p>
          </p:txBody>
        </p:sp>
        <p:sp>
          <p:nvSpPr>
            <p:cNvPr id="67" name="tx38"/>
            <p:cNvSpPr/>
            <p:nvPr/>
          </p:nvSpPr>
          <p:spPr>
            <a:xfrm rot="-5400000">
              <a:off x="364374" y="3627115"/>
              <a:ext cx="389427" cy="1390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rna_fl</a:t>
              </a:r>
            </a:p>
          </p:txBody>
        </p:sp>
        <p:sp>
          <p:nvSpPr>
            <p:cNvPr id="68" name="rc39"/>
            <p:cNvSpPr/>
            <p:nvPr/>
          </p:nvSpPr>
          <p:spPr>
            <a:xfrm>
              <a:off x="7861675" y="3307368"/>
              <a:ext cx="755535" cy="778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tx40"/>
            <p:cNvSpPr/>
            <p:nvPr/>
          </p:nvSpPr>
          <p:spPr>
            <a:xfrm>
              <a:off x="7931264" y="3366180"/>
              <a:ext cx="312073" cy="127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type</a:t>
              </a:r>
            </a:p>
          </p:txBody>
        </p:sp>
        <p:sp>
          <p:nvSpPr>
            <p:cNvPr id="70" name="rc41"/>
            <p:cNvSpPr/>
            <p:nvPr/>
          </p:nvSpPr>
          <p:spPr>
            <a:xfrm>
              <a:off x="7931264" y="3577447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pl42"/>
            <p:cNvSpPr/>
            <p:nvPr/>
          </p:nvSpPr>
          <p:spPr>
            <a:xfrm>
              <a:off x="8040992" y="374203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pl43"/>
            <p:cNvSpPr/>
            <p:nvPr/>
          </p:nvSpPr>
          <p:spPr>
            <a:xfrm>
              <a:off x="8040992" y="3599393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44"/>
            <p:cNvSpPr/>
            <p:nvPr/>
          </p:nvSpPr>
          <p:spPr>
            <a:xfrm>
              <a:off x="7958696" y="3632311"/>
              <a:ext cx="164592" cy="109727"/>
            </a:xfrm>
            <a:prstGeom prst="rect">
              <a:avLst/>
            </a:prstGeom>
            <a:solidFill>
              <a:srgbClr val="7E64A1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pl45"/>
            <p:cNvSpPr/>
            <p:nvPr/>
          </p:nvSpPr>
          <p:spPr>
            <a:xfrm>
              <a:off x="7958696" y="3687175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pl46"/>
            <p:cNvSpPr/>
            <p:nvPr/>
          </p:nvSpPr>
          <p:spPr>
            <a:xfrm>
              <a:off x="8040992" y="377495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pl47"/>
            <p:cNvSpPr/>
            <p:nvPr/>
          </p:nvSpPr>
          <p:spPr>
            <a:xfrm>
              <a:off x="8040992" y="359939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48"/>
            <p:cNvSpPr/>
            <p:nvPr/>
          </p:nvSpPr>
          <p:spPr>
            <a:xfrm>
              <a:off x="7931264" y="379690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pl49"/>
            <p:cNvSpPr/>
            <p:nvPr/>
          </p:nvSpPr>
          <p:spPr>
            <a:xfrm>
              <a:off x="8040992" y="396149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pl50"/>
            <p:cNvSpPr/>
            <p:nvPr/>
          </p:nvSpPr>
          <p:spPr>
            <a:xfrm>
              <a:off x="8040992" y="381884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51"/>
            <p:cNvSpPr/>
            <p:nvPr/>
          </p:nvSpPr>
          <p:spPr>
            <a:xfrm>
              <a:off x="7958696" y="3851767"/>
              <a:ext cx="164592" cy="109727"/>
            </a:xfrm>
            <a:prstGeom prst="rect">
              <a:avLst/>
            </a:prstGeom>
            <a:solidFill>
              <a:srgbClr val="A6D8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pl52"/>
            <p:cNvSpPr/>
            <p:nvPr/>
          </p:nvSpPr>
          <p:spPr>
            <a:xfrm>
              <a:off x="7958696" y="3906631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53"/>
            <p:cNvSpPr/>
            <p:nvPr/>
          </p:nvSpPr>
          <p:spPr>
            <a:xfrm>
              <a:off x="8040992" y="39944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pl54"/>
            <p:cNvSpPr/>
            <p:nvPr/>
          </p:nvSpPr>
          <p:spPr>
            <a:xfrm>
              <a:off x="8040992" y="381884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tx55"/>
            <p:cNvSpPr/>
            <p:nvPr/>
          </p:nvSpPr>
          <p:spPr>
            <a:xfrm>
              <a:off x="8220309" y="3663737"/>
              <a:ext cx="249222" cy="641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over</a:t>
              </a:r>
            </a:p>
          </p:txBody>
        </p:sp>
        <p:sp>
          <p:nvSpPr>
            <p:cNvPr id="85" name="tx56"/>
            <p:cNvSpPr/>
            <p:nvPr/>
          </p:nvSpPr>
          <p:spPr>
            <a:xfrm>
              <a:off x="8220309" y="3860874"/>
              <a:ext cx="327312" cy="864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under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2026-03-10T13:54:24Z</dcterms:modified>
  <cp:category/>
</cp:coreProperties>
</file>