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529541" y="3439526"/>
              <a:ext cx="477827" cy="1091235"/>
            </a:xfrm>
            <a:custGeom>
              <a:avLst/>
              <a:pathLst>
                <a:path w="477827" h="1091235">
                  <a:moveTo>
                    <a:pt x="0" y="1091235"/>
                  </a:moveTo>
                  <a:lnTo>
                    <a:pt x="477827" y="109123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29541" y="382825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68455" y="4530762"/>
              <a:ext cx="0" cy="548087"/>
            </a:xfrm>
            <a:custGeom>
              <a:avLst/>
              <a:pathLst>
                <a:path w="0" h="548087">
                  <a:moveTo>
                    <a:pt x="0" y="54808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68455" y="2350008"/>
              <a:ext cx="0" cy="1089518"/>
            </a:xfrm>
            <a:custGeom>
              <a:avLst/>
              <a:pathLst>
                <a:path w="0" h="1089518">
                  <a:moveTo>
                    <a:pt x="0" y="0"/>
                  </a:moveTo>
                  <a:lnTo>
                    <a:pt x="0" y="10895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648998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1529541" y="3439526"/>
              <a:ext cx="477827" cy="1091235"/>
            </a:xfrm>
            <a:custGeom>
              <a:avLst/>
              <a:pathLst>
                <a:path w="477827" h="1091235">
                  <a:moveTo>
                    <a:pt x="0" y="1091235"/>
                  </a:moveTo>
                  <a:lnTo>
                    <a:pt x="477827" y="109123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2126826" y="3783588"/>
              <a:ext cx="477827" cy="1295260"/>
            </a:xfrm>
            <a:custGeom>
              <a:avLst/>
              <a:pathLst>
                <a:path w="477827" h="1295260">
                  <a:moveTo>
                    <a:pt x="0" y="1295260"/>
                  </a:moveTo>
                  <a:lnTo>
                    <a:pt x="477827" y="129526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126826" y="4768418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365740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65740" y="2439644"/>
              <a:ext cx="0" cy="1343943"/>
            </a:xfrm>
            <a:custGeom>
              <a:avLst/>
              <a:pathLst>
                <a:path w="0" h="1343943">
                  <a:moveTo>
                    <a:pt x="0" y="0"/>
                  </a:moveTo>
                  <a:lnTo>
                    <a:pt x="0" y="13439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246283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246283" y="2439644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2126826" y="3783588"/>
              <a:ext cx="477827" cy="1295260"/>
            </a:xfrm>
            <a:custGeom>
              <a:avLst/>
              <a:pathLst>
                <a:path w="477827" h="1295260">
                  <a:moveTo>
                    <a:pt x="0" y="1295260"/>
                  </a:moveTo>
                  <a:lnTo>
                    <a:pt x="477827" y="129526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2724111" y="4288010"/>
              <a:ext cx="477827" cy="790839"/>
            </a:xfrm>
            <a:custGeom>
              <a:avLst/>
              <a:pathLst>
                <a:path w="477827" h="790839">
                  <a:moveTo>
                    <a:pt x="0" y="790839"/>
                  </a:moveTo>
                  <a:lnTo>
                    <a:pt x="477827" y="79083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724111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963025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963025" y="3103771"/>
              <a:ext cx="0" cy="1184239"/>
            </a:xfrm>
            <a:custGeom>
              <a:avLst/>
              <a:pathLst>
                <a:path w="0" h="1184239">
                  <a:moveTo>
                    <a:pt x="0" y="0"/>
                  </a:moveTo>
                  <a:lnTo>
                    <a:pt x="0" y="11842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843568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843568" y="310377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2724111" y="4288010"/>
              <a:ext cx="477827" cy="790839"/>
            </a:xfrm>
            <a:custGeom>
              <a:avLst/>
              <a:pathLst>
                <a:path w="477827" h="790839">
                  <a:moveTo>
                    <a:pt x="0" y="790839"/>
                  </a:moveTo>
                  <a:lnTo>
                    <a:pt x="477827" y="79083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321396" y="4670358"/>
              <a:ext cx="477827" cy="408491"/>
            </a:xfrm>
            <a:custGeom>
              <a:avLst/>
              <a:pathLst>
                <a:path w="477827" h="408491">
                  <a:moveTo>
                    <a:pt x="0" y="408491"/>
                  </a:moveTo>
                  <a:lnTo>
                    <a:pt x="477827" y="40849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321396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560310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560310" y="4062753"/>
              <a:ext cx="0" cy="607604"/>
            </a:xfrm>
            <a:custGeom>
              <a:avLst/>
              <a:pathLst>
                <a:path w="0" h="607604">
                  <a:moveTo>
                    <a:pt x="0" y="0"/>
                  </a:moveTo>
                  <a:lnTo>
                    <a:pt x="0" y="6076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440853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440853" y="4062753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3321396" y="4670358"/>
              <a:ext cx="477827" cy="408491"/>
            </a:xfrm>
            <a:custGeom>
              <a:avLst/>
              <a:pathLst>
                <a:path w="477827" h="408491">
                  <a:moveTo>
                    <a:pt x="0" y="408491"/>
                  </a:moveTo>
                  <a:lnTo>
                    <a:pt x="477827" y="40849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3918681" y="4982416"/>
              <a:ext cx="477827" cy="96433"/>
            </a:xfrm>
            <a:custGeom>
              <a:avLst/>
              <a:pathLst>
                <a:path w="477827" h="96433">
                  <a:moveTo>
                    <a:pt x="0" y="96433"/>
                  </a:moveTo>
                  <a:lnTo>
                    <a:pt x="477827" y="96433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918681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157595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157595" y="4840125"/>
              <a:ext cx="0" cy="142290"/>
            </a:xfrm>
            <a:custGeom>
              <a:avLst/>
              <a:pathLst>
                <a:path w="0" h="142290">
                  <a:moveTo>
                    <a:pt x="0" y="0"/>
                  </a:moveTo>
                  <a:lnTo>
                    <a:pt x="0" y="1422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038138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038138" y="4840125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3918681" y="4982416"/>
              <a:ext cx="477827" cy="96433"/>
            </a:xfrm>
            <a:custGeom>
              <a:avLst/>
              <a:pathLst>
                <a:path w="477827" h="96433">
                  <a:moveTo>
                    <a:pt x="0" y="96433"/>
                  </a:moveTo>
                  <a:lnTo>
                    <a:pt x="477827" y="96433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4515966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4515966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754880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4754880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635423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635423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4515966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511325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11325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35216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35216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23270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23270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511325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571053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571053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949449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5949449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5829992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5829992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571053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6307820" y="5023000"/>
              <a:ext cx="477827" cy="55848"/>
            </a:xfrm>
            <a:custGeom>
              <a:avLst/>
              <a:pathLst>
                <a:path w="477827" h="55848">
                  <a:moveTo>
                    <a:pt x="0" y="55848"/>
                  </a:moveTo>
                  <a:lnTo>
                    <a:pt x="477827" y="5584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630782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654673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6546734" y="4946585"/>
              <a:ext cx="0" cy="76415"/>
            </a:xfrm>
            <a:custGeom>
              <a:avLst/>
              <a:pathLst>
                <a:path w="0" h="76415">
                  <a:moveTo>
                    <a:pt x="0" y="0"/>
                  </a:moveTo>
                  <a:lnTo>
                    <a:pt x="0" y="764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642727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6427277" y="4946585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6307820" y="5023000"/>
              <a:ext cx="477827" cy="55848"/>
            </a:xfrm>
            <a:custGeom>
              <a:avLst/>
              <a:pathLst>
                <a:path w="477827" h="55848">
                  <a:moveTo>
                    <a:pt x="0" y="55848"/>
                  </a:moveTo>
                  <a:lnTo>
                    <a:pt x="477827" y="5584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690510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690510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144019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7144019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7024562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024562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690510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750239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750239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774130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774130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762184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762184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750239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1768455" y="5193474"/>
              <a:ext cx="5972848" cy="0"/>
            </a:xfrm>
            <a:custGeom>
              <a:avLst/>
              <a:pathLst>
                <a:path w="5972848" h="0">
                  <a:moveTo>
                    <a:pt x="0" y="0"/>
                  </a:moveTo>
                  <a:lnTo>
                    <a:pt x="597284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176845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236574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296302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356031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415759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535216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594944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654673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71440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774130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2"/>
            <p:cNvSpPr/>
            <p:nvPr/>
          </p:nvSpPr>
          <p:spPr>
            <a:xfrm>
              <a:off x="1719974" y="540954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2317259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2914544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3511829" y="5409400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410911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4706399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530368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5900968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6449773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7047057" y="5411558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7644342" y="5409549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104" name="pl103"/>
            <p:cNvSpPr/>
            <p:nvPr/>
          </p:nvSpPr>
          <p:spPr>
            <a:xfrm>
              <a:off x="1207008" y="2667647"/>
              <a:ext cx="0" cy="2123257"/>
            </a:xfrm>
            <a:custGeom>
              <a:avLst/>
              <a:pathLst>
                <a:path w="0" h="2123257">
                  <a:moveTo>
                    <a:pt x="0" y="212325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1115567" y="479090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115567" y="436625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115567" y="394160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115567" y="351695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115567" y="309229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115567" y="266764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0"/>
            <p:cNvSpPr/>
            <p:nvPr/>
          </p:nvSpPr>
          <p:spPr>
            <a:xfrm rot="-5400000">
              <a:off x="881437" y="473327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12" name="tx111"/>
            <p:cNvSpPr/>
            <p:nvPr/>
          </p:nvSpPr>
          <p:spPr>
            <a:xfrm rot="-5400000">
              <a:off x="832956" y="4308620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13" name="tx112"/>
            <p:cNvSpPr/>
            <p:nvPr/>
          </p:nvSpPr>
          <p:spPr>
            <a:xfrm rot="-5400000">
              <a:off x="834035" y="3885047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114" name="tx113"/>
            <p:cNvSpPr/>
            <p:nvPr/>
          </p:nvSpPr>
          <p:spPr>
            <a:xfrm rot="-5400000">
              <a:off x="835040" y="3461400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</a:t>
              </a:r>
            </a:p>
          </p:txBody>
        </p:sp>
        <p:sp>
          <p:nvSpPr>
            <p:cNvPr id="115" name="tx114"/>
            <p:cNvSpPr/>
            <p:nvPr/>
          </p:nvSpPr>
          <p:spPr>
            <a:xfrm rot="-5400000">
              <a:off x="832956" y="3034665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16</a:t>
              </a:r>
            </a:p>
          </p:txBody>
        </p:sp>
        <p:sp>
          <p:nvSpPr>
            <p:cNvPr id="116" name="tx115"/>
            <p:cNvSpPr/>
            <p:nvPr/>
          </p:nvSpPr>
          <p:spPr>
            <a:xfrm rot="-5400000">
              <a:off x="832956" y="2610013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</a:t>
              </a:r>
            </a:p>
          </p:txBody>
        </p:sp>
        <p:sp>
          <p:nvSpPr>
            <p:cNvPr id="117" name="pg116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2026-03-10T12:37:48Z</dcterms:modified>
  <cp:category/>
</cp:coreProperties>
</file>