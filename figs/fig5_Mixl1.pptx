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49639" y="3721657"/>
              <a:ext cx="83442" cy="141523"/>
            </a:xfrm>
            <a:custGeom>
              <a:avLst/>
              <a:pathLst>
                <a:path w="83442" h="141523">
                  <a:moveTo>
                    <a:pt x="0" y="141523"/>
                  </a:moveTo>
                  <a:lnTo>
                    <a:pt x="1208" y="128872"/>
                  </a:lnTo>
                  <a:lnTo>
                    <a:pt x="2775" y="112471"/>
                  </a:lnTo>
                  <a:lnTo>
                    <a:pt x="4341" y="97268"/>
                  </a:lnTo>
                  <a:lnTo>
                    <a:pt x="5908" y="82065"/>
                  </a:lnTo>
                  <a:lnTo>
                    <a:pt x="7474" y="66863"/>
                  </a:lnTo>
                  <a:lnTo>
                    <a:pt x="9041" y="52401"/>
                  </a:lnTo>
                  <a:lnTo>
                    <a:pt x="10607" y="39412"/>
                  </a:lnTo>
                  <a:lnTo>
                    <a:pt x="12174" y="28292"/>
                  </a:lnTo>
                  <a:lnTo>
                    <a:pt x="13741" y="18303"/>
                  </a:lnTo>
                  <a:lnTo>
                    <a:pt x="15307" y="12584"/>
                  </a:lnTo>
                  <a:lnTo>
                    <a:pt x="16874" y="6864"/>
                  </a:lnTo>
                  <a:lnTo>
                    <a:pt x="18440" y="2743"/>
                  </a:lnTo>
                  <a:lnTo>
                    <a:pt x="20007" y="0"/>
                  </a:lnTo>
                  <a:lnTo>
                    <a:pt x="21574" y="0"/>
                  </a:lnTo>
                  <a:lnTo>
                    <a:pt x="23140" y="594"/>
                  </a:lnTo>
                  <a:lnTo>
                    <a:pt x="24707" y="1766"/>
                  </a:lnTo>
                  <a:lnTo>
                    <a:pt x="26273" y="2937"/>
                  </a:lnTo>
                  <a:lnTo>
                    <a:pt x="27840" y="5497"/>
                  </a:lnTo>
                  <a:lnTo>
                    <a:pt x="29407" y="8521"/>
                  </a:lnTo>
                  <a:lnTo>
                    <a:pt x="30973" y="11893"/>
                  </a:lnTo>
                  <a:lnTo>
                    <a:pt x="32540" y="15882"/>
                  </a:lnTo>
                  <a:lnTo>
                    <a:pt x="34106" y="19871"/>
                  </a:lnTo>
                  <a:lnTo>
                    <a:pt x="35673" y="23209"/>
                  </a:lnTo>
                  <a:lnTo>
                    <a:pt x="37239" y="26581"/>
                  </a:lnTo>
                  <a:lnTo>
                    <a:pt x="38806" y="29953"/>
                  </a:lnTo>
                  <a:lnTo>
                    <a:pt x="40373" y="33326"/>
                  </a:lnTo>
                  <a:lnTo>
                    <a:pt x="41939" y="36698"/>
                  </a:lnTo>
                  <a:lnTo>
                    <a:pt x="43506" y="39420"/>
                  </a:lnTo>
                  <a:lnTo>
                    <a:pt x="45072" y="42142"/>
                  </a:lnTo>
                  <a:lnTo>
                    <a:pt x="46639" y="45514"/>
                  </a:lnTo>
                  <a:lnTo>
                    <a:pt x="48206" y="48074"/>
                  </a:lnTo>
                  <a:lnTo>
                    <a:pt x="49772" y="50635"/>
                  </a:lnTo>
                  <a:lnTo>
                    <a:pt x="51339" y="53195"/>
                  </a:lnTo>
                  <a:lnTo>
                    <a:pt x="52905" y="55755"/>
                  </a:lnTo>
                  <a:lnTo>
                    <a:pt x="54472" y="57577"/>
                  </a:lnTo>
                  <a:lnTo>
                    <a:pt x="56039" y="58822"/>
                  </a:lnTo>
                  <a:lnTo>
                    <a:pt x="57605" y="60530"/>
                  </a:lnTo>
                  <a:lnTo>
                    <a:pt x="59172" y="62838"/>
                  </a:lnTo>
                  <a:lnTo>
                    <a:pt x="60738" y="65145"/>
                  </a:lnTo>
                  <a:lnTo>
                    <a:pt x="62305" y="67452"/>
                  </a:lnTo>
                  <a:lnTo>
                    <a:pt x="63871" y="69422"/>
                  </a:lnTo>
                  <a:lnTo>
                    <a:pt x="65438" y="71393"/>
                  </a:lnTo>
                  <a:lnTo>
                    <a:pt x="67005" y="74537"/>
                  </a:lnTo>
                  <a:lnTo>
                    <a:pt x="68571" y="78606"/>
                  </a:lnTo>
                  <a:lnTo>
                    <a:pt x="70138" y="83475"/>
                  </a:lnTo>
                  <a:lnTo>
                    <a:pt x="71704" y="90333"/>
                  </a:lnTo>
                  <a:lnTo>
                    <a:pt x="73271" y="96891"/>
                  </a:lnTo>
                  <a:lnTo>
                    <a:pt x="74838" y="103752"/>
                  </a:lnTo>
                  <a:lnTo>
                    <a:pt x="76404" y="110613"/>
                  </a:lnTo>
                  <a:lnTo>
                    <a:pt x="77971" y="117172"/>
                  </a:lnTo>
                  <a:lnTo>
                    <a:pt x="79537" y="123731"/>
                  </a:lnTo>
                  <a:lnTo>
                    <a:pt x="81104" y="130592"/>
                  </a:lnTo>
                  <a:lnTo>
                    <a:pt x="82670" y="137916"/>
                  </a:lnTo>
                  <a:lnTo>
                    <a:pt x="83442" y="14152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573765" y="3828760"/>
              <a:ext cx="230806" cy="34421"/>
            </a:xfrm>
            <a:custGeom>
              <a:avLst/>
              <a:pathLst>
                <a:path w="230806" h="34421">
                  <a:moveTo>
                    <a:pt x="0" y="34421"/>
                  </a:moveTo>
                  <a:lnTo>
                    <a:pt x="842" y="32606"/>
                  </a:lnTo>
                  <a:lnTo>
                    <a:pt x="2409" y="29234"/>
                  </a:lnTo>
                  <a:lnTo>
                    <a:pt x="3976" y="26674"/>
                  </a:lnTo>
                  <a:lnTo>
                    <a:pt x="5542" y="24113"/>
                  </a:lnTo>
                  <a:lnTo>
                    <a:pt x="7109" y="21553"/>
                  </a:lnTo>
                  <a:lnTo>
                    <a:pt x="8675" y="18530"/>
                  </a:lnTo>
                  <a:lnTo>
                    <a:pt x="10242" y="15645"/>
                  </a:lnTo>
                  <a:lnTo>
                    <a:pt x="11809" y="13635"/>
                  </a:lnTo>
                  <a:lnTo>
                    <a:pt x="13375" y="11328"/>
                  </a:lnTo>
                  <a:lnTo>
                    <a:pt x="14942" y="8764"/>
                  </a:lnTo>
                  <a:lnTo>
                    <a:pt x="16508" y="6200"/>
                  </a:lnTo>
                  <a:lnTo>
                    <a:pt x="18075" y="4190"/>
                  </a:lnTo>
                  <a:lnTo>
                    <a:pt x="19641" y="2775"/>
                  </a:lnTo>
                  <a:lnTo>
                    <a:pt x="21208" y="1359"/>
                  </a:lnTo>
                  <a:lnTo>
                    <a:pt x="22775" y="595"/>
                  </a:lnTo>
                  <a:lnTo>
                    <a:pt x="24341" y="595"/>
                  </a:lnTo>
                  <a:lnTo>
                    <a:pt x="25908" y="297"/>
                  </a:lnTo>
                  <a:lnTo>
                    <a:pt x="27474" y="0"/>
                  </a:lnTo>
                  <a:lnTo>
                    <a:pt x="29041" y="0"/>
                  </a:lnTo>
                  <a:lnTo>
                    <a:pt x="30608" y="0"/>
                  </a:lnTo>
                  <a:lnTo>
                    <a:pt x="32174" y="463"/>
                  </a:lnTo>
                  <a:lnTo>
                    <a:pt x="33741" y="1227"/>
                  </a:lnTo>
                  <a:lnTo>
                    <a:pt x="35307" y="1992"/>
                  </a:lnTo>
                  <a:lnTo>
                    <a:pt x="36874" y="2455"/>
                  </a:lnTo>
                  <a:lnTo>
                    <a:pt x="38441" y="2455"/>
                  </a:lnTo>
                  <a:lnTo>
                    <a:pt x="40007" y="3106"/>
                  </a:lnTo>
                  <a:lnTo>
                    <a:pt x="41574" y="3756"/>
                  </a:lnTo>
                  <a:lnTo>
                    <a:pt x="43140" y="5579"/>
                  </a:lnTo>
                  <a:lnTo>
                    <a:pt x="44707" y="7401"/>
                  </a:lnTo>
                  <a:lnTo>
                    <a:pt x="46273" y="8573"/>
                  </a:lnTo>
                  <a:lnTo>
                    <a:pt x="47840" y="9744"/>
                  </a:lnTo>
                  <a:lnTo>
                    <a:pt x="49407" y="10916"/>
                  </a:lnTo>
                  <a:lnTo>
                    <a:pt x="50973" y="12088"/>
                  </a:lnTo>
                  <a:lnTo>
                    <a:pt x="52540" y="13997"/>
                  </a:lnTo>
                  <a:lnTo>
                    <a:pt x="54106" y="15819"/>
                  </a:lnTo>
                  <a:lnTo>
                    <a:pt x="55673" y="17642"/>
                  </a:lnTo>
                  <a:lnTo>
                    <a:pt x="57240" y="20202"/>
                  </a:lnTo>
                  <a:lnTo>
                    <a:pt x="58806" y="22762"/>
                  </a:lnTo>
                  <a:lnTo>
                    <a:pt x="60373" y="25323"/>
                  </a:lnTo>
                  <a:lnTo>
                    <a:pt x="61939" y="28346"/>
                  </a:lnTo>
                  <a:lnTo>
                    <a:pt x="63506" y="30169"/>
                  </a:lnTo>
                  <a:lnTo>
                    <a:pt x="65073" y="31414"/>
                  </a:lnTo>
                  <a:lnTo>
                    <a:pt x="66639" y="30763"/>
                  </a:lnTo>
                  <a:lnTo>
                    <a:pt x="68206" y="30112"/>
                  </a:lnTo>
                  <a:lnTo>
                    <a:pt x="69772" y="30112"/>
                  </a:lnTo>
                  <a:lnTo>
                    <a:pt x="71339" y="29461"/>
                  </a:lnTo>
                  <a:lnTo>
                    <a:pt x="72905" y="28810"/>
                  </a:lnTo>
                  <a:lnTo>
                    <a:pt x="74472" y="28159"/>
                  </a:lnTo>
                  <a:lnTo>
                    <a:pt x="76039" y="27508"/>
                  </a:lnTo>
                  <a:lnTo>
                    <a:pt x="77605" y="26857"/>
                  </a:lnTo>
                  <a:lnTo>
                    <a:pt x="79172" y="26394"/>
                  </a:lnTo>
                  <a:lnTo>
                    <a:pt x="80738" y="25332"/>
                  </a:lnTo>
                  <a:lnTo>
                    <a:pt x="82305" y="24869"/>
                  </a:lnTo>
                  <a:lnTo>
                    <a:pt x="83872" y="24406"/>
                  </a:lnTo>
                  <a:lnTo>
                    <a:pt x="85438" y="24406"/>
                  </a:lnTo>
                  <a:lnTo>
                    <a:pt x="87005" y="24406"/>
                  </a:lnTo>
                  <a:lnTo>
                    <a:pt x="88571" y="24869"/>
                  </a:lnTo>
                  <a:lnTo>
                    <a:pt x="90138" y="25931"/>
                  </a:lnTo>
                  <a:lnTo>
                    <a:pt x="91705" y="26695"/>
                  </a:lnTo>
                  <a:lnTo>
                    <a:pt x="93271" y="27757"/>
                  </a:lnTo>
                  <a:lnTo>
                    <a:pt x="94838" y="28614"/>
                  </a:lnTo>
                  <a:lnTo>
                    <a:pt x="96404" y="29470"/>
                  </a:lnTo>
                  <a:lnTo>
                    <a:pt x="97971" y="30234"/>
                  </a:lnTo>
                  <a:lnTo>
                    <a:pt x="99537" y="30536"/>
                  </a:lnTo>
                  <a:lnTo>
                    <a:pt x="101104" y="30837"/>
                  </a:lnTo>
                  <a:lnTo>
                    <a:pt x="102671" y="30837"/>
                  </a:lnTo>
                  <a:lnTo>
                    <a:pt x="104237" y="30838"/>
                  </a:lnTo>
                  <a:lnTo>
                    <a:pt x="105804" y="30328"/>
                  </a:lnTo>
                  <a:lnTo>
                    <a:pt x="107370" y="29818"/>
                  </a:lnTo>
                  <a:lnTo>
                    <a:pt x="108937" y="29100"/>
                  </a:lnTo>
                  <a:lnTo>
                    <a:pt x="110504" y="28501"/>
                  </a:lnTo>
                  <a:lnTo>
                    <a:pt x="112070" y="27438"/>
                  </a:lnTo>
                  <a:lnTo>
                    <a:pt x="113637" y="26975"/>
                  </a:lnTo>
                  <a:lnTo>
                    <a:pt x="115203" y="26512"/>
                  </a:lnTo>
                  <a:lnTo>
                    <a:pt x="116770" y="26512"/>
                  </a:lnTo>
                  <a:lnTo>
                    <a:pt x="118337" y="26512"/>
                  </a:lnTo>
                  <a:lnTo>
                    <a:pt x="119903" y="26512"/>
                  </a:lnTo>
                  <a:lnTo>
                    <a:pt x="121470" y="25861"/>
                  </a:lnTo>
                  <a:lnTo>
                    <a:pt x="123036" y="24689"/>
                  </a:lnTo>
                  <a:lnTo>
                    <a:pt x="124603" y="23517"/>
                  </a:lnTo>
                  <a:lnTo>
                    <a:pt x="126169" y="22346"/>
                  </a:lnTo>
                  <a:lnTo>
                    <a:pt x="127736" y="21174"/>
                  </a:lnTo>
                  <a:lnTo>
                    <a:pt x="129303" y="20597"/>
                  </a:lnTo>
                  <a:lnTo>
                    <a:pt x="130869" y="20597"/>
                  </a:lnTo>
                  <a:lnTo>
                    <a:pt x="132436" y="19860"/>
                  </a:lnTo>
                  <a:lnTo>
                    <a:pt x="134002" y="19282"/>
                  </a:lnTo>
                  <a:lnTo>
                    <a:pt x="135569" y="18705"/>
                  </a:lnTo>
                  <a:lnTo>
                    <a:pt x="137136" y="16795"/>
                  </a:lnTo>
                  <a:lnTo>
                    <a:pt x="138702" y="15480"/>
                  </a:lnTo>
                  <a:lnTo>
                    <a:pt x="140269" y="13570"/>
                  </a:lnTo>
                  <a:lnTo>
                    <a:pt x="141835" y="12255"/>
                  </a:lnTo>
                  <a:lnTo>
                    <a:pt x="143402" y="11084"/>
                  </a:lnTo>
                  <a:lnTo>
                    <a:pt x="144969" y="10490"/>
                  </a:lnTo>
                  <a:lnTo>
                    <a:pt x="146535" y="11141"/>
                  </a:lnTo>
                  <a:lnTo>
                    <a:pt x="148102" y="11792"/>
                  </a:lnTo>
                  <a:lnTo>
                    <a:pt x="149668" y="12443"/>
                  </a:lnTo>
                  <a:lnTo>
                    <a:pt x="151235" y="13093"/>
                  </a:lnTo>
                  <a:lnTo>
                    <a:pt x="152801" y="13744"/>
                  </a:lnTo>
                  <a:lnTo>
                    <a:pt x="154368" y="14395"/>
                  </a:lnTo>
                  <a:lnTo>
                    <a:pt x="155935" y="14395"/>
                  </a:lnTo>
                  <a:lnTo>
                    <a:pt x="157501" y="14395"/>
                  </a:lnTo>
                  <a:lnTo>
                    <a:pt x="159068" y="14858"/>
                  </a:lnTo>
                  <a:lnTo>
                    <a:pt x="160634" y="15920"/>
                  </a:lnTo>
                  <a:lnTo>
                    <a:pt x="162201" y="15920"/>
                  </a:lnTo>
                  <a:lnTo>
                    <a:pt x="163768" y="15920"/>
                  </a:lnTo>
                  <a:lnTo>
                    <a:pt x="165334" y="15156"/>
                  </a:lnTo>
                  <a:lnTo>
                    <a:pt x="166901" y="14391"/>
                  </a:lnTo>
                  <a:lnTo>
                    <a:pt x="168467" y="13928"/>
                  </a:lnTo>
                  <a:lnTo>
                    <a:pt x="170034" y="13164"/>
                  </a:lnTo>
                  <a:lnTo>
                    <a:pt x="171601" y="12399"/>
                  </a:lnTo>
                  <a:lnTo>
                    <a:pt x="173167" y="11635"/>
                  </a:lnTo>
                  <a:lnTo>
                    <a:pt x="174734" y="11036"/>
                  </a:lnTo>
                  <a:lnTo>
                    <a:pt x="176300" y="10735"/>
                  </a:lnTo>
                  <a:lnTo>
                    <a:pt x="177867" y="9672"/>
                  </a:lnTo>
                  <a:lnTo>
                    <a:pt x="179433" y="9371"/>
                  </a:lnTo>
                  <a:lnTo>
                    <a:pt x="181000" y="9070"/>
                  </a:lnTo>
                  <a:lnTo>
                    <a:pt x="182567" y="9070"/>
                  </a:lnTo>
                  <a:lnTo>
                    <a:pt x="184133" y="9070"/>
                  </a:lnTo>
                  <a:lnTo>
                    <a:pt x="185700" y="9878"/>
                  </a:lnTo>
                  <a:lnTo>
                    <a:pt x="187266" y="10686"/>
                  </a:lnTo>
                  <a:lnTo>
                    <a:pt x="188833" y="12003"/>
                  </a:lnTo>
                  <a:lnTo>
                    <a:pt x="190400" y="12602"/>
                  </a:lnTo>
                  <a:lnTo>
                    <a:pt x="191966" y="13201"/>
                  </a:lnTo>
                  <a:lnTo>
                    <a:pt x="193533" y="13201"/>
                  </a:lnTo>
                  <a:lnTo>
                    <a:pt x="195099" y="12900"/>
                  </a:lnTo>
                  <a:lnTo>
                    <a:pt x="196666" y="12135"/>
                  </a:lnTo>
                  <a:lnTo>
                    <a:pt x="198233" y="12135"/>
                  </a:lnTo>
                  <a:lnTo>
                    <a:pt x="199799" y="11484"/>
                  </a:lnTo>
                  <a:lnTo>
                    <a:pt x="201366" y="11021"/>
                  </a:lnTo>
                  <a:lnTo>
                    <a:pt x="202932" y="9606"/>
                  </a:lnTo>
                  <a:lnTo>
                    <a:pt x="204499" y="8190"/>
                  </a:lnTo>
                  <a:lnTo>
                    <a:pt x="206065" y="7077"/>
                  </a:lnTo>
                  <a:lnTo>
                    <a:pt x="207632" y="5962"/>
                  </a:lnTo>
                  <a:lnTo>
                    <a:pt x="209199" y="4717"/>
                  </a:lnTo>
                  <a:lnTo>
                    <a:pt x="210765" y="2895"/>
                  </a:lnTo>
                  <a:lnTo>
                    <a:pt x="212332" y="1073"/>
                  </a:lnTo>
                  <a:lnTo>
                    <a:pt x="213898" y="1073"/>
                  </a:lnTo>
                  <a:lnTo>
                    <a:pt x="215465" y="1650"/>
                  </a:lnTo>
                  <a:lnTo>
                    <a:pt x="217032" y="2822"/>
                  </a:lnTo>
                  <a:lnTo>
                    <a:pt x="218598" y="3399"/>
                  </a:lnTo>
                  <a:lnTo>
                    <a:pt x="220165" y="6120"/>
                  </a:lnTo>
                  <a:lnTo>
                    <a:pt x="221731" y="8248"/>
                  </a:lnTo>
                  <a:lnTo>
                    <a:pt x="223298" y="10969"/>
                  </a:lnTo>
                  <a:lnTo>
                    <a:pt x="224865" y="14307"/>
                  </a:lnTo>
                  <a:lnTo>
                    <a:pt x="226431" y="19376"/>
                  </a:lnTo>
                  <a:lnTo>
                    <a:pt x="227998" y="24445"/>
                  </a:lnTo>
                  <a:lnTo>
                    <a:pt x="229564" y="29514"/>
                  </a:lnTo>
                  <a:lnTo>
                    <a:pt x="230806" y="3442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948349" y="3620267"/>
              <a:ext cx="329898" cy="242913"/>
            </a:xfrm>
            <a:custGeom>
              <a:avLst/>
              <a:pathLst>
                <a:path w="329898" h="242913">
                  <a:moveTo>
                    <a:pt x="0" y="242913"/>
                  </a:moveTo>
                  <a:lnTo>
                    <a:pt x="673" y="241137"/>
                  </a:lnTo>
                  <a:lnTo>
                    <a:pt x="2240" y="237742"/>
                  </a:lnTo>
                  <a:lnTo>
                    <a:pt x="3806" y="234925"/>
                  </a:lnTo>
                  <a:lnTo>
                    <a:pt x="5373" y="232107"/>
                  </a:lnTo>
                  <a:lnTo>
                    <a:pt x="6939" y="229289"/>
                  </a:lnTo>
                  <a:lnTo>
                    <a:pt x="8506" y="226472"/>
                  </a:lnTo>
                  <a:lnTo>
                    <a:pt x="10072" y="223654"/>
                  </a:lnTo>
                  <a:lnTo>
                    <a:pt x="11639" y="220837"/>
                  </a:lnTo>
                  <a:lnTo>
                    <a:pt x="13206" y="218406"/>
                  </a:lnTo>
                  <a:lnTo>
                    <a:pt x="14772" y="215975"/>
                  </a:lnTo>
                  <a:lnTo>
                    <a:pt x="16339" y="213752"/>
                  </a:lnTo>
                  <a:lnTo>
                    <a:pt x="17905" y="211529"/>
                  </a:lnTo>
                  <a:lnTo>
                    <a:pt x="19472" y="209305"/>
                  </a:lnTo>
                  <a:lnTo>
                    <a:pt x="21039" y="206488"/>
                  </a:lnTo>
                  <a:lnTo>
                    <a:pt x="22605" y="203463"/>
                  </a:lnTo>
                  <a:lnTo>
                    <a:pt x="24172" y="200438"/>
                  </a:lnTo>
                  <a:lnTo>
                    <a:pt x="25738" y="196835"/>
                  </a:lnTo>
                  <a:lnTo>
                    <a:pt x="27305" y="191233"/>
                  </a:lnTo>
                  <a:lnTo>
                    <a:pt x="28872" y="182013"/>
                  </a:lnTo>
                  <a:lnTo>
                    <a:pt x="30438" y="171321"/>
                  </a:lnTo>
                  <a:lnTo>
                    <a:pt x="32005" y="160629"/>
                  </a:lnTo>
                  <a:lnTo>
                    <a:pt x="33571" y="149936"/>
                  </a:lnTo>
                  <a:lnTo>
                    <a:pt x="35138" y="139983"/>
                  </a:lnTo>
                  <a:lnTo>
                    <a:pt x="36704" y="130029"/>
                  </a:lnTo>
                  <a:lnTo>
                    <a:pt x="38271" y="120075"/>
                  </a:lnTo>
                  <a:lnTo>
                    <a:pt x="39838" y="110120"/>
                  </a:lnTo>
                  <a:lnTo>
                    <a:pt x="41404" y="100744"/>
                  </a:lnTo>
                  <a:lnTo>
                    <a:pt x="42971" y="91367"/>
                  </a:lnTo>
                  <a:lnTo>
                    <a:pt x="44537" y="82585"/>
                  </a:lnTo>
                  <a:lnTo>
                    <a:pt x="46104" y="73803"/>
                  </a:lnTo>
                  <a:lnTo>
                    <a:pt x="47671" y="66134"/>
                  </a:lnTo>
                  <a:lnTo>
                    <a:pt x="49237" y="59020"/>
                  </a:lnTo>
                  <a:lnTo>
                    <a:pt x="50804" y="53486"/>
                  </a:lnTo>
                  <a:lnTo>
                    <a:pt x="52370" y="51661"/>
                  </a:lnTo>
                  <a:lnTo>
                    <a:pt x="53937" y="51661"/>
                  </a:lnTo>
                  <a:lnTo>
                    <a:pt x="55504" y="51661"/>
                  </a:lnTo>
                  <a:lnTo>
                    <a:pt x="57070" y="51376"/>
                  </a:lnTo>
                  <a:lnTo>
                    <a:pt x="58637" y="48976"/>
                  </a:lnTo>
                  <a:lnTo>
                    <a:pt x="60203" y="46575"/>
                  </a:lnTo>
                  <a:lnTo>
                    <a:pt x="61770" y="45070"/>
                  </a:lnTo>
                  <a:lnTo>
                    <a:pt x="63336" y="41840"/>
                  </a:lnTo>
                  <a:lnTo>
                    <a:pt x="64903" y="37868"/>
                  </a:lnTo>
                  <a:lnTo>
                    <a:pt x="66470" y="33895"/>
                  </a:lnTo>
                  <a:lnTo>
                    <a:pt x="68036" y="29923"/>
                  </a:lnTo>
                  <a:lnTo>
                    <a:pt x="69603" y="25649"/>
                  </a:lnTo>
                  <a:lnTo>
                    <a:pt x="71169" y="22113"/>
                  </a:lnTo>
                  <a:lnTo>
                    <a:pt x="72736" y="18577"/>
                  </a:lnTo>
                  <a:lnTo>
                    <a:pt x="74303" y="15343"/>
                  </a:lnTo>
                  <a:lnTo>
                    <a:pt x="75869" y="12108"/>
                  </a:lnTo>
                  <a:lnTo>
                    <a:pt x="77436" y="8691"/>
                  </a:lnTo>
                  <a:lnTo>
                    <a:pt x="79002" y="5273"/>
                  </a:lnTo>
                  <a:lnTo>
                    <a:pt x="80569" y="2686"/>
                  </a:lnTo>
                  <a:lnTo>
                    <a:pt x="82136" y="1988"/>
                  </a:lnTo>
                  <a:lnTo>
                    <a:pt x="83702" y="1291"/>
                  </a:lnTo>
                  <a:lnTo>
                    <a:pt x="85269" y="0"/>
                  </a:lnTo>
                  <a:lnTo>
                    <a:pt x="86835" y="574"/>
                  </a:lnTo>
                  <a:lnTo>
                    <a:pt x="88402" y="2797"/>
                  </a:lnTo>
                  <a:lnTo>
                    <a:pt x="89968" y="5020"/>
                  </a:lnTo>
                  <a:lnTo>
                    <a:pt x="91535" y="7243"/>
                  </a:lnTo>
                  <a:lnTo>
                    <a:pt x="93102" y="9674"/>
                  </a:lnTo>
                  <a:lnTo>
                    <a:pt x="94668" y="11454"/>
                  </a:lnTo>
                  <a:lnTo>
                    <a:pt x="96235" y="13027"/>
                  </a:lnTo>
                  <a:lnTo>
                    <a:pt x="97801" y="14599"/>
                  </a:lnTo>
                  <a:lnTo>
                    <a:pt x="99368" y="16822"/>
                  </a:lnTo>
                  <a:lnTo>
                    <a:pt x="100935" y="19045"/>
                  </a:lnTo>
                  <a:lnTo>
                    <a:pt x="102501" y="22070"/>
                  </a:lnTo>
                  <a:lnTo>
                    <a:pt x="104068" y="25095"/>
                  </a:lnTo>
                  <a:lnTo>
                    <a:pt x="105634" y="27526"/>
                  </a:lnTo>
                  <a:lnTo>
                    <a:pt x="107201" y="31957"/>
                  </a:lnTo>
                  <a:lnTo>
                    <a:pt x="108768" y="39268"/>
                  </a:lnTo>
                  <a:lnTo>
                    <a:pt x="110334" y="48644"/>
                  </a:lnTo>
                  <a:lnTo>
                    <a:pt x="111901" y="56776"/>
                  </a:lnTo>
                  <a:lnTo>
                    <a:pt x="113467" y="64908"/>
                  </a:lnTo>
                  <a:lnTo>
                    <a:pt x="115034" y="73039"/>
                  </a:lnTo>
                  <a:lnTo>
                    <a:pt x="116600" y="81170"/>
                  </a:lnTo>
                  <a:lnTo>
                    <a:pt x="118167" y="89302"/>
                  </a:lnTo>
                  <a:lnTo>
                    <a:pt x="119734" y="97434"/>
                  </a:lnTo>
                  <a:lnTo>
                    <a:pt x="121300" y="105565"/>
                  </a:lnTo>
                  <a:lnTo>
                    <a:pt x="122867" y="113234"/>
                  </a:lnTo>
                  <a:lnTo>
                    <a:pt x="124433" y="120601"/>
                  </a:lnTo>
                  <a:lnTo>
                    <a:pt x="126000" y="127670"/>
                  </a:lnTo>
                  <a:lnTo>
                    <a:pt x="127567" y="134482"/>
                  </a:lnTo>
                  <a:lnTo>
                    <a:pt x="129133" y="141299"/>
                  </a:lnTo>
                  <a:lnTo>
                    <a:pt x="130700" y="146532"/>
                  </a:lnTo>
                  <a:lnTo>
                    <a:pt x="132266" y="148911"/>
                  </a:lnTo>
                  <a:lnTo>
                    <a:pt x="133833" y="149209"/>
                  </a:lnTo>
                  <a:lnTo>
                    <a:pt x="135400" y="149209"/>
                  </a:lnTo>
                  <a:lnTo>
                    <a:pt x="136966" y="149192"/>
                  </a:lnTo>
                  <a:lnTo>
                    <a:pt x="138533" y="151291"/>
                  </a:lnTo>
                  <a:lnTo>
                    <a:pt x="140099" y="153391"/>
                  </a:lnTo>
                  <a:lnTo>
                    <a:pt x="141666" y="154598"/>
                  </a:lnTo>
                  <a:lnTo>
                    <a:pt x="143232" y="158129"/>
                  </a:lnTo>
                  <a:lnTo>
                    <a:pt x="144799" y="162403"/>
                  </a:lnTo>
                  <a:lnTo>
                    <a:pt x="146366" y="166677"/>
                  </a:lnTo>
                  <a:lnTo>
                    <a:pt x="147932" y="170951"/>
                  </a:lnTo>
                  <a:lnTo>
                    <a:pt x="149499" y="175688"/>
                  </a:lnTo>
                  <a:lnTo>
                    <a:pt x="151065" y="179687"/>
                  </a:lnTo>
                  <a:lnTo>
                    <a:pt x="152632" y="183686"/>
                  </a:lnTo>
                  <a:lnTo>
                    <a:pt x="154199" y="187222"/>
                  </a:lnTo>
                  <a:lnTo>
                    <a:pt x="155765" y="190758"/>
                  </a:lnTo>
                  <a:lnTo>
                    <a:pt x="157332" y="195032"/>
                  </a:lnTo>
                  <a:lnTo>
                    <a:pt x="158898" y="199306"/>
                  </a:lnTo>
                  <a:lnTo>
                    <a:pt x="160465" y="203466"/>
                  </a:lnTo>
                  <a:lnTo>
                    <a:pt x="162032" y="205735"/>
                  </a:lnTo>
                  <a:lnTo>
                    <a:pt x="163598" y="208005"/>
                  </a:lnTo>
                  <a:lnTo>
                    <a:pt x="165165" y="210869"/>
                  </a:lnTo>
                  <a:lnTo>
                    <a:pt x="166731" y="211404"/>
                  </a:lnTo>
                  <a:lnTo>
                    <a:pt x="168298" y="211404"/>
                  </a:lnTo>
                  <a:lnTo>
                    <a:pt x="169864" y="211404"/>
                  </a:lnTo>
                  <a:lnTo>
                    <a:pt x="171431" y="209999"/>
                  </a:lnTo>
                  <a:lnTo>
                    <a:pt x="172998" y="207078"/>
                  </a:lnTo>
                  <a:lnTo>
                    <a:pt x="174564" y="204808"/>
                  </a:lnTo>
                  <a:lnTo>
                    <a:pt x="176131" y="203116"/>
                  </a:lnTo>
                  <a:lnTo>
                    <a:pt x="177697" y="201424"/>
                  </a:lnTo>
                  <a:lnTo>
                    <a:pt x="179264" y="199081"/>
                  </a:lnTo>
                  <a:lnTo>
                    <a:pt x="180831" y="196160"/>
                  </a:lnTo>
                  <a:lnTo>
                    <a:pt x="182397" y="192645"/>
                  </a:lnTo>
                  <a:lnTo>
                    <a:pt x="183964" y="189131"/>
                  </a:lnTo>
                  <a:lnTo>
                    <a:pt x="185530" y="185352"/>
                  </a:lnTo>
                  <a:lnTo>
                    <a:pt x="187097" y="180702"/>
                  </a:lnTo>
                  <a:lnTo>
                    <a:pt x="188664" y="177481"/>
                  </a:lnTo>
                  <a:lnTo>
                    <a:pt x="190230" y="173665"/>
                  </a:lnTo>
                  <a:lnTo>
                    <a:pt x="191797" y="170478"/>
                  </a:lnTo>
                  <a:lnTo>
                    <a:pt x="193363" y="167908"/>
                  </a:lnTo>
                  <a:lnTo>
                    <a:pt x="194930" y="166345"/>
                  </a:lnTo>
                  <a:lnTo>
                    <a:pt x="196496" y="166202"/>
                  </a:lnTo>
                  <a:lnTo>
                    <a:pt x="198063" y="165247"/>
                  </a:lnTo>
                  <a:lnTo>
                    <a:pt x="199630" y="164293"/>
                  </a:lnTo>
                  <a:lnTo>
                    <a:pt x="201196" y="163338"/>
                  </a:lnTo>
                  <a:lnTo>
                    <a:pt x="202763" y="162847"/>
                  </a:lnTo>
                  <a:lnTo>
                    <a:pt x="204329" y="162657"/>
                  </a:lnTo>
                  <a:lnTo>
                    <a:pt x="205896" y="162765"/>
                  </a:lnTo>
                  <a:lnTo>
                    <a:pt x="207463" y="163129"/>
                  </a:lnTo>
                  <a:lnTo>
                    <a:pt x="209029" y="164901"/>
                  </a:lnTo>
                  <a:lnTo>
                    <a:pt x="210596" y="166911"/>
                  </a:lnTo>
                  <a:lnTo>
                    <a:pt x="212162" y="167212"/>
                  </a:lnTo>
                  <a:lnTo>
                    <a:pt x="213729" y="167212"/>
                  </a:lnTo>
                  <a:lnTo>
                    <a:pt x="215296" y="167514"/>
                  </a:lnTo>
                  <a:lnTo>
                    <a:pt x="216862" y="167216"/>
                  </a:lnTo>
                  <a:lnTo>
                    <a:pt x="218429" y="167216"/>
                  </a:lnTo>
                  <a:lnTo>
                    <a:pt x="219995" y="167216"/>
                  </a:lnTo>
                  <a:lnTo>
                    <a:pt x="221562" y="167514"/>
                  </a:lnTo>
                  <a:lnTo>
                    <a:pt x="223128" y="167213"/>
                  </a:lnTo>
                  <a:lnTo>
                    <a:pt x="224695" y="166911"/>
                  </a:lnTo>
                  <a:lnTo>
                    <a:pt x="226262" y="166610"/>
                  </a:lnTo>
                  <a:lnTo>
                    <a:pt x="227828" y="166610"/>
                  </a:lnTo>
                  <a:lnTo>
                    <a:pt x="229395" y="166610"/>
                  </a:lnTo>
                  <a:lnTo>
                    <a:pt x="230961" y="166610"/>
                  </a:lnTo>
                  <a:lnTo>
                    <a:pt x="232528" y="166147"/>
                  </a:lnTo>
                  <a:lnTo>
                    <a:pt x="234095" y="166610"/>
                  </a:lnTo>
                  <a:lnTo>
                    <a:pt x="235661" y="167073"/>
                  </a:lnTo>
                  <a:lnTo>
                    <a:pt x="237228" y="167536"/>
                  </a:lnTo>
                  <a:lnTo>
                    <a:pt x="238794" y="167536"/>
                  </a:lnTo>
                  <a:lnTo>
                    <a:pt x="240361" y="167073"/>
                  </a:lnTo>
                  <a:lnTo>
                    <a:pt x="241927" y="166610"/>
                  </a:lnTo>
                  <a:lnTo>
                    <a:pt x="243494" y="166147"/>
                  </a:lnTo>
                  <a:lnTo>
                    <a:pt x="245061" y="165684"/>
                  </a:lnTo>
                  <a:lnTo>
                    <a:pt x="246627" y="165684"/>
                  </a:lnTo>
                  <a:lnTo>
                    <a:pt x="248194" y="164269"/>
                  </a:lnTo>
                  <a:lnTo>
                    <a:pt x="249760" y="162853"/>
                  </a:lnTo>
                  <a:lnTo>
                    <a:pt x="251327" y="162545"/>
                  </a:lnTo>
                  <a:lnTo>
                    <a:pt x="252894" y="163753"/>
                  </a:lnTo>
                  <a:lnTo>
                    <a:pt x="254460" y="164960"/>
                  </a:lnTo>
                  <a:lnTo>
                    <a:pt x="256027" y="165888"/>
                  </a:lnTo>
                  <a:lnTo>
                    <a:pt x="257593" y="166518"/>
                  </a:lnTo>
                  <a:lnTo>
                    <a:pt x="259160" y="167747"/>
                  </a:lnTo>
                  <a:lnTo>
                    <a:pt x="260727" y="170016"/>
                  </a:lnTo>
                  <a:lnTo>
                    <a:pt x="262293" y="172937"/>
                  </a:lnTo>
                  <a:lnTo>
                    <a:pt x="263860" y="176452"/>
                  </a:lnTo>
                  <a:lnTo>
                    <a:pt x="265426" y="180824"/>
                  </a:lnTo>
                  <a:lnTo>
                    <a:pt x="266993" y="186068"/>
                  </a:lnTo>
                  <a:lnTo>
                    <a:pt x="268559" y="189884"/>
                  </a:lnTo>
                  <a:lnTo>
                    <a:pt x="270126" y="194277"/>
                  </a:lnTo>
                  <a:lnTo>
                    <a:pt x="271693" y="199286"/>
                  </a:lnTo>
                  <a:lnTo>
                    <a:pt x="273259" y="204417"/>
                  </a:lnTo>
                  <a:lnTo>
                    <a:pt x="274826" y="208540"/>
                  </a:lnTo>
                  <a:lnTo>
                    <a:pt x="276392" y="211243"/>
                  </a:lnTo>
                  <a:lnTo>
                    <a:pt x="277959" y="214757"/>
                  </a:lnTo>
                  <a:lnTo>
                    <a:pt x="279526" y="217534"/>
                  </a:lnTo>
                  <a:lnTo>
                    <a:pt x="281092" y="220311"/>
                  </a:lnTo>
                  <a:lnTo>
                    <a:pt x="282659" y="222511"/>
                  </a:lnTo>
                  <a:lnTo>
                    <a:pt x="284225" y="224116"/>
                  </a:lnTo>
                  <a:lnTo>
                    <a:pt x="285792" y="225070"/>
                  </a:lnTo>
                  <a:lnTo>
                    <a:pt x="287359" y="225561"/>
                  </a:lnTo>
                  <a:lnTo>
                    <a:pt x="288925" y="224388"/>
                  </a:lnTo>
                  <a:lnTo>
                    <a:pt x="290492" y="223144"/>
                  </a:lnTo>
                  <a:lnTo>
                    <a:pt x="292058" y="223607"/>
                  </a:lnTo>
                  <a:lnTo>
                    <a:pt x="293625" y="223908"/>
                  </a:lnTo>
                  <a:lnTo>
                    <a:pt x="295191" y="223908"/>
                  </a:lnTo>
                  <a:lnTo>
                    <a:pt x="296758" y="224206"/>
                  </a:lnTo>
                  <a:lnTo>
                    <a:pt x="298325" y="224206"/>
                  </a:lnTo>
                  <a:lnTo>
                    <a:pt x="299891" y="223652"/>
                  </a:lnTo>
                  <a:lnTo>
                    <a:pt x="301458" y="223097"/>
                  </a:lnTo>
                  <a:lnTo>
                    <a:pt x="303024" y="222542"/>
                  </a:lnTo>
                  <a:lnTo>
                    <a:pt x="304591" y="221988"/>
                  </a:lnTo>
                  <a:lnTo>
                    <a:pt x="306158" y="222290"/>
                  </a:lnTo>
                  <a:lnTo>
                    <a:pt x="307724" y="222753"/>
                  </a:lnTo>
                  <a:lnTo>
                    <a:pt x="309291" y="222753"/>
                  </a:lnTo>
                  <a:lnTo>
                    <a:pt x="310857" y="222753"/>
                  </a:lnTo>
                  <a:lnTo>
                    <a:pt x="312424" y="224461"/>
                  </a:lnTo>
                  <a:lnTo>
                    <a:pt x="313991" y="225706"/>
                  </a:lnTo>
                  <a:lnTo>
                    <a:pt x="315557" y="226357"/>
                  </a:lnTo>
                  <a:lnTo>
                    <a:pt x="317124" y="227008"/>
                  </a:lnTo>
                  <a:lnTo>
                    <a:pt x="318690" y="228122"/>
                  </a:lnTo>
                  <a:lnTo>
                    <a:pt x="320257" y="229236"/>
                  </a:lnTo>
                  <a:lnTo>
                    <a:pt x="321823" y="230944"/>
                  </a:lnTo>
                  <a:lnTo>
                    <a:pt x="323390" y="232652"/>
                  </a:lnTo>
                  <a:lnTo>
                    <a:pt x="324957" y="234938"/>
                  </a:lnTo>
                  <a:lnTo>
                    <a:pt x="326523" y="237223"/>
                  </a:lnTo>
                  <a:lnTo>
                    <a:pt x="328090" y="240548"/>
                  </a:lnTo>
                  <a:lnTo>
                    <a:pt x="329656" y="242557"/>
                  </a:lnTo>
                  <a:lnTo>
                    <a:pt x="329898" y="24291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310819" y="3862462"/>
              <a:ext cx="5648" cy="718"/>
            </a:xfrm>
            <a:custGeom>
              <a:avLst/>
              <a:pathLst>
                <a:path w="5648" h="718">
                  <a:moveTo>
                    <a:pt x="0" y="718"/>
                  </a:moveTo>
                  <a:lnTo>
                    <a:pt x="84" y="651"/>
                  </a:lnTo>
                  <a:lnTo>
                    <a:pt x="1651" y="0"/>
                  </a:lnTo>
                  <a:lnTo>
                    <a:pt x="3218" y="0"/>
                  </a:lnTo>
                  <a:lnTo>
                    <a:pt x="4784" y="463"/>
                  </a:lnTo>
                  <a:lnTo>
                    <a:pt x="5648" y="71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317873" y="3729687"/>
              <a:ext cx="199066" cy="133493"/>
            </a:xfrm>
            <a:custGeom>
              <a:avLst/>
              <a:pathLst>
                <a:path w="199066" h="133493">
                  <a:moveTo>
                    <a:pt x="0" y="133493"/>
                  </a:moveTo>
                  <a:lnTo>
                    <a:pt x="863" y="133238"/>
                  </a:lnTo>
                  <a:lnTo>
                    <a:pt x="2430" y="132474"/>
                  </a:lnTo>
                  <a:lnTo>
                    <a:pt x="3996" y="132173"/>
                  </a:lnTo>
                  <a:lnTo>
                    <a:pt x="5563" y="131871"/>
                  </a:lnTo>
                  <a:lnTo>
                    <a:pt x="7129" y="131871"/>
                  </a:lnTo>
                  <a:lnTo>
                    <a:pt x="8696" y="131574"/>
                  </a:lnTo>
                  <a:lnTo>
                    <a:pt x="10262" y="131831"/>
                  </a:lnTo>
                  <a:lnTo>
                    <a:pt x="11829" y="131831"/>
                  </a:lnTo>
                  <a:lnTo>
                    <a:pt x="13396" y="131831"/>
                  </a:lnTo>
                  <a:lnTo>
                    <a:pt x="14962" y="131831"/>
                  </a:lnTo>
                  <a:lnTo>
                    <a:pt x="16529" y="130975"/>
                  </a:lnTo>
                  <a:lnTo>
                    <a:pt x="18095" y="129656"/>
                  </a:lnTo>
                  <a:lnTo>
                    <a:pt x="19662" y="127876"/>
                  </a:lnTo>
                  <a:lnTo>
                    <a:pt x="21229" y="126096"/>
                  </a:lnTo>
                  <a:lnTo>
                    <a:pt x="22795" y="123071"/>
                  </a:lnTo>
                  <a:lnTo>
                    <a:pt x="24362" y="120046"/>
                  </a:lnTo>
                  <a:lnTo>
                    <a:pt x="25928" y="117615"/>
                  </a:lnTo>
                  <a:lnTo>
                    <a:pt x="27495" y="115184"/>
                  </a:lnTo>
                  <a:lnTo>
                    <a:pt x="29062" y="112754"/>
                  </a:lnTo>
                  <a:lnTo>
                    <a:pt x="30628" y="110323"/>
                  </a:lnTo>
                  <a:lnTo>
                    <a:pt x="32195" y="107298"/>
                  </a:lnTo>
                  <a:lnTo>
                    <a:pt x="33761" y="102556"/>
                  </a:lnTo>
                  <a:lnTo>
                    <a:pt x="35328" y="95016"/>
                  </a:lnTo>
                  <a:lnTo>
                    <a:pt x="36894" y="87475"/>
                  </a:lnTo>
                  <a:lnTo>
                    <a:pt x="38461" y="79197"/>
                  </a:lnTo>
                  <a:lnTo>
                    <a:pt x="40028" y="72657"/>
                  </a:lnTo>
                  <a:lnTo>
                    <a:pt x="41594" y="66325"/>
                  </a:lnTo>
                  <a:lnTo>
                    <a:pt x="43161" y="59925"/>
                  </a:lnTo>
                  <a:lnTo>
                    <a:pt x="44727" y="54588"/>
                  </a:lnTo>
                  <a:lnTo>
                    <a:pt x="46294" y="49829"/>
                  </a:lnTo>
                  <a:lnTo>
                    <a:pt x="47861" y="45069"/>
                  </a:lnTo>
                  <a:lnTo>
                    <a:pt x="49427" y="38797"/>
                  </a:lnTo>
                  <a:lnTo>
                    <a:pt x="50994" y="32815"/>
                  </a:lnTo>
                  <a:lnTo>
                    <a:pt x="52560" y="26255"/>
                  </a:lnTo>
                  <a:lnTo>
                    <a:pt x="54127" y="20274"/>
                  </a:lnTo>
                  <a:lnTo>
                    <a:pt x="55694" y="14291"/>
                  </a:lnTo>
                  <a:lnTo>
                    <a:pt x="57260" y="9330"/>
                  </a:lnTo>
                  <a:lnTo>
                    <a:pt x="58827" y="7130"/>
                  </a:lnTo>
                  <a:lnTo>
                    <a:pt x="60393" y="4930"/>
                  </a:lnTo>
                  <a:lnTo>
                    <a:pt x="61960" y="4753"/>
                  </a:lnTo>
                  <a:lnTo>
                    <a:pt x="63526" y="3960"/>
                  </a:lnTo>
                  <a:lnTo>
                    <a:pt x="65093" y="3818"/>
                  </a:lnTo>
                  <a:lnTo>
                    <a:pt x="66660" y="2864"/>
                  </a:lnTo>
                  <a:lnTo>
                    <a:pt x="68226" y="1909"/>
                  </a:lnTo>
                  <a:lnTo>
                    <a:pt x="69793" y="954"/>
                  </a:lnTo>
                  <a:lnTo>
                    <a:pt x="71359" y="0"/>
                  </a:lnTo>
                  <a:lnTo>
                    <a:pt x="72926" y="1445"/>
                  </a:lnTo>
                  <a:lnTo>
                    <a:pt x="74493" y="2690"/>
                  </a:lnTo>
                  <a:lnTo>
                    <a:pt x="76059" y="4512"/>
                  </a:lnTo>
                  <a:lnTo>
                    <a:pt x="77626" y="6335"/>
                  </a:lnTo>
                  <a:lnTo>
                    <a:pt x="79192" y="8895"/>
                  </a:lnTo>
                  <a:lnTo>
                    <a:pt x="80759" y="11919"/>
                  </a:lnTo>
                  <a:lnTo>
                    <a:pt x="82326" y="14505"/>
                  </a:lnTo>
                  <a:lnTo>
                    <a:pt x="83892" y="17092"/>
                  </a:lnTo>
                  <a:lnTo>
                    <a:pt x="85459" y="18507"/>
                  </a:lnTo>
                  <a:lnTo>
                    <a:pt x="87025" y="19923"/>
                  </a:lnTo>
                  <a:lnTo>
                    <a:pt x="88592" y="22807"/>
                  </a:lnTo>
                  <a:lnTo>
                    <a:pt x="90158" y="25692"/>
                  </a:lnTo>
                  <a:lnTo>
                    <a:pt x="91725" y="28256"/>
                  </a:lnTo>
                  <a:lnTo>
                    <a:pt x="93292" y="30821"/>
                  </a:lnTo>
                  <a:lnTo>
                    <a:pt x="94858" y="33385"/>
                  </a:lnTo>
                  <a:lnTo>
                    <a:pt x="96425" y="36526"/>
                  </a:lnTo>
                  <a:lnTo>
                    <a:pt x="97991" y="39668"/>
                  </a:lnTo>
                  <a:lnTo>
                    <a:pt x="99558" y="43270"/>
                  </a:lnTo>
                  <a:lnTo>
                    <a:pt x="101125" y="47610"/>
                  </a:lnTo>
                  <a:lnTo>
                    <a:pt x="102691" y="51213"/>
                  </a:lnTo>
                  <a:lnTo>
                    <a:pt x="104258" y="54815"/>
                  </a:lnTo>
                  <a:lnTo>
                    <a:pt x="105824" y="57305"/>
                  </a:lnTo>
                  <a:lnTo>
                    <a:pt x="107391" y="58130"/>
                  </a:lnTo>
                  <a:lnTo>
                    <a:pt x="108958" y="58218"/>
                  </a:lnTo>
                  <a:lnTo>
                    <a:pt x="110524" y="58305"/>
                  </a:lnTo>
                  <a:lnTo>
                    <a:pt x="112091" y="58393"/>
                  </a:lnTo>
                  <a:lnTo>
                    <a:pt x="113657" y="60196"/>
                  </a:lnTo>
                  <a:lnTo>
                    <a:pt x="115224" y="64960"/>
                  </a:lnTo>
                  <a:lnTo>
                    <a:pt x="116790" y="69724"/>
                  </a:lnTo>
                  <a:lnTo>
                    <a:pt x="118357" y="74487"/>
                  </a:lnTo>
                  <a:lnTo>
                    <a:pt x="119924" y="78027"/>
                  </a:lnTo>
                  <a:lnTo>
                    <a:pt x="121490" y="76430"/>
                  </a:lnTo>
                  <a:lnTo>
                    <a:pt x="123057" y="74322"/>
                  </a:lnTo>
                  <a:lnTo>
                    <a:pt x="124623" y="71152"/>
                  </a:lnTo>
                  <a:lnTo>
                    <a:pt x="126190" y="67982"/>
                  </a:lnTo>
                  <a:lnTo>
                    <a:pt x="127757" y="64813"/>
                  </a:lnTo>
                  <a:lnTo>
                    <a:pt x="129323" y="63928"/>
                  </a:lnTo>
                  <a:lnTo>
                    <a:pt x="130890" y="64666"/>
                  </a:lnTo>
                  <a:lnTo>
                    <a:pt x="132456" y="64666"/>
                  </a:lnTo>
                  <a:lnTo>
                    <a:pt x="134023" y="65404"/>
                  </a:lnTo>
                  <a:lnTo>
                    <a:pt x="135590" y="66142"/>
                  </a:lnTo>
                  <a:lnTo>
                    <a:pt x="137156" y="65860"/>
                  </a:lnTo>
                  <a:lnTo>
                    <a:pt x="138723" y="62816"/>
                  </a:lnTo>
                  <a:lnTo>
                    <a:pt x="140289" y="59033"/>
                  </a:lnTo>
                  <a:lnTo>
                    <a:pt x="141856" y="53822"/>
                  </a:lnTo>
                  <a:lnTo>
                    <a:pt x="143422" y="50690"/>
                  </a:lnTo>
                  <a:lnTo>
                    <a:pt x="144989" y="53392"/>
                  </a:lnTo>
                  <a:lnTo>
                    <a:pt x="146556" y="56907"/>
                  </a:lnTo>
                  <a:lnTo>
                    <a:pt x="148122" y="61234"/>
                  </a:lnTo>
                  <a:lnTo>
                    <a:pt x="149689" y="65561"/>
                  </a:lnTo>
                  <a:lnTo>
                    <a:pt x="151255" y="69888"/>
                  </a:lnTo>
                  <a:lnTo>
                    <a:pt x="152822" y="72432"/>
                  </a:lnTo>
                  <a:lnTo>
                    <a:pt x="154389" y="74559"/>
                  </a:lnTo>
                  <a:lnTo>
                    <a:pt x="155955" y="76109"/>
                  </a:lnTo>
                  <a:lnTo>
                    <a:pt x="157522" y="76847"/>
                  </a:lnTo>
                  <a:lnTo>
                    <a:pt x="159088" y="76847"/>
                  </a:lnTo>
                  <a:lnTo>
                    <a:pt x="160655" y="76847"/>
                  </a:lnTo>
                  <a:lnTo>
                    <a:pt x="162222" y="77585"/>
                  </a:lnTo>
                  <a:lnTo>
                    <a:pt x="163788" y="78322"/>
                  </a:lnTo>
                  <a:lnTo>
                    <a:pt x="165355" y="80232"/>
                  </a:lnTo>
                  <a:lnTo>
                    <a:pt x="166921" y="81403"/>
                  </a:lnTo>
                  <a:lnTo>
                    <a:pt x="168488" y="82141"/>
                  </a:lnTo>
                  <a:lnTo>
                    <a:pt x="170054" y="82141"/>
                  </a:lnTo>
                  <a:lnTo>
                    <a:pt x="171621" y="81547"/>
                  </a:lnTo>
                  <a:lnTo>
                    <a:pt x="173188" y="80952"/>
                  </a:lnTo>
                  <a:lnTo>
                    <a:pt x="174754" y="80358"/>
                  </a:lnTo>
                  <a:lnTo>
                    <a:pt x="176321" y="80358"/>
                  </a:lnTo>
                  <a:lnTo>
                    <a:pt x="177887" y="80358"/>
                  </a:lnTo>
                  <a:lnTo>
                    <a:pt x="179454" y="80358"/>
                  </a:lnTo>
                  <a:lnTo>
                    <a:pt x="181021" y="79620"/>
                  </a:lnTo>
                  <a:lnTo>
                    <a:pt x="182587" y="79620"/>
                  </a:lnTo>
                  <a:lnTo>
                    <a:pt x="184154" y="79620"/>
                  </a:lnTo>
                  <a:lnTo>
                    <a:pt x="185720" y="80156"/>
                  </a:lnTo>
                  <a:lnTo>
                    <a:pt x="187287" y="82932"/>
                  </a:lnTo>
                  <a:lnTo>
                    <a:pt x="188854" y="87997"/>
                  </a:lnTo>
                  <a:lnTo>
                    <a:pt x="190420" y="93678"/>
                  </a:lnTo>
                  <a:lnTo>
                    <a:pt x="191987" y="99359"/>
                  </a:lnTo>
                  <a:lnTo>
                    <a:pt x="193553" y="106771"/>
                  </a:lnTo>
                  <a:lnTo>
                    <a:pt x="195120" y="113445"/>
                  </a:lnTo>
                  <a:lnTo>
                    <a:pt x="196686" y="121240"/>
                  </a:lnTo>
                  <a:lnTo>
                    <a:pt x="198253" y="129034"/>
                  </a:lnTo>
                  <a:lnTo>
                    <a:pt x="199066" y="13349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602650" y="3822361"/>
              <a:ext cx="117267" cy="40820"/>
            </a:xfrm>
            <a:custGeom>
              <a:avLst/>
              <a:pathLst>
                <a:path w="117267" h="40820">
                  <a:moveTo>
                    <a:pt x="0" y="40820"/>
                  </a:moveTo>
                  <a:lnTo>
                    <a:pt x="1205" y="36416"/>
                  </a:lnTo>
                  <a:lnTo>
                    <a:pt x="2772" y="29576"/>
                  </a:lnTo>
                  <a:lnTo>
                    <a:pt x="4339" y="22736"/>
                  </a:lnTo>
                  <a:lnTo>
                    <a:pt x="5905" y="16553"/>
                  </a:lnTo>
                  <a:lnTo>
                    <a:pt x="7472" y="11782"/>
                  </a:lnTo>
                  <a:lnTo>
                    <a:pt x="9038" y="7793"/>
                  </a:lnTo>
                  <a:lnTo>
                    <a:pt x="10605" y="3805"/>
                  </a:lnTo>
                  <a:lnTo>
                    <a:pt x="12171" y="1245"/>
                  </a:lnTo>
                  <a:lnTo>
                    <a:pt x="13738" y="0"/>
                  </a:lnTo>
                  <a:lnTo>
                    <a:pt x="15305" y="764"/>
                  </a:lnTo>
                  <a:lnTo>
                    <a:pt x="16871" y="1878"/>
                  </a:lnTo>
                  <a:lnTo>
                    <a:pt x="18438" y="2341"/>
                  </a:lnTo>
                  <a:lnTo>
                    <a:pt x="20004" y="3455"/>
                  </a:lnTo>
                  <a:lnTo>
                    <a:pt x="21571" y="3455"/>
                  </a:lnTo>
                  <a:lnTo>
                    <a:pt x="23138" y="3455"/>
                  </a:lnTo>
                  <a:lnTo>
                    <a:pt x="24704" y="4105"/>
                  </a:lnTo>
                  <a:lnTo>
                    <a:pt x="26271" y="4756"/>
                  </a:lnTo>
                  <a:lnTo>
                    <a:pt x="27837" y="6001"/>
                  </a:lnTo>
                  <a:lnTo>
                    <a:pt x="29404" y="7246"/>
                  </a:lnTo>
                  <a:lnTo>
                    <a:pt x="30971" y="8491"/>
                  </a:lnTo>
                  <a:lnTo>
                    <a:pt x="32537" y="9142"/>
                  </a:lnTo>
                  <a:lnTo>
                    <a:pt x="34104" y="9793"/>
                  </a:lnTo>
                  <a:lnTo>
                    <a:pt x="35670" y="10444"/>
                  </a:lnTo>
                  <a:lnTo>
                    <a:pt x="37237" y="11558"/>
                  </a:lnTo>
                  <a:lnTo>
                    <a:pt x="38803" y="12803"/>
                  </a:lnTo>
                  <a:lnTo>
                    <a:pt x="40370" y="13454"/>
                  </a:lnTo>
                  <a:lnTo>
                    <a:pt x="41937" y="14568"/>
                  </a:lnTo>
                  <a:lnTo>
                    <a:pt x="43503" y="15682"/>
                  </a:lnTo>
                  <a:lnTo>
                    <a:pt x="45070" y="16145"/>
                  </a:lnTo>
                  <a:lnTo>
                    <a:pt x="46636" y="16909"/>
                  </a:lnTo>
                  <a:lnTo>
                    <a:pt x="48203" y="16909"/>
                  </a:lnTo>
                  <a:lnTo>
                    <a:pt x="49770" y="17508"/>
                  </a:lnTo>
                  <a:lnTo>
                    <a:pt x="51336" y="17508"/>
                  </a:lnTo>
                  <a:lnTo>
                    <a:pt x="52903" y="17508"/>
                  </a:lnTo>
                  <a:lnTo>
                    <a:pt x="54469" y="18107"/>
                  </a:lnTo>
                  <a:lnTo>
                    <a:pt x="56036" y="18409"/>
                  </a:lnTo>
                  <a:lnTo>
                    <a:pt x="57603" y="18409"/>
                  </a:lnTo>
                  <a:lnTo>
                    <a:pt x="59169" y="17946"/>
                  </a:lnTo>
                  <a:lnTo>
                    <a:pt x="60736" y="17483"/>
                  </a:lnTo>
                  <a:lnTo>
                    <a:pt x="62302" y="16421"/>
                  </a:lnTo>
                  <a:lnTo>
                    <a:pt x="63869" y="15821"/>
                  </a:lnTo>
                  <a:lnTo>
                    <a:pt x="65435" y="15822"/>
                  </a:lnTo>
                  <a:lnTo>
                    <a:pt x="67002" y="16285"/>
                  </a:lnTo>
                  <a:lnTo>
                    <a:pt x="68569" y="17050"/>
                  </a:lnTo>
                  <a:lnTo>
                    <a:pt x="70135" y="17814"/>
                  </a:lnTo>
                  <a:lnTo>
                    <a:pt x="71702" y="18579"/>
                  </a:lnTo>
                  <a:lnTo>
                    <a:pt x="73268" y="19343"/>
                  </a:lnTo>
                  <a:lnTo>
                    <a:pt x="74835" y="19343"/>
                  </a:lnTo>
                  <a:lnTo>
                    <a:pt x="76402" y="19343"/>
                  </a:lnTo>
                  <a:lnTo>
                    <a:pt x="77968" y="18693"/>
                  </a:lnTo>
                  <a:lnTo>
                    <a:pt x="79535" y="19343"/>
                  </a:lnTo>
                  <a:lnTo>
                    <a:pt x="81101" y="19995"/>
                  </a:lnTo>
                  <a:lnTo>
                    <a:pt x="82668" y="20645"/>
                  </a:lnTo>
                  <a:lnTo>
                    <a:pt x="84235" y="21296"/>
                  </a:lnTo>
                  <a:lnTo>
                    <a:pt x="85801" y="23004"/>
                  </a:lnTo>
                  <a:lnTo>
                    <a:pt x="87368" y="24249"/>
                  </a:lnTo>
                  <a:lnTo>
                    <a:pt x="88934" y="24900"/>
                  </a:lnTo>
                  <a:lnTo>
                    <a:pt x="90501" y="25551"/>
                  </a:lnTo>
                  <a:lnTo>
                    <a:pt x="92067" y="26202"/>
                  </a:lnTo>
                  <a:lnTo>
                    <a:pt x="93634" y="26853"/>
                  </a:lnTo>
                  <a:lnTo>
                    <a:pt x="95201" y="27503"/>
                  </a:lnTo>
                  <a:lnTo>
                    <a:pt x="96767" y="28097"/>
                  </a:lnTo>
                  <a:lnTo>
                    <a:pt x="98334" y="30658"/>
                  </a:lnTo>
                  <a:lnTo>
                    <a:pt x="99900" y="31829"/>
                  </a:lnTo>
                  <a:lnTo>
                    <a:pt x="101467" y="33651"/>
                  </a:lnTo>
                  <a:lnTo>
                    <a:pt x="103034" y="34896"/>
                  </a:lnTo>
                  <a:lnTo>
                    <a:pt x="104600" y="35491"/>
                  </a:lnTo>
                  <a:lnTo>
                    <a:pt x="106167" y="36085"/>
                  </a:lnTo>
                  <a:lnTo>
                    <a:pt x="107733" y="36084"/>
                  </a:lnTo>
                  <a:lnTo>
                    <a:pt x="109300" y="36084"/>
                  </a:lnTo>
                  <a:lnTo>
                    <a:pt x="110866" y="36662"/>
                  </a:lnTo>
                  <a:lnTo>
                    <a:pt x="112433" y="37256"/>
                  </a:lnTo>
                  <a:lnTo>
                    <a:pt x="114000" y="38427"/>
                  </a:lnTo>
                  <a:lnTo>
                    <a:pt x="115566" y="39599"/>
                  </a:lnTo>
                  <a:lnTo>
                    <a:pt x="117133" y="40770"/>
                  </a:lnTo>
                  <a:lnTo>
                    <a:pt x="117267" y="4082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831171" y="3652243"/>
              <a:ext cx="275789" cy="210937"/>
            </a:xfrm>
            <a:custGeom>
              <a:avLst/>
              <a:pathLst>
                <a:path w="275789" h="210937">
                  <a:moveTo>
                    <a:pt x="0" y="210937"/>
                  </a:moveTo>
                  <a:lnTo>
                    <a:pt x="1406" y="206068"/>
                  </a:lnTo>
                  <a:lnTo>
                    <a:pt x="2973" y="199687"/>
                  </a:lnTo>
                  <a:lnTo>
                    <a:pt x="4539" y="191813"/>
                  </a:lnTo>
                  <a:lnTo>
                    <a:pt x="6106" y="183938"/>
                  </a:lnTo>
                  <a:lnTo>
                    <a:pt x="7672" y="175021"/>
                  </a:lnTo>
                  <a:lnTo>
                    <a:pt x="9239" y="165776"/>
                  </a:lnTo>
                  <a:lnTo>
                    <a:pt x="10806" y="157109"/>
                  </a:lnTo>
                  <a:lnTo>
                    <a:pt x="12372" y="149773"/>
                  </a:lnTo>
                  <a:lnTo>
                    <a:pt x="13939" y="141844"/>
                  </a:lnTo>
                  <a:lnTo>
                    <a:pt x="15505" y="134426"/>
                  </a:lnTo>
                  <a:lnTo>
                    <a:pt x="17072" y="129182"/>
                  </a:lnTo>
                  <a:lnTo>
                    <a:pt x="18638" y="122690"/>
                  </a:lnTo>
                  <a:lnTo>
                    <a:pt x="20205" y="114761"/>
                  </a:lnTo>
                  <a:lnTo>
                    <a:pt x="21772" y="106831"/>
                  </a:lnTo>
                  <a:lnTo>
                    <a:pt x="23338" y="99496"/>
                  </a:lnTo>
                  <a:lnTo>
                    <a:pt x="24905" y="91566"/>
                  </a:lnTo>
                  <a:lnTo>
                    <a:pt x="26471" y="84409"/>
                  </a:lnTo>
                  <a:lnTo>
                    <a:pt x="28038" y="79759"/>
                  </a:lnTo>
                  <a:lnTo>
                    <a:pt x="29605" y="74515"/>
                  </a:lnTo>
                  <a:lnTo>
                    <a:pt x="31171" y="70626"/>
                  </a:lnTo>
                  <a:lnTo>
                    <a:pt x="32738" y="67849"/>
                  </a:lnTo>
                  <a:lnTo>
                    <a:pt x="34304" y="65072"/>
                  </a:lnTo>
                  <a:lnTo>
                    <a:pt x="35871" y="63107"/>
                  </a:lnTo>
                  <a:lnTo>
                    <a:pt x="37437" y="61720"/>
                  </a:lnTo>
                  <a:lnTo>
                    <a:pt x="39004" y="61543"/>
                  </a:lnTo>
                  <a:lnTo>
                    <a:pt x="40571" y="62017"/>
                  </a:lnTo>
                  <a:lnTo>
                    <a:pt x="42137" y="64006"/>
                  </a:lnTo>
                  <a:lnTo>
                    <a:pt x="43704" y="68778"/>
                  </a:lnTo>
                  <a:lnTo>
                    <a:pt x="45270" y="72899"/>
                  </a:lnTo>
                  <a:lnTo>
                    <a:pt x="46837" y="77020"/>
                  </a:lnTo>
                  <a:lnTo>
                    <a:pt x="48404" y="81140"/>
                  </a:lnTo>
                  <a:lnTo>
                    <a:pt x="49970" y="85261"/>
                  </a:lnTo>
                  <a:lnTo>
                    <a:pt x="51537" y="88787"/>
                  </a:lnTo>
                  <a:lnTo>
                    <a:pt x="53103" y="92908"/>
                  </a:lnTo>
                  <a:lnTo>
                    <a:pt x="54670" y="97028"/>
                  </a:lnTo>
                  <a:lnTo>
                    <a:pt x="56237" y="101149"/>
                  </a:lnTo>
                  <a:lnTo>
                    <a:pt x="57803" y="105270"/>
                  </a:lnTo>
                  <a:lnTo>
                    <a:pt x="59370" y="109258"/>
                  </a:lnTo>
                  <a:lnTo>
                    <a:pt x="60936" y="113247"/>
                  </a:lnTo>
                  <a:lnTo>
                    <a:pt x="62503" y="115969"/>
                  </a:lnTo>
                  <a:lnTo>
                    <a:pt x="64069" y="118690"/>
                  </a:lnTo>
                  <a:lnTo>
                    <a:pt x="65636" y="120599"/>
                  </a:lnTo>
                  <a:lnTo>
                    <a:pt x="67203" y="122422"/>
                  </a:lnTo>
                  <a:lnTo>
                    <a:pt x="68769" y="124244"/>
                  </a:lnTo>
                  <a:lnTo>
                    <a:pt x="70336" y="125952"/>
                  </a:lnTo>
                  <a:lnTo>
                    <a:pt x="71902" y="128710"/>
                  </a:lnTo>
                  <a:lnTo>
                    <a:pt x="73469" y="133339"/>
                  </a:lnTo>
                  <a:lnTo>
                    <a:pt x="75036" y="138863"/>
                  </a:lnTo>
                  <a:lnTo>
                    <a:pt x="76602" y="143623"/>
                  </a:lnTo>
                  <a:lnTo>
                    <a:pt x="78169" y="147731"/>
                  </a:lnTo>
                  <a:lnTo>
                    <a:pt x="79735" y="151840"/>
                  </a:lnTo>
                  <a:lnTo>
                    <a:pt x="81302" y="154243"/>
                  </a:lnTo>
                  <a:lnTo>
                    <a:pt x="82869" y="157110"/>
                  </a:lnTo>
                  <a:lnTo>
                    <a:pt x="84435" y="161470"/>
                  </a:lnTo>
                  <a:lnTo>
                    <a:pt x="86002" y="165829"/>
                  </a:lnTo>
                  <a:lnTo>
                    <a:pt x="87568" y="172782"/>
                  </a:lnTo>
                  <a:lnTo>
                    <a:pt x="89135" y="178950"/>
                  </a:lnTo>
                  <a:lnTo>
                    <a:pt x="90701" y="183185"/>
                  </a:lnTo>
                  <a:lnTo>
                    <a:pt x="92268" y="185871"/>
                  </a:lnTo>
                  <a:lnTo>
                    <a:pt x="93835" y="188556"/>
                  </a:lnTo>
                  <a:lnTo>
                    <a:pt x="95401" y="190729"/>
                  </a:lnTo>
                  <a:lnTo>
                    <a:pt x="96968" y="191542"/>
                  </a:lnTo>
                  <a:lnTo>
                    <a:pt x="98534" y="192789"/>
                  </a:lnTo>
                  <a:lnTo>
                    <a:pt x="100101" y="195474"/>
                  </a:lnTo>
                  <a:lnTo>
                    <a:pt x="101668" y="198972"/>
                  </a:lnTo>
                  <a:lnTo>
                    <a:pt x="103234" y="201658"/>
                  </a:lnTo>
                  <a:lnTo>
                    <a:pt x="104801" y="203463"/>
                  </a:lnTo>
                  <a:lnTo>
                    <a:pt x="106367" y="204061"/>
                  </a:lnTo>
                  <a:lnTo>
                    <a:pt x="107934" y="202746"/>
                  </a:lnTo>
                  <a:lnTo>
                    <a:pt x="109501" y="201431"/>
                  </a:lnTo>
                  <a:lnTo>
                    <a:pt x="111067" y="195031"/>
                  </a:lnTo>
                  <a:lnTo>
                    <a:pt x="112634" y="188296"/>
                  </a:lnTo>
                  <a:lnTo>
                    <a:pt x="114200" y="183937"/>
                  </a:lnTo>
                  <a:lnTo>
                    <a:pt x="115767" y="178766"/>
                  </a:lnTo>
                  <a:lnTo>
                    <a:pt x="117333" y="173594"/>
                  </a:lnTo>
                  <a:lnTo>
                    <a:pt x="118900" y="167806"/>
                  </a:lnTo>
                  <a:lnTo>
                    <a:pt x="120467" y="162018"/>
                  </a:lnTo>
                  <a:lnTo>
                    <a:pt x="122033" y="154715"/>
                  </a:lnTo>
                  <a:lnTo>
                    <a:pt x="123600" y="144629"/>
                  </a:lnTo>
                  <a:lnTo>
                    <a:pt x="125166" y="133949"/>
                  </a:lnTo>
                  <a:lnTo>
                    <a:pt x="126733" y="123863"/>
                  </a:lnTo>
                  <a:lnTo>
                    <a:pt x="128300" y="116499"/>
                  </a:lnTo>
                  <a:lnTo>
                    <a:pt x="129866" y="109457"/>
                  </a:lnTo>
                  <a:lnTo>
                    <a:pt x="131433" y="102416"/>
                  </a:lnTo>
                  <a:lnTo>
                    <a:pt x="132999" y="95375"/>
                  </a:lnTo>
                  <a:lnTo>
                    <a:pt x="134566" y="91065"/>
                  </a:lnTo>
                  <a:lnTo>
                    <a:pt x="136133" y="86975"/>
                  </a:lnTo>
                  <a:lnTo>
                    <a:pt x="137699" y="79934"/>
                  </a:lnTo>
                  <a:lnTo>
                    <a:pt x="139266" y="73676"/>
                  </a:lnTo>
                  <a:lnTo>
                    <a:pt x="140832" y="67418"/>
                  </a:lnTo>
                  <a:lnTo>
                    <a:pt x="142399" y="61776"/>
                  </a:lnTo>
                  <a:lnTo>
                    <a:pt x="143965" y="56134"/>
                  </a:lnTo>
                  <a:lnTo>
                    <a:pt x="145532" y="51304"/>
                  </a:lnTo>
                  <a:lnTo>
                    <a:pt x="147099" y="46617"/>
                  </a:lnTo>
                  <a:lnTo>
                    <a:pt x="148665" y="42525"/>
                  </a:lnTo>
                  <a:lnTo>
                    <a:pt x="150232" y="38416"/>
                  </a:lnTo>
                  <a:lnTo>
                    <a:pt x="151798" y="34902"/>
                  </a:lnTo>
                  <a:lnTo>
                    <a:pt x="153365" y="31982"/>
                  </a:lnTo>
                  <a:lnTo>
                    <a:pt x="154932" y="28466"/>
                  </a:lnTo>
                  <a:lnTo>
                    <a:pt x="156498" y="24572"/>
                  </a:lnTo>
                  <a:lnTo>
                    <a:pt x="158065" y="18590"/>
                  </a:lnTo>
                  <a:lnTo>
                    <a:pt x="159631" y="12462"/>
                  </a:lnTo>
                  <a:lnTo>
                    <a:pt x="161198" y="10059"/>
                  </a:lnTo>
                  <a:lnTo>
                    <a:pt x="162765" y="8149"/>
                  </a:lnTo>
                  <a:lnTo>
                    <a:pt x="164331" y="6240"/>
                  </a:lnTo>
                  <a:lnTo>
                    <a:pt x="165898" y="4331"/>
                  </a:lnTo>
                  <a:lnTo>
                    <a:pt x="167464" y="1609"/>
                  </a:lnTo>
                  <a:lnTo>
                    <a:pt x="169031" y="0"/>
                  </a:lnTo>
                  <a:lnTo>
                    <a:pt x="170597" y="323"/>
                  </a:lnTo>
                  <a:lnTo>
                    <a:pt x="172164" y="806"/>
                  </a:lnTo>
                  <a:lnTo>
                    <a:pt x="173731" y="1291"/>
                  </a:lnTo>
                  <a:lnTo>
                    <a:pt x="175297" y="1312"/>
                  </a:lnTo>
                  <a:lnTo>
                    <a:pt x="176864" y="984"/>
                  </a:lnTo>
                  <a:lnTo>
                    <a:pt x="178430" y="704"/>
                  </a:lnTo>
                  <a:lnTo>
                    <a:pt x="179997" y="868"/>
                  </a:lnTo>
                  <a:lnTo>
                    <a:pt x="181564" y="2736"/>
                  </a:lnTo>
                  <a:lnTo>
                    <a:pt x="183130" y="5673"/>
                  </a:lnTo>
                  <a:lnTo>
                    <a:pt x="184697" y="9490"/>
                  </a:lnTo>
                  <a:lnTo>
                    <a:pt x="186263" y="13742"/>
                  </a:lnTo>
                  <a:lnTo>
                    <a:pt x="187830" y="17736"/>
                  </a:lnTo>
                  <a:lnTo>
                    <a:pt x="189397" y="21731"/>
                  </a:lnTo>
                  <a:lnTo>
                    <a:pt x="190963" y="28879"/>
                  </a:lnTo>
                  <a:lnTo>
                    <a:pt x="192530" y="35250"/>
                  </a:lnTo>
                  <a:lnTo>
                    <a:pt x="194096" y="39244"/>
                  </a:lnTo>
                  <a:lnTo>
                    <a:pt x="195663" y="43496"/>
                  </a:lnTo>
                  <a:lnTo>
                    <a:pt x="197229" y="48046"/>
                  </a:lnTo>
                  <a:lnTo>
                    <a:pt x="198796" y="52596"/>
                  </a:lnTo>
                  <a:lnTo>
                    <a:pt x="200363" y="56848"/>
                  </a:lnTo>
                  <a:lnTo>
                    <a:pt x="201929" y="61100"/>
                  </a:lnTo>
                  <a:lnTo>
                    <a:pt x="203496" y="65649"/>
                  </a:lnTo>
                  <a:lnTo>
                    <a:pt x="205062" y="71558"/>
                  </a:lnTo>
                  <a:lnTo>
                    <a:pt x="206629" y="76409"/>
                  </a:lnTo>
                  <a:lnTo>
                    <a:pt x="208196" y="78539"/>
                  </a:lnTo>
                  <a:lnTo>
                    <a:pt x="209762" y="80346"/>
                  </a:lnTo>
                  <a:lnTo>
                    <a:pt x="211329" y="82152"/>
                  </a:lnTo>
                  <a:lnTo>
                    <a:pt x="212895" y="83959"/>
                  </a:lnTo>
                  <a:lnTo>
                    <a:pt x="214462" y="83034"/>
                  </a:lnTo>
                  <a:lnTo>
                    <a:pt x="216029" y="81889"/>
                  </a:lnTo>
                  <a:lnTo>
                    <a:pt x="217595" y="83695"/>
                  </a:lnTo>
                  <a:lnTo>
                    <a:pt x="219162" y="85501"/>
                  </a:lnTo>
                  <a:lnTo>
                    <a:pt x="220728" y="87771"/>
                  </a:lnTo>
                  <a:lnTo>
                    <a:pt x="222295" y="90040"/>
                  </a:lnTo>
                  <a:lnTo>
                    <a:pt x="223861" y="92310"/>
                  </a:lnTo>
                  <a:lnTo>
                    <a:pt x="225428" y="94580"/>
                  </a:lnTo>
                  <a:lnTo>
                    <a:pt x="226995" y="96981"/>
                  </a:lnTo>
                  <a:lnTo>
                    <a:pt x="228561" y="97931"/>
                  </a:lnTo>
                  <a:lnTo>
                    <a:pt x="230128" y="99476"/>
                  </a:lnTo>
                  <a:lnTo>
                    <a:pt x="231694" y="100426"/>
                  </a:lnTo>
                  <a:lnTo>
                    <a:pt x="233261" y="101377"/>
                  </a:lnTo>
                  <a:lnTo>
                    <a:pt x="234828" y="102327"/>
                  </a:lnTo>
                  <a:lnTo>
                    <a:pt x="236394" y="103657"/>
                  </a:lnTo>
                  <a:lnTo>
                    <a:pt x="237961" y="107332"/>
                  </a:lnTo>
                  <a:lnTo>
                    <a:pt x="239527" y="111752"/>
                  </a:lnTo>
                  <a:lnTo>
                    <a:pt x="241094" y="114616"/>
                  </a:lnTo>
                  <a:lnTo>
                    <a:pt x="242661" y="118130"/>
                  </a:lnTo>
                  <a:lnTo>
                    <a:pt x="244227" y="121645"/>
                  </a:lnTo>
                  <a:lnTo>
                    <a:pt x="245794" y="125160"/>
                  </a:lnTo>
                  <a:lnTo>
                    <a:pt x="247360" y="128674"/>
                  </a:lnTo>
                  <a:lnTo>
                    <a:pt x="248927" y="132189"/>
                  </a:lnTo>
                  <a:lnTo>
                    <a:pt x="250493" y="135703"/>
                  </a:lnTo>
                  <a:lnTo>
                    <a:pt x="252060" y="140463"/>
                  </a:lnTo>
                  <a:lnTo>
                    <a:pt x="253627" y="145800"/>
                  </a:lnTo>
                  <a:lnTo>
                    <a:pt x="255193" y="151600"/>
                  </a:lnTo>
                  <a:lnTo>
                    <a:pt x="256760" y="157675"/>
                  </a:lnTo>
                  <a:lnTo>
                    <a:pt x="258326" y="165326"/>
                  </a:lnTo>
                  <a:lnTo>
                    <a:pt x="259893" y="172534"/>
                  </a:lnTo>
                  <a:lnTo>
                    <a:pt x="261460" y="177225"/>
                  </a:lnTo>
                  <a:lnTo>
                    <a:pt x="263026" y="180848"/>
                  </a:lnTo>
                  <a:lnTo>
                    <a:pt x="264593" y="185283"/>
                  </a:lnTo>
                  <a:lnTo>
                    <a:pt x="266159" y="188905"/>
                  </a:lnTo>
                  <a:lnTo>
                    <a:pt x="267726" y="192046"/>
                  </a:lnTo>
                  <a:lnTo>
                    <a:pt x="269293" y="195188"/>
                  </a:lnTo>
                  <a:lnTo>
                    <a:pt x="270859" y="199067"/>
                  </a:lnTo>
                  <a:lnTo>
                    <a:pt x="272426" y="202947"/>
                  </a:lnTo>
                  <a:lnTo>
                    <a:pt x="273992" y="206826"/>
                  </a:lnTo>
                  <a:lnTo>
                    <a:pt x="275559" y="210449"/>
                  </a:lnTo>
                  <a:lnTo>
                    <a:pt x="275789" y="210937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187468" y="3742810"/>
              <a:ext cx="245691" cy="120370"/>
            </a:xfrm>
            <a:custGeom>
              <a:avLst/>
              <a:pathLst>
                <a:path w="245691" h="120370">
                  <a:moveTo>
                    <a:pt x="0" y="120370"/>
                  </a:moveTo>
                  <a:lnTo>
                    <a:pt x="725" y="118361"/>
                  </a:lnTo>
                  <a:lnTo>
                    <a:pt x="2291" y="115220"/>
                  </a:lnTo>
                  <a:lnTo>
                    <a:pt x="3858" y="113210"/>
                  </a:lnTo>
                  <a:lnTo>
                    <a:pt x="5424" y="112446"/>
                  </a:lnTo>
                  <a:lnTo>
                    <a:pt x="6991" y="111983"/>
                  </a:lnTo>
                  <a:lnTo>
                    <a:pt x="8557" y="111520"/>
                  </a:lnTo>
                  <a:lnTo>
                    <a:pt x="10124" y="110406"/>
                  </a:lnTo>
                  <a:lnTo>
                    <a:pt x="11691" y="109943"/>
                  </a:lnTo>
                  <a:lnTo>
                    <a:pt x="13257" y="109480"/>
                  </a:lnTo>
                  <a:lnTo>
                    <a:pt x="14824" y="109017"/>
                  </a:lnTo>
                  <a:lnTo>
                    <a:pt x="16390" y="108366"/>
                  </a:lnTo>
                  <a:lnTo>
                    <a:pt x="17957" y="108366"/>
                  </a:lnTo>
                  <a:lnTo>
                    <a:pt x="19524" y="109016"/>
                  </a:lnTo>
                  <a:lnTo>
                    <a:pt x="21090" y="109667"/>
                  </a:lnTo>
                  <a:lnTo>
                    <a:pt x="22657" y="110318"/>
                  </a:lnTo>
                  <a:lnTo>
                    <a:pt x="24223" y="110969"/>
                  </a:lnTo>
                  <a:lnTo>
                    <a:pt x="25790" y="110318"/>
                  </a:lnTo>
                  <a:lnTo>
                    <a:pt x="27357" y="108610"/>
                  </a:lnTo>
                  <a:lnTo>
                    <a:pt x="28923" y="106902"/>
                  </a:lnTo>
                  <a:lnTo>
                    <a:pt x="30490" y="104315"/>
                  </a:lnTo>
                  <a:lnTo>
                    <a:pt x="32056" y="101728"/>
                  </a:lnTo>
                  <a:lnTo>
                    <a:pt x="33623" y="98403"/>
                  </a:lnTo>
                  <a:lnTo>
                    <a:pt x="35189" y="95079"/>
                  </a:lnTo>
                  <a:lnTo>
                    <a:pt x="36756" y="91456"/>
                  </a:lnTo>
                  <a:lnTo>
                    <a:pt x="38323" y="87834"/>
                  </a:lnTo>
                  <a:lnTo>
                    <a:pt x="39889" y="83701"/>
                  </a:lnTo>
                  <a:lnTo>
                    <a:pt x="41456" y="79568"/>
                  </a:lnTo>
                  <a:lnTo>
                    <a:pt x="43022" y="74805"/>
                  </a:lnTo>
                  <a:lnTo>
                    <a:pt x="44589" y="70464"/>
                  </a:lnTo>
                  <a:lnTo>
                    <a:pt x="46156" y="66124"/>
                  </a:lnTo>
                  <a:lnTo>
                    <a:pt x="47722" y="62245"/>
                  </a:lnTo>
                  <a:lnTo>
                    <a:pt x="49289" y="59103"/>
                  </a:lnTo>
                  <a:lnTo>
                    <a:pt x="50855" y="56538"/>
                  </a:lnTo>
                  <a:lnTo>
                    <a:pt x="52422" y="53974"/>
                  </a:lnTo>
                  <a:lnTo>
                    <a:pt x="53989" y="52004"/>
                  </a:lnTo>
                  <a:lnTo>
                    <a:pt x="55555" y="50034"/>
                  </a:lnTo>
                  <a:lnTo>
                    <a:pt x="57122" y="48715"/>
                  </a:lnTo>
                  <a:lnTo>
                    <a:pt x="58688" y="47653"/>
                  </a:lnTo>
                  <a:lnTo>
                    <a:pt x="60255" y="47653"/>
                  </a:lnTo>
                  <a:lnTo>
                    <a:pt x="61821" y="47954"/>
                  </a:lnTo>
                  <a:lnTo>
                    <a:pt x="63388" y="49273"/>
                  </a:lnTo>
                  <a:lnTo>
                    <a:pt x="64955" y="50846"/>
                  </a:lnTo>
                  <a:lnTo>
                    <a:pt x="66521" y="52417"/>
                  </a:lnTo>
                  <a:lnTo>
                    <a:pt x="68088" y="55235"/>
                  </a:lnTo>
                  <a:lnTo>
                    <a:pt x="69654" y="57799"/>
                  </a:lnTo>
                  <a:lnTo>
                    <a:pt x="71221" y="59291"/>
                  </a:lnTo>
                  <a:lnTo>
                    <a:pt x="72788" y="58918"/>
                  </a:lnTo>
                  <a:lnTo>
                    <a:pt x="74354" y="56815"/>
                  </a:lnTo>
                  <a:lnTo>
                    <a:pt x="75921" y="54136"/>
                  </a:lnTo>
                  <a:lnTo>
                    <a:pt x="77487" y="51456"/>
                  </a:lnTo>
                  <a:lnTo>
                    <a:pt x="79054" y="49030"/>
                  </a:lnTo>
                  <a:lnTo>
                    <a:pt x="80621" y="46810"/>
                  </a:lnTo>
                  <a:lnTo>
                    <a:pt x="82187" y="44131"/>
                  </a:lnTo>
                  <a:lnTo>
                    <a:pt x="83754" y="40896"/>
                  </a:lnTo>
                  <a:lnTo>
                    <a:pt x="85320" y="37662"/>
                  </a:lnTo>
                  <a:lnTo>
                    <a:pt x="86887" y="34126"/>
                  </a:lnTo>
                  <a:lnTo>
                    <a:pt x="88453" y="30590"/>
                  </a:lnTo>
                  <a:lnTo>
                    <a:pt x="90020" y="27054"/>
                  </a:lnTo>
                  <a:lnTo>
                    <a:pt x="91587" y="21608"/>
                  </a:lnTo>
                  <a:lnTo>
                    <a:pt x="93153" y="16163"/>
                  </a:lnTo>
                  <a:lnTo>
                    <a:pt x="94720" y="10924"/>
                  </a:lnTo>
                  <a:lnTo>
                    <a:pt x="96286" y="7409"/>
                  </a:lnTo>
                  <a:lnTo>
                    <a:pt x="97853" y="6198"/>
                  </a:lnTo>
                  <a:lnTo>
                    <a:pt x="99420" y="5547"/>
                  </a:lnTo>
                  <a:lnTo>
                    <a:pt x="100986" y="4896"/>
                  </a:lnTo>
                  <a:lnTo>
                    <a:pt x="102553" y="4245"/>
                  </a:lnTo>
                  <a:lnTo>
                    <a:pt x="104119" y="3595"/>
                  </a:lnTo>
                  <a:lnTo>
                    <a:pt x="105686" y="4245"/>
                  </a:lnTo>
                  <a:lnTo>
                    <a:pt x="107253" y="5359"/>
                  </a:lnTo>
                  <a:lnTo>
                    <a:pt x="108819" y="7068"/>
                  </a:lnTo>
                  <a:lnTo>
                    <a:pt x="110386" y="9655"/>
                  </a:lnTo>
                  <a:lnTo>
                    <a:pt x="111952" y="12242"/>
                  </a:lnTo>
                  <a:lnTo>
                    <a:pt x="113519" y="15566"/>
                  </a:lnTo>
                  <a:lnTo>
                    <a:pt x="115085" y="18891"/>
                  </a:lnTo>
                  <a:lnTo>
                    <a:pt x="116652" y="22513"/>
                  </a:lnTo>
                  <a:lnTo>
                    <a:pt x="118219" y="26136"/>
                  </a:lnTo>
                  <a:lnTo>
                    <a:pt x="119785" y="30269"/>
                  </a:lnTo>
                  <a:lnTo>
                    <a:pt x="121352" y="34401"/>
                  </a:lnTo>
                  <a:lnTo>
                    <a:pt x="122918" y="39165"/>
                  </a:lnTo>
                  <a:lnTo>
                    <a:pt x="124485" y="43505"/>
                  </a:lnTo>
                  <a:lnTo>
                    <a:pt x="126052" y="47845"/>
                  </a:lnTo>
                  <a:lnTo>
                    <a:pt x="127618" y="51725"/>
                  </a:lnTo>
                  <a:lnTo>
                    <a:pt x="129185" y="55604"/>
                  </a:lnTo>
                  <a:lnTo>
                    <a:pt x="130751" y="59484"/>
                  </a:lnTo>
                  <a:lnTo>
                    <a:pt x="132318" y="63363"/>
                  </a:lnTo>
                  <a:lnTo>
                    <a:pt x="133885" y="66505"/>
                  </a:lnTo>
                  <a:lnTo>
                    <a:pt x="135451" y="69646"/>
                  </a:lnTo>
                  <a:lnTo>
                    <a:pt x="137018" y="72210"/>
                  </a:lnTo>
                  <a:lnTo>
                    <a:pt x="138584" y="75095"/>
                  </a:lnTo>
                  <a:lnTo>
                    <a:pt x="140151" y="78119"/>
                  </a:lnTo>
                  <a:lnTo>
                    <a:pt x="141717" y="80404"/>
                  </a:lnTo>
                  <a:lnTo>
                    <a:pt x="143284" y="82227"/>
                  </a:lnTo>
                  <a:lnTo>
                    <a:pt x="144851" y="82541"/>
                  </a:lnTo>
                  <a:lnTo>
                    <a:pt x="146417" y="80271"/>
                  </a:lnTo>
                  <a:lnTo>
                    <a:pt x="147984" y="75459"/>
                  </a:lnTo>
                  <a:lnTo>
                    <a:pt x="149550" y="68171"/>
                  </a:lnTo>
                  <a:lnTo>
                    <a:pt x="151117" y="61313"/>
                  </a:lnTo>
                  <a:lnTo>
                    <a:pt x="152684" y="56321"/>
                  </a:lnTo>
                  <a:lnTo>
                    <a:pt x="154250" y="53058"/>
                  </a:lnTo>
                  <a:lnTo>
                    <a:pt x="155817" y="51185"/>
                  </a:lnTo>
                  <a:lnTo>
                    <a:pt x="157383" y="49311"/>
                  </a:lnTo>
                  <a:lnTo>
                    <a:pt x="158950" y="48837"/>
                  </a:lnTo>
                  <a:lnTo>
                    <a:pt x="160517" y="48363"/>
                  </a:lnTo>
                  <a:lnTo>
                    <a:pt x="162083" y="47889"/>
                  </a:lnTo>
                  <a:lnTo>
                    <a:pt x="163650" y="45943"/>
                  </a:lnTo>
                  <a:lnTo>
                    <a:pt x="165216" y="43067"/>
                  </a:lnTo>
                  <a:lnTo>
                    <a:pt x="166783" y="40191"/>
                  </a:lnTo>
                  <a:lnTo>
                    <a:pt x="168349" y="37892"/>
                  </a:lnTo>
                  <a:lnTo>
                    <a:pt x="169916" y="37418"/>
                  </a:lnTo>
                  <a:lnTo>
                    <a:pt x="171483" y="40426"/>
                  </a:lnTo>
                  <a:lnTo>
                    <a:pt x="173049" y="46009"/>
                  </a:lnTo>
                  <a:lnTo>
                    <a:pt x="174616" y="52185"/>
                  </a:lnTo>
                  <a:lnTo>
                    <a:pt x="176182" y="56956"/>
                  </a:lnTo>
                  <a:lnTo>
                    <a:pt x="177749" y="58641"/>
                  </a:lnTo>
                  <a:lnTo>
                    <a:pt x="179316" y="59115"/>
                  </a:lnTo>
                  <a:lnTo>
                    <a:pt x="180882" y="58973"/>
                  </a:lnTo>
                  <a:lnTo>
                    <a:pt x="182449" y="57280"/>
                  </a:lnTo>
                  <a:lnTo>
                    <a:pt x="184015" y="55587"/>
                  </a:lnTo>
                  <a:lnTo>
                    <a:pt x="185582" y="52073"/>
                  </a:lnTo>
                  <a:lnTo>
                    <a:pt x="187149" y="51773"/>
                  </a:lnTo>
                  <a:lnTo>
                    <a:pt x="188715" y="51178"/>
                  </a:lnTo>
                  <a:lnTo>
                    <a:pt x="190282" y="50007"/>
                  </a:lnTo>
                  <a:lnTo>
                    <a:pt x="191848" y="48835"/>
                  </a:lnTo>
                  <a:lnTo>
                    <a:pt x="193415" y="46926"/>
                  </a:lnTo>
                  <a:lnTo>
                    <a:pt x="194981" y="44365"/>
                  </a:lnTo>
                  <a:lnTo>
                    <a:pt x="196548" y="41805"/>
                  </a:lnTo>
                  <a:lnTo>
                    <a:pt x="198115" y="39245"/>
                  </a:lnTo>
                  <a:lnTo>
                    <a:pt x="199681" y="35920"/>
                  </a:lnTo>
                  <a:lnTo>
                    <a:pt x="201248" y="32897"/>
                  </a:lnTo>
                  <a:lnTo>
                    <a:pt x="202814" y="29874"/>
                  </a:lnTo>
                  <a:lnTo>
                    <a:pt x="204381" y="26851"/>
                  </a:lnTo>
                  <a:lnTo>
                    <a:pt x="205948" y="23828"/>
                  </a:lnTo>
                  <a:lnTo>
                    <a:pt x="207514" y="20804"/>
                  </a:lnTo>
                  <a:lnTo>
                    <a:pt x="209081" y="17781"/>
                  </a:lnTo>
                  <a:lnTo>
                    <a:pt x="210647" y="14159"/>
                  </a:lnTo>
                  <a:lnTo>
                    <a:pt x="212214" y="10536"/>
                  </a:lnTo>
                  <a:lnTo>
                    <a:pt x="213781" y="7651"/>
                  </a:lnTo>
                  <a:lnTo>
                    <a:pt x="215347" y="5366"/>
                  </a:lnTo>
                  <a:lnTo>
                    <a:pt x="216914" y="3658"/>
                  </a:lnTo>
                  <a:lnTo>
                    <a:pt x="218480" y="2486"/>
                  </a:lnTo>
                  <a:lnTo>
                    <a:pt x="220047" y="577"/>
                  </a:lnTo>
                  <a:lnTo>
                    <a:pt x="221613" y="0"/>
                  </a:lnTo>
                  <a:lnTo>
                    <a:pt x="223180" y="737"/>
                  </a:lnTo>
                  <a:lnTo>
                    <a:pt x="224747" y="2984"/>
                  </a:lnTo>
                  <a:lnTo>
                    <a:pt x="226313" y="7813"/>
                  </a:lnTo>
                  <a:lnTo>
                    <a:pt x="227880" y="14753"/>
                  </a:lnTo>
                  <a:lnTo>
                    <a:pt x="229446" y="24784"/>
                  </a:lnTo>
                  <a:lnTo>
                    <a:pt x="231013" y="35458"/>
                  </a:lnTo>
                  <a:lnTo>
                    <a:pt x="232580" y="46914"/>
                  </a:lnTo>
                  <a:lnTo>
                    <a:pt x="234146" y="57588"/>
                  </a:lnTo>
                  <a:lnTo>
                    <a:pt x="235713" y="68232"/>
                  </a:lnTo>
                  <a:lnTo>
                    <a:pt x="237279" y="78876"/>
                  </a:lnTo>
                  <a:lnTo>
                    <a:pt x="238846" y="87337"/>
                  </a:lnTo>
                  <a:lnTo>
                    <a:pt x="240412" y="96582"/>
                  </a:lnTo>
                  <a:lnTo>
                    <a:pt x="241979" y="104113"/>
                  </a:lnTo>
                  <a:lnTo>
                    <a:pt x="243546" y="110532"/>
                  </a:lnTo>
                  <a:lnTo>
                    <a:pt x="245112" y="117881"/>
                  </a:lnTo>
                  <a:lnTo>
                    <a:pt x="245691" y="12037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3442259" y="2036227"/>
              <a:ext cx="1620635" cy="1826954"/>
            </a:xfrm>
            <a:custGeom>
              <a:avLst/>
              <a:pathLst>
                <a:path w="1620635" h="1826954">
                  <a:moveTo>
                    <a:pt x="0" y="1826954"/>
                  </a:moveTo>
                  <a:lnTo>
                    <a:pt x="1287" y="1820425"/>
                  </a:lnTo>
                  <a:lnTo>
                    <a:pt x="2854" y="1813267"/>
                  </a:lnTo>
                  <a:lnTo>
                    <a:pt x="4420" y="1806920"/>
                  </a:lnTo>
                  <a:lnTo>
                    <a:pt x="5987" y="1801190"/>
                  </a:lnTo>
                  <a:lnTo>
                    <a:pt x="7554" y="1794952"/>
                  </a:lnTo>
                  <a:lnTo>
                    <a:pt x="9120" y="1788370"/>
                  </a:lnTo>
                  <a:lnTo>
                    <a:pt x="10687" y="1783536"/>
                  </a:lnTo>
                  <a:lnTo>
                    <a:pt x="12253" y="1777313"/>
                  </a:lnTo>
                  <a:lnTo>
                    <a:pt x="13820" y="1770789"/>
                  </a:lnTo>
                  <a:lnTo>
                    <a:pt x="15387" y="1763454"/>
                  </a:lnTo>
                  <a:lnTo>
                    <a:pt x="16953" y="1758661"/>
                  </a:lnTo>
                  <a:lnTo>
                    <a:pt x="18520" y="1754011"/>
                  </a:lnTo>
                  <a:lnTo>
                    <a:pt x="20086" y="1748698"/>
                  </a:lnTo>
                  <a:lnTo>
                    <a:pt x="21653" y="1743383"/>
                  </a:lnTo>
                  <a:lnTo>
                    <a:pt x="23220" y="1738647"/>
                  </a:lnTo>
                  <a:lnTo>
                    <a:pt x="24786" y="1737141"/>
                  </a:lnTo>
                  <a:lnTo>
                    <a:pt x="26353" y="1735335"/>
                  </a:lnTo>
                  <a:lnTo>
                    <a:pt x="27919" y="1732283"/>
                  </a:lnTo>
                  <a:lnTo>
                    <a:pt x="29486" y="1729232"/>
                  </a:lnTo>
                  <a:lnTo>
                    <a:pt x="31052" y="1729133"/>
                  </a:lnTo>
                  <a:lnTo>
                    <a:pt x="32619" y="1729596"/>
                  </a:lnTo>
                  <a:lnTo>
                    <a:pt x="34186" y="1729596"/>
                  </a:lnTo>
                  <a:lnTo>
                    <a:pt x="35752" y="1729894"/>
                  </a:lnTo>
                  <a:lnTo>
                    <a:pt x="37319" y="1730492"/>
                  </a:lnTo>
                  <a:lnTo>
                    <a:pt x="38885" y="1731555"/>
                  </a:lnTo>
                  <a:lnTo>
                    <a:pt x="40452" y="1732668"/>
                  </a:lnTo>
                  <a:lnTo>
                    <a:pt x="42019" y="1734376"/>
                  </a:lnTo>
                  <a:lnTo>
                    <a:pt x="43585" y="1733146"/>
                  </a:lnTo>
                  <a:lnTo>
                    <a:pt x="45152" y="1729536"/>
                  </a:lnTo>
                  <a:lnTo>
                    <a:pt x="46718" y="1724292"/>
                  </a:lnTo>
                  <a:lnTo>
                    <a:pt x="48285" y="1715174"/>
                  </a:lnTo>
                  <a:lnTo>
                    <a:pt x="49852" y="1703527"/>
                  </a:lnTo>
                  <a:lnTo>
                    <a:pt x="51418" y="1691879"/>
                  </a:lnTo>
                  <a:lnTo>
                    <a:pt x="52985" y="1679420"/>
                  </a:lnTo>
                  <a:lnTo>
                    <a:pt x="54551" y="1666344"/>
                  </a:lnTo>
                  <a:lnTo>
                    <a:pt x="56118" y="1653269"/>
                  </a:lnTo>
                  <a:lnTo>
                    <a:pt x="57684" y="1639411"/>
                  </a:lnTo>
                  <a:lnTo>
                    <a:pt x="59251" y="1626335"/>
                  </a:lnTo>
                  <a:lnTo>
                    <a:pt x="60818" y="1612476"/>
                  </a:lnTo>
                  <a:lnTo>
                    <a:pt x="62384" y="1597880"/>
                  </a:lnTo>
                  <a:lnTo>
                    <a:pt x="63951" y="1583489"/>
                  </a:lnTo>
                  <a:lnTo>
                    <a:pt x="65517" y="1567721"/>
                  </a:lnTo>
                  <a:lnTo>
                    <a:pt x="67084" y="1554836"/>
                  </a:lnTo>
                  <a:lnTo>
                    <a:pt x="68651" y="1545691"/>
                  </a:lnTo>
                  <a:lnTo>
                    <a:pt x="70217" y="1538194"/>
                  </a:lnTo>
                  <a:lnTo>
                    <a:pt x="71784" y="1534660"/>
                  </a:lnTo>
                  <a:lnTo>
                    <a:pt x="73350" y="1537240"/>
                  </a:lnTo>
                  <a:lnTo>
                    <a:pt x="74917" y="1539965"/>
                  </a:lnTo>
                  <a:lnTo>
                    <a:pt x="76484" y="1542089"/>
                  </a:lnTo>
                  <a:lnTo>
                    <a:pt x="78050" y="1542413"/>
                  </a:lnTo>
                  <a:lnTo>
                    <a:pt x="79617" y="1543299"/>
                  </a:lnTo>
                  <a:lnTo>
                    <a:pt x="81183" y="1547119"/>
                  </a:lnTo>
                  <a:lnTo>
                    <a:pt x="82750" y="1550940"/>
                  </a:lnTo>
                  <a:lnTo>
                    <a:pt x="84316" y="1552681"/>
                  </a:lnTo>
                  <a:lnTo>
                    <a:pt x="85883" y="1553239"/>
                  </a:lnTo>
                  <a:lnTo>
                    <a:pt x="87450" y="1555261"/>
                  </a:lnTo>
                  <a:lnTo>
                    <a:pt x="89016" y="1556651"/>
                  </a:lnTo>
                  <a:lnTo>
                    <a:pt x="90583" y="1556349"/>
                  </a:lnTo>
                  <a:lnTo>
                    <a:pt x="92149" y="1554547"/>
                  </a:lnTo>
                  <a:lnTo>
                    <a:pt x="93716" y="1551332"/>
                  </a:lnTo>
                  <a:lnTo>
                    <a:pt x="95283" y="1548931"/>
                  </a:lnTo>
                  <a:lnTo>
                    <a:pt x="96849" y="1543576"/>
                  </a:lnTo>
                  <a:lnTo>
                    <a:pt x="98416" y="1537127"/>
                  </a:lnTo>
                  <a:lnTo>
                    <a:pt x="99982" y="1530817"/>
                  </a:lnTo>
                  <a:lnTo>
                    <a:pt x="101549" y="1523939"/>
                  </a:lnTo>
                  <a:lnTo>
                    <a:pt x="103115" y="1513674"/>
                  </a:lnTo>
                  <a:lnTo>
                    <a:pt x="104682" y="1499040"/>
                  </a:lnTo>
                  <a:lnTo>
                    <a:pt x="106249" y="1484407"/>
                  </a:lnTo>
                  <a:lnTo>
                    <a:pt x="107815" y="1471635"/>
                  </a:lnTo>
                  <a:lnTo>
                    <a:pt x="109382" y="1459029"/>
                  </a:lnTo>
                  <a:lnTo>
                    <a:pt x="110948" y="1443472"/>
                  </a:lnTo>
                  <a:lnTo>
                    <a:pt x="112515" y="1427275"/>
                  </a:lnTo>
                  <a:lnTo>
                    <a:pt x="114082" y="1411618"/>
                  </a:lnTo>
                  <a:lnTo>
                    <a:pt x="115648" y="1396758"/>
                  </a:lnTo>
                  <a:lnTo>
                    <a:pt x="117215" y="1380225"/>
                  </a:lnTo>
                  <a:lnTo>
                    <a:pt x="118781" y="1360896"/>
                  </a:lnTo>
                  <a:lnTo>
                    <a:pt x="120348" y="1341235"/>
                  </a:lnTo>
                  <a:lnTo>
                    <a:pt x="121915" y="1320911"/>
                  </a:lnTo>
                  <a:lnTo>
                    <a:pt x="123481" y="1301929"/>
                  </a:lnTo>
                  <a:lnTo>
                    <a:pt x="125048" y="1285150"/>
                  </a:lnTo>
                  <a:lnTo>
                    <a:pt x="126614" y="1270688"/>
                  </a:lnTo>
                  <a:lnTo>
                    <a:pt x="128181" y="1259164"/>
                  </a:lnTo>
                  <a:lnTo>
                    <a:pt x="129747" y="1251080"/>
                  </a:lnTo>
                  <a:lnTo>
                    <a:pt x="131314" y="1242997"/>
                  </a:lnTo>
                  <a:lnTo>
                    <a:pt x="132881" y="1236217"/>
                  </a:lnTo>
                  <a:lnTo>
                    <a:pt x="134447" y="1229437"/>
                  </a:lnTo>
                  <a:lnTo>
                    <a:pt x="136014" y="1222161"/>
                  </a:lnTo>
                  <a:lnTo>
                    <a:pt x="137580" y="1215725"/>
                  </a:lnTo>
                  <a:lnTo>
                    <a:pt x="139147" y="1207573"/>
                  </a:lnTo>
                  <a:lnTo>
                    <a:pt x="140714" y="1200376"/>
                  </a:lnTo>
                  <a:lnTo>
                    <a:pt x="142280" y="1196601"/>
                  </a:lnTo>
                  <a:lnTo>
                    <a:pt x="143847" y="1192950"/>
                  </a:lnTo>
                  <a:lnTo>
                    <a:pt x="145413" y="1192351"/>
                  </a:lnTo>
                  <a:lnTo>
                    <a:pt x="146980" y="1192346"/>
                  </a:lnTo>
                  <a:lnTo>
                    <a:pt x="148547" y="1193793"/>
                  </a:lnTo>
                  <a:lnTo>
                    <a:pt x="150113" y="1194943"/>
                  </a:lnTo>
                  <a:lnTo>
                    <a:pt x="151680" y="1194337"/>
                  </a:lnTo>
                  <a:lnTo>
                    <a:pt x="153246" y="1190238"/>
                  </a:lnTo>
                  <a:lnTo>
                    <a:pt x="154813" y="1183278"/>
                  </a:lnTo>
                  <a:lnTo>
                    <a:pt x="156379" y="1176340"/>
                  </a:lnTo>
                  <a:lnTo>
                    <a:pt x="157946" y="1171205"/>
                  </a:lnTo>
                  <a:lnTo>
                    <a:pt x="159513" y="1166068"/>
                  </a:lnTo>
                  <a:lnTo>
                    <a:pt x="161079" y="1160932"/>
                  </a:lnTo>
                  <a:lnTo>
                    <a:pt x="162646" y="1157642"/>
                  </a:lnTo>
                  <a:lnTo>
                    <a:pt x="164212" y="1155256"/>
                  </a:lnTo>
                  <a:lnTo>
                    <a:pt x="165779" y="1153147"/>
                  </a:lnTo>
                  <a:lnTo>
                    <a:pt x="167346" y="1151633"/>
                  </a:lnTo>
                  <a:lnTo>
                    <a:pt x="168912" y="1151096"/>
                  </a:lnTo>
                  <a:lnTo>
                    <a:pt x="170479" y="1151673"/>
                  </a:lnTo>
                  <a:lnTo>
                    <a:pt x="172045" y="1151347"/>
                  </a:lnTo>
                  <a:lnTo>
                    <a:pt x="173612" y="1152434"/>
                  </a:lnTo>
                  <a:lnTo>
                    <a:pt x="175179" y="1152927"/>
                  </a:lnTo>
                  <a:lnTo>
                    <a:pt x="176745" y="1151771"/>
                  </a:lnTo>
                  <a:lnTo>
                    <a:pt x="178312" y="1150573"/>
                  </a:lnTo>
                  <a:lnTo>
                    <a:pt x="179878" y="1150550"/>
                  </a:lnTo>
                  <a:lnTo>
                    <a:pt x="181445" y="1150421"/>
                  </a:lnTo>
                  <a:lnTo>
                    <a:pt x="183011" y="1148621"/>
                  </a:lnTo>
                  <a:lnTo>
                    <a:pt x="184578" y="1147531"/>
                  </a:lnTo>
                  <a:lnTo>
                    <a:pt x="186145" y="1147370"/>
                  </a:lnTo>
                  <a:lnTo>
                    <a:pt x="187711" y="1147847"/>
                  </a:lnTo>
                  <a:lnTo>
                    <a:pt x="189278" y="1148164"/>
                  </a:lnTo>
                  <a:lnTo>
                    <a:pt x="190844" y="1148475"/>
                  </a:lnTo>
                  <a:lnTo>
                    <a:pt x="192411" y="1146098"/>
                  </a:lnTo>
                  <a:lnTo>
                    <a:pt x="193978" y="1138406"/>
                  </a:lnTo>
                  <a:lnTo>
                    <a:pt x="195544" y="1127149"/>
                  </a:lnTo>
                  <a:lnTo>
                    <a:pt x="197111" y="1116344"/>
                  </a:lnTo>
                  <a:lnTo>
                    <a:pt x="198677" y="1108609"/>
                  </a:lnTo>
                  <a:lnTo>
                    <a:pt x="200244" y="1102051"/>
                  </a:lnTo>
                  <a:lnTo>
                    <a:pt x="201811" y="1096447"/>
                  </a:lnTo>
                  <a:lnTo>
                    <a:pt x="203377" y="1090372"/>
                  </a:lnTo>
                  <a:lnTo>
                    <a:pt x="204944" y="1084596"/>
                  </a:lnTo>
                  <a:lnTo>
                    <a:pt x="206510" y="1078256"/>
                  </a:lnTo>
                  <a:lnTo>
                    <a:pt x="208077" y="1070089"/>
                  </a:lnTo>
                  <a:lnTo>
                    <a:pt x="209643" y="1059040"/>
                  </a:lnTo>
                  <a:lnTo>
                    <a:pt x="211210" y="1047029"/>
                  </a:lnTo>
                  <a:lnTo>
                    <a:pt x="212777" y="1032141"/>
                  </a:lnTo>
                  <a:lnTo>
                    <a:pt x="214343" y="1017133"/>
                  </a:lnTo>
                  <a:lnTo>
                    <a:pt x="215910" y="1003268"/>
                  </a:lnTo>
                  <a:lnTo>
                    <a:pt x="217476" y="991254"/>
                  </a:lnTo>
                  <a:lnTo>
                    <a:pt x="219043" y="981093"/>
                  </a:lnTo>
                  <a:lnTo>
                    <a:pt x="220610" y="970540"/>
                  </a:lnTo>
                  <a:lnTo>
                    <a:pt x="222176" y="957303"/>
                  </a:lnTo>
                  <a:lnTo>
                    <a:pt x="223743" y="944119"/>
                  </a:lnTo>
                  <a:lnTo>
                    <a:pt x="225309" y="928549"/>
                  </a:lnTo>
                  <a:lnTo>
                    <a:pt x="226876" y="911565"/>
                  </a:lnTo>
                  <a:lnTo>
                    <a:pt x="228443" y="893104"/>
                  </a:lnTo>
                  <a:lnTo>
                    <a:pt x="230009" y="874727"/>
                  </a:lnTo>
                  <a:lnTo>
                    <a:pt x="231576" y="858169"/>
                  </a:lnTo>
                  <a:lnTo>
                    <a:pt x="233142" y="845080"/>
                  </a:lnTo>
                  <a:lnTo>
                    <a:pt x="234709" y="836530"/>
                  </a:lnTo>
                  <a:lnTo>
                    <a:pt x="236275" y="832204"/>
                  </a:lnTo>
                  <a:lnTo>
                    <a:pt x="237842" y="825739"/>
                  </a:lnTo>
                  <a:lnTo>
                    <a:pt x="239409" y="817373"/>
                  </a:lnTo>
                  <a:lnTo>
                    <a:pt x="240975" y="802075"/>
                  </a:lnTo>
                  <a:lnTo>
                    <a:pt x="242542" y="785061"/>
                  </a:lnTo>
                  <a:lnTo>
                    <a:pt x="244108" y="769004"/>
                  </a:lnTo>
                  <a:lnTo>
                    <a:pt x="245675" y="753101"/>
                  </a:lnTo>
                  <a:lnTo>
                    <a:pt x="247242" y="736038"/>
                  </a:lnTo>
                  <a:lnTo>
                    <a:pt x="248808" y="719869"/>
                  </a:lnTo>
                  <a:lnTo>
                    <a:pt x="250375" y="706795"/>
                  </a:lnTo>
                  <a:lnTo>
                    <a:pt x="251941" y="693400"/>
                  </a:lnTo>
                  <a:lnTo>
                    <a:pt x="253508" y="681272"/>
                  </a:lnTo>
                  <a:lnTo>
                    <a:pt x="255075" y="666531"/>
                  </a:lnTo>
                  <a:lnTo>
                    <a:pt x="256641" y="654767"/>
                  </a:lnTo>
                  <a:lnTo>
                    <a:pt x="258208" y="642887"/>
                  </a:lnTo>
                  <a:lnTo>
                    <a:pt x="259774" y="628313"/>
                  </a:lnTo>
                  <a:lnTo>
                    <a:pt x="261341" y="616471"/>
                  </a:lnTo>
                  <a:lnTo>
                    <a:pt x="262907" y="610955"/>
                  </a:lnTo>
                  <a:lnTo>
                    <a:pt x="264474" y="610193"/>
                  </a:lnTo>
                  <a:lnTo>
                    <a:pt x="266041" y="608415"/>
                  </a:lnTo>
                  <a:lnTo>
                    <a:pt x="267607" y="603335"/>
                  </a:lnTo>
                  <a:lnTo>
                    <a:pt x="269174" y="598548"/>
                  </a:lnTo>
                  <a:lnTo>
                    <a:pt x="270740" y="593037"/>
                  </a:lnTo>
                  <a:lnTo>
                    <a:pt x="272307" y="589862"/>
                  </a:lnTo>
                  <a:lnTo>
                    <a:pt x="273874" y="590792"/>
                  </a:lnTo>
                  <a:lnTo>
                    <a:pt x="275440" y="593901"/>
                  </a:lnTo>
                  <a:lnTo>
                    <a:pt x="277007" y="597310"/>
                  </a:lnTo>
                  <a:lnTo>
                    <a:pt x="278573" y="599940"/>
                  </a:lnTo>
                  <a:lnTo>
                    <a:pt x="280140" y="600820"/>
                  </a:lnTo>
                  <a:lnTo>
                    <a:pt x="281707" y="600347"/>
                  </a:lnTo>
                  <a:lnTo>
                    <a:pt x="283273" y="601414"/>
                  </a:lnTo>
                  <a:lnTo>
                    <a:pt x="284840" y="601974"/>
                  </a:lnTo>
                  <a:lnTo>
                    <a:pt x="286406" y="601361"/>
                  </a:lnTo>
                  <a:lnTo>
                    <a:pt x="287973" y="601254"/>
                  </a:lnTo>
                  <a:lnTo>
                    <a:pt x="289539" y="602673"/>
                  </a:lnTo>
                  <a:lnTo>
                    <a:pt x="291106" y="605749"/>
                  </a:lnTo>
                  <a:lnTo>
                    <a:pt x="292673" y="610779"/>
                  </a:lnTo>
                  <a:lnTo>
                    <a:pt x="294239" y="615511"/>
                  </a:lnTo>
                  <a:lnTo>
                    <a:pt x="295806" y="619950"/>
                  </a:lnTo>
                  <a:lnTo>
                    <a:pt x="297372" y="620578"/>
                  </a:lnTo>
                  <a:lnTo>
                    <a:pt x="298939" y="620623"/>
                  </a:lnTo>
                  <a:lnTo>
                    <a:pt x="300506" y="621028"/>
                  </a:lnTo>
                  <a:lnTo>
                    <a:pt x="302072" y="621224"/>
                  </a:lnTo>
                  <a:lnTo>
                    <a:pt x="303639" y="621771"/>
                  </a:lnTo>
                  <a:lnTo>
                    <a:pt x="305205" y="622605"/>
                  </a:lnTo>
                  <a:lnTo>
                    <a:pt x="306772" y="623027"/>
                  </a:lnTo>
                  <a:lnTo>
                    <a:pt x="308339" y="622017"/>
                  </a:lnTo>
                  <a:lnTo>
                    <a:pt x="309905" y="619725"/>
                  </a:lnTo>
                  <a:lnTo>
                    <a:pt x="311472" y="614367"/>
                  </a:lnTo>
                  <a:lnTo>
                    <a:pt x="313038" y="605081"/>
                  </a:lnTo>
                  <a:lnTo>
                    <a:pt x="314605" y="593231"/>
                  </a:lnTo>
                  <a:lnTo>
                    <a:pt x="316171" y="577986"/>
                  </a:lnTo>
                  <a:lnTo>
                    <a:pt x="317738" y="564629"/>
                  </a:lnTo>
                  <a:lnTo>
                    <a:pt x="319305" y="553390"/>
                  </a:lnTo>
                  <a:lnTo>
                    <a:pt x="320871" y="549925"/>
                  </a:lnTo>
                  <a:lnTo>
                    <a:pt x="322438" y="547063"/>
                  </a:lnTo>
                  <a:lnTo>
                    <a:pt x="324004" y="543660"/>
                  </a:lnTo>
                  <a:lnTo>
                    <a:pt x="325571" y="540554"/>
                  </a:lnTo>
                  <a:lnTo>
                    <a:pt x="327138" y="538155"/>
                  </a:lnTo>
                  <a:lnTo>
                    <a:pt x="328704" y="532993"/>
                  </a:lnTo>
                  <a:lnTo>
                    <a:pt x="330271" y="523921"/>
                  </a:lnTo>
                  <a:lnTo>
                    <a:pt x="331837" y="515967"/>
                  </a:lnTo>
                  <a:lnTo>
                    <a:pt x="333404" y="503945"/>
                  </a:lnTo>
                  <a:lnTo>
                    <a:pt x="334971" y="495660"/>
                  </a:lnTo>
                  <a:lnTo>
                    <a:pt x="336537" y="484962"/>
                  </a:lnTo>
                  <a:lnTo>
                    <a:pt x="338104" y="477102"/>
                  </a:lnTo>
                  <a:lnTo>
                    <a:pt x="339670" y="473164"/>
                  </a:lnTo>
                  <a:lnTo>
                    <a:pt x="341237" y="465567"/>
                  </a:lnTo>
                  <a:lnTo>
                    <a:pt x="342803" y="457008"/>
                  </a:lnTo>
                  <a:lnTo>
                    <a:pt x="344370" y="445413"/>
                  </a:lnTo>
                  <a:lnTo>
                    <a:pt x="345937" y="433350"/>
                  </a:lnTo>
                  <a:lnTo>
                    <a:pt x="347503" y="423166"/>
                  </a:lnTo>
                  <a:lnTo>
                    <a:pt x="349070" y="411515"/>
                  </a:lnTo>
                  <a:lnTo>
                    <a:pt x="350636" y="402765"/>
                  </a:lnTo>
                  <a:lnTo>
                    <a:pt x="352203" y="392948"/>
                  </a:lnTo>
                  <a:lnTo>
                    <a:pt x="353770" y="383323"/>
                  </a:lnTo>
                  <a:lnTo>
                    <a:pt x="355336" y="376235"/>
                  </a:lnTo>
                  <a:lnTo>
                    <a:pt x="356903" y="368570"/>
                  </a:lnTo>
                  <a:lnTo>
                    <a:pt x="358469" y="361027"/>
                  </a:lnTo>
                  <a:lnTo>
                    <a:pt x="360036" y="353384"/>
                  </a:lnTo>
                  <a:lnTo>
                    <a:pt x="361603" y="345265"/>
                  </a:lnTo>
                  <a:lnTo>
                    <a:pt x="363169" y="336365"/>
                  </a:lnTo>
                  <a:lnTo>
                    <a:pt x="364736" y="327866"/>
                  </a:lnTo>
                  <a:lnTo>
                    <a:pt x="366302" y="319074"/>
                  </a:lnTo>
                  <a:lnTo>
                    <a:pt x="367869" y="311771"/>
                  </a:lnTo>
                  <a:lnTo>
                    <a:pt x="369435" y="307340"/>
                  </a:lnTo>
                  <a:lnTo>
                    <a:pt x="371002" y="302224"/>
                  </a:lnTo>
                  <a:lnTo>
                    <a:pt x="372569" y="297706"/>
                  </a:lnTo>
                  <a:lnTo>
                    <a:pt x="374135" y="292496"/>
                  </a:lnTo>
                  <a:lnTo>
                    <a:pt x="375702" y="284760"/>
                  </a:lnTo>
                  <a:lnTo>
                    <a:pt x="377268" y="278137"/>
                  </a:lnTo>
                  <a:lnTo>
                    <a:pt x="378835" y="271895"/>
                  </a:lnTo>
                  <a:lnTo>
                    <a:pt x="380402" y="265288"/>
                  </a:lnTo>
                  <a:lnTo>
                    <a:pt x="381968" y="257276"/>
                  </a:lnTo>
                  <a:lnTo>
                    <a:pt x="383535" y="250336"/>
                  </a:lnTo>
                  <a:lnTo>
                    <a:pt x="385101" y="241839"/>
                  </a:lnTo>
                  <a:lnTo>
                    <a:pt x="386668" y="234267"/>
                  </a:lnTo>
                  <a:lnTo>
                    <a:pt x="388234" y="226430"/>
                  </a:lnTo>
                  <a:lnTo>
                    <a:pt x="389801" y="219065"/>
                  </a:lnTo>
                  <a:lnTo>
                    <a:pt x="391368" y="210759"/>
                  </a:lnTo>
                  <a:lnTo>
                    <a:pt x="392934" y="202722"/>
                  </a:lnTo>
                  <a:lnTo>
                    <a:pt x="394501" y="192995"/>
                  </a:lnTo>
                  <a:lnTo>
                    <a:pt x="396067" y="179987"/>
                  </a:lnTo>
                  <a:lnTo>
                    <a:pt x="397634" y="165507"/>
                  </a:lnTo>
                  <a:lnTo>
                    <a:pt x="399201" y="152398"/>
                  </a:lnTo>
                  <a:lnTo>
                    <a:pt x="400767" y="137841"/>
                  </a:lnTo>
                  <a:lnTo>
                    <a:pt x="402334" y="122711"/>
                  </a:lnTo>
                  <a:lnTo>
                    <a:pt x="403900" y="106645"/>
                  </a:lnTo>
                  <a:lnTo>
                    <a:pt x="405467" y="92602"/>
                  </a:lnTo>
                  <a:lnTo>
                    <a:pt x="407034" y="78790"/>
                  </a:lnTo>
                  <a:lnTo>
                    <a:pt x="408600" y="65803"/>
                  </a:lnTo>
                  <a:lnTo>
                    <a:pt x="410167" y="52954"/>
                  </a:lnTo>
                  <a:lnTo>
                    <a:pt x="411733" y="39772"/>
                  </a:lnTo>
                  <a:lnTo>
                    <a:pt x="413300" y="30709"/>
                  </a:lnTo>
                  <a:lnTo>
                    <a:pt x="414866" y="21311"/>
                  </a:lnTo>
                  <a:lnTo>
                    <a:pt x="416433" y="13975"/>
                  </a:lnTo>
                  <a:lnTo>
                    <a:pt x="418000" y="6456"/>
                  </a:lnTo>
                  <a:lnTo>
                    <a:pt x="419566" y="1341"/>
                  </a:lnTo>
                  <a:lnTo>
                    <a:pt x="421133" y="659"/>
                  </a:lnTo>
                  <a:lnTo>
                    <a:pt x="422699" y="0"/>
                  </a:lnTo>
                  <a:lnTo>
                    <a:pt x="424266" y="860"/>
                  </a:lnTo>
                  <a:lnTo>
                    <a:pt x="425833" y="3400"/>
                  </a:lnTo>
                  <a:lnTo>
                    <a:pt x="427399" y="6243"/>
                  </a:lnTo>
                  <a:lnTo>
                    <a:pt x="428966" y="9640"/>
                  </a:lnTo>
                  <a:lnTo>
                    <a:pt x="430532" y="10804"/>
                  </a:lnTo>
                  <a:lnTo>
                    <a:pt x="432099" y="16856"/>
                  </a:lnTo>
                  <a:lnTo>
                    <a:pt x="433666" y="25674"/>
                  </a:lnTo>
                  <a:lnTo>
                    <a:pt x="435232" y="36358"/>
                  </a:lnTo>
                  <a:lnTo>
                    <a:pt x="436799" y="47663"/>
                  </a:lnTo>
                  <a:lnTo>
                    <a:pt x="438365" y="61459"/>
                  </a:lnTo>
                  <a:lnTo>
                    <a:pt x="439932" y="75844"/>
                  </a:lnTo>
                  <a:lnTo>
                    <a:pt x="441498" y="92770"/>
                  </a:lnTo>
                  <a:lnTo>
                    <a:pt x="443065" y="109481"/>
                  </a:lnTo>
                  <a:lnTo>
                    <a:pt x="444632" y="124376"/>
                  </a:lnTo>
                  <a:lnTo>
                    <a:pt x="446198" y="140251"/>
                  </a:lnTo>
                  <a:lnTo>
                    <a:pt x="447765" y="155579"/>
                  </a:lnTo>
                  <a:lnTo>
                    <a:pt x="449331" y="169016"/>
                  </a:lnTo>
                  <a:lnTo>
                    <a:pt x="450898" y="183569"/>
                  </a:lnTo>
                  <a:lnTo>
                    <a:pt x="452465" y="196570"/>
                  </a:lnTo>
                  <a:lnTo>
                    <a:pt x="454031" y="208854"/>
                  </a:lnTo>
                  <a:lnTo>
                    <a:pt x="455598" y="223310"/>
                  </a:lnTo>
                  <a:lnTo>
                    <a:pt x="457164" y="237774"/>
                  </a:lnTo>
                  <a:lnTo>
                    <a:pt x="458731" y="252263"/>
                  </a:lnTo>
                  <a:lnTo>
                    <a:pt x="460298" y="266878"/>
                  </a:lnTo>
                  <a:lnTo>
                    <a:pt x="461864" y="283313"/>
                  </a:lnTo>
                  <a:lnTo>
                    <a:pt x="463431" y="299353"/>
                  </a:lnTo>
                  <a:lnTo>
                    <a:pt x="464997" y="314046"/>
                  </a:lnTo>
                  <a:lnTo>
                    <a:pt x="466564" y="326210"/>
                  </a:lnTo>
                  <a:lnTo>
                    <a:pt x="468130" y="340240"/>
                  </a:lnTo>
                  <a:lnTo>
                    <a:pt x="469697" y="354826"/>
                  </a:lnTo>
                  <a:lnTo>
                    <a:pt x="471264" y="369291"/>
                  </a:lnTo>
                  <a:lnTo>
                    <a:pt x="472830" y="383374"/>
                  </a:lnTo>
                  <a:lnTo>
                    <a:pt x="474397" y="398775"/>
                  </a:lnTo>
                  <a:lnTo>
                    <a:pt x="475963" y="419791"/>
                  </a:lnTo>
                  <a:lnTo>
                    <a:pt x="477530" y="442775"/>
                  </a:lnTo>
                  <a:lnTo>
                    <a:pt x="479097" y="463096"/>
                  </a:lnTo>
                  <a:lnTo>
                    <a:pt x="480663" y="482633"/>
                  </a:lnTo>
                  <a:lnTo>
                    <a:pt x="482230" y="498768"/>
                  </a:lnTo>
                  <a:lnTo>
                    <a:pt x="483796" y="514015"/>
                  </a:lnTo>
                  <a:lnTo>
                    <a:pt x="485363" y="527223"/>
                  </a:lnTo>
                  <a:lnTo>
                    <a:pt x="486930" y="538761"/>
                  </a:lnTo>
                  <a:lnTo>
                    <a:pt x="488496" y="552855"/>
                  </a:lnTo>
                  <a:lnTo>
                    <a:pt x="490063" y="566607"/>
                  </a:lnTo>
                  <a:lnTo>
                    <a:pt x="491629" y="579736"/>
                  </a:lnTo>
                  <a:lnTo>
                    <a:pt x="493196" y="590507"/>
                  </a:lnTo>
                  <a:lnTo>
                    <a:pt x="494762" y="600808"/>
                  </a:lnTo>
                  <a:lnTo>
                    <a:pt x="496329" y="609645"/>
                  </a:lnTo>
                  <a:lnTo>
                    <a:pt x="497896" y="616723"/>
                  </a:lnTo>
                  <a:lnTo>
                    <a:pt x="499462" y="618255"/>
                  </a:lnTo>
                  <a:lnTo>
                    <a:pt x="501029" y="616594"/>
                  </a:lnTo>
                  <a:lnTo>
                    <a:pt x="502595" y="611896"/>
                  </a:lnTo>
                  <a:lnTo>
                    <a:pt x="504162" y="605800"/>
                  </a:lnTo>
                  <a:lnTo>
                    <a:pt x="505729" y="599886"/>
                  </a:lnTo>
                  <a:lnTo>
                    <a:pt x="507295" y="595643"/>
                  </a:lnTo>
                  <a:lnTo>
                    <a:pt x="508862" y="592256"/>
                  </a:lnTo>
                  <a:lnTo>
                    <a:pt x="510428" y="591076"/>
                  </a:lnTo>
                  <a:lnTo>
                    <a:pt x="511995" y="586703"/>
                  </a:lnTo>
                  <a:lnTo>
                    <a:pt x="513562" y="583520"/>
                  </a:lnTo>
                  <a:lnTo>
                    <a:pt x="515128" y="577679"/>
                  </a:lnTo>
                  <a:lnTo>
                    <a:pt x="516695" y="573824"/>
                  </a:lnTo>
                  <a:lnTo>
                    <a:pt x="518261" y="568406"/>
                  </a:lnTo>
                  <a:lnTo>
                    <a:pt x="519828" y="563371"/>
                  </a:lnTo>
                  <a:lnTo>
                    <a:pt x="521394" y="556877"/>
                  </a:lnTo>
                  <a:lnTo>
                    <a:pt x="522961" y="554636"/>
                  </a:lnTo>
                  <a:lnTo>
                    <a:pt x="524528" y="556928"/>
                  </a:lnTo>
                  <a:lnTo>
                    <a:pt x="526094" y="566398"/>
                  </a:lnTo>
                  <a:lnTo>
                    <a:pt x="527661" y="577706"/>
                  </a:lnTo>
                  <a:lnTo>
                    <a:pt x="529227" y="588941"/>
                  </a:lnTo>
                  <a:lnTo>
                    <a:pt x="530794" y="598585"/>
                  </a:lnTo>
                  <a:lnTo>
                    <a:pt x="532361" y="609268"/>
                  </a:lnTo>
                  <a:lnTo>
                    <a:pt x="533927" y="623024"/>
                  </a:lnTo>
                  <a:lnTo>
                    <a:pt x="535494" y="636185"/>
                  </a:lnTo>
                  <a:lnTo>
                    <a:pt x="537060" y="649939"/>
                  </a:lnTo>
                  <a:lnTo>
                    <a:pt x="538627" y="663734"/>
                  </a:lnTo>
                  <a:lnTo>
                    <a:pt x="540194" y="676376"/>
                  </a:lnTo>
                  <a:lnTo>
                    <a:pt x="541760" y="687909"/>
                  </a:lnTo>
                  <a:lnTo>
                    <a:pt x="543327" y="699198"/>
                  </a:lnTo>
                  <a:lnTo>
                    <a:pt x="544893" y="715052"/>
                  </a:lnTo>
                  <a:lnTo>
                    <a:pt x="546460" y="732854"/>
                  </a:lnTo>
                  <a:lnTo>
                    <a:pt x="548026" y="749359"/>
                  </a:lnTo>
                  <a:lnTo>
                    <a:pt x="549593" y="764678"/>
                  </a:lnTo>
                  <a:lnTo>
                    <a:pt x="551160" y="781532"/>
                  </a:lnTo>
                  <a:lnTo>
                    <a:pt x="552726" y="799236"/>
                  </a:lnTo>
                  <a:lnTo>
                    <a:pt x="554293" y="815260"/>
                  </a:lnTo>
                  <a:lnTo>
                    <a:pt x="555859" y="826547"/>
                  </a:lnTo>
                  <a:lnTo>
                    <a:pt x="557426" y="836779"/>
                  </a:lnTo>
                  <a:lnTo>
                    <a:pt x="558993" y="848896"/>
                  </a:lnTo>
                  <a:lnTo>
                    <a:pt x="560559" y="860232"/>
                  </a:lnTo>
                  <a:lnTo>
                    <a:pt x="562126" y="874807"/>
                  </a:lnTo>
                  <a:lnTo>
                    <a:pt x="563692" y="891736"/>
                  </a:lnTo>
                  <a:lnTo>
                    <a:pt x="565259" y="909914"/>
                  </a:lnTo>
                  <a:lnTo>
                    <a:pt x="566826" y="929470"/>
                  </a:lnTo>
                  <a:lnTo>
                    <a:pt x="568392" y="945954"/>
                  </a:lnTo>
                  <a:lnTo>
                    <a:pt x="569959" y="957951"/>
                  </a:lnTo>
                  <a:lnTo>
                    <a:pt x="571525" y="969022"/>
                  </a:lnTo>
                  <a:lnTo>
                    <a:pt x="573092" y="981131"/>
                  </a:lnTo>
                  <a:lnTo>
                    <a:pt x="574658" y="992779"/>
                  </a:lnTo>
                  <a:lnTo>
                    <a:pt x="576225" y="1005320"/>
                  </a:lnTo>
                  <a:lnTo>
                    <a:pt x="577792" y="1020230"/>
                  </a:lnTo>
                  <a:lnTo>
                    <a:pt x="579358" y="1037819"/>
                  </a:lnTo>
                  <a:lnTo>
                    <a:pt x="580925" y="1054423"/>
                  </a:lnTo>
                  <a:lnTo>
                    <a:pt x="582491" y="1071088"/>
                  </a:lnTo>
                  <a:lnTo>
                    <a:pt x="584058" y="1088599"/>
                  </a:lnTo>
                  <a:lnTo>
                    <a:pt x="585625" y="1104806"/>
                  </a:lnTo>
                  <a:lnTo>
                    <a:pt x="587191" y="1119204"/>
                  </a:lnTo>
                  <a:lnTo>
                    <a:pt x="588758" y="1132768"/>
                  </a:lnTo>
                  <a:lnTo>
                    <a:pt x="590324" y="1144963"/>
                  </a:lnTo>
                  <a:lnTo>
                    <a:pt x="591891" y="1158494"/>
                  </a:lnTo>
                  <a:lnTo>
                    <a:pt x="593458" y="1175422"/>
                  </a:lnTo>
                  <a:lnTo>
                    <a:pt x="595024" y="1192841"/>
                  </a:lnTo>
                  <a:lnTo>
                    <a:pt x="596591" y="1208855"/>
                  </a:lnTo>
                  <a:lnTo>
                    <a:pt x="598157" y="1223858"/>
                  </a:lnTo>
                  <a:lnTo>
                    <a:pt x="599724" y="1238249"/>
                  </a:lnTo>
                  <a:lnTo>
                    <a:pt x="601290" y="1251846"/>
                  </a:lnTo>
                  <a:lnTo>
                    <a:pt x="602857" y="1260609"/>
                  </a:lnTo>
                  <a:lnTo>
                    <a:pt x="604424" y="1267632"/>
                  </a:lnTo>
                  <a:lnTo>
                    <a:pt x="605990" y="1269793"/>
                  </a:lnTo>
                  <a:lnTo>
                    <a:pt x="607557" y="1270256"/>
                  </a:lnTo>
                  <a:lnTo>
                    <a:pt x="609123" y="1270255"/>
                  </a:lnTo>
                  <a:lnTo>
                    <a:pt x="610690" y="1270719"/>
                  </a:lnTo>
                  <a:lnTo>
                    <a:pt x="612257" y="1270719"/>
                  </a:lnTo>
                  <a:lnTo>
                    <a:pt x="613823" y="1270945"/>
                  </a:lnTo>
                  <a:lnTo>
                    <a:pt x="615390" y="1272071"/>
                  </a:lnTo>
                  <a:lnTo>
                    <a:pt x="616956" y="1270363"/>
                  </a:lnTo>
                  <a:lnTo>
                    <a:pt x="618523" y="1268654"/>
                  </a:lnTo>
                  <a:lnTo>
                    <a:pt x="620090" y="1267110"/>
                  </a:lnTo>
                  <a:lnTo>
                    <a:pt x="621656" y="1266173"/>
                  </a:lnTo>
                  <a:lnTo>
                    <a:pt x="623223" y="1264596"/>
                  </a:lnTo>
                  <a:lnTo>
                    <a:pt x="624789" y="1261258"/>
                  </a:lnTo>
                  <a:lnTo>
                    <a:pt x="626356" y="1259413"/>
                  </a:lnTo>
                  <a:lnTo>
                    <a:pt x="627922" y="1258577"/>
                  </a:lnTo>
                  <a:lnTo>
                    <a:pt x="629489" y="1257490"/>
                  </a:lnTo>
                  <a:lnTo>
                    <a:pt x="631056" y="1255590"/>
                  </a:lnTo>
                  <a:lnTo>
                    <a:pt x="632622" y="1253483"/>
                  </a:lnTo>
                  <a:lnTo>
                    <a:pt x="634189" y="1254314"/>
                  </a:lnTo>
                  <a:lnTo>
                    <a:pt x="635755" y="1257502"/>
                  </a:lnTo>
                  <a:lnTo>
                    <a:pt x="637322" y="1261501"/>
                  </a:lnTo>
                  <a:lnTo>
                    <a:pt x="638889" y="1266031"/>
                  </a:lnTo>
                  <a:lnTo>
                    <a:pt x="640455" y="1274906"/>
                  </a:lnTo>
                  <a:lnTo>
                    <a:pt x="642022" y="1283782"/>
                  </a:lnTo>
                  <a:lnTo>
                    <a:pt x="643588" y="1292081"/>
                  </a:lnTo>
                  <a:lnTo>
                    <a:pt x="645155" y="1299596"/>
                  </a:lnTo>
                  <a:lnTo>
                    <a:pt x="646721" y="1307628"/>
                  </a:lnTo>
                  <a:lnTo>
                    <a:pt x="648288" y="1317009"/>
                  </a:lnTo>
                  <a:lnTo>
                    <a:pt x="649855" y="1332105"/>
                  </a:lnTo>
                  <a:lnTo>
                    <a:pt x="651421" y="1347392"/>
                  </a:lnTo>
                  <a:lnTo>
                    <a:pt x="652988" y="1360890"/>
                  </a:lnTo>
                  <a:lnTo>
                    <a:pt x="654554" y="1375125"/>
                  </a:lnTo>
                  <a:lnTo>
                    <a:pt x="656121" y="1389361"/>
                  </a:lnTo>
                  <a:lnTo>
                    <a:pt x="657688" y="1401704"/>
                  </a:lnTo>
                  <a:lnTo>
                    <a:pt x="659254" y="1413024"/>
                  </a:lnTo>
                  <a:lnTo>
                    <a:pt x="660821" y="1425944"/>
                  </a:lnTo>
                  <a:lnTo>
                    <a:pt x="662387" y="1439210"/>
                  </a:lnTo>
                  <a:lnTo>
                    <a:pt x="663954" y="1448189"/>
                  </a:lnTo>
                  <a:lnTo>
                    <a:pt x="665521" y="1455039"/>
                  </a:lnTo>
                  <a:lnTo>
                    <a:pt x="667087" y="1460539"/>
                  </a:lnTo>
                  <a:lnTo>
                    <a:pt x="668654" y="1466631"/>
                  </a:lnTo>
                  <a:lnTo>
                    <a:pt x="670220" y="1471947"/>
                  </a:lnTo>
                  <a:lnTo>
                    <a:pt x="671787" y="1476305"/>
                  </a:lnTo>
                  <a:lnTo>
                    <a:pt x="673353" y="1473676"/>
                  </a:lnTo>
                  <a:lnTo>
                    <a:pt x="674920" y="1470539"/>
                  </a:lnTo>
                  <a:lnTo>
                    <a:pt x="676487" y="1469309"/>
                  </a:lnTo>
                  <a:lnTo>
                    <a:pt x="678053" y="1468077"/>
                  </a:lnTo>
                  <a:lnTo>
                    <a:pt x="679620" y="1466846"/>
                  </a:lnTo>
                  <a:lnTo>
                    <a:pt x="681186" y="1467005"/>
                  </a:lnTo>
                  <a:lnTo>
                    <a:pt x="682753" y="1468154"/>
                  </a:lnTo>
                  <a:lnTo>
                    <a:pt x="684320" y="1468312"/>
                  </a:lnTo>
                  <a:lnTo>
                    <a:pt x="685886" y="1467459"/>
                  </a:lnTo>
                  <a:lnTo>
                    <a:pt x="687453" y="1469859"/>
                  </a:lnTo>
                  <a:lnTo>
                    <a:pt x="689019" y="1474477"/>
                  </a:lnTo>
                  <a:lnTo>
                    <a:pt x="690586" y="1482281"/>
                  </a:lnTo>
                  <a:lnTo>
                    <a:pt x="692153" y="1490086"/>
                  </a:lnTo>
                  <a:lnTo>
                    <a:pt x="693719" y="1495824"/>
                  </a:lnTo>
                  <a:lnTo>
                    <a:pt x="695286" y="1501257"/>
                  </a:lnTo>
                  <a:lnTo>
                    <a:pt x="696852" y="1508930"/>
                  </a:lnTo>
                  <a:lnTo>
                    <a:pt x="698419" y="1516603"/>
                  </a:lnTo>
                  <a:lnTo>
                    <a:pt x="699985" y="1523927"/>
                  </a:lnTo>
                  <a:lnTo>
                    <a:pt x="701552" y="1531549"/>
                  </a:lnTo>
                  <a:lnTo>
                    <a:pt x="703119" y="1539427"/>
                  </a:lnTo>
                  <a:lnTo>
                    <a:pt x="704685" y="1547048"/>
                  </a:lnTo>
                  <a:lnTo>
                    <a:pt x="706252" y="1552429"/>
                  </a:lnTo>
                  <a:lnTo>
                    <a:pt x="707818" y="1556799"/>
                  </a:lnTo>
                  <a:lnTo>
                    <a:pt x="709385" y="1561423"/>
                  </a:lnTo>
                  <a:lnTo>
                    <a:pt x="710952" y="1566511"/>
                  </a:lnTo>
                  <a:lnTo>
                    <a:pt x="712518" y="1571805"/>
                  </a:lnTo>
                  <a:lnTo>
                    <a:pt x="714085" y="1575629"/>
                  </a:lnTo>
                  <a:lnTo>
                    <a:pt x="715651" y="1577201"/>
                  </a:lnTo>
                  <a:lnTo>
                    <a:pt x="717218" y="1579424"/>
                  </a:lnTo>
                  <a:lnTo>
                    <a:pt x="718785" y="1579655"/>
                  </a:lnTo>
                  <a:lnTo>
                    <a:pt x="720351" y="1577712"/>
                  </a:lnTo>
                  <a:lnTo>
                    <a:pt x="721918" y="1576421"/>
                  </a:lnTo>
                  <a:lnTo>
                    <a:pt x="723484" y="1575130"/>
                  </a:lnTo>
                  <a:lnTo>
                    <a:pt x="725051" y="1571665"/>
                  </a:lnTo>
                  <a:lnTo>
                    <a:pt x="726617" y="1568076"/>
                  </a:lnTo>
                  <a:lnTo>
                    <a:pt x="728184" y="1560385"/>
                  </a:lnTo>
                  <a:lnTo>
                    <a:pt x="729751" y="1549074"/>
                  </a:lnTo>
                  <a:lnTo>
                    <a:pt x="731317" y="1536964"/>
                  </a:lnTo>
                  <a:lnTo>
                    <a:pt x="732884" y="1527240"/>
                  </a:lnTo>
                  <a:lnTo>
                    <a:pt x="734450" y="1516920"/>
                  </a:lnTo>
                  <a:lnTo>
                    <a:pt x="736017" y="1506601"/>
                  </a:lnTo>
                  <a:lnTo>
                    <a:pt x="737584" y="1496906"/>
                  </a:lnTo>
                  <a:lnTo>
                    <a:pt x="739150" y="1486198"/>
                  </a:lnTo>
                  <a:lnTo>
                    <a:pt x="740717" y="1475705"/>
                  </a:lnTo>
                  <a:lnTo>
                    <a:pt x="742283" y="1466308"/>
                  </a:lnTo>
                  <a:lnTo>
                    <a:pt x="743850" y="1460073"/>
                  </a:lnTo>
                  <a:lnTo>
                    <a:pt x="745417" y="1455966"/>
                  </a:lnTo>
                  <a:lnTo>
                    <a:pt x="746983" y="1452099"/>
                  </a:lnTo>
                  <a:lnTo>
                    <a:pt x="748550" y="1448860"/>
                  </a:lnTo>
                  <a:lnTo>
                    <a:pt x="750116" y="1446351"/>
                  </a:lnTo>
                  <a:lnTo>
                    <a:pt x="751683" y="1446569"/>
                  </a:lnTo>
                  <a:lnTo>
                    <a:pt x="753249" y="1450409"/>
                  </a:lnTo>
                  <a:lnTo>
                    <a:pt x="754816" y="1455264"/>
                  </a:lnTo>
                  <a:lnTo>
                    <a:pt x="756383" y="1460281"/>
                  </a:lnTo>
                  <a:lnTo>
                    <a:pt x="757949" y="1465117"/>
                  </a:lnTo>
                  <a:lnTo>
                    <a:pt x="759516" y="1470198"/>
                  </a:lnTo>
                  <a:lnTo>
                    <a:pt x="761082" y="1474030"/>
                  </a:lnTo>
                  <a:lnTo>
                    <a:pt x="762649" y="1478168"/>
                  </a:lnTo>
                  <a:lnTo>
                    <a:pt x="764216" y="1482512"/>
                  </a:lnTo>
                  <a:lnTo>
                    <a:pt x="765782" y="1486933"/>
                  </a:lnTo>
                  <a:lnTo>
                    <a:pt x="767349" y="1486350"/>
                  </a:lnTo>
                  <a:lnTo>
                    <a:pt x="768915" y="1483549"/>
                  </a:lnTo>
                  <a:lnTo>
                    <a:pt x="770482" y="1479059"/>
                  </a:lnTo>
                  <a:lnTo>
                    <a:pt x="772049" y="1473489"/>
                  </a:lnTo>
                  <a:lnTo>
                    <a:pt x="773615" y="1466885"/>
                  </a:lnTo>
                  <a:lnTo>
                    <a:pt x="775182" y="1459507"/>
                  </a:lnTo>
                  <a:lnTo>
                    <a:pt x="776748" y="1452129"/>
                  </a:lnTo>
                  <a:lnTo>
                    <a:pt x="778315" y="1443554"/>
                  </a:lnTo>
                  <a:lnTo>
                    <a:pt x="779881" y="1434589"/>
                  </a:lnTo>
                  <a:lnTo>
                    <a:pt x="781448" y="1426694"/>
                  </a:lnTo>
                  <a:lnTo>
                    <a:pt x="783015" y="1417646"/>
                  </a:lnTo>
                  <a:lnTo>
                    <a:pt x="784581" y="1408875"/>
                  </a:lnTo>
                  <a:lnTo>
                    <a:pt x="786148" y="1403339"/>
                  </a:lnTo>
                  <a:lnTo>
                    <a:pt x="787714" y="1397930"/>
                  </a:lnTo>
                  <a:lnTo>
                    <a:pt x="789281" y="1391963"/>
                  </a:lnTo>
                  <a:lnTo>
                    <a:pt x="790848" y="1387965"/>
                  </a:lnTo>
                  <a:lnTo>
                    <a:pt x="792414" y="1383227"/>
                  </a:lnTo>
                  <a:lnTo>
                    <a:pt x="793981" y="1379962"/>
                  </a:lnTo>
                  <a:lnTo>
                    <a:pt x="795547" y="1380565"/>
                  </a:lnTo>
                  <a:lnTo>
                    <a:pt x="797114" y="1383203"/>
                  </a:lnTo>
                  <a:lnTo>
                    <a:pt x="798681" y="1384776"/>
                  </a:lnTo>
                  <a:lnTo>
                    <a:pt x="800247" y="1386598"/>
                  </a:lnTo>
                  <a:lnTo>
                    <a:pt x="801814" y="1387770"/>
                  </a:lnTo>
                  <a:lnTo>
                    <a:pt x="803380" y="1388364"/>
                  </a:lnTo>
                  <a:lnTo>
                    <a:pt x="804947" y="1391708"/>
                  </a:lnTo>
                  <a:lnTo>
                    <a:pt x="806513" y="1392446"/>
                  </a:lnTo>
                  <a:lnTo>
                    <a:pt x="808080" y="1393407"/>
                  </a:lnTo>
                  <a:lnTo>
                    <a:pt x="809647" y="1398017"/>
                  </a:lnTo>
                  <a:lnTo>
                    <a:pt x="811213" y="1405511"/>
                  </a:lnTo>
                  <a:lnTo>
                    <a:pt x="812780" y="1411191"/>
                  </a:lnTo>
                  <a:lnTo>
                    <a:pt x="814346" y="1416513"/>
                  </a:lnTo>
                  <a:lnTo>
                    <a:pt x="815913" y="1420164"/>
                  </a:lnTo>
                  <a:lnTo>
                    <a:pt x="817480" y="1421578"/>
                  </a:lnTo>
                  <a:lnTo>
                    <a:pt x="819046" y="1424263"/>
                  </a:lnTo>
                  <a:lnTo>
                    <a:pt x="820613" y="1426475"/>
                  </a:lnTo>
                  <a:lnTo>
                    <a:pt x="822179" y="1430171"/>
                  </a:lnTo>
                  <a:lnTo>
                    <a:pt x="823746" y="1433686"/>
                  </a:lnTo>
                  <a:lnTo>
                    <a:pt x="825313" y="1436917"/>
                  </a:lnTo>
                  <a:lnTo>
                    <a:pt x="826879" y="1439719"/>
                  </a:lnTo>
                  <a:lnTo>
                    <a:pt x="828446" y="1441276"/>
                  </a:lnTo>
                  <a:lnTo>
                    <a:pt x="830012" y="1443404"/>
                  </a:lnTo>
                  <a:lnTo>
                    <a:pt x="831579" y="1445534"/>
                  </a:lnTo>
                  <a:lnTo>
                    <a:pt x="833145" y="1444620"/>
                  </a:lnTo>
                  <a:lnTo>
                    <a:pt x="834712" y="1439497"/>
                  </a:lnTo>
                  <a:lnTo>
                    <a:pt x="836279" y="1433476"/>
                  </a:lnTo>
                  <a:lnTo>
                    <a:pt x="837845" y="1426521"/>
                  </a:lnTo>
                  <a:lnTo>
                    <a:pt x="839412" y="1420845"/>
                  </a:lnTo>
                  <a:lnTo>
                    <a:pt x="840978" y="1418678"/>
                  </a:lnTo>
                  <a:lnTo>
                    <a:pt x="842545" y="1416205"/>
                  </a:lnTo>
                  <a:lnTo>
                    <a:pt x="844112" y="1414263"/>
                  </a:lnTo>
                  <a:lnTo>
                    <a:pt x="845678" y="1410712"/>
                  </a:lnTo>
                  <a:lnTo>
                    <a:pt x="847245" y="1409582"/>
                  </a:lnTo>
                  <a:lnTo>
                    <a:pt x="848811" y="1408836"/>
                  </a:lnTo>
                  <a:lnTo>
                    <a:pt x="850378" y="1408893"/>
                  </a:lnTo>
                  <a:lnTo>
                    <a:pt x="851945" y="1410031"/>
                  </a:lnTo>
                  <a:lnTo>
                    <a:pt x="853511" y="1412797"/>
                  </a:lnTo>
                  <a:lnTo>
                    <a:pt x="855078" y="1415525"/>
                  </a:lnTo>
                  <a:lnTo>
                    <a:pt x="856644" y="1418977"/>
                  </a:lnTo>
                  <a:lnTo>
                    <a:pt x="858211" y="1425948"/>
                  </a:lnTo>
                  <a:lnTo>
                    <a:pt x="859777" y="1433957"/>
                  </a:lnTo>
                  <a:lnTo>
                    <a:pt x="861344" y="1444112"/>
                  </a:lnTo>
                  <a:lnTo>
                    <a:pt x="862911" y="1456532"/>
                  </a:lnTo>
                  <a:lnTo>
                    <a:pt x="864477" y="1467863"/>
                  </a:lnTo>
                  <a:lnTo>
                    <a:pt x="866044" y="1476422"/>
                  </a:lnTo>
                  <a:lnTo>
                    <a:pt x="867610" y="1484855"/>
                  </a:lnTo>
                  <a:lnTo>
                    <a:pt x="869177" y="1493107"/>
                  </a:lnTo>
                  <a:lnTo>
                    <a:pt x="870744" y="1497974"/>
                  </a:lnTo>
                  <a:lnTo>
                    <a:pt x="872310" y="1499958"/>
                  </a:lnTo>
                  <a:lnTo>
                    <a:pt x="873877" y="1499958"/>
                  </a:lnTo>
                  <a:lnTo>
                    <a:pt x="875443" y="1496618"/>
                  </a:lnTo>
                  <a:lnTo>
                    <a:pt x="877010" y="1487597"/>
                  </a:lnTo>
                  <a:lnTo>
                    <a:pt x="878577" y="1480451"/>
                  </a:lnTo>
                  <a:lnTo>
                    <a:pt x="880143" y="1470459"/>
                  </a:lnTo>
                  <a:lnTo>
                    <a:pt x="881710" y="1458169"/>
                  </a:lnTo>
                  <a:lnTo>
                    <a:pt x="883276" y="1446456"/>
                  </a:lnTo>
                  <a:lnTo>
                    <a:pt x="884843" y="1434167"/>
                  </a:lnTo>
                  <a:lnTo>
                    <a:pt x="886409" y="1425346"/>
                  </a:lnTo>
                  <a:lnTo>
                    <a:pt x="887976" y="1420041"/>
                  </a:lnTo>
                  <a:lnTo>
                    <a:pt x="889543" y="1412369"/>
                  </a:lnTo>
                  <a:lnTo>
                    <a:pt x="891109" y="1404698"/>
                  </a:lnTo>
                  <a:lnTo>
                    <a:pt x="892676" y="1398084"/>
                  </a:lnTo>
                  <a:lnTo>
                    <a:pt x="894242" y="1389684"/>
                  </a:lnTo>
                  <a:lnTo>
                    <a:pt x="895809" y="1384513"/>
                  </a:lnTo>
                  <a:lnTo>
                    <a:pt x="897376" y="1382040"/>
                  </a:lnTo>
                  <a:lnTo>
                    <a:pt x="898942" y="1380481"/>
                  </a:lnTo>
                  <a:lnTo>
                    <a:pt x="900509" y="1381651"/>
                  </a:lnTo>
                  <a:lnTo>
                    <a:pt x="902075" y="1380015"/>
                  </a:lnTo>
                  <a:lnTo>
                    <a:pt x="903642" y="1380515"/>
                  </a:lnTo>
                  <a:lnTo>
                    <a:pt x="905209" y="1383256"/>
                  </a:lnTo>
                  <a:lnTo>
                    <a:pt x="906775" y="1384571"/>
                  </a:lnTo>
                  <a:lnTo>
                    <a:pt x="908342" y="1384527"/>
                  </a:lnTo>
                  <a:lnTo>
                    <a:pt x="909908" y="1381417"/>
                  </a:lnTo>
                  <a:lnTo>
                    <a:pt x="911475" y="1374570"/>
                  </a:lnTo>
                  <a:lnTo>
                    <a:pt x="913041" y="1368952"/>
                  </a:lnTo>
                  <a:lnTo>
                    <a:pt x="914608" y="1364830"/>
                  </a:lnTo>
                  <a:lnTo>
                    <a:pt x="916175" y="1359690"/>
                  </a:lnTo>
                  <a:lnTo>
                    <a:pt x="917741" y="1357994"/>
                  </a:lnTo>
                  <a:lnTo>
                    <a:pt x="919308" y="1354772"/>
                  </a:lnTo>
                  <a:lnTo>
                    <a:pt x="920874" y="1347938"/>
                  </a:lnTo>
                  <a:lnTo>
                    <a:pt x="922441" y="1341104"/>
                  </a:lnTo>
                  <a:lnTo>
                    <a:pt x="924008" y="1333708"/>
                  </a:lnTo>
                  <a:lnTo>
                    <a:pt x="925574" y="1328577"/>
                  </a:lnTo>
                  <a:lnTo>
                    <a:pt x="927141" y="1320281"/>
                  </a:lnTo>
                  <a:lnTo>
                    <a:pt x="928707" y="1312394"/>
                  </a:lnTo>
                  <a:lnTo>
                    <a:pt x="930274" y="1304519"/>
                  </a:lnTo>
                  <a:lnTo>
                    <a:pt x="931840" y="1298280"/>
                  </a:lnTo>
                  <a:lnTo>
                    <a:pt x="933407" y="1295617"/>
                  </a:lnTo>
                  <a:lnTo>
                    <a:pt x="934974" y="1294303"/>
                  </a:lnTo>
                  <a:lnTo>
                    <a:pt x="936540" y="1293584"/>
                  </a:lnTo>
                  <a:lnTo>
                    <a:pt x="938107" y="1292269"/>
                  </a:lnTo>
                  <a:lnTo>
                    <a:pt x="939673" y="1290359"/>
                  </a:lnTo>
                  <a:lnTo>
                    <a:pt x="941240" y="1285236"/>
                  </a:lnTo>
                  <a:lnTo>
                    <a:pt x="942807" y="1279000"/>
                  </a:lnTo>
                  <a:lnTo>
                    <a:pt x="944373" y="1273576"/>
                  </a:lnTo>
                  <a:lnTo>
                    <a:pt x="945940" y="1268152"/>
                  </a:lnTo>
                  <a:lnTo>
                    <a:pt x="947506" y="1262077"/>
                  </a:lnTo>
                  <a:lnTo>
                    <a:pt x="949073" y="1256740"/>
                  </a:lnTo>
                  <a:lnTo>
                    <a:pt x="950640" y="1256333"/>
                  </a:lnTo>
                  <a:lnTo>
                    <a:pt x="952206" y="1258320"/>
                  </a:lnTo>
                  <a:lnTo>
                    <a:pt x="953773" y="1262594"/>
                  </a:lnTo>
                  <a:lnTo>
                    <a:pt x="955339" y="1268847"/>
                  </a:lnTo>
                  <a:lnTo>
                    <a:pt x="956906" y="1278095"/>
                  </a:lnTo>
                  <a:lnTo>
                    <a:pt x="958472" y="1287182"/>
                  </a:lnTo>
                  <a:lnTo>
                    <a:pt x="960039" y="1299518"/>
                  </a:lnTo>
                  <a:lnTo>
                    <a:pt x="961606" y="1314150"/>
                  </a:lnTo>
                  <a:lnTo>
                    <a:pt x="963172" y="1328783"/>
                  </a:lnTo>
                  <a:lnTo>
                    <a:pt x="964739" y="1343415"/>
                  </a:lnTo>
                  <a:lnTo>
                    <a:pt x="966305" y="1357904"/>
                  </a:lnTo>
                  <a:lnTo>
                    <a:pt x="967872" y="1373540"/>
                  </a:lnTo>
                  <a:lnTo>
                    <a:pt x="969439" y="1390016"/>
                  </a:lnTo>
                  <a:lnTo>
                    <a:pt x="971005" y="1403654"/>
                  </a:lnTo>
                  <a:lnTo>
                    <a:pt x="972572" y="1416877"/>
                  </a:lnTo>
                  <a:lnTo>
                    <a:pt x="974138" y="1432245"/>
                  </a:lnTo>
                  <a:lnTo>
                    <a:pt x="975705" y="1446055"/>
                  </a:lnTo>
                  <a:lnTo>
                    <a:pt x="977272" y="1459116"/>
                  </a:lnTo>
                  <a:lnTo>
                    <a:pt x="978838" y="1471262"/>
                  </a:lnTo>
                  <a:lnTo>
                    <a:pt x="980405" y="1480518"/>
                  </a:lnTo>
                  <a:lnTo>
                    <a:pt x="981971" y="1488561"/>
                  </a:lnTo>
                  <a:lnTo>
                    <a:pt x="983538" y="1491878"/>
                  </a:lnTo>
                  <a:lnTo>
                    <a:pt x="985104" y="1493235"/>
                  </a:lnTo>
                  <a:lnTo>
                    <a:pt x="986671" y="1497561"/>
                  </a:lnTo>
                  <a:lnTo>
                    <a:pt x="988238" y="1503863"/>
                  </a:lnTo>
                  <a:lnTo>
                    <a:pt x="989804" y="1511335"/>
                  </a:lnTo>
                  <a:lnTo>
                    <a:pt x="991371" y="1519238"/>
                  </a:lnTo>
                  <a:lnTo>
                    <a:pt x="992937" y="1526817"/>
                  </a:lnTo>
                  <a:lnTo>
                    <a:pt x="994504" y="1534598"/>
                  </a:lnTo>
                  <a:lnTo>
                    <a:pt x="996071" y="1541972"/>
                  </a:lnTo>
                  <a:lnTo>
                    <a:pt x="997637" y="1547018"/>
                  </a:lnTo>
                  <a:lnTo>
                    <a:pt x="999204" y="1552658"/>
                  </a:lnTo>
                  <a:lnTo>
                    <a:pt x="1000770" y="1558322"/>
                  </a:lnTo>
                  <a:lnTo>
                    <a:pt x="1002337" y="1563334"/>
                  </a:lnTo>
                  <a:lnTo>
                    <a:pt x="1003904" y="1568296"/>
                  </a:lnTo>
                  <a:lnTo>
                    <a:pt x="1005470" y="1573839"/>
                  </a:lnTo>
                  <a:lnTo>
                    <a:pt x="1007037" y="1584494"/>
                  </a:lnTo>
                  <a:lnTo>
                    <a:pt x="1008603" y="1592981"/>
                  </a:lnTo>
                  <a:lnTo>
                    <a:pt x="1010170" y="1598134"/>
                  </a:lnTo>
                  <a:lnTo>
                    <a:pt x="1011736" y="1602246"/>
                  </a:lnTo>
                  <a:lnTo>
                    <a:pt x="1013303" y="1602781"/>
                  </a:lnTo>
                  <a:lnTo>
                    <a:pt x="1014870" y="1602187"/>
                  </a:lnTo>
                  <a:lnTo>
                    <a:pt x="1016436" y="1600273"/>
                  </a:lnTo>
                  <a:lnTo>
                    <a:pt x="1018003" y="1600527"/>
                  </a:lnTo>
                  <a:lnTo>
                    <a:pt x="1019569" y="1601698"/>
                  </a:lnTo>
                  <a:lnTo>
                    <a:pt x="1021136" y="1602870"/>
                  </a:lnTo>
                  <a:lnTo>
                    <a:pt x="1022703" y="1603464"/>
                  </a:lnTo>
                  <a:lnTo>
                    <a:pt x="1024269" y="1602760"/>
                  </a:lnTo>
                  <a:lnTo>
                    <a:pt x="1025836" y="1600887"/>
                  </a:lnTo>
                  <a:lnTo>
                    <a:pt x="1027402" y="1599089"/>
                  </a:lnTo>
                  <a:lnTo>
                    <a:pt x="1028969" y="1597867"/>
                  </a:lnTo>
                  <a:lnTo>
                    <a:pt x="1030536" y="1592668"/>
                  </a:lnTo>
                  <a:lnTo>
                    <a:pt x="1032102" y="1588118"/>
                  </a:lnTo>
                  <a:lnTo>
                    <a:pt x="1033669" y="1583267"/>
                  </a:lnTo>
                  <a:lnTo>
                    <a:pt x="1035235" y="1577358"/>
                  </a:lnTo>
                  <a:lnTo>
                    <a:pt x="1036802" y="1571167"/>
                  </a:lnTo>
                  <a:lnTo>
                    <a:pt x="1038368" y="1561101"/>
                  </a:lnTo>
                  <a:lnTo>
                    <a:pt x="1039935" y="1550049"/>
                  </a:lnTo>
                  <a:lnTo>
                    <a:pt x="1041502" y="1537951"/>
                  </a:lnTo>
                  <a:lnTo>
                    <a:pt x="1043068" y="1523479"/>
                  </a:lnTo>
                  <a:lnTo>
                    <a:pt x="1044635" y="1509008"/>
                  </a:lnTo>
                  <a:lnTo>
                    <a:pt x="1046201" y="1493943"/>
                  </a:lnTo>
                  <a:lnTo>
                    <a:pt x="1047768" y="1479579"/>
                  </a:lnTo>
                  <a:lnTo>
                    <a:pt x="1049335" y="1466951"/>
                  </a:lnTo>
                  <a:lnTo>
                    <a:pt x="1050901" y="1454823"/>
                  </a:lnTo>
                  <a:lnTo>
                    <a:pt x="1052468" y="1443272"/>
                  </a:lnTo>
                  <a:lnTo>
                    <a:pt x="1054034" y="1433561"/>
                  </a:lnTo>
                  <a:lnTo>
                    <a:pt x="1055601" y="1421268"/>
                  </a:lnTo>
                  <a:lnTo>
                    <a:pt x="1057168" y="1406779"/>
                  </a:lnTo>
                  <a:lnTo>
                    <a:pt x="1058734" y="1392762"/>
                  </a:lnTo>
                  <a:lnTo>
                    <a:pt x="1060301" y="1378443"/>
                  </a:lnTo>
                  <a:lnTo>
                    <a:pt x="1061867" y="1369709"/>
                  </a:lnTo>
                  <a:lnTo>
                    <a:pt x="1063434" y="1363548"/>
                  </a:lnTo>
                  <a:lnTo>
                    <a:pt x="1065000" y="1356200"/>
                  </a:lnTo>
                  <a:lnTo>
                    <a:pt x="1066567" y="1349653"/>
                  </a:lnTo>
                  <a:lnTo>
                    <a:pt x="1068134" y="1341609"/>
                  </a:lnTo>
                  <a:lnTo>
                    <a:pt x="1069700" y="1333780"/>
                  </a:lnTo>
                  <a:lnTo>
                    <a:pt x="1071267" y="1324782"/>
                  </a:lnTo>
                  <a:lnTo>
                    <a:pt x="1072833" y="1315095"/>
                  </a:lnTo>
                  <a:lnTo>
                    <a:pt x="1074400" y="1306790"/>
                  </a:lnTo>
                  <a:lnTo>
                    <a:pt x="1075967" y="1298741"/>
                  </a:lnTo>
                  <a:lnTo>
                    <a:pt x="1077533" y="1289742"/>
                  </a:lnTo>
                  <a:lnTo>
                    <a:pt x="1079100" y="1283582"/>
                  </a:lnTo>
                  <a:lnTo>
                    <a:pt x="1080666" y="1278996"/>
                  </a:lnTo>
                  <a:lnTo>
                    <a:pt x="1082233" y="1274250"/>
                  </a:lnTo>
                  <a:lnTo>
                    <a:pt x="1083800" y="1270124"/>
                  </a:lnTo>
                  <a:lnTo>
                    <a:pt x="1085366" y="1263152"/>
                  </a:lnTo>
                  <a:lnTo>
                    <a:pt x="1086933" y="1252953"/>
                  </a:lnTo>
                  <a:lnTo>
                    <a:pt x="1088499" y="1245792"/>
                  </a:lnTo>
                  <a:lnTo>
                    <a:pt x="1090066" y="1239269"/>
                  </a:lnTo>
                  <a:lnTo>
                    <a:pt x="1091632" y="1232811"/>
                  </a:lnTo>
                  <a:lnTo>
                    <a:pt x="1093199" y="1225264"/>
                  </a:lnTo>
                  <a:lnTo>
                    <a:pt x="1094766" y="1219913"/>
                  </a:lnTo>
                  <a:lnTo>
                    <a:pt x="1096332" y="1214665"/>
                  </a:lnTo>
                  <a:lnTo>
                    <a:pt x="1097899" y="1205853"/>
                  </a:lnTo>
                  <a:lnTo>
                    <a:pt x="1099465" y="1193754"/>
                  </a:lnTo>
                  <a:lnTo>
                    <a:pt x="1101032" y="1182203"/>
                  </a:lnTo>
                  <a:lnTo>
                    <a:pt x="1102599" y="1171229"/>
                  </a:lnTo>
                  <a:lnTo>
                    <a:pt x="1104165" y="1162326"/>
                  </a:lnTo>
                  <a:lnTo>
                    <a:pt x="1105732" y="1156614"/>
                  </a:lnTo>
                  <a:lnTo>
                    <a:pt x="1107298" y="1149854"/>
                  </a:lnTo>
                  <a:lnTo>
                    <a:pt x="1108865" y="1142160"/>
                  </a:lnTo>
                  <a:lnTo>
                    <a:pt x="1110432" y="1132816"/>
                  </a:lnTo>
                  <a:lnTo>
                    <a:pt x="1111998" y="1123955"/>
                  </a:lnTo>
                  <a:lnTo>
                    <a:pt x="1113565" y="1116025"/>
                  </a:lnTo>
                  <a:lnTo>
                    <a:pt x="1115131" y="1109885"/>
                  </a:lnTo>
                  <a:lnTo>
                    <a:pt x="1116698" y="1105320"/>
                  </a:lnTo>
                  <a:lnTo>
                    <a:pt x="1118264" y="1102188"/>
                  </a:lnTo>
                  <a:lnTo>
                    <a:pt x="1119831" y="1098950"/>
                  </a:lnTo>
                  <a:lnTo>
                    <a:pt x="1121398" y="1098345"/>
                  </a:lnTo>
                  <a:lnTo>
                    <a:pt x="1122964" y="1102909"/>
                  </a:lnTo>
                  <a:lnTo>
                    <a:pt x="1124531" y="1107681"/>
                  </a:lnTo>
                  <a:lnTo>
                    <a:pt x="1126097" y="1112687"/>
                  </a:lnTo>
                  <a:lnTo>
                    <a:pt x="1127664" y="1114213"/>
                  </a:lnTo>
                  <a:lnTo>
                    <a:pt x="1129231" y="1113206"/>
                  </a:lnTo>
                  <a:lnTo>
                    <a:pt x="1130797" y="1114089"/>
                  </a:lnTo>
                  <a:lnTo>
                    <a:pt x="1132364" y="1115051"/>
                  </a:lnTo>
                  <a:lnTo>
                    <a:pt x="1133930" y="1117465"/>
                  </a:lnTo>
                  <a:lnTo>
                    <a:pt x="1135497" y="1123573"/>
                  </a:lnTo>
                  <a:lnTo>
                    <a:pt x="1137064" y="1130500"/>
                  </a:lnTo>
                  <a:lnTo>
                    <a:pt x="1138630" y="1136956"/>
                  </a:lnTo>
                  <a:lnTo>
                    <a:pt x="1140197" y="1144971"/>
                  </a:lnTo>
                  <a:lnTo>
                    <a:pt x="1141763" y="1153421"/>
                  </a:lnTo>
                  <a:lnTo>
                    <a:pt x="1143330" y="1159307"/>
                  </a:lnTo>
                  <a:lnTo>
                    <a:pt x="1144896" y="1164823"/>
                  </a:lnTo>
                  <a:lnTo>
                    <a:pt x="1146463" y="1168922"/>
                  </a:lnTo>
                  <a:lnTo>
                    <a:pt x="1148030" y="1173706"/>
                  </a:lnTo>
                  <a:lnTo>
                    <a:pt x="1149596" y="1178868"/>
                  </a:lnTo>
                  <a:lnTo>
                    <a:pt x="1151163" y="1186633"/>
                  </a:lnTo>
                  <a:lnTo>
                    <a:pt x="1152729" y="1197262"/>
                  </a:lnTo>
                  <a:lnTo>
                    <a:pt x="1154296" y="1207997"/>
                  </a:lnTo>
                  <a:lnTo>
                    <a:pt x="1155863" y="1219326"/>
                  </a:lnTo>
                  <a:lnTo>
                    <a:pt x="1157429" y="1231604"/>
                  </a:lnTo>
                  <a:lnTo>
                    <a:pt x="1158996" y="1241028"/>
                  </a:lnTo>
                  <a:lnTo>
                    <a:pt x="1160562" y="1249470"/>
                  </a:lnTo>
                  <a:lnTo>
                    <a:pt x="1162129" y="1258023"/>
                  </a:lnTo>
                  <a:lnTo>
                    <a:pt x="1163696" y="1262672"/>
                  </a:lnTo>
                  <a:lnTo>
                    <a:pt x="1165262" y="1267323"/>
                  </a:lnTo>
                  <a:lnTo>
                    <a:pt x="1166829" y="1273421"/>
                  </a:lnTo>
                  <a:lnTo>
                    <a:pt x="1168395" y="1278910"/>
                  </a:lnTo>
                  <a:lnTo>
                    <a:pt x="1169962" y="1284783"/>
                  </a:lnTo>
                  <a:lnTo>
                    <a:pt x="1171528" y="1289996"/>
                  </a:lnTo>
                  <a:lnTo>
                    <a:pt x="1173095" y="1296297"/>
                  </a:lnTo>
                  <a:lnTo>
                    <a:pt x="1174662" y="1300998"/>
                  </a:lnTo>
                  <a:lnTo>
                    <a:pt x="1176228" y="1304618"/>
                  </a:lnTo>
                  <a:lnTo>
                    <a:pt x="1177795" y="1303799"/>
                  </a:lnTo>
                  <a:lnTo>
                    <a:pt x="1179361" y="1305943"/>
                  </a:lnTo>
                  <a:lnTo>
                    <a:pt x="1180928" y="1307540"/>
                  </a:lnTo>
                  <a:lnTo>
                    <a:pt x="1182495" y="1308673"/>
                  </a:lnTo>
                  <a:lnTo>
                    <a:pt x="1184061" y="1309497"/>
                  </a:lnTo>
                  <a:lnTo>
                    <a:pt x="1185628" y="1308411"/>
                  </a:lnTo>
                  <a:lnTo>
                    <a:pt x="1187194" y="1311241"/>
                  </a:lnTo>
                  <a:lnTo>
                    <a:pt x="1188761" y="1314429"/>
                  </a:lnTo>
                  <a:lnTo>
                    <a:pt x="1190328" y="1321526"/>
                  </a:lnTo>
                  <a:lnTo>
                    <a:pt x="1191894" y="1329143"/>
                  </a:lnTo>
                  <a:lnTo>
                    <a:pt x="1193461" y="1335827"/>
                  </a:lnTo>
                  <a:lnTo>
                    <a:pt x="1195027" y="1341966"/>
                  </a:lnTo>
                  <a:lnTo>
                    <a:pt x="1196594" y="1346814"/>
                  </a:lnTo>
                  <a:lnTo>
                    <a:pt x="1198160" y="1354103"/>
                  </a:lnTo>
                  <a:lnTo>
                    <a:pt x="1199727" y="1362855"/>
                  </a:lnTo>
                  <a:lnTo>
                    <a:pt x="1201294" y="1375560"/>
                  </a:lnTo>
                  <a:lnTo>
                    <a:pt x="1202860" y="1382445"/>
                  </a:lnTo>
                  <a:lnTo>
                    <a:pt x="1204427" y="1389224"/>
                  </a:lnTo>
                  <a:lnTo>
                    <a:pt x="1205993" y="1395769"/>
                  </a:lnTo>
                  <a:lnTo>
                    <a:pt x="1207560" y="1403920"/>
                  </a:lnTo>
                  <a:lnTo>
                    <a:pt x="1209127" y="1414756"/>
                  </a:lnTo>
                  <a:lnTo>
                    <a:pt x="1210693" y="1424830"/>
                  </a:lnTo>
                  <a:lnTo>
                    <a:pt x="1212260" y="1434823"/>
                  </a:lnTo>
                  <a:lnTo>
                    <a:pt x="1213826" y="1442121"/>
                  </a:lnTo>
                  <a:lnTo>
                    <a:pt x="1215393" y="1446579"/>
                  </a:lnTo>
                  <a:lnTo>
                    <a:pt x="1216959" y="1451096"/>
                  </a:lnTo>
                  <a:lnTo>
                    <a:pt x="1218526" y="1453529"/>
                  </a:lnTo>
                  <a:lnTo>
                    <a:pt x="1220093" y="1451268"/>
                  </a:lnTo>
                  <a:lnTo>
                    <a:pt x="1221659" y="1446747"/>
                  </a:lnTo>
                  <a:lnTo>
                    <a:pt x="1223226" y="1444620"/>
                  </a:lnTo>
                  <a:lnTo>
                    <a:pt x="1224792" y="1444049"/>
                  </a:lnTo>
                  <a:lnTo>
                    <a:pt x="1226359" y="1442173"/>
                  </a:lnTo>
                  <a:lnTo>
                    <a:pt x="1227926" y="1438280"/>
                  </a:lnTo>
                  <a:lnTo>
                    <a:pt x="1229492" y="1434387"/>
                  </a:lnTo>
                  <a:lnTo>
                    <a:pt x="1231059" y="1427679"/>
                  </a:lnTo>
                  <a:lnTo>
                    <a:pt x="1232625" y="1416622"/>
                  </a:lnTo>
                  <a:lnTo>
                    <a:pt x="1234192" y="1403863"/>
                  </a:lnTo>
                  <a:lnTo>
                    <a:pt x="1235759" y="1389396"/>
                  </a:lnTo>
                  <a:lnTo>
                    <a:pt x="1237325" y="1372998"/>
                  </a:lnTo>
                  <a:lnTo>
                    <a:pt x="1238892" y="1355529"/>
                  </a:lnTo>
                  <a:lnTo>
                    <a:pt x="1240458" y="1336904"/>
                  </a:lnTo>
                  <a:lnTo>
                    <a:pt x="1242025" y="1318922"/>
                  </a:lnTo>
                  <a:lnTo>
                    <a:pt x="1243591" y="1305150"/>
                  </a:lnTo>
                  <a:lnTo>
                    <a:pt x="1245158" y="1291821"/>
                  </a:lnTo>
                  <a:lnTo>
                    <a:pt x="1246725" y="1278252"/>
                  </a:lnTo>
                  <a:lnTo>
                    <a:pt x="1248291" y="1263625"/>
                  </a:lnTo>
                  <a:lnTo>
                    <a:pt x="1249858" y="1250814"/>
                  </a:lnTo>
                  <a:lnTo>
                    <a:pt x="1251424" y="1237146"/>
                  </a:lnTo>
                  <a:lnTo>
                    <a:pt x="1252991" y="1221471"/>
                  </a:lnTo>
                  <a:lnTo>
                    <a:pt x="1254558" y="1206380"/>
                  </a:lnTo>
                  <a:lnTo>
                    <a:pt x="1256124" y="1189163"/>
                  </a:lnTo>
                  <a:lnTo>
                    <a:pt x="1257691" y="1176113"/>
                  </a:lnTo>
                  <a:lnTo>
                    <a:pt x="1259257" y="1163790"/>
                  </a:lnTo>
                  <a:lnTo>
                    <a:pt x="1260824" y="1151754"/>
                  </a:lnTo>
                  <a:lnTo>
                    <a:pt x="1262391" y="1140511"/>
                  </a:lnTo>
                  <a:lnTo>
                    <a:pt x="1263957" y="1129707"/>
                  </a:lnTo>
                  <a:lnTo>
                    <a:pt x="1265524" y="1119730"/>
                  </a:lnTo>
                  <a:lnTo>
                    <a:pt x="1267090" y="1108571"/>
                  </a:lnTo>
                  <a:lnTo>
                    <a:pt x="1268657" y="1098487"/>
                  </a:lnTo>
                  <a:lnTo>
                    <a:pt x="1270223" y="1086141"/>
                  </a:lnTo>
                  <a:lnTo>
                    <a:pt x="1271790" y="1072319"/>
                  </a:lnTo>
                  <a:lnTo>
                    <a:pt x="1273357" y="1058498"/>
                  </a:lnTo>
                  <a:lnTo>
                    <a:pt x="1274923" y="1045758"/>
                  </a:lnTo>
                  <a:lnTo>
                    <a:pt x="1276490" y="1033206"/>
                  </a:lnTo>
                  <a:lnTo>
                    <a:pt x="1278056" y="1021033"/>
                  </a:lnTo>
                  <a:lnTo>
                    <a:pt x="1279623" y="1012959"/>
                  </a:lnTo>
                  <a:lnTo>
                    <a:pt x="1281190" y="999068"/>
                  </a:lnTo>
                  <a:lnTo>
                    <a:pt x="1282756" y="988654"/>
                  </a:lnTo>
                  <a:lnTo>
                    <a:pt x="1284323" y="980999"/>
                  </a:lnTo>
                  <a:lnTo>
                    <a:pt x="1285889" y="974780"/>
                  </a:lnTo>
                  <a:lnTo>
                    <a:pt x="1287456" y="969719"/>
                  </a:lnTo>
                  <a:lnTo>
                    <a:pt x="1289023" y="963593"/>
                  </a:lnTo>
                  <a:lnTo>
                    <a:pt x="1290589" y="956708"/>
                  </a:lnTo>
                  <a:lnTo>
                    <a:pt x="1292156" y="948783"/>
                  </a:lnTo>
                  <a:lnTo>
                    <a:pt x="1293722" y="940857"/>
                  </a:lnTo>
                  <a:lnTo>
                    <a:pt x="1295289" y="936200"/>
                  </a:lnTo>
                  <a:lnTo>
                    <a:pt x="1296855" y="932551"/>
                  </a:lnTo>
                  <a:lnTo>
                    <a:pt x="1298422" y="933237"/>
                  </a:lnTo>
                  <a:lnTo>
                    <a:pt x="1299989" y="938767"/>
                  </a:lnTo>
                  <a:lnTo>
                    <a:pt x="1301555" y="943241"/>
                  </a:lnTo>
                  <a:lnTo>
                    <a:pt x="1303122" y="946768"/>
                  </a:lnTo>
                  <a:lnTo>
                    <a:pt x="1304688" y="953759"/>
                  </a:lnTo>
                  <a:lnTo>
                    <a:pt x="1306255" y="962897"/>
                  </a:lnTo>
                  <a:lnTo>
                    <a:pt x="1307822" y="974051"/>
                  </a:lnTo>
                  <a:lnTo>
                    <a:pt x="1309388" y="985205"/>
                  </a:lnTo>
                  <a:lnTo>
                    <a:pt x="1310955" y="997741"/>
                  </a:lnTo>
                  <a:lnTo>
                    <a:pt x="1312521" y="1012270"/>
                  </a:lnTo>
                  <a:lnTo>
                    <a:pt x="1314088" y="1029984"/>
                  </a:lnTo>
                  <a:lnTo>
                    <a:pt x="1315655" y="1048810"/>
                  </a:lnTo>
                  <a:lnTo>
                    <a:pt x="1317221" y="1068830"/>
                  </a:lnTo>
                  <a:lnTo>
                    <a:pt x="1318788" y="1090082"/>
                  </a:lnTo>
                  <a:lnTo>
                    <a:pt x="1320354" y="1111751"/>
                  </a:lnTo>
                  <a:lnTo>
                    <a:pt x="1321921" y="1132902"/>
                  </a:lnTo>
                  <a:lnTo>
                    <a:pt x="1323487" y="1155765"/>
                  </a:lnTo>
                  <a:lnTo>
                    <a:pt x="1325054" y="1178340"/>
                  </a:lnTo>
                  <a:lnTo>
                    <a:pt x="1326621" y="1200175"/>
                  </a:lnTo>
                  <a:lnTo>
                    <a:pt x="1328187" y="1221361"/>
                  </a:lnTo>
                  <a:lnTo>
                    <a:pt x="1329754" y="1240732"/>
                  </a:lnTo>
                  <a:lnTo>
                    <a:pt x="1331320" y="1260960"/>
                  </a:lnTo>
                  <a:lnTo>
                    <a:pt x="1332887" y="1283194"/>
                  </a:lnTo>
                  <a:lnTo>
                    <a:pt x="1334454" y="1304844"/>
                  </a:lnTo>
                  <a:lnTo>
                    <a:pt x="1336020" y="1329596"/>
                  </a:lnTo>
                  <a:lnTo>
                    <a:pt x="1337587" y="1353529"/>
                  </a:lnTo>
                  <a:lnTo>
                    <a:pt x="1339153" y="1376436"/>
                  </a:lnTo>
                  <a:lnTo>
                    <a:pt x="1340720" y="1399354"/>
                  </a:lnTo>
                  <a:lnTo>
                    <a:pt x="1342287" y="1421646"/>
                  </a:lnTo>
                  <a:lnTo>
                    <a:pt x="1343853" y="1443034"/>
                  </a:lnTo>
                  <a:lnTo>
                    <a:pt x="1345420" y="1463482"/>
                  </a:lnTo>
                  <a:lnTo>
                    <a:pt x="1346986" y="1481472"/>
                  </a:lnTo>
                  <a:lnTo>
                    <a:pt x="1348553" y="1495722"/>
                  </a:lnTo>
                  <a:lnTo>
                    <a:pt x="1350119" y="1506579"/>
                  </a:lnTo>
                  <a:lnTo>
                    <a:pt x="1351686" y="1517715"/>
                  </a:lnTo>
                  <a:lnTo>
                    <a:pt x="1353253" y="1529503"/>
                  </a:lnTo>
                  <a:lnTo>
                    <a:pt x="1354819" y="1539556"/>
                  </a:lnTo>
                  <a:lnTo>
                    <a:pt x="1356386" y="1550018"/>
                  </a:lnTo>
                  <a:lnTo>
                    <a:pt x="1357952" y="1560100"/>
                  </a:lnTo>
                  <a:lnTo>
                    <a:pt x="1359519" y="1565063"/>
                  </a:lnTo>
                  <a:lnTo>
                    <a:pt x="1361086" y="1570302"/>
                  </a:lnTo>
                  <a:lnTo>
                    <a:pt x="1362652" y="1572798"/>
                  </a:lnTo>
                  <a:lnTo>
                    <a:pt x="1364219" y="1571870"/>
                  </a:lnTo>
                  <a:lnTo>
                    <a:pt x="1365785" y="1567784"/>
                  </a:lnTo>
                  <a:lnTo>
                    <a:pt x="1367352" y="1563133"/>
                  </a:lnTo>
                  <a:lnTo>
                    <a:pt x="1368919" y="1559531"/>
                  </a:lnTo>
                  <a:lnTo>
                    <a:pt x="1370485" y="1557658"/>
                  </a:lnTo>
                  <a:lnTo>
                    <a:pt x="1372052" y="1558622"/>
                  </a:lnTo>
                  <a:lnTo>
                    <a:pt x="1373618" y="1562664"/>
                  </a:lnTo>
                  <a:lnTo>
                    <a:pt x="1375185" y="1565164"/>
                  </a:lnTo>
                  <a:lnTo>
                    <a:pt x="1376751" y="1564883"/>
                  </a:lnTo>
                  <a:lnTo>
                    <a:pt x="1378318" y="1563000"/>
                  </a:lnTo>
                  <a:lnTo>
                    <a:pt x="1379885" y="1558759"/>
                  </a:lnTo>
                  <a:lnTo>
                    <a:pt x="1381451" y="1554978"/>
                  </a:lnTo>
                  <a:lnTo>
                    <a:pt x="1383018" y="1552609"/>
                  </a:lnTo>
                  <a:lnTo>
                    <a:pt x="1384584" y="1546775"/>
                  </a:lnTo>
                  <a:lnTo>
                    <a:pt x="1386151" y="1543260"/>
                  </a:lnTo>
                  <a:lnTo>
                    <a:pt x="1387718" y="1541278"/>
                  </a:lnTo>
                  <a:lnTo>
                    <a:pt x="1389284" y="1541299"/>
                  </a:lnTo>
                  <a:lnTo>
                    <a:pt x="1390851" y="1541320"/>
                  </a:lnTo>
                  <a:lnTo>
                    <a:pt x="1392417" y="1540316"/>
                  </a:lnTo>
                  <a:lnTo>
                    <a:pt x="1393984" y="1537130"/>
                  </a:lnTo>
                  <a:lnTo>
                    <a:pt x="1395551" y="1531062"/>
                  </a:lnTo>
                  <a:lnTo>
                    <a:pt x="1397117" y="1524485"/>
                  </a:lnTo>
                  <a:lnTo>
                    <a:pt x="1398684" y="1514487"/>
                  </a:lnTo>
                  <a:lnTo>
                    <a:pt x="1400250" y="1506934"/>
                  </a:lnTo>
                  <a:lnTo>
                    <a:pt x="1401817" y="1499959"/>
                  </a:lnTo>
                  <a:lnTo>
                    <a:pt x="1403383" y="1490868"/>
                  </a:lnTo>
                  <a:lnTo>
                    <a:pt x="1404950" y="1481623"/>
                  </a:lnTo>
                  <a:lnTo>
                    <a:pt x="1406517" y="1472378"/>
                  </a:lnTo>
                  <a:lnTo>
                    <a:pt x="1408083" y="1464378"/>
                  </a:lnTo>
                  <a:lnTo>
                    <a:pt x="1409650" y="1456378"/>
                  </a:lnTo>
                  <a:lnTo>
                    <a:pt x="1411216" y="1448379"/>
                  </a:lnTo>
                  <a:lnTo>
                    <a:pt x="1412783" y="1440379"/>
                  </a:lnTo>
                  <a:lnTo>
                    <a:pt x="1414350" y="1432957"/>
                  </a:lnTo>
                  <a:lnTo>
                    <a:pt x="1415916" y="1425534"/>
                  </a:lnTo>
                  <a:lnTo>
                    <a:pt x="1417483" y="1419003"/>
                  </a:lnTo>
                  <a:lnTo>
                    <a:pt x="1419049" y="1415328"/>
                  </a:lnTo>
                  <a:lnTo>
                    <a:pt x="1420616" y="1412676"/>
                  </a:lnTo>
                  <a:lnTo>
                    <a:pt x="1422183" y="1414983"/>
                  </a:lnTo>
                  <a:lnTo>
                    <a:pt x="1423749" y="1417290"/>
                  </a:lnTo>
                  <a:lnTo>
                    <a:pt x="1425316" y="1419003"/>
                  </a:lnTo>
                  <a:lnTo>
                    <a:pt x="1426882" y="1421417"/>
                  </a:lnTo>
                  <a:lnTo>
                    <a:pt x="1428449" y="1427147"/>
                  </a:lnTo>
                  <a:lnTo>
                    <a:pt x="1430015" y="1436270"/>
                  </a:lnTo>
                  <a:lnTo>
                    <a:pt x="1431582" y="1445514"/>
                  </a:lnTo>
                  <a:lnTo>
                    <a:pt x="1433149" y="1454759"/>
                  </a:lnTo>
                  <a:lnTo>
                    <a:pt x="1434715" y="1463353"/>
                  </a:lnTo>
                  <a:lnTo>
                    <a:pt x="1436282" y="1471353"/>
                  </a:lnTo>
                  <a:lnTo>
                    <a:pt x="1437848" y="1477528"/>
                  </a:lnTo>
                  <a:lnTo>
                    <a:pt x="1439415" y="1482013"/>
                  </a:lnTo>
                  <a:lnTo>
                    <a:pt x="1440982" y="1486034"/>
                  </a:lnTo>
                  <a:lnTo>
                    <a:pt x="1442548" y="1492807"/>
                  </a:lnTo>
                  <a:lnTo>
                    <a:pt x="1444115" y="1500146"/>
                  </a:lnTo>
                  <a:lnTo>
                    <a:pt x="1445681" y="1509045"/>
                  </a:lnTo>
                  <a:lnTo>
                    <a:pt x="1447248" y="1515711"/>
                  </a:lnTo>
                  <a:lnTo>
                    <a:pt x="1448815" y="1521378"/>
                  </a:lnTo>
                  <a:lnTo>
                    <a:pt x="1450381" y="1524406"/>
                  </a:lnTo>
                  <a:lnTo>
                    <a:pt x="1451948" y="1526231"/>
                  </a:lnTo>
                  <a:lnTo>
                    <a:pt x="1453514" y="1524979"/>
                  </a:lnTo>
                  <a:lnTo>
                    <a:pt x="1455081" y="1522363"/>
                  </a:lnTo>
                  <a:lnTo>
                    <a:pt x="1456647" y="1521206"/>
                  </a:lnTo>
                  <a:lnTo>
                    <a:pt x="1458214" y="1519398"/>
                  </a:lnTo>
                  <a:lnTo>
                    <a:pt x="1459781" y="1518704"/>
                  </a:lnTo>
                  <a:lnTo>
                    <a:pt x="1461347" y="1519180"/>
                  </a:lnTo>
                  <a:lnTo>
                    <a:pt x="1462914" y="1520425"/>
                  </a:lnTo>
                  <a:lnTo>
                    <a:pt x="1464480" y="1521670"/>
                  </a:lnTo>
                  <a:lnTo>
                    <a:pt x="1466047" y="1520949"/>
                  </a:lnTo>
                  <a:lnTo>
                    <a:pt x="1467614" y="1518931"/>
                  </a:lnTo>
                  <a:lnTo>
                    <a:pt x="1469180" y="1515037"/>
                  </a:lnTo>
                  <a:lnTo>
                    <a:pt x="1470747" y="1514277"/>
                  </a:lnTo>
                  <a:lnTo>
                    <a:pt x="1472313" y="1514251"/>
                  </a:lnTo>
                  <a:lnTo>
                    <a:pt x="1473880" y="1516699"/>
                  </a:lnTo>
                  <a:lnTo>
                    <a:pt x="1475446" y="1520858"/>
                  </a:lnTo>
                  <a:lnTo>
                    <a:pt x="1477013" y="1526264"/>
                  </a:lnTo>
                  <a:lnTo>
                    <a:pt x="1478580" y="1536469"/>
                  </a:lnTo>
                  <a:lnTo>
                    <a:pt x="1480146" y="1545713"/>
                  </a:lnTo>
                  <a:lnTo>
                    <a:pt x="1481713" y="1554958"/>
                  </a:lnTo>
                  <a:lnTo>
                    <a:pt x="1483279" y="1563552"/>
                  </a:lnTo>
                  <a:lnTo>
                    <a:pt x="1484846" y="1572797"/>
                  </a:lnTo>
                  <a:lnTo>
                    <a:pt x="1486413" y="1582042"/>
                  </a:lnTo>
                  <a:lnTo>
                    <a:pt x="1487979" y="1590692"/>
                  </a:lnTo>
                  <a:lnTo>
                    <a:pt x="1489546" y="1599343"/>
                  </a:lnTo>
                  <a:lnTo>
                    <a:pt x="1491112" y="1607993"/>
                  </a:lnTo>
                  <a:lnTo>
                    <a:pt x="1492679" y="1617238"/>
                  </a:lnTo>
                  <a:lnTo>
                    <a:pt x="1494246" y="1625312"/>
                  </a:lnTo>
                  <a:lnTo>
                    <a:pt x="1495812" y="1632734"/>
                  </a:lnTo>
                  <a:lnTo>
                    <a:pt x="1497379" y="1640029"/>
                  </a:lnTo>
                  <a:lnTo>
                    <a:pt x="1498945" y="1645416"/>
                  </a:lnTo>
                  <a:lnTo>
                    <a:pt x="1500512" y="1649484"/>
                  </a:lnTo>
                  <a:lnTo>
                    <a:pt x="1502078" y="1649484"/>
                  </a:lnTo>
                  <a:lnTo>
                    <a:pt x="1503645" y="1649484"/>
                  </a:lnTo>
                  <a:lnTo>
                    <a:pt x="1505212" y="1650078"/>
                  </a:lnTo>
                  <a:lnTo>
                    <a:pt x="1506778" y="1650729"/>
                  </a:lnTo>
                  <a:lnTo>
                    <a:pt x="1508345" y="1650729"/>
                  </a:lnTo>
                  <a:lnTo>
                    <a:pt x="1509911" y="1650078"/>
                  </a:lnTo>
                  <a:lnTo>
                    <a:pt x="1511478" y="1650078"/>
                  </a:lnTo>
                  <a:lnTo>
                    <a:pt x="1513045" y="1648964"/>
                  </a:lnTo>
                  <a:lnTo>
                    <a:pt x="1514611" y="1648501"/>
                  </a:lnTo>
                  <a:lnTo>
                    <a:pt x="1516178" y="1647737"/>
                  </a:lnTo>
                  <a:lnTo>
                    <a:pt x="1517744" y="1645584"/>
                  </a:lnTo>
                  <a:lnTo>
                    <a:pt x="1519311" y="1642801"/>
                  </a:lnTo>
                  <a:lnTo>
                    <a:pt x="1520878" y="1639756"/>
                  </a:lnTo>
                  <a:lnTo>
                    <a:pt x="1522444" y="1635392"/>
                  </a:lnTo>
                  <a:lnTo>
                    <a:pt x="1524011" y="1631028"/>
                  </a:lnTo>
                  <a:lnTo>
                    <a:pt x="1525577" y="1626574"/>
                  </a:lnTo>
                  <a:lnTo>
                    <a:pt x="1527144" y="1624351"/>
                  </a:lnTo>
                  <a:lnTo>
                    <a:pt x="1528710" y="1622551"/>
                  </a:lnTo>
                  <a:lnTo>
                    <a:pt x="1530277" y="1623013"/>
                  </a:lnTo>
                  <a:lnTo>
                    <a:pt x="1531844" y="1623391"/>
                  </a:lnTo>
                  <a:lnTo>
                    <a:pt x="1533410" y="1623770"/>
                  </a:lnTo>
                  <a:lnTo>
                    <a:pt x="1534977" y="1625512"/>
                  </a:lnTo>
                  <a:lnTo>
                    <a:pt x="1536543" y="1628293"/>
                  </a:lnTo>
                  <a:lnTo>
                    <a:pt x="1538110" y="1631074"/>
                  </a:lnTo>
                  <a:lnTo>
                    <a:pt x="1539677" y="1633854"/>
                  </a:lnTo>
                  <a:lnTo>
                    <a:pt x="1541243" y="1638510"/>
                  </a:lnTo>
                  <a:lnTo>
                    <a:pt x="1542810" y="1645116"/>
                  </a:lnTo>
                  <a:lnTo>
                    <a:pt x="1544376" y="1653116"/>
                  </a:lnTo>
                  <a:lnTo>
                    <a:pt x="1545943" y="1661189"/>
                  </a:lnTo>
                  <a:lnTo>
                    <a:pt x="1547510" y="1669840"/>
                  </a:lnTo>
                  <a:lnTo>
                    <a:pt x="1549076" y="1678363"/>
                  </a:lnTo>
                  <a:lnTo>
                    <a:pt x="1550643" y="1683751"/>
                  </a:lnTo>
                  <a:lnTo>
                    <a:pt x="1552209" y="1689301"/>
                  </a:lnTo>
                  <a:lnTo>
                    <a:pt x="1553776" y="1692816"/>
                  </a:lnTo>
                  <a:lnTo>
                    <a:pt x="1555342" y="1696925"/>
                  </a:lnTo>
                  <a:lnTo>
                    <a:pt x="1556909" y="1701034"/>
                  </a:lnTo>
                  <a:lnTo>
                    <a:pt x="1558476" y="1703603"/>
                  </a:lnTo>
                  <a:lnTo>
                    <a:pt x="1560042" y="1705426"/>
                  </a:lnTo>
                  <a:lnTo>
                    <a:pt x="1561609" y="1707986"/>
                  </a:lnTo>
                  <a:lnTo>
                    <a:pt x="1563175" y="1709809"/>
                  </a:lnTo>
                  <a:lnTo>
                    <a:pt x="1564742" y="1710980"/>
                  </a:lnTo>
                  <a:lnTo>
                    <a:pt x="1566309" y="1711574"/>
                  </a:lnTo>
                  <a:lnTo>
                    <a:pt x="1567875" y="1711574"/>
                  </a:lnTo>
                  <a:lnTo>
                    <a:pt x="1569442" y="1712169"/>
                  </a:lnTo>
                  <a:lnTo>
                    <a:pt x="1571008" y="1713340"/>
                  </a:lnTo>
                  <a:lnTo>
                    <a:pt x="1572575" y="1714655"/>
                  </a:lnTo>
                  <a:lnTo>
                    <a:pt x="1574142" y="1716564"/>
                  </a:lnTo>
                  <a:lnTo>
                    <a:pt x="1575708" y="1719124"/>
                  </a:lnTo>
                  <a:lnTo>
                    <a:pt x="1577275" y="1721685"/>
                  </a:lnTo>
                  <a:lnTo>
                    <a:pt x="1578841" y="1722856"/>
                  </a:lnTo>
                  <a:lnTo>
                    <a:pt x="1580408" y="1724027"/>
                  </a:lnTo>
                  <a:lnTo>
                    <a:pt x="1581974" y="1724605"/>
                  </a:lnTo>
                  <a:lnTo>
                    <a:pt x="1583541" y="1724605"/>
                  </a:lnTo>
                  <a:lnTo>
                    <a:pt x="1585108" y="1724604"/>
                  </a:lnTo>
                  <a:lnTo>
                    <a:pt x="1586674" y="1725199"/>
                  </a:lnTo>
                  <a:lnTo>
                    <a:pt x="1588241" y="1725793"/>
                  </a:lnTo>
                  <a:lnTo>
                    <a:pt x="1589807" y="1727038"/>
                  </a:lnTo>
                  <a:lnTo>
                    <a:pt x="1591374" y="1728283"/>
                  </a:lnTo>
                  <a:lnTo>
                    <a:pt x="1592941" y="1729397"/>
                  </a:lnTo>
                  <a:lnTo>
                    <a:pt x="1594507" y="1729860"/>
                  </a:lnTo>
                  <a:lnTo>
                    <a:pt x="1596074" y="1730161"/>
                  </a:lnTo>
                  <a:lnTo>
                    <a:pt x="1597640" y="1733077"/>
                  </a:lnTo>
                  <a:lnTo>
                    <a:pt x="1599207" y="1738057"/>
                  </a:lnTo>
                  <a:lnTo>
                    <a:pt x="1600774" y="1743506"/>
                  </a:lnTo>
                  <a:lnTo>
                    <a:pt x="1602340" y="1749813"/>
                  </a:lnTo>
                  <a:lnTo>
                    <a:pt x="1603907" y="1756119"/>
                  </a:lnTo>
                  <a:lnTo>
                    <a:pt x="1605473" y="1762931"/>
                  </a:lnTo>
                  <a:lnTo>
                    <a:pt x="1607040" y="1769744"/>
                  </a:lnTo>
                  <a:lnTo>
                    <a:pt x="1608606" y="1776557"/>
                  </a:lnTo>
                  <a:lnTo>
                    <a:pt x="1610173" y="1783626"/>
                  </a:lnTo>
                  <a:lnTo>
                    <a:pt x="1611740" y="1789928"/>
                  </a:lnTo>
                  <a:lnTo>
                    <a:pt x="1613306" y="1796231"/>
                  </a:lnTo>
                  <a:lnTo>
                    <a:pt x="1614873" y="1802533"/>
                  </a:lnTo>
                  <a:lnTo>
                    <a:pt x="1616439" y="1809092"/>
                  </a:lnTo>
                  <a:lnTo>
                    <a:pt x="1618006" y="1816251"/>
                  </a:lnTo>
                  <a:lnTo>
                    <a:pt x="1619573" y="1823409"/>
                  </a:lnTo>
                  <a:lnTo>
                    <a:pt x="1620635" y="182695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5082001" y="3263093"/>
              <a:ext cx="502343" cy="600088"/>
            </a:xfrm>
            <a:custGeom>
              <a:avLst/>
              <a:pathLst>
                <a:path w="502343" h="600088">
                  <a:moveTo>
                    <a:pt x="0" y="600088"/>
                  </a:moveTo>
                  <a:lnTo>
                    <a:pt x="196" y="599625"/>
                  </a:lnTo>
                  <a:lnTo>
                    <a:pt x="1763" y="591977"/>
                  </a:lnTo>
                  <a:lnTo>
                    <a:pt x="3329" y="583595"/>
                  </a:lnTo>
                  <a:lnTo>
                    <a:pt x="4896" y="575214"/>
                  </a:lnTo>
                  <a:lnTo>
                    <a:pt x="6462" y="567984"/>
                  </a:lnTo>
                  <a:lnTo>
                    <a:pt x="8029" y="559911"/>
                  </a:lnTo>
                  <a:lnTo>
                    <a:pt x="9596" y="549147"/>
                  </a:lnTo>
                  <a:lnTo>
                    <a:pt x="11162" y="534054"/>
                  </a:lnTo>
                  <a:lnTo>
                    <a:pt x="12729" y="518532"/>
                  </a:lnTo>
                  <a:lnTo>
                    <a:pt x="14295" y="501468"/>
                  </a:lnTo>
                  <a:lnTo>
                    <a:pt x="15862" y="481738"/>
                  </a:lnTo>
                  <a:lnTo>
                    <a:pt x="17429" y="459548"/>
                  </a:lnTo>
                  <a:lnTo>
                    <a:pt x="18995" y="438239"/>
                  </a:lnTo>
                  <a:lnTo>
                    <a:pt x="20562" y="416394"/>
                  </a:lnTo>
                  <a:lnTo>
                    <a:pt x="22128" y="394021"/>
                  </a:lnTo>
                  <a:lnTo>
                    <a:pt x="23695" y="371459"/>
                  </a:lnTo>
                  <a:lnTo>
                    <a:pt x="25261" y="347880"/>
                  </a:lnTo>
                  <a:lnTo>
                    <a:pt x="26828" y="324529"/>
                  </a:lnTo>
                  <a:lnTo>
                    <a:pt x="28395" y="301177"/>
                  </a:lnTo>
                  <a:lnTo>
                    <a:pt x="29961" y="278240"/>
                  </a:lnTo>
                  <a:lnTo>
                    <a:pt x="31528" y="255772"/>
                  </a:lnTo>
                  <a:lnTo>
                    <a:pt x="33094" y="233413"/>
                  </a:lnTo>
                  <a:lnTo>
                    <a:pt x="34661" y="213613"/>
                  </a:lnTo>
                  <a:lnTo>
                    <a:pt x="36228" y="193809"/>
                  </a:lnTo>
                  <a:lnTo>
                    <a:pt x="37794" y="175793"/>
                  </a:lnTo>
                  <a:lnTo>
                    <a:pt x="39361" y="160468"/>
                  </a:lnTo>
                  <a:lnTo>
                    <a:pt x="40927" y="148524"/>
                  </a:lnTo>
                  <a:lnTo>
                    <a:pt x="42494" y="138187"/>
                  </a:lnTo>
                  <a:lnTo>
                    <a:pt x="44060" y="128744"/>
                  </a:lnTo>
                  <a:lnTo>
                    <a:pt x="45627" y="122700"/>
                  </a:lnTo>
                  <a:lnTo>
                    <a:pt x="47194" y="118386"/>
                  </a:lnTo>
                  <a:lnTo>
                    <a:pt x="48760" y="119379"/>
                  </a:lnTo>
                  <a:lnTo>
                    <a:pt x="50327" y="120299"/>
                  </a:lnTo>
                  <a:lnTo>
                    <a:pt x="51893" y="121476"/>
                  </a:lnTo>
                  <a:lnTo>
                    <a:pt x="53460" y="121840"/>
                  </a:lnTo>
                  <a:lnTo>
                    <a:pt x="55027" y="122368"/>
                  </a:lnTo>
                  <a:lnTo>
                    <a:pt x="56593" y="125992"/>
                  </a:lnTo>
                  <a:lnTo>
                    <a:pt x="58160" y="128826"/>
                  </a:lnTo>
                  <a:lnTo>
                    <a:pt x="59726" y="128335"/>
                  </a:lnTo>
                  <a:lnTo>
                    <a:pt x="61293" y="124929"/>
                  </a:lnTo>
                  <a:lnTo>
                    <a:pt x="62860" y="120279"/>
                  </a:lnTo>
                  <a:lnTo>
                    <a:pt x="64426" y="115035"/>
                  </a:lnTo>
                  <a:lnTo>
                    <a:pt x="65993" y="108629"/>
                  </a:lnTo>
                  <a:lnTo>
                    <a:pt x="67559" y="97904"/>
                  </a:lnTo>
                  <a:lnTo>
                    <a:pt x="69126" y="88166"/>
                  </a:lnTo>
                  <a:lnTo>
                    <a:pt x="70692" y="77833"/>
                  </a:lnTo>
                  <a:lnTo>
                    <a:pt x="72259" y="67501"/>
                  </a:lnTo>
                  <a:lnTo>
                    <a:pt x="73826" y="57764"/>
                  </a:lnTo>
                  <a:lnTo>
                    <a:pt x="75392" y="48026"/>
                  </a:lnTo>
                  <a:lnTo>
                    <a:pt x="76959" y="38288"/>
                  </a:lnTo>
                  <a:lnTo>
                    <a:pt x="78525" y="27714"/>
                  </a:lnTo>
                  <a:lnTo>
                    <a:pt x="80092" y="17147"/>
                  </a:lnTo>
                  <a:lnTo>
                    <a:pt x="81659" y="9898"/>
                  </a:lnTo>
                  <a:lnTo>
                    <a:pt x="83225" y="6009"/>
                  </a:lnTo>
                  <a:lnTo>
                    <a:pt x="84792" y="3142"/>
                  </a:lnTo>
                  <a:lnTo>
                    <a:pt x="86358" y="852"/>
                  </a:lnTo>
                  <a:lnTo>
                    <a:pt x="87925" y="0"/>
                  </a:lnTo>
                  <a:lnTo>
                    <a:pt x="89492" y="1588"/>
                  </a:lnTo>
                  <a:lnTo>
                    <a:pt x="91058" y="10437"/>
                  </a:lnTo>
                  <a:lnTo>
                    <a:pt x="92625" y="19400"/>
                  </a:lnTo>
                  <a:lnTo>
                    <a:pt x="94191" y="30716"/>
                  </a:lnTo>
                  <a:lnTo>
                    <a:pt x="95758" y="44699"/>
                  </a:lnTo>
                  <a:lnTo>
                    <a:pt x="97324" y="59759"/>
                  </a:lnTo>
                  <a:lnTo>
                    <a:pt x="98891" y="73373"/>
                  </a:lnTo>
                  <a:lnTo>
                    <a:pt x="100458" y="87524"/>
                  </a:lnTo>
                  <a:lnTo>
                    <a:pt x="102024" y="104185"/>
                  </a:lnTo>
                  <a:lnTo>
                    <a:pt x="103591" y="125360"/>
                  </a:lnTo>
                  <a:lnTo>
                    <a:pt x="105157" y="146739"/>
                  </a:lnTo>
                  <a:lnTo>
                    <a:pt x="106724" y="168704"/>
                  </a:lnTo>
                  <a:lnTo>
                    <a:pt x="108291" y="190667"/>
                  </a:lnTo>
                  <a:lnTo>
                    <a:pt x="109857" y="212217"/>
                  </a:lnTo>
                  <a:lnTo>
                    <a:pt x="111424" y="232486"/>
                  </a:lnTo>
                  <a:lnTo>
                    <a:pt x="112990" y="251366"/>
                  </a:lnTo>
                  <a:lnTo>
                    <a:pt x="114557" y="263979"/>
                  </a:lnTo>
                  <a:lnTo>
                    <a:pt x="116124" y="272986"/>
                  </a:lnTo>
                  <a:lnTo>
                    <a:pt x="117690" y="278821"/>
                  </a:lnTo>
                  <a:lnTo>
                    <a:pt x="119257" y="280395"/>
                  </a:lnTo>
                  <a:lnTo>
                    <a:pt x="120823" y="279738"/>
                  </a:lnTo>
                  <a:lnTo>
                    <a:pt x="122390" y="277665"/>
                  </a:lnTo>
                  <a:lnTo>
                    <a:pt x="123956" y="274121"/>
                  </a:lnTo>
                  <a:lnTo>
                    <a:pt x="125523" y="266926"/>
                  </a:lnTo>
                  <a:lnTo>
                    <a:pt x="127090" y="258000"/>
                  </a:lnTo>
                  <a:lnTo>
                    <a:pt x="128656" y="243767"/>
                  </a:lnTo>
                  <a:lnTo>
                    <a:pt x="130223" y="228756"/>
                  </a:lnTo>
                  <a:lnTo>
                    <a:pt x="131789" y="213094"/>
                  </a:lnTo>
                  <a:lnTo>
                    <a:pt x="133356" y="198244"/>
                  </a:lnTo>
                  <a:lnTo>
                    <a:pt x="134923" y="183231"/>
                  </a:lnTo>
                  <a:lnTo>
                    <a:pt x="136489" y="166036"/>
                  </a:lnTo>
                  <a:lnTo>
                    <a:pt x="138056" y="151416"/>
                  </a:lnTo>
                  <a:lnTo>
                    <a:pt x="139622" y="144239"/>
                  </a:lnTo>
                  <a:lnTo>
                    <a:pt x="141189" y="141700"/>
                  </a:lnTo>
                  <a:lnTo>
                    <a:pt x="142756" y="143496"/>
                  </a:lnTo>
                  <a:lnTo>
                    <a:pt x="144322" y="145291"/>
                  </a:lnTo>
                  <a:lnTo>
                    <a:pt x="145889" y="148248"/>
                  </a:lnTo>
                  <a:lnTo>
                    <a:pt x="147455" y="155948"/>
                  </a:lnTo>
                  <a:lnTo>
                    <a:pt x="149022" y="163463"/>
                  </a:lnTo>
                  <a:lnTo>
                    <a:pt x="150588" y="170978"/>
                  </a:lnTo>
                  <a:lnTo>
                    <a:pt x="152155" y="178492"/>
                  </a:lnTo>
                  <a:lnTo>
                    <a:pt x="153722" y="186007"/>
                  </a:lnTo>
                  <a:lnTo>
                    <a:pt x="155288" y="193774"/>
                  </a:lnTo>
                  <a:lnTo>
                    <a:pt x="156855" y="201540"/>
                  </a:lnTo>
                  <a:lnTo>
                    <a:pt x="158421" y="210700"/>
                  </a:lnTo>
                  <a:lnTo>
                    <a:pt x="159988" y="222669"/>
                  </a:lnTo>
                  <a:lnTo>
                    <a:pt x="161555" y="235656"/>
                  </a:lnTo>
                  <a:lnTo>
                    <a:pt x="163121" y="246755"/>
                  </a:lnTo>
                  <a:lnTo>
                    <a:pt x="164688" y="256833"/>
                  </a:lnTo>
                  <a:lnTo>
                    <a:pt x="166254" y="265758"/>
                  </a:lnTo>
                  <a:lnTo>
                    <a:pt x="167821" y="274684"/>
                  </a:lnTo>
                  <a:lnTo>
                    <a:pt x="169388" y="283859"/>
                  </a:lnTo>
                  <a:lnTo>
                    <a:pt x="170954" y="286933"/>
                  </a:lnTo>
                  <a:lnTo>
                    <a:pt x="172521" y="288068"/>
                  </a:lnTo>
                  <a:lnTo>
                    <a:pt x="174087" y="288986"/>
                  </a:lnTo>
                  <a:lnTo>
                    <a:pt x="175654" y="289903"/>
                  </a:lnTo>
                  <a:lnTo>
                    <a:pt x="177220" y="292203"/>
                  </a:lnTo>
                  <a:lnTo>
                    <a:pt x="178787" y="295805"/>
                  </a:lnTo>
                  <a:lnTo>
                    <a:pt x="180354" y="296378"/>
                  </a:lnTo>
                  <a:lnTo>
                    <a:pt x="181920" y="292267"/>
                  </a:lnTo>
                  <a:lnTo>
                    <a:pt x="183487" y="284410"/>
                  </a:lnTo>
                  <a:lnTo>
                    <a:pt x="185053" y="276120"/>
                  </a:lnTo>
                  <a:lnTo>
                    <a:pt x="186620" y="267018"/>
                  </a:lnTo>
                  <a:lnTo>
                    <a:pt x="188187" y="258566"/>
                  </a:lnTo>
                  <a:lnTo>
                    <a:pt x="189753" y="250708"/>
                  </a:lnTo>
                  <a:lnTo>
                    <a:pt x="191320" y="244241"/>
                  </a:lnTo>
                  <a:lnTo>
                    <a:pt x="192886" y="238323"/>
                  </a:lnTo>
                  <a:lnTo>
                    <a:pt x="194453" y="236974"/>
                  </a:lnTo>
                  <a:lnTo>
                    <a:pt x="196020" y="240812"/>
                  </a:lnTo>
                  <a:lnTo>
                    <a:pt x="197586" y="246633"/>
                  </a:lnTo>
                  <a:lnTo>
                    <a:pt x="199153" y="253702"/>
                  </a:lnTo>
                  <a:lnTo>
                    <a:pt x="200719" y="260454"/>
                  </a:lnTo>
                  <a:lnTo>
                    <a:pt x="202286" y="267013"/>
                  </a:lnTo>
                  <a:lnTo>
                    <a:pt x="203852" y="276835"/>
                  </a:lnTo>
                  <a:lnTo>
                    <a:pt x="205419" y="289125"/>
                  </a:lnTo>
                  <a:lnTo>
                    <a:pt x="206986" y="301414"/>
                  </a:lnTo>
                  <a:lnTo>
                    <a:pt x="208552" y="313704"/>
                  </a:lnTo>
                  <a:lnTo>
                    <a:pt x="210119" y="327165"/>
                  </a:lnTo>
                  <a:lnTo>
                    <a:pt x="211685" y="340699"/>
                  </a:lnTo>
                  <a:lnTo>
                    <a:pt x="213252" y="354811"/>
                  </a:lnTo>
                  <a:lnTo>
                    <a:pt x="214819" y="369660"/>
                  </a:lnTo>
                  <a:lnTo>
                    <a:pt x="216385" y="384339"/>
                  </a:lnTo>
                  <a:lnTo>
                    <a:pt x="217952" y="398410"/>
                  </a:lnTo>
                  <a:lnTo>
                    <a:pt x="219518" y="408365"/>
                  </a:lnTo>
                  <a:lnTo>
                    <a:pt x="221085" y="415481"/>
                  </a:lnTo>
                  <a:lnTo>
                    <a:pt x="222652" y="419507"/>
                  </a:lnTo>
                  <a:lnTo>
                    <a:pt x="224218" y="420346"/>
                  </a:lnTo>
                  <a:lnTo>
                    <a:pt x="225785" y="420280"/>
                  </a:lnTo>
                  <a:lnTo>
                    <a:pt x="227351" y="420368"/>
                  </a:lnTo>
                  <a:lnTo>
                    <a:pt x="228918" y="420986"/>
                  </a:lnTo>
                  <a:lnTo>
                    <a:pt x="230484" y="420703"/>
                  </a:lnTo>
                  <a:lnTo>
                    <a:pt x="232051" y="418277"/>
                  </a:lnTo>
                  <a:lnTo>
                    <a:pt x="233618" y="415850"/>
                  </a:lnTo>
                  <a:lnTo>
                    <a:pt x="235184" y="413169"/>
                  </a:lnTo>
                  <a:lnTo>
                    <a:pt x="236751" y="409175"/>
                  </a:lnTo>
                  <a:lnTo>
                    <a:pt x="238317" y="404031"/>
                  </a:lnTo>
                  <a:lnTo>
                    <a:pt x="239884" y="398586"/>
                  </a:lnTo>
                  <a:lnTo>
                    <a:pt x="241451" y="392026"/>
                  </a:lnTo>
                  <a:lnTo>
                    <a:pt x="243017" y="386638"/>
                  </a:lnTo>
                  <a:lnTo>
                    <a:pt x="244584" y="381988"/>
                  </a:lnTo>
                  <a:lnTo>
                    <a:pt x="246150" y="378150"/>
                  </a:lnTo>
                  <a:lnTo>
                    <a:pt x="247717" y="377034"/>
                  </a:lnTo>
                  <a:lnTo>
                    <a:pt x="249284" y="375647"/>
                  </a:lnTo>
                  <a:lnTo>
                    <a:pt x="250850" y="376853"/>
                  </a:lnTo>
                  <a:lnTo>
                    <a:pt x="252417" y="378763"/>
                  </a:lnTo>
                  <a:lnTo>
                    <a:pt x="253983" y="380241"/>
                  </a:lnTo>
                  <a:lnTo>
                    <a:pt x="255550" y="385071"/>
                  </a:lnTo>
                  <a:lnTo>
                    <a:pt x="257116" y="389163"/>
                  </a:lnTo>
                  <a:lnTo>
                    <a:pt x="258683" y="392678"/>
                  </a:lnTo>
                  <a:lnTo>
                    <a:pt x="260250" y="399800"/>
                  </a:lnTo>
                  <a:lnTo>
                    <a:pt x="261816" y="409622"/>
                  </a:lnTo>
                  <a:lnTo>
                    <a:pt x="263383" y="419445"/>
                  </a:lnTo>
                  <a:lnTo>
                    <a:pt x="264949" y="431249"/>
                  </a:lnTo>
                  <a:lnTo>
                    <a:pt x="266516" y="442316"/>
                  </a:lnTo>
                  <a:lnTo>
                    <a:pt x="268083" y="452732"/>
                  </a:lnTo>
                  <a:lnTo>
                    <a:pt x="269649" y="461383"/>
                  </a:lnTo>
                  <a:lnTo>
                    <a:pt x="271216" y="468805"/>
                  </a:lnTo>
                  <a:lnTo>
                    <a:pt x="272782" y="477553"/>
                  </a:lnTo>
                  <a:lnTo>
                    <a:pt x="274349" y="486088"/>
                  </a:lnTo>
                  <a:lnTo>
                    <a:pt x="275916" y="493510"/>
                  </a:lnTo>
                  <a:lnTo>
                    <a:pt x="277482" y="501583"/>
                  </a:lnTo>
                  <a:lnTo>
                    <a:pt x="279049" y="510234"/>
                  </a:lnTo>
                  <a:lnTo>
                    <a:pt x="280615" y="518901"/>
                  </a:lnTo>
                  <a:lnTo>
                    <a:pt x="282182" y="527569"/>
                  </a:lnTo>
                  <a:lnTo>
                    <a:pt x="283748" y="532957"/>
                  </a:lnTo>
                  <a:lnTo>
                    <a:pt x="285315" y="536471"/>
                  </a:lnTo>
                  <a:lnTo>
                    <a:pt x="286882" y="539986"/>
                  </a:lnTo>
                  <a:lnTo>
                    <a:pt x="288448" y="542255"/>
                  </a:lnTo>
                  <a:lnTo>
                    <a:pt x="290015" y="544598"/>
                  </a:lnTo>
                  <a:lnTo>
                    <a:pt x="291581" y="547519"/>
                  </a:lnTo>
                  <a:lnTo>
                    <a:pt x="293148" y="549862"/>
                  </a:lnTo>
                  <a:lnTo>
                    <a:pt x="294715" y="551467"/>
                  </a:lnTo>
                  <a:lnTo>
                    <a:pt x="296281" y="552074"/>
                  </a:lnTo>
                  <a:lnTo>
                    <a:pt x="297848" y="550902"/>
                  </a:lnTo>
                  <a:lnTo>
                    <a:pt x="299414" y="549731"/>
                  </a:lnTo>
                  <a:lnTo>
                    <a:pt x="300981" y="547908"/>
                  </a:lnTo>
                  <a:lnTo>
                    <a:pt x="302548" y="546086"/>
                  </a:lnTo>
                  <a:lnTo>
                    <a:pt x="304114" y="546987"/>
                  </a:lnTo>
                  <a:lnTo>
                    <a:pt x="305681" y="549257"/>
                  </a:lnTo>
                  <a:lnTo>
                    <a:pt x="307247" y="550486"/>
                  </a:lnTo>
                  <a:lnTo>
                    <a:pt x="308814" y="550676"/>
                  </a:lnTo>
                  <a:lnTo>
                    <a:pt x="310380" y="551468"/>
                  </a:lnTo>
                  <a:lnTo>
                    <a:pt x="311947" y="554703"/>
                  </a:lnTo>
                  <a:lnTo>
                    <a:pt x="313514" y="557640"/>
                  </a:lnTo>
                  <a:lnTo>
                    <a:pt x="315080" y="560576"/>
                  </a:lnTo>
                  <a:lnTo>
                    <a:pt x="316647" y="564828"/>
                  </a:lnTo>
                  <a:lnTo>
                    <a:pt x="318213" y="569674"/>
                  </a:lnTo>
                  <a:lnTo>
                    <a:pt x="319780" y="574520"/>
                  </a:lnTo>
                  <a:lnTo>
                    <a:pt x="321347" y="579367"/>
                  </a:lnTo>
                  <a:lnTo>
                    <a:pt x="322913" y="582785"/>
                  </a:lnTo>
                  <a:lnTo>
                    <a:pt x="324480" y="582949"/>
                  </a:lnTo>
                  <a:lnTo>
                    <a:pt x="326046" y="581302"/>
                  </a:lnTo>
                  <a:lnTo>
                    <a:pt x="327613" y="577488"/>
                  </a:lnTo>
                  <a:lnTo>
                    <a:pt x="329179" y="570165"/>
                  </a:lnTo>
                  <a:lnTo>
                    <a:pt x="330746" y="559950"/>
                  </a:lnTo>
                  <a:lnTo>
                    <a:pt x="332313" y="548695"/>
                  </a:lnTo>
                  <a:lnTo>
                    <a:pt x="333879" y="535255"/>
                  </a:lnTo>
                  <a:lnTo>
                    <a:pt x="335446" y="516126"/>
                  </a:lnTo>
                  <a:lnTo>
                    <a:pt x="337012" y="495910"/>
                  </a:lnTo>
                  <a:lnTo>
                    <a:pt x="338579" y="477036"/>
                  </a:lnTo>
                  <a:lnTo>
                    <a:pt x="340146" y="457584"/>
                  </a:lnTo>
                  <a:lnTo>
                    <a:pt x="341712" y="439378"/>
                  </a:lnTo>
                  <a:lnTo>
                    <a:pt x="343279" y="418919"/>
                  </a:lnTo>
                  <a:lnTo>
                    <a:pt x="344845" y="396711"/>
                  </a:lnTo>
                  <a:lnTo>
                    <a:pt x="346412" y="375242"/>
                  </a:lnTo>
                  <a:lnTo>
                    <a:pt x="347979" y="354863"/>
                  </a:lnTo>
                  <a:lnTo>
                    <a:pt x="349545" y="336716"/>
                  </a:lnTo>
                  <a:lnTo>
                    <a:pt x="351112" y="318643"/>
                  </a:lnTo>
                  <a:lnTo>
                    <a:pt x="352678" y="302346"/>
                  </a:lnTo>
                  <a:lnTo>
                    <a:pt x="354245" y="287978"/>
                  </a:lnTo>
                  <a:lnTo>
                    <a:pt x="355811" y="272037"/>
                  </a:lnTo>
                  <a:lnTo>
                    <a:pt x="357378" y="257788"/>
                  </a:lnTo>
                  <a:lnTo>
                    <a:pt x="358945" y="245139"/>
                  </a:lnTo>
                  <a:lnTo>
                    <a:pt x="360511" y="234807"/>
                  </a:lnTo>
                  <a:lnTo>
                    <a:pt x="362078" y="223737"/>
                  </a:lnTo>
                  <a:lnTo>
                    <a:pt x="363644" y="214000"/>
                  </a:lnTo>
                  <a:lnTo>
                    <a:pt x="365211" y="202352"/>
                  </a:lnTo>
                  <a:lnTo>
                    <a:pt x="366778" y="193362"/>
                  </a:lnTo>
                  <a:lnTo>
                    <a:pt x="368344" y="185940"/>
                  </a:lnTo>
                  <a:lnTo>
                    <a:pt x="369911" y="178604"/>
                  </a:lnTo>
                  <a:lnTo>
                    <a:pt x="371477" y="171269"/>
                  </a:lnTo>
                  <a:lnTo>
                    <a:pt x="373044" y="163934"/>
                  </a:lnTo>
                  <a:lnTo>
                    <a:pt x="374611" y="156598"/>
                  </a:lnTo>
                  <a:lnTo>
                    <a:pt x="376177" y="149263"/>
                  </a:lnTo>
                  <a:lnTo>
                    <a:pt x="377744" y="142094"/>
                  </a:lnTo>
                  <a:lnTo>
                    <a:pt x="379310" y="140489"/>
                  </a:lnTo>
                  <a:lnTo>
                    <a:pt x="380877" y="138797"/>
                  </a:lnTo>
                  <a:lnTo>
                    <a:pt x="382443" y="137105"/>
                  </a:lnTo>
                  <a:lnTo>
                    <a:pt x="384010" y="135876"/>
                  </a:lnTo>
                  <a:lnTo>
                    <a:pt x="385577" y="134921"/>
                  </a:lnTo>
                  <a:lnTo>
                    <a:pt x="387143" y="134758"/>
                  </a:lnTo>
                  <a:lnTo>
                    <a:pt x="388710" y="132952"/>
                  </a:lnTo>
                  <a:lnTo>
                    <a:pt x="390276" y="132167"/>
                  </a:lnTo>
                  <a:lnTo>
                    <a:pt x="391843" y="133405"/>
                  </a:lnTo>
                  <a:lnTo>
                    <a:pt x="393410" y="132040"/>
                  </a:lnTo>
                  <a:lnTo>
                    <a:pt x="394976" y="130531"/>
                  </a:lnTo>
                  <a:lnTo>
                    <a:pt x="396543" y="129023"/>
                  </a:lnTo>
                  <a:lnTo>
                    <a:pt x="398109" y="126899"/>
                  </a:lnTo>
                  <a:lnTo>
                    <a:pt x="399676" y="124414"/>
                  </a:lnTo>
                  <a:lnTo>
                    <a:pt x="401243" y="121003"/>
                  </a:lnTo>
                  <a:lnTo>
                    <a:pt x="402809" y="118797"/>
                  </a:lnTo>
                  <a:lnTo>
                    <a:pt x="404376" y="118637"/>
                  </a:lnTo>
                  <a:lnTo>
                    <a:pt x="405942" y="116491"/>
                  </a:lnTo>
                  <a:lnTo>
                    <a:pt x="407509" y="113791"/>
                  </a:lnTo>
                  <a:lnTo>
                    <a:pt x="409075" y="115315"/>
                  </a:lnTo>
                  <a:lnTo>
                    <a:pt x="410642" y="120044"/>
                  </a:lnTo>
                  <a:lnTo>
                    <a:pt x="412209" y="129684"/>
                  </a:lnTo>
                  <a:lnTo>
                    <a:pt x="413775" y="140016"/>
                  </a:lnTo>
                  <a:lnTo>
                    <a:pt x="415342" y="151843"/>
                  </a:lnTo>
                  <a:lnTo>
                    <a:pt x="416908" y="167327"/>
                  </a:lnTo>
                  <a:lnTo>
                    <a:pt x="418475" y="180213"/>
                  </a:lnTo>
                  <a:lnTo>
                    <a:pt x="420042" y="194454"/>
                  </a:lnTo>
                  <a:lnTo>
                    <a:pt x="421608" y="207451"/>
                  </a:lnTo>
                  <a:lnTo>
                    <a:pt x="423175" y="223437"/>
                  </a:lnTo>
                  <a:lnTo>
                    <a:pt x="424741" y="240513"/>
                  </a:lnTo>
                  <a:lnTo>
                    <a:pt x="426308" y="257590"/>
                  </a:lnTo>
                  <a:lnTo>
                    <a:pt x="427875" y="275110"/>
                  </a:lnTo>
                  <a:lnTo>
                    <a:pt x="429441" y="295125"/>
                  </a:lnTo>
                  <a:lnTo>
                    <a:pt x="431008" y="315716"/>
                  </a:lnTo>
                  <a:lnTo>
                    <a:pt x="432574" y="333333"/>
                  </a:lnTo>
                  <a:lnTo>
                    <a:pt x="434141" y="347982"/>
                  </a:lnTo>
                  <a:lnTo>
                    <a:pt x="435707" y="364203"/>
                  </a:lnTo>
                  <a:lnTo>
                    <a:pt x="437274" y="378740"/>
                  </a:lnTo>
                  <a:lnTo>
                    <a:pt x="438841" y="392943"/>
                  </a:lnTo>
                  <a:lnTo>
                    <a:pt x="440407" y="404562"/>
                  </a:lnTo>
                  <a:lnTo>
                    <a:pt x="441974" y="419159"/>
                  </a:lnTo>
                  <a:lnTo>
                    <a:pt x="443540" y="433965"/>
                  </a:lnTo>
                  <a:lnTo>
                    <a:pt x="445107" y="450087"/>
                  </a:lnTo>
                  <a:lnTo>
                    <a:pt x="446674" y="462080"/>
                  </a:lnTo>
                  <a:lnTo>
                    <a:pt x="448240" y="471708"/>
                  </a:lnTo>
                  <a:lnTo>
                    <a:pt x="449807" y="480598"/>
                  </a:lnTo>
                  <a:lnTo>
                    <a:pt x="451373" y="488539"/>
                  </a:lnTo>
                  <a:lnTo>
                    <a:pt x="452940" y="495698"/>
                  </a:lnTo>
                  <a:lnTo>
                    <a:pt x="454507" y="502856"/>
                  </a:lnTo>
                  <a:lnTo>
                    <a:pt x="456073" y="509399"/>
                  </a:lnTo>
                  <a:lnTo>
                    <a:pt x="457640" y="515774"/>
                  </a:lnTo>
                  <a:lnTo>
                    <a:pt x="459206" y="516586"/>
                  </a:lnTo>
                  <a:lnTo>
                    <a:pt x="460773" y="516878"/>
                  </a:lnTo>
                  <a:lnTo>
                    <a:pt x="462339" y="516783"/>
                  </a:lnTo>
                  <a:lnTo>
                    <a:pt x="463906" y="516687"/>
                  </a:lnTo>
                  <a:lnTo>
                    <a:pt x="465473" y="515854"/>
                  </a:lnTo>
                  <a:lnTo>
                    <a:pt x="467039" y="514692"/>
                  </a:lnTo>
                  <a:lnTo>
                    <a:pt x="468606" y="514692"/>
                  </a:lnTo>
                  <a:lnTo>
                    <a:pt x="470172" y="515920"/>
                  </a:lnTo>
                  <a:lnTo>
                    <a:pt x="471739" y="516703"/>
                  </a:lnTo>
                  <a:lnTo>
                    <a:pt x="473306" y="519311"/>
                  </a:lnTo>
                  <a:lnTo>
                    <a:pt x="474872" y="521042"/>
                  </a:lnTo>
                  <a:lnTo>
                    <a:pt x="476439" y="524088"/>
                  </a:lnTo>
                  <a:lnTo>
                    <a:pt x="478005" y="524819"/>
                  </a:lnTo>
                  <a:lnTo>
                    <a:pt x="479572" y="527152"/>
                  </a:lnTo>
                  <a:lnTo>
                    <a:pt x="481139" y="530411"/>
                  </a:lnTo>
                  <a:lnTo>
                    <a:pt x="482705" y="531366"/>
                  </a:lnTo>
                  <a:lnTo>
                    <a:pt x="484272" y="535557"/>
                  </a:lnTo>
                  <a:lnTo>
                    <a:pt x="485838" y="543224"/>
                  </a:lnTo>
                  <a:lnTo>
                    <a:pt x="487405" y="550289"/>
                  </a:lnTo>
                  <a:lnTo>
                    <a:pt x="488971" y="556512"/>
                  </a:lnTo>
                  <a:lnTo>
                    <a:pt x="490538" y="563492"/>
                  </a:lnTo>
                  <a:lnTo>
                    <a:pt x="492105" y="569930"/>
                  </a:lnTo>
                  <a:lnTo>
                    <a:pt x="493671" y="576748"/>
                  </a:lnTo>
                  <a:lnTo>
                    <a:pt x="495238" y="582697"/>
                  </a:lnTo>
                  <a:lnTo>
                    <a:pt x="496804" y="584137"/>
                  </a:lnTo>
                  <a:lnTo>
                    <a:pt x="498371" y="589063"/>
                  </a:lnTo>
                  <a:lnTo>
                    <a:pt x="499938" y="593102"/>
                  </a:lnTo>
                  <a:lnTo>
                    <a:pt x="501504" y="597489"/>
                  </a:lnTo>
                  <a:lnTo>
                    <a:pt x="502343" y="60008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5617990" y="3669720"/>
              <a:ext cx="378687" cy="193460"/>
            </a:xfrm>
            <a:custGeom>
              <a:avLst/>
              <a:pathLst>
                <a:path w="378687" h="193460">
                  <a:moveTo>
                    <a:pt x="0" y="193460"/>
                  </a:moveTo>
                  <a:lnTo>
                    <a:pt x="1547" y="191834"/>
                  </a:lnTo>
                  <a:lnTo>
                    <a:pt x="3114" y="187240"/>
                  </a:lnTo>
                  <a:lnTo>
                    <a:pt x="4680" y="184079"/>
                  </a:lnTo>
                  <a:lnTo>
                    <a:pt x="6247" y="181130"/>
                  </a:lnTo>
                  <a:lnTo>
                    <a:pt x="7814" y="178180"/>
                  </a:lnTo>
                  <a:lnTo>
                    <a:pt x="9380" y="175969"/>
                  </a:lnTo>
                  <a:lnTo>
                    <a:pt x="10947" y="173758"/>
                  </a:lnTo>
                  <a:lnTo>
                    <a:pt x="12513" y="175212"/>
                  </a:lnTo>
                  <a:lnTo>
                    <a:pt x="14080" y="174137"/>
                  </a:lnTo>
                  <a:lnTo>
                    <a:pt x="15647" y="171188"/>
                  </a:lnTo>
                  <a:lnTo>
                    <a:pt x="17213" y="168738"/>
                  </a:lnTo>
                  <a:lnTo>
                    <a:pt x="18780" y="167885"/>
                  </a:lnTo>
                  <a:lnTo>
                    <a:pt x="20346" y="165717"/>
                  </a:lnTo>
                  <a:lnTo>
                    <a:pt x="21913" y="167219"/>
                  </a:lnTo>
                  <a:lnTo>
                    <a:pt x="23480" y="167479"/>
                  </a:lnTo>
                  <a:lnTo>
                    <a:pt x="25046" y="167739"/>
                  </a:lnTo>
                  <a:lnTo>
                    <a:pt x="26613" y="168616"/>
                  </a:lnTo>
                  <a:lnTo>
                    <a:pt x="28179" y="168918"/>
                  </a:lnTo>
                  <a:lnTo>
                    <a:pt x="29746" y="165886"/>
                  </a:lnTo>
                  <a:lnTo>
                    <a:pt x="31312" y="162286"/>
                  </a:lnTo>
                  <a:lnTo>
                    <a:pt x="32879" y="159141"/>
                  </a:lnTo>
                  <a:lnTo>
                    <a:pt x="34446" y="154926"/>
                  </a:lnTo>
                  <a:lnTo>
                    <a:pt x="36012" y="148193"/>
                  </a:lnTo>
                  <a:lnTo>
                    <a:pt x="37579" y="140385"/>
                  </a:lnTo>
                  <a:lnTo>
                    <a:pt x="39145" y="133271"/>
                  </a:lnTo>
                  <a:lnTo>
                    <a:pt x="40712" y="128832"/>
                  </a:lnTo>
                  <a:lnTo>
                    <a:pt x="42279" y="122741"/>
                  </a:lnTo>
                  <a:lnTo>
                    <a:pt x="43845" y="115530"/>
                  </a:lnTo>
                  <a:lnTo>
                    <a:pt x="45412" y="107509"/>
                  </a:lnTo>
                  <a:lnTo>
                    <a:pt x="46978" y="98748"/>
                  </a:lnTo>
                  <a:lnTo>
                    <a:pt x="48545" y="91367"/>
                  </a:lnTo>
                  <a:lnTo>
                    <a:pt x="50112" y="83986"/>
                  </a:lnTo>
                  <a:lnTo>
                    <a:pt x="51678" y="76606"/>
                  </a:lnTo>
                  <a:lnTo>
                    <a:pt x="53245" y="72278"/>
                  </a:lnTo>
                  <a:lnTo>
                    <a:pt x="54811" y="68025"/>
                  </a:lnTo>
                  <a:lnTo>
                    <a:pt x="56378" y="61643"/>
                  </a:lnTo>
                  <a:lnTo>
                    <a:pt x="57944" y="56584"/>
                  </a:lnTo>
                  <a:lnTo>
                    <a:pt x="59511" y="50032"/>
                  </a:lnTo>
                  <a:lnTo>
                    <a:pt x="61078" y="45547"/>
                  </a:lnTo>
                  <a:lnTo>
                    <a:pt x="62644" y="39917"/>
                  </a:lnTo>
                  <a:lnTo>
                    <a:pt x="64211" y="30117"/>
                  </a:lnTo>
                  <a:lnTo>
                    <a:pt x="65777" y="23927"/>
                  </a:lnTo>
                  <a:lnTo>
                    <a:pt x="67344" y="24233"/>
                  </a:lnTo>
                  <a:lnTo>
                    <a:pt x="68911" y="26123"/>
                  </a:lnTo>
                  <a:lnTo>
                    <a:pt x="70477" y="28144"/>
                  </a:lnTo>
                  <a:lnTo>
                    <a:pt x="72044" y="28521"/>
                  </a:lnTo>
                  <a:lnTo>
                    <a:pt x="73610" y="28596"/>
                  </a:lnTo>
                  <a:lnTo>
                    <a:pt x="75177" y="28671"/>
                  </a:lnTo>
                  <a:lnTo>
                    <a:pt x="76744" y="29047"/>
                  </a:lnTo>
                  <a:lnTo>
                    <a:pt x="78310" y="30372"/>
                  </a:lnTo>
                  <a:lnTo>
                    <a:pt x="79877" y="31696"/>
                  </a:lnTo>
                  <a:lnTo>
                    <a:pt x="81443" y="34135"/>
                  </a:lnTo>
                  <a:lnTo>
                    <a:pt x="83010" y="39522"/>
                  </a:lnTo>
                  <a:lnTo>
                    <a:pt x="84576" y="44085"/>
                  </a:lnTo>
                  <a:lnTo>
                    <a:pt x="86143" y="48822"/>
                  </a:lnTo>
                  <a:lnTo>
                    <a:pt x="87710" y="53559"/>
                  </a:lnTo>
                  <a:lnTo>
                    <a:pt x="89276" y="56347"/>
                  </a:lnTo>
                  <a:lnTo>
                    <a:pt x="90843" y="56831"/>
                  </a:lnTo>
                  <a:lnTo>
                    <a:pt x="92409" y="54434"/>
                  </a:lnTo>
                  <a:lnTo>
                    <a:pt x="93976" y="53262"/>
                  </a:lnTo>
                  <a:lnTo>
                    <a:pt x="95543" y="52090"/>
                  </a:lnTo>
                  <a:lnTo>
                    <a:pt x="97109" y="49623"/>
                  </a:lnTo>
                  <a:lnTo>
                    <a:pt x="98676" y="46001"/>
                  </a:lnTo>
                  <a:lnTo>
                    <a:pt x="100242" y="42379"/>
                  </a:lnTo>
                  <a:lnTo>
                    <a:pt x="101809" y="37425"/>
                  </a:lnTo>
                  <a:lnTo>
                    <a:pt x="103375" y="33065"/>
                  </a:lnTo>
                  <a:lnTo>
                    <a:pt x="104942" y="28112"/>
                  </a:lnTo>
                  <a:lnTo>
                    <a:pt x="106509" y="23896"/>
                  </a:lnTo>
                  <a:lnTo>
                    <a:pt x="108075" y="17489"/>
                  </a:lnTo>
                  <a:lnTo>
                    <a:pt x="109642" y="13926"/>
                  </a:lnTo>
                  <a:lnTo>
                    <a:pt x="111208" y="12704"/>
                  </a:lnTo>
                  <a:lnTo>
                    <a:pt x="112775" y="12146"/>
                  </a:lnTo>
                  <a:lnTo>
                    <a:pt x="114342" y="14867"/>
                  </a:lnTo>
                  <a:lnTo>
                    <a:pt x="115908" y="17589"/>
                  </a:lnTo>
                  <a:lnTo>
                    <a:pt x="117475" y="22335"/>
                  </a:lnTo>
                  <a:lnTo>
                    <a:pt x="119041" y="28101"/>
                  </a:lnTo>
                  <a:lnTo>
                    <a:pt x="120608" y="36634"/>
                  </a:lnTo>
                  <a:lnTo>
                    <a:pt x="122175" y="46531"/>
                  </a:lnTo>
                  <a:lnTo>
                    <a:pt x="123741" y="57079"/>
                  </a:lnTo>
                  <a:lnTo>
                    <a:pt x="125308" y="68873"/>
                  </a:lnTo>
                  <a:lnTo>
                    <a:pt x="126874" y="79422"/>
                  </a:lnTo>
                  <a:lnTo>
                    <a:pt x="128441" y="90102"/>
                  </a:lnTo>
                  <a:lnTo>
                    <a:pt x="130007" y="100782"/>
                  </a:lnTo>
                  <a:lnTo>
                    <a:pt x="131574" y="111462"/>
                  </a:lnTo>
                  <a:lnTo>
                    <a:pt x="133141" y="120210"/>
                  </a:lnTo>
                  <a:lnTo>
                    <a:pt x="134707" y="127251"/>
                  </a:lnTo>
                  <a:lnTo>
                    <a:pt x="136274" y="135538"/>
                  </a:lnTo>
                  <a:lnTo>
                    <a:pt x="137840" y="143824"/>
                  </a:lnTo>
                  <a:lnTo>
                    <a:pt x="139407" y="152110"/>
                  </a:lnTo>
                  <a:lnTo>
                    <a:pt x="140974" y="157392"/>
                  </a:lnTo>
                  <a:lnTo>
                    <a:pt x="142540" y="160730"/>
                  </a:lnTo>
                  <a:lnTo>
                    <a:pt x="144107" y="164068"/>
                  </a:lnTo>
                  <a:lnTo>
                    <a:pt x="145673" y="166790"/>
                  </a:lnTo>
                  <a:lnTo>
                    <a:pt x="147240" y="168699"/>
                  </a:lnTo>
                  <a:lnTo>
                    <a:pt x="148807" y="169075"/>
                  </a:lnTo>
                  <a:lnTo>
                    <a:pt x="150373" y="168933"/>
                  </a:lnTo>
                  <a:lnTo>
                    <a:pt x="151940" y="166351"/>
                  </a:lnTo>
                  <a:lnTo>
                    <a:pt x="153506" y="163929"/>
                  </a:lnTo>
                  <a:lnTo>
                    <a:pt x="155073" y="161507"/>
                  </a:lnTo>
                  <a:lnTo>
                    <a:pt x="156639" y="158783"/>
                  </a:lnTo>
                  <a:lnTo>
                    <a:pt x="158206" y="155247"/>
                  </a:lnTo>
                  <a:lnTo>
                    <a:pt x="159773" y="151711"/>
                  </a:lnTo>
                  <a:lnTo>
                    <a:pt x="161339" y="144770"/>
                  </a:lnTo>
                  <a:lnTo>
                    <a:pt x="162906" y="136119"/>
                  </a:lnTo>
                  <a:lnTo>
                    <a:pt x="164472" y="129435"/>
                  </a:lnTo>
                  <a:lnTo>
                    <a:pt x="166039" y="122012"/>
                  </a:lnTo>
                  <a:lnTo>
                    <a:pt x="167606" y="115327"/>
                  </a:lnTo>
                  <a:lnTo>
                    <a:pt x="169172" y="109854"/>
                  </a:lnTo>
                  <a:lnTo>
                    <a:pt x="170739" y="103169"/>
                  </a:lnTo>
                  <a:lnTo>
                    <a:pt x="172305" y="96813"/>
                  </a:lnTo>
                  <a:lnTo>
                    <a:pt x="173872" y="90590"/>
                  </a:lnTo>
                  <a:lnTo>
                    <a:pt x="175439" y="85905"/>
                  </a:lnTo>
                  <a:lnTo>
                    <a:pt x="177005" y="83219"/>
                  </a:lnTo>
                  <a:lnTo>
                    <a:pt x="178572" y="81848"/>
                  </a:lnTo>
                  <a:lnTo>
                    <a:pt x="180138" y="80478"/>
                  </a:lnTo>
                  <a:lnTo>
                    <a:pt x="181705" y="79702"/>
                  </a:lnTo>
                  <a:lnTo>
                    <a:pt x="183271" y="76742"/>
                  </a:lnTo>
                  <a:lnTo>
                    <a:pt x="184838" y="75187"/>
                  </a:lnTo>
                  <a:lnTo>
                    <a:pt x="186405" y="75840"/>
                  </a:lnTo>
                  <a:lnTo>
                    <a:pt x="187971" y="75876"/>
                  </a:lnTo>
                  <a:lnTo>
                    <a:pt x="189538" y="75912"/>
                  </a:lnTo>
                  <a:lnTo>
                    <a:pt x="191104" y="74776"/>
                  </a:lnTo>
                  <a:lnTo>
                    <a:pt x="192671" y="71513"/>
                  </a:lnTo>
                  <a:lnTo>
                    <a:pt x="194238" y="69128"/>
                  </a:lnTo>
                  <a:lnTo>
                    <a:pt x="195804" y="69128"/>
                  </a:lnTo>
                  <a:lnTo>
                    <a:pt x="197371" y="69128"/>
                  </a:lnTo>
                  <a:lnTo>
                    <a:pt x="198937" y="69128"/>
                  </a:lnTo>
                  <a:lnTo>
                    <a:pt x="200504" y="66361"/>
                  </a:lnTo>
                  <a:lnTo>
                    <a:pt x="202071" y="62230"/>
                  </a:lnTo>
                  <a:lnTo>
                    <a:pt x="203637" y="57287"/>
                  </a:lnTo>
                  <a:lnTo>
                    <a:pt x="205204" y="52373"/>
                  </a:lnTo>
                  <a:lnTo>
                    <a:pt x="206770" y="50464"/>
                  </a:lnTo>
                  <a:lnTo>
                    <a:pt x="208337" y="49064"/>
                  </a:lnTo>
                  <a:lnTo>
                    <a:pt x="209903" y="46853"/>
                  </a:lnTo>
                  <a:lnTo>
                    <a:pt x="211470" y="44642"/>
                  </a:lnTo>
                  <a:lnTo>
                    <a:pt x="213037" y="42430"/>
                  </a:lnTo>
                  <a:lnTo>
                    <a:pt x="214603" y="40219"/>
                  </a:lnTo>
                  <a:lnTo>
                    <a:pt x="216170" y="38008"/>
                  </a:lnTo>
                  <a:lnTo>
                    <a:pt x="217736" y="35796"/>
                  </a:lnTo>
                  <a:lnTo>
                    <a:pt x="219303" y="33585"/>
                  </a:lnTo>
                  <a:lnTo>
                    <a:pt x="220870" y="31418"/>
                  </a:lnTo>
                  <a:lnTo>
                    <a:pt x="222436" y="29252"/>
                  </a:lnTo>
                  <a:lnTo>
                    <a:pt x="224003" y="25914"/>
                  </a:lnTo>
                  <a:lnTo>
                    <a:pt x="225569" y="23192"/>
                  </a:lnTo>
                  <a:lnTo>
                    <a:pt x="227136" y="21283"/>
                  </a:lnTo>
                  <a:lnTo>
                    <a:pt x="228703" y="20907"/>
                  </a:lnTo>
                  <a:lnTo>
                    <a:pt x="230269" y="20586"/>
                  </a:lnTo>
                  <a:lnTo>
                    <a:pt x="231836" y="23630"/>
                  </a:lnTo>
                  <a:lnTo>
                    <a:pt x="233402" y="26354"/>
                  </a:lnTo>
                  <a:lnTo>
                    <a:pt x="234969" y="29078"/>
                  </a:lnTo>
                  <a:lnTo>
                    <a:pt x="236535" y="31203"/>
                  </a:lnTo>
                  <a:lnTo>
                    <a:pt x="238102" y="34437"/>
                  </a:lnTo>
                  <a:lnTo>
                    <a:pt x="239669" y="37672"/>
                  </a:lnTo>
                  <a:lnTo>
                    <a:pt x="241235" y="42450"/>
                  </a:lnTo>
                  <a:lnTo>
                    <a:pt x="242802" y="45873"/>
                  </a:lnTo>
                  <a:lnTo>
                    <a:pt x="244368" y="48279"/>
                  </a:lnTo>
                  <a:lnTo>
                    <a:pt x="245935" y="51723"/>
                  </a:lnTo>
                  <a:lnTo>
                    <a:pt x="247502" y="54430"/>
                  </a:lnTo>
                  <a:lnTo>
                    <a:pt x="249068" y="55412"/>
                  </a:lnTo>
                  <a:lnTo>
                    <a:pt x="250635" y="57990"/>
                  </a:lnTo>
                  <a:lnTo>
                    <a:pt x="252201" y="60239"/>
                  </a:lnTo>
                  <a:lnTo>
                    <a:pt x="253768" y="61705"/>
                  </a:lnTo>
                  <a:lnTo>
                    <a:pt x="255335" y="61375"/>
                  </a:lnTo>
                  <a:lnTo>
                    <a:pt x="256901" y="60919"/>
                  </a:lnTo>
                  <a:lnTo>
                    <a:pt x="258468" y="59982"/>
                  </a:lnTo>
                  <a:lnTo>
                    <a:pt x="260034" y="59343"/>
                  </a:lnTo>
                  <a:lnTo>
                    <a:pt x="261601" y="58704"/>
                  </a:lnTo>
                  <a:lnTo>
                    <a:pt x="263167" y="59655"/>
                  </a:lnTo>
                  <a:lnTo>
                    <a:pt x="264734" y="60371"/>
                  </a:lnTo>
                  <a:lnTo>
                    <a:pt x="266301" y="61347"/>
                  </a:lnTo>
                  <a:lnTo>
                    <a:pt x="267867" y="62643"/>
                  </a:lnTo>
                  <a:lnTo>
                    <a:pt x="269434" y="63681"/>
                  </a:lnTo>
                  <a:lnTo>
                    <a:pt x="271000" y="64720"/>
                  </a:lnTo>
                  <a:lnTo>
                    <a:pt x="272567" y="68436"/>
                  </a:lnTo>
                  <a:lnTo>
                    <a:pt x="274134" y="69644"/>
                  </a:lnTo>
                  <a:lnTo>
                    <a:pt x="275700" y="68467"/>
                  </a:lnTo>
                  <a:lnTo>
                    <a:pt x="277267" y="67291"/>
                  </a:lnTo>
                  <a:lnTo>
                    <a:pt x="278833" y="66370"/>
                  </a:lnTo>
                  <a:lnTo>
                    <a:pt x="280400" y="65451"/>
                  </a:lnTo>
                  <a:lnTo>
                    <a:pt x="281967" y="64829"/>
                  </a:lnTo>
                  <a:lnTo>
                    <a:pt x="283533" y="64721"/>
                  </a:lnTo>
                  <a:lnTo>
                    <a:pt x="285100" y="63544"/>
                  </a:lnTo>
                  <a:lnTo>
                    <a:pt x="286666" y="60700"/>
                  </a:lnTo>
                  <a:lnTo>
                    <a:pt x="288233" y="56563"/>
                  </a:lnTo>
                  <a:lnTo>
                    <a:pt x="289799" y="53540"/>
                  </a:lnTo>
                  <a:lnTo>
                    <a:pt x="291366" y="50980"/>
                  </a:lnTo>
                  <a:lnTo>
                    <a:pt x="292933" y="49070"/>
                  </a:lnTo>
                  <a:lnTo>
                    <a:pt x="294499" y="47161"/>
                  </a:lnTo>
                  <a:lnTo>
                    <a:pt x="296066" y="45251"/>
                  </a:lnTo>
                  <a:lnTo>
                    <a:pt x="297632" y="43936"/>
                  </a:lnTo>
                  <a:lnTo>
                    <a:pt x="299199" y="41199"/>
                  </a:lnTo>
                  <a:lnTo>
                    <a:pt x="300766" y="38422"/>
                  </a:lnTo>
                  <a:lnTo>
                    <a:pt x="302332" y="32887"/>
                  </a:lnTo>
                  <a:lnTo>
                    <a:pt x="303899" y="29049"/>
                  </a:lnTo>
                  <a:lnTo>
                    <a:pt x="305465" y="25211"/>
                  </a:lnTo>
                  <a:lnTo>
                    <a:pt x="307032" y="21374"/>
                  </a:lnTo>
                  <a:lnTo>
                    <a:pt x="308599" y="18152"/>
                  </a:lnTo>
                  <a:lnTo>
                    <a:pt x="310165" y="15428"/>
                  </a:lnTo>
                  <a:lnTo>
                    <a:pt x="311732" y="12242"/>
                  </a:lnTo>
                  <a:lnTo>
                    <a:pt x="313298" y="9518"/>
                  </a:lnTo>
                  <a:lnTo>
                    <a:pt x="314865" y="6794"/>
                  </a:lnTo>
                  <a:lnTo>
                    <a:pt x="316431" y="4670"/>
                  </a:lnTo>
                  <a:lnTo>
                    <a:pt x="317998" y="2864"/>
                  </a:lnTo>
                  <a:lnTo>
                    <a:pt x="319565" y="1058"/>
                  </a:lnTo>
                  <a:lnTo>
                    <a:pt x="321131" y="0"/>
                  </a:lnTo>
                  <a:lnTo>
                    <a:pt x="322698" y="3630"/>
                  </a:lnTo>
                  <a:lnTo>
                    <a:pt x="324264" y="8383"/>
                  </a:lnTo>
                  <a:lnTo>
                    <a:pt x="325831" y="15973"/>
                  </a:lnTo>
                  <a:lnTo>
                    <a:pt x="327398" y="23324"/>
                  </a:lnTo>
                  <a:lnTo>
                    <a:pt x="328964" y="33014"/>
                  </a:lnTo>
                  <a:lnTo>
                    <a:pt x="330531" y="45408"/>
                  </a:lnTo>
                  <a:lnTo>
                    <a:pt x="332097" y="57018"/>
                  </a:lnTo>
                  <a:lnTo>
                    <a:pt x="333664" y="68629"/>
                  </a:lnTo>
                  <a:lnTo>
                    <a:pt x="335231" y="78763"/>
                  </a:lnTo>
                  <a:lnTo>
                    <a:pt x="336797" y="87898"/>
                  </a:lnTo>
                  <a:lnTo>
                    <a:pt x="338364" y="97725"/>
                  </a:lnTo>
                  <a:lnTo>
                    <a:pt x="339930" y="107253"/>
                  </a:lnTo>
                  <a:lnTo>
                    <a:pt x="341497" y="116782"/>
                  </a:lnTo>
                  <a:lnTo>
                    <a:pt x="343063" y="126311"/>
                  </a:lnTo>
                  <a:lnTo>
                    <a:pt x="344630" y="136383"/>
                  </a:lnTo>
                  <a:lnTo>
                    <a:pt x="346197" y="143187"/>
                  </a:lnTo>
                  <a:lnTo>
                    <a:pt x="347763" y="149083"/>
                  </a:lnTo>
                  <a:lnTo>
                    <a:pt x="349330" y="156011"/>
                  </a:lnTo>
                  <a:lnTo>
                    <a:pt x="350896" y="159325"/>
                  </a:lnTo>
                  <a:lnTo>
                    <a:pt x="352463" y="161079"/>
                  </a:lnTo>
                  <a:lnTo>
                    <a:pt x="354030" y="159828"/>
                  </a:lnTo>
                  <a:lnTo>
                    <a:pt x="355596" y="159933"/>
                  </a:lnTo>
                  <a:lnTo>
                    <a:pt x="357163" y="158177"/>
                  </a:lnTo>
                  <a:lnTo>
                    <a:pt x="358729" y="157351"/>
                  </a:lnTo>
                  <a:lnTo>
                    <a:pt x="360296" y="157198"/>
                  </a:lnTo>
                  <a:lnTo>
                    <a:pt x="361862" y="156748"/>
                  </a:lnTo>
                  <a:lnTo>
                    <a:pt x="363429" y="158337"/>
                  </a:lnTo>
                  <a:lnTo>
                    <a:pt x="364996" y="163756"/>
                  </a:lnTo>
                  <a:lnTo>
                    <a:pt x="366562" y="166604"/>
                  </a:lnTo>
                  <a:lnTo>
                    <a:pt x="368129" y="168109"/>
                  </a:lnTo>
                  <a:lnTo>
                    <a:pt x="369695" y="169663"/>
                  </a:lnTo>
                  <a:lnTo>
                    <a:pt x="371262" y="171729"/>
                  </a:lnTo>
                  <a:lnTo>
                    <a:pt x="372829" y="172033"/>
                  </a:lnTo>
                  <a:lnTo>
                    <a:pt x="374395" y="176889"/>
                  </a:lnTo>
                  <a:lnTo>
                    <a:pt x="375962" y="182418"/>
                  </a:lnTo>
                  <a:lnTo>
                    <a:pt x="377528" y="187353"/>
                  </a:lnTo>
                  <a:lnTo>
                    <a:pt x="378687" y="19346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6191474" y="3596886"/>
              <a:ext cx="254678" cy="266294"/>
            </a:xfrm>
            <a:custGeom>
              <a:avLst/>
              <a:pathLst>
                <a:path w="254678" h="266294">
                  <a:moveTo>
                    <a:pt x="0" y="266294"/>
                  </a:moveTo>
                  <a:lnTo>
                    <a:pt x="1434" y="252077"/>
                  </a:lnTo>
                  <a:lnTo>
                    <a:pt x="3001" y="237599"/>
                  </a:lnTo>
                  <a:lnTo>
                    <a:pt x="4567" y="224014"/>
                  </a:lnTo>
                  <a:lnTo>
                    <a:pt x="6134" y="211147"/>
                  </a:lnTo>
                  <a:lnTo>
                    <a:pt x="7700" y="199017"/>
                  </a:lnTo>
                  <a:lnTo>
                    <a:pt x="9267" y="187212"/>
                  </a:lnTo>
                  <a:lnTo>
                    <a:pt x="10834" y="175071"/>
                  </a:lnTo>
                  <a:lnTo>
                    <a:pt x="12400" y="166611"/>
                  </a:lnTo>
                  <a:lnTo>
                    <a:pt x="13967" y="159758"/>
                  </a:lnTo>
                  <a:lnTo>
                    <a:pt x="15533" y="156231"/>
                  </a:lnTo>
                  <a:lnTo>
                    <a:pt x="17100" y="152893"/>
                  </a:lnTo>
                  <a:lnTo>
                    <a:pt x="18666" y="150149"/>
                  </a:lnTo>
                  <a:lnTo>
                    <a:pt x="20233" y="147406"/>
                  </a:lnTo>
                  <a:lnTo>
                    <a:pt x="21800" y="145278"/>
                  </a:lnTo>
                  <a:lnTo>
                    <a:pt x="23366" y="143151"/>
                  </a:lnTo>
                  <a:lnTo>
                    <a:pt x="24933" y="141024"/>
                  </a:lnTo>
                  <a:lnTo>
                    <a:pt x="26499" y="138896"/>
                  </a:lnTo>
                  <a:lnTo>
                    <a:pt x="28066" y="137346"/>
                  </a:lnTo>
                  <a:lnTo>
                    <a:pt x="29633" y="135219"/>
                  </a:lnTo>
                  <a:lnTo>
                    <a:pt x="31199" y="133092"/>
                  </a:lnTo>
                  <a:lnTo>
                    <a:pt x="32766" y="130370"/>
                  </a:lnTo>
                  <a:lnTo>
                    <a:pt x="34332" y="127627"/>
                  </a:lnTo>
                  <a:lnTo>
                    <a:pt x="35899" y="124883"/>
                  </a:lnTo>
                  <a:lnTo>
                    <a:pt x="37466" y="121545"/>
                  </a:lnTo>
                  <a:lnTo>
                    <a:pt x="39032" y="118207"/>
                  </a:lnTo>
                  <a:lnTo>
                    <a:pt x="40599" y="111995"/>
                  </a:lnTo>
                  <a:lnTo>
                    <a:pt x="42165" y="104360"/>
                  </a:lnTo>
                  <a:lnTo>
                    <a:pt x="43732" y="97507"/>
                  </a:lnTo>
                  <a:lnTo>
                    <a:pt x="45298" y="90654"/>
                  </a:lnTo>
                  <a:lnTo>
                    <a:pt x="46865" y="84973"/>
                  </a:lnTo>
                  <a:lnTo>
                    <a:pt x="48432" y="78715"/>
                  </a:lnTo>
                  <a:lnTo>
                    <a:pt x="49998" y="69699"/>
                  </a:lnTo>
                  <a:lnTo>
                    <a:pt x="51565" y="60396"/>
                  </a:lnTo>
                  <a:lnTo>
                    <a:pt x="53131" y="50499"/>
                  </a:lnTo>
                  <a:lnTo>
                    <a:pt x="54698" y="40602"/>
                  </a:lnTo>
                  <a:lnTo>
                    <a:pt x="56265" y="31321"/>
                  </a:lnTo>
                  <a:lnTo>
                    <a:pt x="57831" y="20926"/>
                  </a:lnTo>
                  <a:lnTo>
                    <a:pt x="59398" y="13429"/>
                  </a:lnTo>
                  <a:lnTo>
                    <a:pt x="60964" y="8077"/>
                  </a:lnTo>
                  <a:lnTo>
                    <a:pt x="62531" y="3319"/>
                  </a:lnTo>
                  <a:lnTo>
                    <a:pt x="64098" y="1201"/>
                  </a:lnTo>
                  <a:lnTo>
                    <a:pt x="65664" y="602"/>
                  </a:lnTo>
                  <a:lnTo>
                    <a:pt x="67231" y="0"/>
                  </a:lnTo>
                  <a:lnTo>
                    <a:pt x="68797" y="3964"/>
                  </a:lnTo>
                  <a:lnTo>
                    <a:pt x="70364" y="8374"/>
                  </a:lnTo>
                  <a:lnTo>
                    <a:pt x="71930" y="15074"/>
                  </a:lnTo>
                  <a:lnTo>
                    <a:pt x="73497" y="25024"/>
                  </a:lnTo>
                  <a:lnTo>
                    <a:pt x="75064" y="35352"/>
                  </a:lnTo>
                  <a:lnTo>
                    <a:pt x="76630" y="46400"/>
                  </a:lnTo>
                  <a:lnTo>
                    <a:pt x="78197" y="57448"/>
                  </a:lnTo>
                  <a:lnTo>
                    <a:pt x="79763" y="68794"/>
                  </a:lnTo>
                  <a:lnTo>
                    <a:pt x="81330" y="82411"/>
                  </a:lnTo>
                  <a:lnTo>
                    <a:pt x="82897" y="96151"/>
                  </a:lnTo>
                  <a:lnTo>
                    <a:pt x="84463" y="108997"/>
                  </a:lnTo>
                  <a:lnTo>
                    <a:pt x="86030" y="122677"/>
                  </a:lnTo>
                  <a:lnTo>
                    <a:pt x="87596" y="136357"/>
                  </a:lnTo>
                  <a:lnTo>
                    <a:pt x="89163" y="148974"/>
                  </a:lnTo>
                  <a:lnTo>
                    <a:pt x="90730" y="161927"/>
                  </a:lnTo>
                  <a:lnTo>
                    <a:pt x="92296" y="169576"/>
                  </a:lnTo>
                  <a:lnTo>
                    <a:pt x="93863" y="175812"/>
                  </a:lnTo>
                  <a:lnTo>
                    <a:pt x="95429" y="178722"/>
                  </a:lnTo>
                  <a:lnTo>
                    <a:pt x="96996" y="181444"/>
                  </a:lnTo>
                  <a:lnTo>
                    <a:pt x="98562" y="183572"/>
                  </a:lnTo>
                  <a:lnTo>
                    <a:pt x="100129" y="186315"/>
                  </a:lnTo>
                  <a:lnTo>
                    <a:pt x="101696" y="189059"/>
                  </a:lnTo>
                  <a:lnTo>
                    <a:pt x="103262" y="191802"/>
                  </a:lnTo>
                  <a:lnTo>
                    <a:pt x="104829" y="193929"/>
                  </a:lnTo>
                  <a:lnTo>
                    <a:pt x="106395" y="195245"/>
                  </a:lnTo>
                  <a:lnTo>
                    <a:pt x="107962" y="195983"/>
                  </a:lnTo>
                  <a:lnTo>
                    <a:pt x="109529" y="195982"/>
                  </a:lnTo>
                  <a:lnTo>
                    <a:pt x="111095" y="195982"/>
                  </a:lnTo>
                  <a:lnTo>
                    <a:pt x="112662" y="196576"/>
                  </a:lnTo>
                  <a:lnTo>
                    <a:pt x="114228" y="197154"/>
                  </a:lnTo>
                  <a:lnTo>
                    <a:pt x="115795" y="197731"/>
                  </a:lnTo>
                  <a:lnTo>
                    <a:pt x="117362" y="198169"/>
                  </a:lnTo>
                  <a:lnTo>
                    <a:pt x="118928" y="196564"/>
                  </a:lnTo>
                  <a:lnTo>
                    <a:pt x="120495" y="196093"/>
                  </a:lnTo>
                  <a:lnTo>
                    <a:pt x="122061" y="195769"/>
                  </a:lnTo>
                  <a:lnTo>
                    <a:pt x="123628" y="194635"/>
                  </a:lnTo>
                  <a:lnTo>
                    <a:pt x="125194" y="193499"/>
                  </a:lnTo>
                  <a:lnTo>
                    <a:pt x="126761" y="191192"/>
                  </a:lnTo>
                  <a:lnTo>
                    <a:pt x="128328" y="189463"/>
                  </a:lnTo>
                  <a:lnTo>
                    <a:pt x="129894" y="190490"/>
                  </a:lnTo>
                  <a:lnTo>
                    <a:pt x="131461" y="191806"/>
                  </a:lnTo>
                  <a:lnTo>
                    <a:pt x="133027" y="193715"/>
                  </a:lnTo>
                  <a:lnTo>
                    <a:pt x="134594" y="195625"/>
                  </a:lnTo>
                  <a:lnTo>
                    <a:pt x="136161" y="197534"/>
                  </a:lnTo>
                  <a:lnTo>
                    <a:pt x="137727" y="200557"/>
                  </a:lnTo>
                  <a:lnTo>
                    <a:pt x="139294" y="203882"/>
                  </a:lnTo>
                  <a:lnTo>
                    <a:pt x="140860" y="208673"/>
                  </a:lnTo>
                  <a:lnTo>
                    <a:pt x="142427" y="215340"/>
                  </a:lnTo>
                  <a:lnTo>
                    <a:pt x="143994" y="221019"/>
                  </a:lnTo>
                  <a:lnTo>
                    <a:pt x="145560" y="227418"/>
                  </a:lnTo>
                  <a:lnTo>
                    <a:pt x="147127" y="233520"/>
                  </a:lnTo>
                  <a:lnTo>
                    <a:pt x="148693" y="238149"/>
                  </a:lnTo>
                  <a:lnTo>
                    <a:pt x="150260" y="243633"/>
                  </a:lnTo>
                  <a:lnTo>
                    <a:pt x="151826" y="249712"/>
                  </a:lnTo>
                  <a:lnTo>
                    <a:pt x="153393" y="252059"/>
                  </a:lnTo>
                  <a:lnTo>
                    <a:pt x="154960" y="254029"/>
                  </a:lnTo>
                  <a:lnTo>
                    <a:pt x="156526" y="255742"/>
                  </a:lnTo>
                  <a:lnTo>
                    <a:pt x="158093" y="257455"/>
                  </a:lnTo>
                  <a:lnTo>
                    <a:pt x="159659" y="258870"/>
                  </a:lnTo>
                  <a:lnTo>
                    <a:pt x="161226" y="256355"/>
                  </a:lnTo>
                  <a:lnTo>
                    <a:pt x="162793" y="251668"/>
                  </a:lnTo>
                  <a:lnTo>
                    <a:pt x="164359" y="246331"/>
                  </a:lnTo>
                  <a:lnTo>
                    <a:pt x="165926" y="239444"/>
                  </a:lnTo>
                  <a:lnTo>
                    <a:pt x="167492" y="233208"/>
                  </a:lnTo>
                  <a:lnTo>
                    <a:pt x="169059" y="226972"/>
                  </a:lnTo>
                  <a:lnTo>
                    <a:pt x="170626" y="221107"/>
                  </a:lnTo>
                  <a:lnTo>
                    <a:pt x="172192" y="213810"/>
                  </a:lnTo>
                  <a:lnTo>
                    <a:pt x="173759" y="205701"/>
                  </a:lnTo>
                  <a:lnTo>
                    <a:pt x="175325" y="197014"/>
                  </a:lnTo>
                  <a:lnTo>
                    <a:pt x="176892" y="188328"/>
                  </a:lnTo>
                  <a:lnTo>
                    <a:pt x="178458" y="180218"/>
                  </a:lnTo>
                  <a:lnTo>
                    <a:pt x="180025" y="171493"/>
                  </a:lnTo>
                  <a:lnTo>
                    <a:pt x="181592" y="162767"/>
                  </a:lnTo>
                  <a:lnTo>
                    <a:pt x="183158" y="154779"/>
                  </a:lnTo>
                  <a:lnTo>
                    <a:pt x="184725" y="149495"/>
                  </a:lnTo>
                  <a:lnTo>
                    <a:pt x="186291" y="145981"/>
                  </a:lnTo>
                  <a:lnTo>
                    <a:pt x="187858" y="142466"/>
                  </a:lnTo>
                  <a:lnTo>
                    <a:pt x="189425" y="140266"/>
                  </a:lnTo>
                  <a:lnTo>
                    <a:pt x="190991" y="138066"/>
                  </a:lnTo>
                  <a:lnTo>
                    <a:pt x="192558" y="135867"/>
                  </a:lnTo>
                  <a:lnTo>
                    <a:pt x="194124" y="133919"/>
                  </a:lnTo>
                  <a:lnTo>
                    <a:pt x="195691" y="134657"/>
                  </a:lnTo>
                  <a:lnTo>
                    <a:pt x="197258" y="136128"/>
                  </a:lnTo>
                  <a:lnTo>
                    <a:pt x="198824" y="139643"/>
                  </a:lnTo>
                  <a:lnTo>
                    <a:pt x="200391" y="144115"/>
                  </a:lnTo>
                  <a:lnTo>
                    <a:pt x="201957" y="149862"/>
                  </a:lnTo>
                  <a:lnTo>
                    <a:pt x="203524" y="156421"/>
                  </a:lnTo>
                  <a:lnTo>
                    <a:pt x="205090" y="162981"/>
                  </a:lnTo>
                  <a:lnTo>
                    <a:pt x="206657" y="168802"/>
                  </a:lnTo>
                  <a:lnTo>
                    <a:pt x="208224" y="174047"/>
                  </a:lnTo>
                  <a:lnTo>
                    <a:pt x="209790" y="179291"/>
                  </a:lnTo>
                  <a:lnTo>
                    <a:pt x="211357" y="185112"/>
                  </a:lnTo>
                  <a:lnTo>
                    <a:pt x="212923" y="190357"/>
                  </a:lnTo>
                  <a:lnTo>
                    <a:pt x="214490" y="195601"/>
                  </a:lnTo>
                  <a:lnTo>
                    <a:pt x="216057" y="201422"/>
                  </a:lnTo>
                  <a:lnTo>
                    <a:pt x="217623" y="206072"/>
                  </a:lnTo>
                  <a:lnTo>
                    <a:pt x="219190" y="210071"/>
                  </a:lnTo>
                  <a:lnTo>
                    <a:pt x="220756" y="212901"/>
                  </a:lnTo>
                  <a:lnTo>
                    <a:pt x="222323" y="213855"/>
                  </a:lnTo>
                  <a:lnTo>
                    <a:pt x="223890" y="213811"/>
                  </a:lnTo>
                  <a:lnTo>
                    <a:pt x="225456" y="212639"/>
                  </a:lnTo>
                  <a:lnTo>
                    <a:pt x="227023" y="212062"/>
                  </a:lnTo>
                  <a:lnTo>
                    <a:pt x="228589" y="213233"/>
                  </a:lnTo>
                  <a:lnTo>
                    <a:pt x="230156" y="215143"/>
                  </a:lnTo>
                  <a:lnTo>
                    <a:pt x="231722" y="217270"/>
                  </a:lnTo>
                  <a:lnTo>
                    <a:pt x="233289" y="219992"/>
                  </a:lnTo>
                  <a:lnTo>
                    <a:pt x="234856" y="221901"/>
                  </a:lnTo>
                  <a:lnTo>
                    <a:pt x="236422" y="223810"/>
                  </a:lnTo>
                  <a:lnTo>
                    <a:pt x="237989" y="225720"/>
                  </a:lnTo>
                  <a:lnTo>
                    <a:pt x="239555" y="226891"/>
                  </a:lnTo>
                  <a:lnTo>
                    <a:pt x="241122" y="230579"/>
                  </a:lnTo>
                  <a:lnTo>
                    <a:pt x="242689" y="234687"/>
                  </a:lnTo>
                  <a:lnTo>
                    <a:pt x="244255" y="239447"/>
                  </a:lnTo>
                  <a:lnTo>
                    <a:pt x="245822" y="244207"/>
                  </a:lnTo>
                  <a:lnTo>
                    <a:pt x="247388" y="248316"/>
                  </a:lnTo>
                  <a:lnTo>
                    <a:pt x="248955" y="251831"/>
                  </a:lnTo>
                  <a:lnTo>
                    <a:pt x="250522" y="254974"/>
                  </a:lnTo>
                  <a:lnTo>
                    <a:pt x="252088" y="259711"/>
                  </a:lnTo>
                  <a:lnTo>
                    <a:pt x="253655" y="263684"/>
                  </a:lnTo>
                  <a:lnTo>
                    <a:pt x="254678" y="26629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6473944" y="3793556"/>
              <a:ext cx="149856" cy="69624"/>
            </a:xfrm>
            <a:custGeom>
              <a:avLst/>
              <a:pathLst>
                <a:path w="149856" h="69624">
                  <a:moveTo>
                    <a:pt x="0" y="69624"/>
                  </a:moveTo>
                  <a:lnTo>
                    <a:pt x="950" y="67790"/>
                  </a:lnTo>
                  <a:lnTo>
                    <a:pt x="2517" y="64767"/>
                  </a:lnTo>
                  <a:lnTo>
                    <a:pt x="4083" y="62481"/>
                  </a:lnTo>
                  <a:lnTo>
                    <a:pt x="5650" y="60773"/>
                  </a:lnTo>
                  <a:lnTo>
                    <a:pt x="7217" y="59528"/>
                  </a:lnTo>
                  <a:lnTo>
                    <a:pt x="8783" y="57706"/>
                  </a:lnTo>
                  <a:lnTo>
                    <a:pt x="10350" y="56461"/>
                  </a:lnTo>
                  <a:lnTo>
                    <a:pt x="11916" y="55866"/>
                  </a:lnTo>
                  <a:lnTo>
                    <a:pt x="13483" y="54694"/>
                  </a:lnTo>
                  <a:lnTo>
                    <a:pt x="15050" y="54694"/>
                  </a:lnTo>
                  <a:lnTo>
                    <a:pt x="16616" y="55345"/>
                  </a:lnTo>
                  <a:lnTo>
                    <a:pt x="18183" y="55996"/>
                  </a:lnTo>
                  <a:lnTo>
                    <a:pt x="19749" y="55996"/>
                  </a:lnTo>
                  <a:lnTo>
                    <a:pt x="21316" y="55996"/>
                  </a:lnTo>
                  <a:lnTo>
                    <a:pt x="22882" y="55345"/>
                  </a:lnTo>
                  <a:lnTo>
                    <a:pt x="24449" y="53637"/>
                  </a:lnTo>
                  <a:lnTo>
                    <a:pt x="26016" y="51352"/>
                  </a:lnTo>
                  <a:lnTo>
                    <a:pt x="27582" y="47729"/>
                  </a:lnTo>
                  <a:lnTo>
                    <a:pt x="29149" y="43295"/>
                  </a:lnTo>
                  <a:lnTo>
                    <a:pt x="30715" y="38603"/>
                  </a:lnTo>
                  <a:lnTo>
                    <a:pt x="32282" y="34724"/>
                  </a:lnTo>
                  <a:lnTo>
                    <a:pt x="33849" y="30591"/>
                  </a:lnTo>
                  <a:lnTo>
                    <a:pt x="35415" y="26251"/>
                  </a:lnTo>
                  <a:lnTo>
                    <a:pt x="36982" y="22856"/>
                  </a:lnTo>
                  <a:lnTo>
                    <a:pt x="38548" y="19461"/>
                  </a:lnTo>
                  <a:lnTo>
                    <a:pt x="40115" y="16644"/>
                  </a:lnTo>
                  <a:lnTo>
                    <a:pt x="41681" y="13826"/>
                  </a:lnTo>
                  <a:lnTo>
                    <a:pt x="43248" y="11008"/>
                  </a:lnTo>
                  <a:lnTo>
                    <a:pt x="44815" y="8191"/>
                  </a:lnTo>
                  <a:lnTo>
                    <a:pt x="46381" y="5968"/>
                  </a:lnTo>
                  <a:lnTo>
                    <a:pt x="47948" y="3998"/>
                  </a:lnTo>
                  <a:lnTo>
                    <a:pt x="49514" y="2679"/>
                  </a:lnTo>
                  <a:lnTo>
                    <a:pt x="51081" y="2124"/>
                  </a:lnTo>
                  <a:lnTo>
                    <a:pt x="52648" y="2124"/>
                  </a:lnTo>
                  <a:lnTo>
                    <a:pt x="54214" y="2380"/>
                  </a:lnTo>
                  <a:lnTo>
                    <a:pt x="55781" y="2638"/>
                  </a:lnTo>
                  <a:lnTo>
                    <a:pt x="57347" y="2894"/>
                  </a:lnTo>
                  <a:lnTo>
                    <a:pt x="58914" y="3449"/>
                  </a:lnTo>
                  <a:lnTo>
                    <a:pt x="60481" y="3151"/>
                  </a:lnTo>
                  <a:lnTo>
                    <a:pt x="62047" y="2854"/>
                  </a:lnTo>
                  <a:lnTo>
                    <a:pt x="63614" y="2555"/>
                  </a:lnTo>
                  <a:lnTo>
                    <a:pt x="65180" y="2257"/>
                  </a:lnTo>
                  <a:lnTo>
                    <a:pt x="66747" y="1960"/>
                  </a:lnTo>
                  <a:lnTo>
                    <a:pt x="68313" y="1663"/>
                  </a:lnTo>
                  <a:lnTo>
                    <a:pt x="69880" y="1108"/>
                  </a:lnTo>
                  <a:lnTo>
                    <a:pt x="71447" y="598"/>
                  </a:lnTo>
                  <a:lnTo>
                    <a:pt x="73013" y="345"/>
                  </a:lnTo>
                  <a:lnTo>
                    <a:pt x="74580" y="598"/>
                  </a:lnTo>
                  <a:lnTo>
                    <a:pt x="76146" y="855"/>
                  </a:lnTo>
                  <a:lnTo>
                    <a:pt x="77713" y="598"/>
                  </a:lnTo>
                  <a:lnTo>
                    <a:pt x="79280" y="301"/>
                  </a:lnTo>
                  <a:lnTo>
                    <a:pt x="80846" y="0"/>
                  </a:lnTo>
                  <a:lnTo>
                    <a:pt x="82413" y="0"/>
                  </a:lnTo>
                  <a:lnTo>
                    <a:pt x="83979" y="463"/>
                  </a:lnTo>
                  <a:lnTo>
                    <a:pt x="85546" y="1577"/>
                  </a:lnTo>
                  <a:lnTo>
                    <a:pt x="87113" y="2822"/>
                  </a:lnTo>
                  <a:lnTo>
                    <a:pt x="88679" y="4067"/>
                  </a:lnTo>
                  <a:lnTo>
                    <a:pt x="90246" y="5312"/>
                  </a:lnTo>
                  <a:lnTo>
                    <a:pt x="91812" y="5906"/>
                  </a:lnTo>
                  <a:lnTo>
                    <a:pt x="93379" y="6501"/>
                  </a:lnTo>
                  <a:lnTo>
                    <a:pt x="94945" y="7672"/>
                  </a:lnTo>
                  <a:lnTo>
                    <a:pt x="96512" y="8843"/>
                  </a:lnTo>
                  <a:lnTo>
                    <a:pt x="98079" y="10015"/>
                  </a:lnTo>
                  <a:lnTo>
                    <a:pt x="99645" y="11837"/>
                  </a:lnTo>
                  <a:lnTo>
                    <a:pt x="101212" y="13660"/>
                  </a:lnTo>
                  <a:lnTo>
                    <a:pt x="102778" y="15482"/>
                  </a:lnTo>
                  <a:lnTo>
                    <a:pt x="104345" y="17768"/>
                  </a:lnTo>
                  <a:lnTo>
                    <a:pt x="105912" y="19476"/>
                  </a:lnTo>
                  <a:lnTo>
                    <a:pt x="107478" y="21189"/>
                  </a:lnTo>
                  <a:lnTo>
                    <a:pt x="109045" y="22902"/>
                  </a:lnTo>
                  <a:lnTo>
                    <a:pt x="110611" y="24221"/>
                  </a:lnTo>
                  <a:lnTo>
                    <a:pt x="112178" y="25541"/>
                  </a:lnTo>
                  <a:lnTo>
                    <a:pt x="113745" y="27764"/>
                  </a:lnTo>
                  <a:lnTo>
                    <a:pt x="115311" y="29544"/>
                  </a:lnTo>
                  <a:lnTo>
                    <a:pt x="116878" y="31116"/>
                  </a:lnTo>
                  <a:lnTo>
                    <a:pt x="118444" y="32688"/>
                  </a:lnTo>
                  <a:lnTo>
                    <a:pt x="120011" y="33797"/>
                  </a:lnTo>
                  <a:lnTo>
                    <a:pt x="121577" y="34907"/>
                  </a:lnTo>
                  <a:lnTo>
                    <a:pt x="123144" y="35714"/>
                  </a:lnTo>
                  <a:lnTo>
                    <a:pt x="124711" y="36224"/>
                  </a:lnTo>
                  <a:lnTo>
                    <a:pt x="126277" y="37033"/>
                  </a:lnTo>
                  <a:lnTo>
                    <a:pt x="127844" y="38352"/>
                  </a:lnTo>
                  <a:lnTo>
                    <a:pt x="129410" y="39671"/>
                  </a:lnTo>
                  <a:lnTo>
                    <a:pt x="130977" y="40990"/>
                  </a:lnTo>
                  <a:lnTo>
                    <a:pt x="132544" y="42309"/>
                  </a:lnTo>
                  <a:lnTo>
                    <a:pt x="134110" y="42908"/>
                  </a:lnTo>
                  <a:lnTo>
                    <a:pt x="135677" y="43971"/>
                  </a:lnTo>
                  <a:lnTo>
                    <a:pt x="137243" y="45032"/>
                  </a:lnTo>
                  <a:lnTo>
                    <a:pt x="138810" y="46448"/>
                  </a:lnTo>
                  <a:lnTo>
                    <a:pt x="140377" y="48161"/>
                  </a:lnTo>
                  <a:lnTo>
                    <a:pt x="141943" y="51045"/>
                  </a:lnTo>
                  <a:lnTo>
                    <a:pt x="143510" y="54668"/>
                  </a:lnTo>
                  <a:lnTo>
                    <a:pt x="145076" y="58291"/>
                  </a:lnTo>
                  <a:lnTo>
                    <a:pt x="146643" y="61913"/>
                  </a:lnTo>
                  <a:lnTo>
                    <a:pt x="148209" y="65535"/>
                  </a:lnTo>
                  <a:lnTo>
                    <a:pt x="149776" y="69415"/>
                  </a:lnTo>
                  <a:lnTo>
                    <a:pt x="149856" y="6962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660598" y="3737951"/>
              <a:ext cx="101415" cy="125229"/>
            </a:xfrm>
            <a:custGeom>
              <a:avLst/>
              <a:pathLst>
                <a:path w="101415" h="125229">
                  <a:moveTo>
                    <a:pt x="0" y="125229"/>
                  </a:moveTo>
                  <a:lnTo>
                    <a:pt x="720" y="122496"/>
                  </a:lnTo>
                  <a:lnTo>
                    <a:pt x="2286" y="116550"/>
                  </a:lnTo>
                  <a:lnTo>
                    <a:pt x="3853" y="111717"/>
                  </a:lnTo>
                  <a:lnTo>
                    <a:pt x="5419" y="106882"/>
                  </a:lnTo>
                  <a:lnTo>
                    <a:pt x="6986" y="101398"/>
                  </a:lnTo>
                  <a:lnTo>
                    <a:pt x="8553" y="96564"/>
                  </a:lnTo>
                  <a:lnTo>
                    <a:pt x="10119" y="91987"/>
                  </a:lnTo>
                  <a:lnTo>
                    <a:pt x="11686" y="87708"/>
                  </a:lnTo>
                  <a:lnTo>
                    <a:pt x="13252" y="82779"/>
                  </a:lnTo>
                  <a:lnTo>
                    <a:pt x="14819" y="76220"/>
                  </a:lnTo>
                  <a:lnTo>
                    <a:pt x="16386" y="69962"/>
                  </a:lnTo>
                  <a:lnTo>
                    <a:pt x="17952" y="64465"/>
                  </a:lnTo>
                  <a:lnTo>
                    <a:pt x="19519" y="58670"/>
                  </a:lnTo>
                  <a:lnTo>
                    <a:pt x="21085" y="52110"/>
                  </a:lnTo>
                  <a:lnTo>
                    <a:pt x="22652" y="45088"/>
                  </a:lnTo>
                  <a:lnTo>
                    <a:pt x="24218" y="41110"/>
                  </a:lnTo>
                  <a:lnTo>
                    <a:pt x="25785" y="37596"/>
                  </a:lnTo>
                  <a:lnTo>
                    <a:pt x="27352" y="34544"/>
                  </a:lnTo>
                  <a:lnTo>
                    <a:pt x="28918" y="31029"/>
                  </a:lnTo>
                  <a:lnTo>
                    <a:pt x="30485" y="27514"/>
                  </a:lnTo>
                  <a:lnTo>
                    <a:pt x="32051" y="24000"/>
                  </a:lnTo>
                  <a:lnTo>
                    <a:pt x="33618" y="20485"/>
                  </a:lnTo>
                  <a:lnTo>
                    <a:pt x="35185" y="15799"/>
                  </a:lnTo>
                  <a:lnTo>
                    <a:pt x="36751" y="11544"/>
                  </a:lnTo>
                  <a:lnTo>
                    <a:pt x="38318" y="9635"/>
                  </a:lnTo>
                  <a:lnTo>
                    <a:pt x="39884" y="7726"/>
                  </a:lnTo>
                  <a:lnTo>
                    <a:pt x="41451" y="5816"/>
                  </a:lnTo>
                  <a:lnTo>
                    <a:pt x="43018" y="4501"/>
                  </a:lnTo>
                  <a:lnTo>
                    <a:pt x="44584" y="3764"/>
                  </a:lnTo>
                  <a:lnTo>
                    <a:pt x="46151" y="3026"/>
                  </a:lnTo>
                  <a:lnTo>
                    <a:pt x="47717" y="2288"/>
                  </a:lnTo>
                  <a:lnTo>
                    <a:pt x="49284" y="1550"/>
                  </a:lnTo>
                  <a:lnTo>
                    <a:pt x="50850" y="0"/>
                  </a:lnTo>
                  <a:lnTo>
                    <a:pt x="52417" y="0"/>
                  </a:lnTo>
                  <a:lnTo>
                    <a:pt x="53984" y="812"/>
                  </a:lnTo>
                  <a:lnTo>
                    <a:pt x="55550" y="812"/>
                  </a:lnTo>
                  <a:lnTo>
                    <a:pt x="57117" y="812"/>
                  </a:lnTo>
                  <a:lnTo>
                    <a:pt x="58683" y="2939"/>
                  </a:lnTo>
                  <a:lnTo>
                    <a:pt x="60250" y="5661"/>
                  </a:lnTo>
                  <a:lnTo>
                    <a:pt x="61817" y="7570"/>
                  </a:lnTo>
                  <a:lnTo>
                    <a:pt x="63383" y="9480"/>
                  </a:lnTo>
                  <a:lnTo>
                    <a:pt x="64950" y="12040"/>
                  </a:lnTo>
                  <a:lnTo>
                    <a:pt x="66516" y="14600"/>
                  </a:lnTo>
                  <a:lnTo>
                    <a:pt x="68083" y="17925"/>
                  </a:lnTo>
                  <a:lnTo>
                    <a:pt x="69650" y="22616"/>
                  </a:lnTo>
                  <a:lnTo>
                    <a:pt x="71216" y="27308"/>
                  </a:lnTo>
                  <a:lnTo>
                    <a:pt x="72783" y="31441"/>
                  </a:lnTo>
                  <a:lnTo>
                    <a:pt x="74349" y="35781"/>
                  </a:lnTo>
                  <a:lnTo>
                    <a:pt x="75916" y="40121"/>
                  </a:lnTo>
                  <a:lnTo>
                    <a:pt x="77482" y="43147"/>
                  </a:lnTo>
                  <a:lnTo>
                    <a:pt x="79049" y="45964"/>
                  </a:lnTo>
                  <a:lnTo>
                    <a:pt x="80616" y="51909"/>
                  </a:lnTo>
                  <a:lnTo>
                    <a:pt x="82182" y="57855"/>
                  </a:lnTo>
                  <a:lnTo>
                    <a:pt x="83749" y="62689"/>
                  </a:lnTo>
                  <a:lnTo>
                    <a:pt x="85315" y="68173"/>
                  </a:lnTo>
                  <a:lnTo>
                    <a:pt x="86882" y="73658"/>
                  </a:lnTo>
                  <a:lnTo>
                    <a:pt x="88449" y="79143"/>
                  </a:lnTo>
                  <a:lnTo>
                    <a:pt x="90015" y="84371"/>
                  </a:lnTo>
                  <a:lnTo>
                    <a:pt x="91582" y="89300"/>
                  </a:lnTo>
                  <a:lnTo>
                    <a:pt x="93148" y="94229"/>
                  </a:lnTo>
                  <a:lnTo>
                    <a:pt x="94715" y="100788"/>
                  </a:lnTo>
                  <a:lnTo>
                    <a:pt x="96282" y="107047"/>
                  </a:lnTo>
                  <a:lnTo>
                    <a:pt x="97848" y="112841"/>
                  </a:lnTo>
                  <a:lnTo>
                    <a:pt x="99415" y="118081"/>
                  </a:lnTo>
                  <a:lnTo>
                    <a:pt x="100981" y="123578"/>
                  </a:lnTo>
                  <a:lnTo>
                    <a:pt x="101415" y="125229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6799848" y="3842741"/>
              <a:ext cx="33519" cy="20439"/>
            </a:xfrm>
            <a:custGeom>
              <a:avLst/>
              <a:pathLst>
                <a:path w="33519" h="20439">
                  <a:moveTo>
                    <a:pt x="0" y="20439"/>
                  </a:moveTo>
                  <a:lnTo>
                    <a:pt x="896" y="18244"/>
                  </a:lnTo>
                  <a:lnTo>
                    <a:pt x="2463" y="15683"/>
                  </a:lnTo>
                  <a:lnTo>
                    <a:pt x="4029" y="13123"/>
                  </a:lnTo>
                  <a:lnTo>
                    <a:pt x="5596" y="10563"/>
                  </a:lnTo>
                  <a:lnTo>
                    <a:pt x="7163" y="8003"/>
                  </a:lnTo>
                  <a:lnTo>
                    <a:pt x="8729" y="5442"/>
                  </a:lnTo>
                  <a:lnTo>
                    <a:pt x="10296" y="2721"/>
                  </a:lnTo>
                  <a:lnTo>
                    <a:pt x="11862" y="0"/>
                  </a:lnTo>
                  <a:lnTo>
                    <a:pt x="13429" y="0"/>
                  </a:lnTo>
                  <a:lnTo>
                    <a:pt x="14996" y="0"/>
                  </a:lnTo>
                  <a:lnTo>
                    <a:pt x="16562" y="0"/>
                  </a:lnTo>
                  <a:lnTo>
                    <a:pt x="18129" y="1315"/>
                  </a:lnTo>
                  <a:lnTo>
                    <a:pt x="19695" y="2630"/>
                  </a:lnTo>
                  <a:lnTo>
                    <a:pt x="21262" y="4539"/>
                  </a:lnTo>
                  <a:lnTo>
                    <a:pt x="22828" y="6449"/>
                  </a:lnTo>
                  <a:lnTo>
                    <a:pt x="24395" y="9009"/>
                  </a:lnTo>
                  <a:lnTo>
                    <a:pt x="25962" y="10918"/>
                  </a:lnTo>
                  <a:lnTo>
                    <a:pt x="27528" y="12827"/>
                  </a:lnTo>
                  <a:lnTo>
                    <a:pt x="29095" y="14737"/>
                  </a:lnTo>
                  <a:lnTo>
                    <a:pt x="30661" y="16647"/>
                  </a:lnTo>
                  <a:lnTo>
                    <a:pt x="32228" y="18556"/>
                  </a:lnTo>
                  <a:lnTo>
                    <a:pt x="33519" y="20439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6851289" y="3665392"/>
              <a:ext cx="216231" cy="197788"/>
            </a:xfrm>
            <a:custGeom>
              <a:avLst/>
              <a:pathLst>
                <a:path w="216231" h="197788">
                  <a:moveTo>
                    <a:pt x="0" y="197788"/>
                  </a:moveTo>
                  <a:lnTo>
                    <a:pt x="1153" y="194859"/>
                  </a:lnTo>
                  <a:lnTo>
                    <a:pt x="2720" y="187393"/>
                  </a:lnTo>
                  <a:lnTo>
                    <a:pt x="4286" y="177384"/>
                  </a:lnTo>
                  <a:lnTo>
                    <a:pt x="5853" y="167375"/>
                  </a:lnTo>
                  <a:lnTo>
                    <a:pt x="7419" y="157667"/>
                  </a:lnTo>
                  <a:lnTo>
                    <a:pt x="8986" y="147657"/>
                  </a:lnTo>
                  <a:lnTo>
                    <a:pt x="10552" y="137648"/>
                  </a:lnTo>
                  <a:lnTo>
                    <a:pt x="12119" y="127639"/>
                  </a:lnTo>
                  <a:lnTo>
                    <a:pt x="13686" y="117629"/>
                  </a:lnTo>
                  <a:lnTo>
                    <a:pt x="15252" y="107620"/>
                  </a:lnTo>
                  <a:lnTo>
                    <a:pt x="16819" y="96662"/>
                  </a:lnTo>
                  <a:lnTo>
                    <a:pt x="18385" y="86653"/>
                  </a:lnTo>
                  <a:lnTo>
                    <a:pt x="19952" y="76644"/>
                  </a:lnTo>
                  <a:lnTo>
                    <a:pt x="21519" y="68304"/>
                  </a:lnTo>
                  <a:lnTo>
                    <a:pt x="23085" y="62045"/>
                  </a:lnTo>
                  <a:lnTo>
                    <a:pt x="24652" y="56085"/>
                  </a:lnTo>
                  <a:lnTo>
                    <a:pt x="26218" y="52432"/>
                  </a:lnTo>
                  <a:lnTo>
                    <a:pt x="27785" y="52131"/>
                  </a:lnTo>
                  <a:lnTo>
                    <a:pt x="29352" y="52131"/>
                  </a:lnTo>
                  <a:lnTo>
                    <a:pt x="30918" y="51668"/>
                  </a:lnTo>
                  <a:lnTo>
                    <a:pt x="32485" y="51205"/>
                  </a:lnTo>
                  <a:lnTo>
                    <a:pt x="34051" y="51205"/>
                  </a:lnTo>
                  <a:lnTo>
                    <a:pt x="35618" y="51205"/>
                  </a:lnTo>
                  <a:lnTo>
                    <a:pt x="37184" y="51205"/>
                  </a:lnTo>
                  <a:lnTo>
                    <a:pt x="38751" y="50553"/>
                  </a:lnTo>
                  <a:lnTo>
                    <a:pt x="40318" y="49902"/>
                  </a:lnTo>
                  <a:lnTo>
                    <a:pt x="41884" y="46578"/>
                  </a:lnTo>
                  <a:lnTo>
                    <a:pt x="43451" y="43253"/>
                  </a:lnTo>
                  <a:lnTo>
                    <a:pt x="45017" y="39631"/>
                  </a:lnTo>
                  <a:lnTo>
                    <a:pt x="46584" y="36008"/>
                  </a:lnTo>
                  <a:lnTo>
                    <a:pt x="48151" y="32683"/>
                  </a:lnTo>
                  <a:lnTo>
                    <a:pt x="49717" y="29359"/>
                  </a:lnTo>
                  <a:lnTo>
                    <a:pt x="51284" y="26335"/>
                  </a:lnTo>
                  <a:lnTo>
                    <a:pt x="52850" y="23011"/>
                  </a:lnTo>
                  <a:lnTo>
                    <a:pt x="54417" y="19388"/>
                  </a:lnTo>
                  <a:lnTo>
                    <a:pt x="55984" y="16063"/>
                  </a:lnTo>
                  <a:lnTo>
                    <a:pt x="57550" y="12441"/>
                  </a:lnTo>
                  <a:lnTo>
                    <a:pt x="59117" y="8818"/>
                  </a:lnTo>
                  <a:lnTo>
                    <a:pt x="60683" y="5196"/>
                  </a:lnTo>
                  <a:lnTo>
                    <a:pt x="62250" y="2311"/>
                  </a:lnTo>
                  <a:lnTo>
                    <a:pt x="63816" y="301"/>
                  </a:lnTo>
                  <a:lnTo>
                    <a:pt x="65383" y="0"/>
                  </a:lnTo>
                  <a:lnTo>
                    <a:pt x="66950" y="463"/>
                  </a:lnTo>
                  <a:lnTo>
                    <a:pt x="68516" y="1227"/>
                  </a:lnTo>
                  <a:lnTo>
                    <a:pt x="70083" y="1992"/>
                  </a:lnTo>
                  <a:lnTo>
                    <a:pt x="71649" y="2455"/>
                  </a:lnTo>
                  <a:lnTo>
                    <a:pt x="73216" y="2455"/>
                  </a:lnTo>
                  <a:lnTo>
                    <a:pt x="74783" y="1991"/>
                  </a:lnTo>
                  <a:lnTo>
                    <a:pt x="76349" y="1528"/>
                  </a:lnTo>
                  <a:lnTo>
                    <a:pt x="77916" y="2358"/>
                  </a:lnTo>
                  <a:lnTo>
                    <a:pt x="79482" y="5108"/>
                  </a:lnTo>
                  <a:lnTo>
                    <a:pt x="81049" y="8321"/>
                  </a:lnTo>
                  <a:lnTo>
                    <a:pt x="82616" y="15787"/>
                  </a:lnTo>
                  <a:lnTo>
                    <a:pt x="84182" y="25796"/>
                  </a:lnTo>
                  <a:lnTo>
                    <a:pt x="85749" y="36457"/>
                  </a:lnTo>
                  <a:lnTo>
                    <a:pt x="87315" y="46816"/>
                  </a:lnTo>
                  <a:lnTo>
                    <a:pt x="88882" y="57476"/>
                  </a:lnTo>
                  <a:lnTo>
                    <a:pt x="90448" y="67022"/>
                  </a:lnTo>
                  <a:lnTo>
                    <a:pt x="92015" y="76568"/>
                  </a:lnTo>
                  <a:lnTo>
                    <a:pt x="93582" y="86114"/>
                  </a:lnTo>
                  <a:lnTo>
                    <a:pt x="95148" y="95661"/>
                  </a:lnTo>
                  <a:lnTo>
                    <a:pt x="96715" y="105968"/>
                  </a:lnTo>
                  <a:lnTo>
                    <a:pt x="98281" y="115978"/>
                  </a:lnTo>
                  <a:lnTo>
                    <a:pt x="99848" y="127232"/>
                  </a:lnTo>
                  <a:lnTo>
                    <a:pt x="101415" y="137281"/>
                  </a:lnTo>
                  <a:lnTo>
                    <a:pt x="102981" y="145549"/>
                  </a:lnTo>
                  <a:lnTo>
                    <a:pt x="104548" y="153816"/>
                  </a:lnTo>
                  <a:lnTo>
                    <a:pt x="106114" y="158583"/>
                  </a:lnTo>
                  <a:lnTo>
                    <a:pt x="107681" y="159998"/>
                  </a:lnTo>
                  <a:lnTo>
                    <a:pt x="109248" y="160461"/>
                  </a:lnTo>
                  <a:lnTo>
                    <a:pt x="110814" y="160924"/>
                  </a:lnTo>
                  <a:lnTo>
                    <a:pt x="112381" y="161387"/>
                  </a:lnTo>
                  <a:lnTo>
                    <a:pt x="113947" y="161387"/>
                  </a:lnTo>
                  <a:lnTo>
                    <a:pt x="115514" y="162038"/>
                  </a:lnTo>
                  <a:lnTo>
                    <a:pt x="117080" y="162688"/>
                  </a:lnTo>
                  <a:lnTo>
                    <a:pt x="118647" y="163339"/>
                  </a:lnTo>
                  <a:lnTo>
                    <a:pt x="120214" y="163339"/>
                  </a:lnTo>
                  <a:lnTo>
                    <a:pt x="121780" y="164104"/>
                  </a:lnTo>
                  <a:lnTo>
                    <a:pt x="123347" y="163806"/>
                  </a:lnTo>
                  <a:lnTo>
                    <a:pt x="124913" y="163549"/>
                  </a:lnTo>
                  <a:lnTo>
                    <a:pt x="126480" y="163292"/>
                  </a:lnTo>
                  <a:lnTo>
                    <a:pt x="128047" y="162738"/>
                  </a:lnTo>
                  <a:lnTo>
                    <a:pt x="129613" y="162183"/>
                  </a:lnTo>
                  <a:lnTo>
                    <a:pt x="131180" y="161327"/>
                  </a:lnTo>
                  <a:lnTo>
                    <a:pt x="132746" y="160772"/>
                  </a:lnTo>
                  <a:lnTo>
                    <a:pt x="134313" y="160262"/>
                  </a:lnTo>
                  <a:lnTo>
                    <a:pt x="135880" y="159454"/>
                  </a:lnTo>
                  <a:lnTo>
                    <a:pt x="137446" y="159454"/>
                  </a:lnTo>
                  <a:lnTo>
                    <a:pt x="139013" y="159197"/>
                  </a:lnTo>
                  <a:lnTo>
                    <a:pt x="140579" y="159197"/>
                  </a:lnTo>
                  <a:lnTo>
                    <a:pt x="142146" y="159796"/>
                  </a:lnTo>
                  <a:lnTo>
                    <a:pt x="143712" y="160098"/>
                  </a:lnTo>
                  <a:lnTo>
                    <a:pt x="145279" y="160400"/>
                  </a:lnTo>
                  <a:lnTo>
                    <a:pt x="146846" y="160400"/>
                  </a:lnTo>
                  <a:lnTo>
                    <a:pt x="148412" y="161645"/>
                  </a:lnTo>
                  <a:lnTo>
                    <a:pt x="149979" y="162889"/>
                  </a:lnTo>
                  <a:lnTo>
                    <a:pt x="151545" y="164135"/>
                  </a:lnTo>
                  <a:lnTo>
                    <a:pt x="153112" y="165379"/>
                  </a:lnTo>
                  <a:lnTo>
                    <a:pt x="154679" y="167087"/>
                  </a:lnTo>
                  <a:lnTo>
                    <a:pt x="156245" y="168796"/>
                  </a:lnTo>
                  <a:lnTo>
                    <a:pt x="157812" y="170504"/>
                  </a:lnTo>
                  <a:lnTo>
                    <a:pt x="159378" y="172514"/>
                  </a:lnTo>
                  <a:lnTo>
                    <a:pt x="160945" y="174523"/>
                  </a:lnTo>
                  <a:lnTo>
                    <a:pt x="162512" y="175768"/>
                  </a:lnTo>
                  <a:lnTo>
                    <a:pt x="164078" y="177013"/>
                  </a:lnTo>
                  <a:lnTo>
                    <a:pt x="165645" y="177013"/>
                  </a:lnTo>
                  <a:lnTo>
                    <a:pt x="167211" y="177013"/>
                  </a:lnTo>
                  <a:lnTo>
                    <a:pt x="168778" y="177608"/>
                  </a:lnTo>
                  <a:lnTo>
                    <a:pt x="170344" y="178722"/>
                  </a:lnTo>
                  <a:lnTo>
                    <a:pt x="171911" y="178722"/>
                  </a:lnTo>
                  <a:lnTo>
                    <a:pt x="173478" y="178722"/>
                  </a:lnTo>
                  <a:lnTo>
                    <a:pt x="175044" y="178722"/>
                  </a:lnTo>
                  <a:lnTo>
                    <a:pt x="176611" y="177958"/>
                  </a:lnTo>
                  <a:lnTo>
                    <a:pt x="178177" y="177194"/>
                  </a:lnTo>
                  <a:lnTo>
                    <a:pt x="179744" y="175949"/>
                  </a:lnTo>
                  <a:lnTo>
                    <a:pt x="181311" y="174703"/>
                  </a:lnTo>
                  <a:lnTo>
                    <a:pt x="182877" y="174109"/>
                  </a:lnTo>
                  <a:lnTo>
                    <a:pt x="184444" y="172864"/>
                  </a:lnTo>
                  <a:lnTo>
                    <a:pt x="186010" y="172213"/>
                  </a:lnTo>
                  <a:lnTo>
                    <a:pt x="187577" y="171562"/>
                  </a:lnTo>
                  <a:lnTo>
                    <a:pt x="189144" y="171562"/>
                  </a:lnTo>
                  <a:lnTo>
                    <a:pt x="190710" y="172213"/>
                  </a:lnTo>
                  <a:lnTo>
                    <a:pt x="192277" y="172213"/>
                  </a:lnTo>
                  <a:lnTo>
                    <a:pt x="193843" y="172213"/>
                  </a:lnTo>
                  <a:lnTo>
                    <a:pt x="195410" y="171562"/>
                  </a:lnTo>
                  <a:lnTo>
                    <a:pt x="196976" y="171562"/>
                  </a:lnTo>
                  <a:lnTo>
                    <a:pt x="198543" y="172156"/>
                  </a:lnTo>
                  <a:lnTo>
                    <a:pt x="200110" y="173979"/>
                  </a:lnTo>
                  <a:lnTo>
                    <a:pt x="201676" y="175801"/>
                  </a:lnTo>
                  <a:lnTo>
                    <a:pt x="203243" y="178109"/>
                  </a:lnTo>
                  <a:lnTo>
                    <a:pt x="204809" y="180673"/>
                  </a:lnTo>
                  <a:lnTo>
                    <a:pt x="206376" y="182643"/>
                  </a:lnTo>
                  <a:lnTo>
                    <a:pt x="207943" y="185207"/>
                  </a:lnTo>
                  <a:lnTo>
                    <a:pt x="209509" y="187177"/>
                  </a:lnTo>
                  <a:lnTo>
                    <a:pt x="211076" y="189147"/>
                  </a:lnTo>
                  <a:lnTo>
                    <a:pt x="212642" y="191117"/>
                  </a:lnTo>
                  <a:lnTo>
                    <a:pt x="214209" y="193340"/>
                  </a:lnTo>
                  <a:lnTo>
                    <a:pt x="215776" y="196734"/>
                  </a:lnTo>
                  <a:lnTo>
                    <a:pt x="216231" y="19778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7298675" y="3720670"/>
              <a:ext cx="91799" cy="142511"/>
            </a:xfrm>
            <a:custGeom>
              <a:avLst/>
              <a:pathLst>
                <a:path w="91799" h="142511">
                  <a:moveTo>
                    <a:pt x="0" y="142511"/>
                  </a:moveTo>
                  <a:lnTo>
                    <a:pt x="245" y="141586"/>
                  </a:lnTo>
                  <a:lnTo>
                    <a:pt x="1811" y="135027"/>
                  </a:lnTo>
                  <a:lnTo>
                    <a:pt x="3378" y="128005"/>
                  </a:lnTo>
                  <a:lnTo>
                    <a:pt x="4944" y="121909"/>
                  </a:lnTo>
                  <a:lnTo>
                    <a:pt x="6511" y="115349"/>
                  </a:lnTo>
                  <a:lnTo>
                    <a:pt x="8078" y="110568"/>
                  </a:lnTo>
                  <a:lnTo>
                    <a:pt x="9644" y="107053"/>
                  </a:lnTo>
                  <a:lnTo>
                    <a:pt x="11211" y="103538"/>
                  </a:lnTo>
                  <a:lnTo>
                    <a:pt x="12777" y="98114"/>
                  </a:lnTo>
                  <a:lnTo>
                    <a:pt x="14344" y="92039"/>
                  </a:lnTo>
                  <a:lnTo>
                    <a:pt x="15911" y="85965"/>
                  </a:lnTo>
                  <a:lnTo>
                    <a:pt x="17477" y="79890"/>
                  </a:lnTo>
                  <a:lnTo>
                    <a:pt x="19044" y="73051"/>
                  </a:lnTo>
                  <a:lnTo>
                    <a:pt x="20610" y="65399"/>
                  </a:lnTo>
                  <a:lnTo>
                    <a:pt x="22177" y="57747"/>
                  </a:lnTo>
                  <a:lnTo>
                    <a:pt x="23743" y="53313"/>
                  </a:lnTo>
                  <a:lnTo>
                    <a:pt x="25310" y="49176"/>
                  </a:lnTo>
                  <a:lnTo>
                    <a:pt x="26877" y="44724"/>
                  </a:lnTo>
                  <a:lnTo>
                    <a:pt x="28443" y="39970"/>
                  </a:lnTo>
                  <a:lnTo>
                    <a:pt x="30010" y="35519"/>
                  </a:lnTo>
                  <a:lnTo>
                    <a:pt x="31576" y="32146"/>
                  </a:lnTo>
                  <a:lnTo>
                    <a:pt x="33143" y="28774"/>
                  </a:lnTo>
                  <a:lnTo>
                    <a:pt x="34710" y="25401"/>
                  </a:lnTo>
                  <a:lnTo>
                    <a:pt x="36276" y="23579"/>
                  </a:lnTo>
                  <a:lnTo>
                    <a:pt x="37843" y="21019"/>
                  </a:lnTo>
                  <a:lnTo>
                    <a:pt x="39409" y="19197"/>
                  </a:lnTo>
                  <a:lnTo>
                    <a:pt x="40976" y="17951"/>
                  </a:lnTo>
                  <a:lnTo>
                    <a:pt x="42543" y="16706"/>
                  </a:lnTo>
                  <a:lnTo>
                    <a:pt x="44109" y="16055"/>
                  </a:lnTo>
                  <a:lnTo>
                    <a:pt x="45676" y="14810"/>
                  </a:lnTo>
                  <a:lnTo>
                    <a:pt x="47242" y="13565"/>
                  </a:lnTo>
                  <a:lnTo>
                    <a:pt x="48809" y="11857"/>
                  </a:lnTo>
                  <a:lnTo>
                    <a:pt x="50375" y="10743"/>
                  </a:lnTo>
                  <a:lnTo>
                    <a:pt x="51942" y="9629"/>
                  </a:lnTo>
                  <a:lnTo>
                    <a:pt x="53509" y="8214"/>
                  </a:lnTo>
                  <a:lnTo>
                    <a:pt x="55075" y="6500"/>
                  </a:lnTo>
                  <a:lnTo>
                    <a:pt x="56642" y="4787"/>
                  </a:lnTo>
                  <a:lnTo>
                    <a:pt x="58208" y="2564"/>
                  </a:lnTo>
                  <a:lnTo>
                    <a:pt x="59775" y="0"/>
                  </a:lnTo>
                  <a:lnTo>
                    <a:pt x="61342" y="0"/>
                  </a:lnTo>
                  <a:lnTo>
                    <a:pt x="62908" y="650"/>
                  </a:lnTo>
                  <a:lnTo>
                    <a:pt x="64475" y="4646"/>
                  </a:lnTo>
                  <a:lnTo>
                    <a:pt x="66041" y="9983"/>
                  </a:lnTo>
                  <a:lnTo>
                    <a:pt x="67608" y="15320"/>
                  </a:lnTo>
                  <a:lnTo>
                    <a:pt x="69174" y="21857"/>
                  </a:lnTo>
                  <a:lnTo>
                    <a:pt x="70741" y="28396"/>
                  </a:lnTo>
                  <a:lnTo>
                    <a:pt x="72308" y="34934"/>
                  </a:lnTo>
                  <a:lnTo>
                    <a:pt x="73874" y="41774"/>
                  </a:lnTo>
                  <a:lnTo>
                    <a:pt x="75441" y="47849"/>
                  </a:lnTo>
                  <a:lnTo>
                    <a:pt x="77007" y="53924"/>
                  </a:lnTo>
                  <a:lnTo>
                    <a:pt x="78574" y="60811"/>
                  </a:lnTo>
                  <a:lnTo>
                    <a:pt x="80141" y="70092"/>
                  </a:lnTo>
                  <a:lnTo>
                    <a:pt x="81707" y="80640"/>
                  </a:lnTo>
                  <a:lnTo>
                    <a:pt x="83274" y="91651"/>
                  </a:lnTo>
                  <a:lnTo>
                    <a:pt x="84840" y="102199"/>
                  </a:lnTo>
                  <a:lnTo>
                    <a:pt x="86407" y="112131"/>
                  </a:lnTo>
                  <a:lnTo>
                    <a:pt x="87974" y="120901"/>
                  </a:lnTo>
                  <a:lnTo>
                    <a:pt x="89540" y="130136"/>
                  </a:lnTo>
                  <a:lnTo>
                    <a:pt x="91107" y="138720"/>
                  </a:lnTo>
                  <a:lnTo>
                    <a:pt x="91799" y="14251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7472424" y="3796635"/>
              <a:ext cx="59114" cy="66546"/>
            </a:xfrm>
            <a:custGeom>
              <a:avLst/>
              <a:pathLst>
                <a:path w="59114" h="66546">
                  <a:moveTo>
                    <a:pt x="0" y="66546"/>
                  </a:moveTo>
                  <a:lnTo>
                    <a:pt x="387" y="65017"/>
                  </a:lnTo>
                  <a:lnTo>
                    <a:pt x="1954" y="58834"/>
                  </a:lnTo>
                  <a:lnTo>
                    <a:pt x="3520" y="52651"/>
                  </a:lnTo>
                  <a:lnTo>
                    <a:pt x="5087" y="46931"/>
                  </a:lnTo>
                  <a:lnTo>
                    <a:pt x="6653" y="41211"/>
                  </a:lnTo>
                  <a:lnTo>
                    <a:pt x="8220" y="36142"/>
                  </a:lnTo>
                  <a:lnTo>
                    <a:pt x="9786" y="31667"/>
                  </a:lnTo>
                  <a:lnTo>
                    <a:pt x="11353" y="27546"/>
                  </a:lnTo>
                  <a:lnTo>
                    <a:pt x="12920" y="23425"/>
                  </a:lnTo>
                  <a:lnTo>
                    <a:pt x="14486" y="19304"/>
                  </a:lnTo>
                  <a:lnTo>
                    <a:pt x="16053" y="15315"/>
                  </a:lnTo>
                  <a:lnTo>
                    <a:pt x="17619" y="12755"/>
                  </a:lnTo>
                  <a:lnTo>
                    <a:pt x="19186" y="11510"/>
                  </a:lnTo>
                  <a:lnTo>
                    <a:pt x="20753" y="10264"/>
                  </a:lnTo>
                  <a:lnTo>
                    <a:pt x="22319" y="7704"/>
                  </a:lnTo>
                  <a:lnTo>
                    <a:pt x="23886" y="5882"/>
                  </a:lnTo>
                  <a:lnTo>
                    <a:pt x="25452" y="4710"/>
                  </a:lnTo>
                  <a:lnTo>
                    <a:pt x="27019" y="4116"/>
                  </a:lnTo>
                  <a:lnTo>
                    <a:pt x="28586" y="3522"/>
                  </a:lnTo>
                  <a:lnTo>
                    <a:pt x="30152" y="2928"/>
                  </a:lnTo>
                  <a:lnTo>
                    <a:pt x="31719" y="1683"/>
                  </a:lnTo>
                  <a:lnTo>
                    <a:pt x="33285" y="437"/>
                  </a:lnTo>
                  <a:lnTo>
                    <a:pt x="34852" y="0"/>
                  </a:lnTo>
                  <a:lnTo>
                    <a:pt x="36418" y="1604"/>
                  </a:lnTo>
                  <a:lnTo>
                    <a:pt x="37985" y="2375"/>
                  </a:lnTo>
                  <a:lnTo>
                    <a:pt x="39552" y="3309"/>
                  </a:lnTo>
                  <a:lnTo>
                    <a:pt x="41118" y="6341"/>
                  </a:lnTo>
                  <a:lnTo>
                    <a:pt x="42685" y="9374"/>
                  </a:lnTo>
                  <a:lnTo>
                    <a:pt x="44251" y="12407"/>
                  </a:lnTo>
                  <a:lnTo>
                    <a:pt x="45818" y="16222"/>
                  </a:lnTo>
                  <a:lnTo>
                    <a:pt x="47385" y="20038"/>
                  </a:lnTo>
                  <a:lnTo>
                    <a:pt x="48951" y="23854"/>
                  </a:lnTo>
                  <a:lnTo>
                    <a:pt x="50518" y="28985"/>
                  </a:lnTo>
                  <a:lnTo>
                    <a:pt x="52084" y="34115"/>
                  </a:lnTo>
                  <a:lnTo>
                    <a:pt x="53651" y="40058"/>
                  </a:lnTo>
                  <a:lnTo>
                    <a:pt x="55217" y="47400"/>
                  </a:lnTo>
                  <a:lnTo>
                    <a:pt x="56784" y="54743"/>
                  </a:lnTo>
                  <a:lnTo>
                    <a:pt x="58351" y="63292"/>
                  </a:lnTo>
                  <a:lnTo>
                    <a:pt x="59114" y="6654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7683867" y="3730296"/>
              <a:ext cx="20798" cy="132885"/>
            </a:xfrm>
            <a:custGeom>
              <a:avLst/>
              <a:pathLst>
                <a:path w="20798" h="132885">
                  <a:moveTo>
                    <a:pt x="0" y="132885"/>
                  </a:moveTo>
                  <a:lnTo>
                    <a:pt x="433" y="129547"/>
                  </a:lnTo>
                  <a:lnTo>
                    <a:pt x="1999" y="115691"/>
                  </a:lnTo>
                  <a:lnTo>
                    <a:pt x="3566" y="102198"/>
                  </a:lnTo>
                  <a:lnTo>
                    <a:pt x="5133" y="88961"/>
                  </a:lnTo>
                  <a:lnTo>
                    <a:pt x="6699" y="76324"/>
                  </a:lnTo>
                  <a:lnTo>
                    <a:pt x="8266" y="65127"/>
                  </a:lnTo>
                  <a:lnTo>
                    <a:pt x="9832" y="52694"/>
                  </a:lnTo>
                  <a:lnTo>
                    <a:pt x="11399" y="40102"/>
                  </a:lnTo>
                  <a:lnTo>
                    <a:pt x="12966" y="29360"/>
                  </a:lnTo>
                  <a:lnTo>
                    <a:pt x="14532" y="19656"/>
                  </a:lnTo>
                  <a:lnTo>
                    <a:pt x="16099" y="12020"/>
                  </a:lnTo>
                  <a:lnTo>
                    <a:pt x="17665" y="6461"/>
                  </a:lnTo>
                  <a:lnTo>
                    <a:pt x="19232" y="3123"/>
                  </a:lnTo>
                  <a:lnTo>
                    <a:pt x="20798" y="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88720" y="2100292"/>
              <a:ext cx="0" cy="1612020"/>
            </a:xfrm>
            <a:custGeom>
              <a:avLst/>
              <a:pathLst>
                <a:path w="0" h="1612020">
                  <a:moveTo>
                    <a:pt x="0" y="161202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097280" y="371231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097280" y="330930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097280" y="290630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097280" y="250329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097280" y="210029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 rot="-5400000">
              <a:off x="790447" y="365467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791451" y="3252678"/>
              <a:ext cx="242366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790447" y="284866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33" name="tx32"/>
            <p:cNvSpPr/>
            <p:nvPr/>
          </p:nvSpPr>
          <p:spPr>
            <a:xfrm rot="-5400000">
              <a:off x="790447" y="2445664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34" name="tx33"/>
            <p:cNvSpPr/>
            <p:nvPr/>
          </p:nvSpPr>
          <p:spPr>
            <a:xfrm rot="-5400000">
              <a:off x="790447" y="204265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35" name="pg34"/>
            <p:cNvSpPr/>
            <p:nvPr/>
          </p:nvSpPr>
          <p:spPr>
            <a:xfrm>
              <a:off x="1188720" y="1965959"/>
              <a:ext cx="6766559" cy="1897221"/>
            </a:xfrm>
            <a:custGeom>
              <a:avLst/>
              <a:pathLst>
                <a:path w="6766559" h="1897221">
                  <a:moveTo>
                    <a:pt x="0" y="1897221"/>
                  </a:moveTo>
                  <a:lnTo>
                    <a:pt x="6766559" y="1897221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3914417" y="1667663"/>
              <a:ext cx="1315164" cy="182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EB5_epi_cnt_n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192897" y="4410636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38" name="pg37"/>
            <p:cNvSpPr/>
            <p:nvPr/>
          </p:nvSpPr>
          <p:spPr>
            <a:xfrm>
              <a:off x="1449639" y="2036227"/>
              <a:ext cx="6255027" cy="1826954"/>
            </a:xfrm>
            <a:custGeom>
              <a:avLst/>
              <a:pathLst>
                <a:path w="6255027" h="1826954">
                  <a:moveTo>
                    <a:pt x="0" y="1826954"/>
                  </a:moveTo>
                  <a:lnTo>
                    <a:pt x="1208" y="1814302"/>
                  </a:lnTo>
                  <a:lnTo>
                    <a:pt x="2775" y="1797901"/>
                  </a:lnTo>
                  <a:lnTo>
                    <a:pt x="4341" y="1782699"/>
                  </a:lnTo>
                  <a:lnTo>
                    <a:pt x="5908" y="1767495"/>
                  </a:lnTo>
                  <a:lnTo>
                    <a:pt x="7474" y="1752293"/>
                  </a:lnTo>
                  <a:lnTo>
                    <a:pt x="9041" y="1737832"/>
                  </a:lnTo>
                  <a:lnTo>
                    <a:pt x="10607" y="1724842"/>
                  </a:lnTo>
                  <a:lnTo>
                    <a:pt x="12174" y="1713723"/>
                  </a:lnTo>
                  <a:lnTo>
                    <a:pt x="13741" y="1703734"/>
                  </a:lnTo>
                  <a:lnTo>
                    <a:pt x="15307" y="1698014"/>
                  </a:lnTo>
                  <a:lnTo>
                    <a:pt x="16874" y="1692294"/>
                  </a:lnTo>
                  <a:lnTo>
                    <a:pt x="18440" y="1688173"/>
                  </a:lnTo>
                  <a:lnTo>
                    <a:pt x="20007" y="1685430"/>
                  </a:lnTo>
                  <a:lnTo>
                    <a:pt x="21574" y="1685430"/>
                  </a:lnTo>
                  <a:lnTo>
                    <a:pt x="23140" y="1686024"/>
                  </a:lnTo>
                  <a:lnTo>
                    <a:pt x="24707" y="1687196"/>
                  </a:lnTo>
                  <a:lnTo>
                    <a:pt x="26273" y="1688367"/>
                  </a:lnTo>
                  <a:lnTo>
                    <a:pt x="27840" y="1690927"/>
                  </a:lnTo>
                  <a:lnTo>
                    <a:pt x="29407" y="1693951"/>
                  </a:lnTo>
                  <a:lnTo>
                    <a:pt x="30973" y="1697323"/>
                  </a:lnTo>
                  <a:lnTo>
                    <a:pt x="32540" y="1701312"/>
                  </a:lnTo>
                  <a:lnTo>
                    <a:pt x="34106" y="1705301"/>
                  </a:lnTo>
                  <a:lnTo>
                    <a:pt x="35673" y="1708639"/>
                  </a:lnTo>
                  <a:lnTo>
                    <a:pt x="37239" y="1712011"/>
                  </a:lnTo>
                  <a:lnTo>
                    <a:pt x="38806" y="1715384"/>
                  </a:lnTo>
                  <a:lnTo>
                    <a:pt x="40373" y="1718756"/>
                  </a:lnTo>
                  <a:lnTo>
                    <a:pt x="41939" y="1722128"/>
                  </a:lnTo>
                  <a:lnTo>
                    <a:pt x="43506" y="1724850"/>
                  </a:lnTo>
                  <a:lnTo>
                    <a:pt x="45072" y="1727572"/>
                  </a:lnTo>
                  <a:lnTo>
                    <a:pt x="46639" y="1730944"/>
                  </a:lnTo>
                  <a:lnTo>
                    <a:pt x="48206" y="1733504"/>
                  </a:lnTo>
                  <a:lnTo>
                    <a:pt x="49772" y="1736065"/>
                  </a:lnTo>
                  <a:lnTo>
                    <a:pt x="51339" y="1738625"/>
                  </a:lnTo>
                  <a:lnTo>
                    <a:pt x="52905" y="1741185"/>
                  </a:lnTo>
                  <a:lnTo>
                    <a:pt x="54472" y="1743007"/>
                  </a:lnTo>
                  <a:lnTo>
                    <a:pt x="56039" y="1744252"/>
                  </a:lnTo>
                  <a:lnTo>
                    <a:pt x="57605" y="1745961"/>
                  </a:lnTo>
                  <a:lnTo>
                    <a:pt x="59172" y="1748268"/>
                  </a:lnTo>
                  <a:lnTo>
                    <a:pt x="60738" y="1750575"/>
                  </a:lnTo>
                  <a:lnTo>
                    <a:pt x="62305" y="1752883"/>
                  </a:lnTo>
                  <a:lnTo>
                    <a:pt x="63871" y="1754852"/>
                  </a:lnTo>
                  <a:lnTo>
                    <a:pt x="65438" y="1756823"/>
                  </a:lnTo>
                  <a:lnTo>
                    <a:pt x="67005" y="1759967"/>
                  </a:lnTo>
                  <a:lnTo>
                    <a:pt x="68571" y="1764036"/>
                  </a:lnTo>
                  <a:lnTo>
                    <a:pt x="70138" y="1768906"/>
                  </a:lnTo>
                  <a:lnTo>
                    <a:pt x="71704" y="1775763"/>
                  </a:lnTo>
                  <a:lnTo>
                    <a:pt x="73271" y="1782322"/>
                  </a:lnTo>
                  <a:lnTo>
                    <a:pt x="74838" y="1789183"/>
                  </a:lnTo>
                  <a:lnTo>
                    <a:pt x="76404" y="1796043"/>
                  </a:lnTo>
                  <a:lnTo>
                    <a:pt x="77971" y="1802603"/>
                  </a:lnTo>
                  <a:lnTo>
                    <a:pt x="79537" y="1809162"/>
                  </a:lnTo>
                  <a:lnTo>
                    <a:pt x="81104" y="1816022"/>
                  </a:lnTo>
                  <a:lnTo>
                    <a:pt x="82670" y="1823346"/>
                  </a:lnTo>
                  <a:lnTo>
                    <a:pt x="83442" y="1826954"/>
                  </a:lnTo>
                  <a:lnTo>
                    <a:pt x="124125" y="1826954"/>
                  </a:lnTo>
                  <a:lnTo>
                    <a:pt x="124968" y="1825139"/>
                  </a:lnTo>
                  <a:lnTo>
                    <a:pt x="126535" y="1821767"/>
                  </a:lnTo>
                  <a:lnTo>
                    <a:pt x="128102" y="1819207"/>
                  </a:lnTo>
                  <a:lnTo>
                    <a:pt x="129668" y="1816646"/>
                  </a:lnTo>
                  <a:lnTo>
                    <a:pt x="131235" y="1814086"/>
                  </a:lnTo>
                  <a:lnTo>
                    <a:pt x="132801" y="1811063"/>
                  </a:lnTo>
                  <a:lnTo>
                    <a:pt x="134368" y="1808178"/>
                  </a:lnTo>
                  <a:lnTo>
                    <a:pt x="135934" y="1806168"/>
                  </a:lnTo>
                  <a:lnTo>
                    <a:pt x="137501" y="1803861"/>
                  </a:lnTo>
                  <a:lnTo>
                    <a:pt x="139068" y="1801297"/>
                  </a:lnTo>
                  <a:lnTo>
                    <a:pt x="140634" y="1798732"/>
                  </a:lnTo>
                  <a:lnTo>
                    <a:pt x="142201" y="1796723"/>
                  </a:lnTo>
                  <a:lnTo>
                    <a:pt x="143767" y="1795307"/>
                  </a:lnTo>
                  <a:lnTo>
                    <a:pt x="145334" y="1793892"/>
                  </a:lnTo>
                  <a:lnTo>
                    <a:pt x="146901" y="1793128"/>
                  </a:lnTo>
                  <a:lnTo>
                    <a:pt x="148467" y="1793128"/>
                  </a:lnTo>
                  <a:lnTo>
                    <a:pt x="150034" y="1792830"/>
                  </a:lnTo>
                  <a:lnTo>
                    <a:pt x="151600" y="1792532"/>
                  </a:lnTo>
                  <a:lnTo>
                    <a:pt x="153167" y="1792532"/>
                  </a:lnTo>
                  <a:lnTo>
                    <a:pt x="154734" y="1792532"/>
                  </a:lnTo>
                  <a:lnTo>
                    <a:pt x="156300" y="1792995"/>
                  </a:lnTo>
                  <a:lnTo>
                    <a:pt x="157867" y="1793760"/>
                  </a:lnTo>
                  <a:lnTo>
                    <a:pt x="159433" y="1794525"/>
                  </a:lnTo>
                  <a:lnTo>
                    <a:pt x="161000" y="1794988"/>
                  </a:lnTo>
                  <a:lnTo>
                    <a:pt x="162566" y="1794988"/>
                  </a:lnTo>
                  <a:lnTo>
                    <a:pt x="164133" y="1795638"/>
                  </a:lnTo>
                  <a:lnTo>
                    <a:pt x="165700" y="1796289"/>
                  </a:lnTo>
                  <a:lnTo>
                    <a:pt x="167266" y="1798112"/>
                  </a:lnTo>
                  <a:lnTo>
                    <a:pt x="168833" y="1799934"/>
                  </a:lnTo>
                  <a:lnTo>
                    <a:pt x="170399" y="1801106"/>
                  </a:lnTo>
                  <a:lnTo>
                    <a:pt x="171966" y="1802277"/>
                  </a:lnTo>
                  <a:lnTo>
                    <a:pt x="173533" y="1803448"/>
                  </a:lnTo>
                  <a:lnTo>
                    <a:pt x="175099" y="1804620"/>
                  </a:lnTo>
                  <a:lnTo>
                    <a:pt x="176666" y="1806530"/>
                  </a:lnTo>
                  <a:lnTo>
                    <a:pt x="178232" y="1808352"/>
                  </a:lnTo>
                  <a:lnTo>
                    <a:pt x="179799" y="1810174"/>
                  </a:lnTo>
                  <a:lnTo>
                    <a:pt x="181366" y="1812735"/>
                  </a:lnTo>
                  <a:lnTo>
                    <a:pt x="182932" y="1815295"/>
                  </a:lnTo>
                  <a:lnTo>
                    <a:pt x="184499" y="1817855"/>
                  </a:lnTo>
                  <a:lnTo>
                    <a:pt x="186065" y="1820878"/>
                  </a:lnTo>
                  <a:lnTo>
                    <a:pt x="187632" y="1822701"/>
                  </a:lnTo>
                  <a:lnTo>
                    <a:pt x="189198" y="1823946"/>
                  </a:lnTo>
                  <a:lnTo>
                    <a:pt x="190765" y="1823296"/>
                  </a:lnTo>
                  <a:lnTo>
                    <a:pt x="192332" y="1822645"/>
                  </a:lnTo>
                  <a:lnTo>
                    <a:pt x="193898" y="1822645"/>
                  </a:lnTo>
                  <a:lnTo>
                    <a:pt x="195465" y="1821994"/>
                  </a:lnTo>
                  <a:lnTo>
                    <a:pt x="197031" y="1821343"/>
                  </a:lnTo>
                  <a:lnTo>
                    <a:pt x="198598" y="1820692"/>
                  </a:lnTo>
                  <a:lnTo>
                    <a:pt x="200165" y="1820041"/>
                  </a:lnTo>
                  <a:lnTo>
                    <a:pt x="201731" y="1819390"/>
                  </a:lnTo>
                  <a:lnTo>
                    <a:pt x="203298" y="1818927"/>
                  </a:lnTo>
                  <a:lnTo>
                    <a:pt x="204864" y="1817865"/>
                  </a:lnTo>
                  <a:lnTo>
                    <a:pt x="206431" y="1817401"/>
                  </a:lnTo>
                  <a:lnTo>
                    <a:pt x="207998" y="1816938"/>
                  </a:lnTo>
                  <a:lnTo>
                    <a:pt x="209564" y="1816938"/>
                  </a:lnTo>
                  <a:lnTo>
                    <a:pt x="211131" y="1816938"/>
                  </a:lnTo>
                  <a:lnTo>
                    <a:pt x="212697" y="1817401"/>
                  </a:lnTo>
                  <a:lnTo>
                    <a:pt x="214264" y="1818463"/>
                  </a:lnTo>
                  <a:lnTo>
                    <a:pt x="215830" y="1819228"/>
                  </a:lnTo>
                  <a:lnTo>
                    <a:pt x="217397" y="1820290"/>
                  </a:lnTo>
                  <a:lnTo>
                    <a:pt x="218964" y="1821146"/>
                  </a:lnTo>
                  <a:lnTo>
                    <a:pt x="220530" y="1822003"/>
                  </a:lnTo>
                  <a:lnTo>
                    <a:pt x="222097" y="1822767"/>
                  </a:lnTo>
                  <a:lnTo>
                    <a:pt x="223663" y="1823068"/>
                  </a:lnTo>
                  <a:lnTo>
                    <a:pt x="225230" y="1823370"/>
                  </a:lnTo>
                  <a:lnTo>
                    <a:pt x="226797" y="1823370"/>
                  </a:lnTo>
                  <a:lnTo>
                    <a:pt x="228363" y="1823371"/>
                  </a:lnTo>
                  <a:lnTo>
                    <a:pt x="229930" y="1822861"/>
                  </a:lnTo>
                  <a:lnTo>
                    <a:pt x="231496" y="1822351"/>
                  </a:lnTo>
                  <a:lnTo>
                    <a:pt x="233063" y="1821633"/>
                  </a:lnTo>
                  <a:lnTo>
                    <a:pt x="234630" y="1821033"/>
                  </a:lnTo>
                  <a:lnTo>
                    <a:pt x="236196" y="1819971"/>
                  </a:lnTo>
                  <a:lnTo>
                    <a:pt x="237763" y="1819508"/>
                  </a:lnTo>
                  <a:lnTo>
                    <a:pt x="239329" y="1819045"/>
                  </a:lnTo>
                  <a:lnTo>
                    <a:pt x="240896" y="1819044"/>
                  </a:lnTo>
                  <a:lnTo>
                    <a:pt x="242462" y="1819044"/>
                  </a:lnTo>
                  <a:lnTo>
                    <a:pt x="244029" y="1819044"/>
                  </a:lnTo>
                  <a:lnTo>
                    <a:pt x="245596" y="1818393"/>
                  </a:lnTo>
                  <a:lnTo>
                    <a:pt x="247162" y="1817222"/>
                  </a:lnTo>
                  <a:lnTo>
                    <a:pt x="248729" y="1816050"/>
                  </a:lnTo>
                  <a:lnTo>
                    <a:pt x="250295" y="1814879"/>
                  </a:lnTo>
                  <a:lnTo>
                    <a:pt x="251862" y="1813707"/>
                  </a:lnTo>
                  <a:lnTo>
                    <a:pt x="253429" y="1813130"/>
                  </a:lnTo>
                  <a:lnTo>
                    <a:pt x="254995" y="1813130"/>
                  </a:lnTo>
                  <a:lnTo>
                    <a:pt x="256562" y="1812392"/>
                  </a:lnTo>
                  <a:lnTo>
                    <a:pt x="258128" y="1811815"/>
                  </a:lnTo>
                  <a:lnTo>
                    <a:pt x="259695" y="1811237"/>
                  </a:lnTo>
                  <a:lnTo>
                    <a:pt x="261262" y="1809328"/>
                  </a:lnTo>
                  <a:lnTo>
                    <a:pt x="262828" y="1808012"/>
                  </a:lnTo>
                  <a:lnTo>
                    <a:pt x="264395" y="1806103"/>
                  </a:lnTo>
                  <a:lnTo>
                    <a:pt x="265961" y="1804788"/>
                  </a:lnTo>
                  <a:lnTo>
                    <a:pt x="267528" y="1803616"/>
                  </a:lnTo>
                  <a:lnTo>
                    <a:pt x="269094" y="1803023"/>
                  </a:lnTo>
                  <a:lnTo>
                    <a:pt x="270661" y="1803673"/>
                  </a:lnTo>
                  <a:lnTo>
                    <a:pt x="272228" y="1804324"/>
                  </a:lnTo>
                  <a:lnTo>
                    <a:pt x="273794" y="1804975"/>
                  </a:lnTo>
                  <a:lnTo>
                    <a:pt x="275361" y="1805626"/>
                  </a:lnTo>
                  <a:lnTo>
                    <a:pt x="276927" y="1806277"/>
                  </a:lnTo>
                  <a:lnTo>
                    <a:pt x="278494" y="1806927"/>
                  </a:lnTo>
                  <a:lnTo>
                    <a:pt x="280061" y="1806927"/>
                  </a:lnTo>
                  <a:lnTo>
                    <a:pt x="281627" y="1806927"/>
                  </a:lnTo>
                  <a:lnTo>
                    <a:pt x="283194" y="1807391"/>
                  </a:lnTo>
                  <a:lnTo>
                    <a:pt x="284760" y="1808453"/>
                  </a:lnTo>
                  <a:lnTo>
                    <a:pt x="286327" y="1808453"/>
                  </a:lnTo>
                  <a:lnTo>
                    <a:pt x="287894" y="1808453"/>
                  </a:lnTo>
                  <a:lnTo>
                    <a:pt x="289460" y="1807688"/>
                  </a:lnTo>
                  <a:lnTo>
                    <a:pt x="291027" y="1806924"/>
                  </a:lnTo>
                  <a:lnTo>
                    <a:pt x="292593" y="1806461"/>
                  </a:lnTo>
                  <a:lnTo>
                    <a:pt x="294160" y="1805696"/>
                  </a:lnTo>
                  <a:lnTo>
                    <a:pt x="295726" y="1804932"/>
                  </a:lnTo>
                  <a:lnTo>
                    <a:pt x="297293" y="1804168"/>
                  </a:lnTo>
                  <a:lnTo>
                    <a:pt x="298860" y="1803568"/>
                  </a:lnTo>
                  <a:lnTo>
                    <a:pt x="300426" y="1803267"/>
                  </a:lnTo>
                  <a:lnTo>
                    <a:pt x="301993" y="1802205"/>
                  </a:lnTo>
                  <a:lnTo>
                    <a:pt x="303559" y="1801904"/>
                  </a:lnTo>
                  <a:lnTo>
                    <a:pt x="305126" y="1801603"/>
                  </a:lnTo>
                  <a:lnTo>
                    <a:pt x="306693" y="1801603"/>
                  </a:lnTo>
                  <a:lnTo>
                    <a:pt x="308259" y="1801603"/>
                  </a:lnTo>
                  <a:lnTo>
                    <a:pt x="309826" y="1802411"/>
                  </a:lnTo>
                  <a:lnTo>
                    <a:pt x="311392" y="1803219"/>
                  </a:lnTo>
                  <a:lnTo>
                    <a:pt x="312959" y="1804535"/>
                  </a:lnTo>
                  <a:lnTo>
                    <a:pt x="314526" y="1805135"/>
                  </a:lnTo>
                  <a:lnTo>
                    <a:pt x="316092" y="1805734"/>
                  </a:lnTo>
                  <a:lnTo>
                    <a:pt x="317659" y="1805734"/>
                  </a:lnTo>
                  <a:lnTo>
                    <a:pt x="319225" y="1805432"/>
                  </a:lnTo>
                  <a:lnTo>
                    <a:pt x="320792" y="1804668"/>
                  </a:lnTo>
                  <a:lnTo>
                    <a:pt x="322358" y="1804668"/>
                  </a:lnTo>
                  <a:lnTo>
                    <a:pt x="323925" y="1804017"/>
                  </a:lnTo>
                  <a:lnTo>
                    <a:pt x="325492" y="1803554"/>
                  </a:lnTo>
                  <a:lnTo>
                    <a:pt x="327058" y="1802138"/>
                  </a:lnTo>
                  <a:lnTo>
                    <a:pt x="328625" y="1800723"/>
                  </a:lnTo>
                  <a:lnTo>
                    <a:pt x="330191" y="1799609"/>
                  </a:lnTo>
                  <a:lnTo>
                    <a:pt x="331758" y="1798495"/>
                  </a:lnTo>
                  <a:lnTo>
                    <a:pt x="333325" y="1797250"/>
                  </a:lnTo>
                  <a:lnTo>
                    <a:pt x="334891" y="1795428"/>
                  </a:lnTo>
                  <a:lnTo>
                    <a:pt x="336458" y="1793606"/>
                  </a:lnTo>
                  <a:lnTo>
                    <a:pt x="338024" y="1793606"/>
                  </a:lnTo>
                  <a:lnTo>
                    <a:pt x="339591" y="1794183"/>
                  </a:lnTo>
                  <a:lnTo>
                    <a:pt x="341158" y="1795354"/>
                  </a:lnTo>
                  <a:lnTo>
                    <a:pt x="342724" y="1795931"/>
                  </a:lnTo>
                  <a:lnTo>
                    <a:pt x="344291" y="1798653"/>
                  </a:lnTo>
                  <a:lnTo>
                    <a:pt x="345857" y="1800780"/>
                  </a:lnTo>
                  <a:lnTo>
                    <a:pt x="347424" y="1803502"/>
                  </a:lnTo>
                  <a:lnTo>
                    <a:pt x="348990" y="1806840"/>
                  </a:lnTo>
                  <a:lnTo>
                    <a:pt x="350557" y="1811909"/>
                  </a:lnTo>
                  <a:lnTo>
                    <a:pt x="352124" y="1816977"/>
                  </a:lnTo>
                  <a:lnTo>
                    <a:pt x="353690" y="1822046"/>
                  </a:lnTo>
                  <a:lnTo>
                    <a:pt x="354932" y="1826954"/>
                  </a:lnTo>
                  <a:lnTo>
                    <a:pt x="498709" y="1826954"/>
                  </a:lnTo>
                  <a:lnTo>
                    <a:pt x="499383" y="1825177"/>
                  </a:lnTo>
                  <a:lnTo>
                    <a:pt x="500949" y="1821782"/>
                  </a:lnTo>
                  <a:lnTo>
                    <a:pt x="502516" y="1818965"/>
                  </a:lnTo>
                  <a:lnTo>
                    <a:pt x="504083" y="1816147"/>
                  </a:lnTo>
                  <a:lnTo>
                    <a:pt x="505649" y="1813330"/>
                  </a:lnTo>
                  <a:lnTo>
                    <a:pt x="507216" y="1810512"/>
                  </a:lnTo>
                  <a:lnTo>
                    <a:pt x="508782" y="1807694"/>
                  </a:lnTo>
                  <a:lnTo>
                    <a:pt x="510349" y="1804877"/>
                  </a:lnTo>
                  <a:lnTo>
                    <a:pt x="511916" y="1802446"/>
                  </a:lnTo>
                  <a:lnTo>
                    <a:pt x="513482" y="1800015"/>
                  </a:lnTo>
                  <a:lnTo>
                    <a:pt x="515049" y="1797792"/>
                  </a:lnTo>
                  <a:lnTo>
                    <a:pt x="516615" y="1795569"/>
                  </a:lnTo>
                  <a:lnTo>
                    <a:pt x="518182" y="1793345"/>
                  </a:lnTo>
                  <a:lnTo>
                    <a:pt x="519749" y="1790528"/>
                  </a:lnTo>
                  <a:lnTo>
                    <a:pt x="521315" y="1787503"/>
                  </a:lnTo>
                  <a:lnTo>
                    <a:pt x="522882" y="1784478"/>
                  </a:lnTo>
                  <a:lnTo>
                    <a:pt x="524448" y="1780876"/>
                  </a:lnTo>
                  <a:lnTo>
                    <a:pt x="526015" y="1775273"/>
                  </a:lnTo>
                  <a:lnTo>
                    <a:pt x="527581" y="1766053"/>
                  </a:lnTo>
                  <a:lnTo>
                    <a:pt x="529148" y="1755361"/>
                  </a:lnTo>
                  <a:lnTo>
                    <a:pt x="530715" y="1744669"/>
                  </a:lnTo>
                  <a:lnTo>
                    <a:pt x="532281" y="1733977"/>
                  </a:lnTo>
                  <a:lnTo>
                    <a:pt x="533848" y="1724023"/>
                  </a:lnTo>
                  <a:lnTo>
                    <a:pt x="535414" y="1714069"/>
                  </a:lnTo>
                  <a:lnTo>
                    <a:pt x="536981" y="1704115"/>
                  </a:lnTo>
                  <a:lnTo>
                    <a:pt x="538548" y="1694161"/>
                  </a:lnTo>
                  <a:lnTo>
                    <a:pt x="540114" y="1684784"/>
                  </a:lnTo>
                  <a:lnTo>
                    <a:pt x="541681" y="1675407"/>
                  </a:lnTo>
                  <a:lnTo>
                    <a:pt x="543247" y="1666625"/>
                  </a:lnTo>
                  <a:lnTo>
                    <a:pt x="544814" y="1657843"/>
                  </a:lnTo>
                  <a:lnTo>
                    <a:pt x="546381" y="1650174"/>
                  </a:lnTo>
                  <a:lnTo>
                    <a:pt x="547947" y="1643060"/>
                  </a:lnTo>
                  <a:lnTo>
                    <a:pt x="549514" y="1637526"/>
                  </a:lnTo>
                  <a:lnTo>
                    <a:pt x="551080" y="1635701"/>
                  </a:lnTo>
                  <a:lnTo>
                    <a:pt x="552647" y="1635701"/>
                  </a:lnTo>
                  <a:lnTo>
                    <a:pt x="554213" y="1635701"/>
                  </a:lnTo>
                  <a:lnTo>
                    <a:pt x="555780" y="1635417"/>
                  </a:lnTo>
                  <a:lnTo>
                    <a:pt x="557347" y="1633016"/>
                  </a:lnTo>
                  <a:lnTo>
                    <a:pt x="558913" y="1630615"/>
                  </a:lnTo>
                  <a:lnTo>
                    <a:pt x="560480" y="1629110"/>
                  </a:lnTo>
                  <a:lnTo>
                    <a:pt x="562046" y="1625880"/>
                  </a:lnTo>
                  <a:lnTo>
                    <a:pt x="563613" y="1621908"/>
                  </a:lnTo>
                  <a:lnTo>
                    <a:pt x="565180" y="1617935"/>
                  </a:lnTo>
                  <a:lnTo>
                    <a:pt x="566746" y="1613963"/>
                  </a:lnTo>
                  <a:lnTo>
                    <a:pt x="568313" y="1609689"/>
                  </a:lnTo>
                  <a:lnTo>
                    <a:pt x="569879" y="1606153"/>
                  </a:lnTo>
                  <a:lnTo>
                    <a:pt x="571446" y="1602617"/>
                  </a:lnTo>
                  <a:lnTo>
                    <a:pt x="573013" y="1599383"/>
                  </a:lnTo>
                  <a:lnTo>
                    <a:pt x="574579" y="1596149"/>
                  </a:lnTo>
                  <a:lnTo>
                    <a:pt x="576146" y="1592731"/>
                  </a:lnTo>
                  <a:lnTo>
                    <a:pt x="577712" y="1589313"/>
                  </a:lnTo>
                  <a:lnTo>
                    <a:pt x="579279" y="1586726"/>
                  </a:lnTo>
                  <a:lnTo>
                    <a:pt x="580845" y="1586028"/>
                  </a:lnTo>
                  <a:lnTo>
                    <a:pt x="582412" y="1585332"/>
                  </a:lnTo>
                  <a:lnTo>
                    <a:pt x="583979" y="1584040"/>
                  </a:lnTo>
                  <a:lnTo>
                    <a:pt x="585545" y="1584614"/>
                  </a:lnTo>
                  <a:lnTo>
                    <a:pt x="587112" y="1586838"/>
                  </a:lnTo>
                  <a:lnTo>
                    <a:pt x="588678" y="1589061"/>
                  </a:lnTo>
                  <a:lnTo>
                    <a:pt x="590245" y="1591284"/>
                  </a:lnTo>
                  <a:lnTo>
                    <a:pt x="591812" y="1593714"/>
                  </a:lnTo>
                  <a:lnTo>
                    <a:pt x="593378" y="1595495"/>
                  </a:lnTo>
                  <a:lnTo>
                    <a:pt x="594945" y="1597067"/>
                  </a:lnTo>
                  <a:lnTo>
                    <a:pt x="596511" y="1598639"/>
                  </a:lnTo>
                  <a:lnTo>
                    <a:pt x="598078" y="1600862"/>
                  </a:lnTo>
                  <a:lnTo>
                    <a:pt x="599645" y="1603086"/>
                  </a:lnTo>
                  <a:lnTo>
                    <a:pt x="601211" y="1606111"/>
                  </a:lnTo>
                  <a:lnTo>
                    <a:pt x="602778" y="1609136"/>
                  </a:lnTo>
                  <a:lnTo>
                    <a:pt x="604344" y="1611566"/>
                  </a:lnTo>
                  <a:lnTo>
                    <a:pt x="605911" y="1615997"/>
                  </a:lnTo>
                  <a:lnTo>
                    <a:pt x="607477" y="1623308"/>
                  </a:lnTo>
                  <a:lnTo>
                    <a:pt x="609044" y="1632684"/>
                  </a:lnTo>
                  <a:lnTo>
                    <a:pt x="610611" y="1640816"/>
                  </a:lnTo>
                  <a:lnTo>
                    <a:pt x="612177" y="1648948"/>
                  </a:lnTo>
                  <a:lnTo>
                    <a:pt x="613744" y="1657079"/>
                  </a:lnTo>
                  <a:lnTo>
                    <a:pt x="615310" y="1665211"/>
                  </a:lnTo>
                  <a:lnTo>
                    <a:pt x="616877" y="1673342"/>
                  </a:lnTo>
                  <a:lnTo>
                    <a:pt x="618444" y="1681474"/>
                  </a:lnTo>
                  <a:lnTo>
                    <a:pt x="620010" y="1689606"/>
                  </a:lnTo>
                  <a:lnTo>
                    <a:pt x="621577" y="1697274"/>
                  </a:lnTo>
                  <a:lnTo>
                    <a:pt x="623143" y="1704641"/>
                  </a:lnTo>
                  <a:lnTo>
                    <a:pt x="624710" y="1711710"/>
                  </a:lnTo>
                  <a:lnTo>
                    <a:pt x="626276" y="1718523"/>
                  </a:lnTo>
                  <a:lnTo>
                    <a:pt x="627843" y="1725339"/>
                  </a:lnTo>
                  <a:lnTo>
                    <a:pt x="629410" y="1730572"/>
                  </a:lnTo>
                  <a:lnTo>
                    <a:pt x="630976" y="1732951"/>
                  </a:lnTo>
                  <a:lnTo>
                    <a:pt x="632543" y="1733249"/>
                  </a:lnTo>
                  <a:lnTo>
                    <a:pt x="634109" y="1733249"/>
                  </a:lnTo>
                  <a:lnTo>
                    <a:pt x="635676" y="1733232"/>
                  </a:lnTo>
                  <a:lnTo>
                    <a:pt x="637243" y="1735332"/>
                  </a:lnTo>
                  <a:lnTo>
                    <a:pt x="638809" y="1737431"/>
                  </a:lnTo>
                  <a:lnTo>
                    <a:pt x="640376" y="1738638"/>
                  </a:lnTo>
                  <a:lnTo>
                    <a:pt x="641942" y="1742170"/>
                  </a:lnTo>
                  <a:lnTo>
                    <a:pt x="643509" y="1746443"/>
                  </a:lnTo>
                  <a:lnTo>
                    <a:pt x="645076" y="1750717"/>
                  </a:lnTo>
                  <a:lnTo>
                    <a:pt x="646642" y="1754991"/>
                  </a:lnTo>
                  <a:lnTo>
                    <a:pt x="648209" y="1759728"/>
                  </a:lnTo>
                  <a:lnTo>
                    <a:pt x="649775" y="1763727"/>
                  </a:lnTo>
                  <a:lnTo>
                    <a:pt x="651342" y="1767726"/>
                  </a:lnTo>
                  <a:lnTo>
                    <a:pt x="652908" y="1771263"/>
                  </a:lnTo>
                  <a:lnTo>
                    <a:pt x="654475" y="1774799"/>
                  </a:lnTo>
                  <a:lnTo>
                    <a:pt x="656042" y="1779072"/>
                  </a:lnTo>
                  <a:lnTo>
                    <a:pt x="657608" y="1783347"/>
                  </a:lnTo>
                  <a:lnTo>
                    <a:pt x="659175" y="1787506"/>
                  </a:lnTo>
                  <a:lnTo>
                    <a:pt x="660741" y="1789775"/>
                  </a:lnTo>
                  <a:lnTo>
                    <a:pt x="662308" y="1792045"/>
                  </a:lnTo>
                  <a:lnTo>
                    <a:pt x="663875" y="1794909"/>
                  </a:lnTo>
                  <a:lnTo>
                    <a:pt x="665441" y="1795444"/>
                  </a:lnTo>
                  <a:lnTo>
                    <a:pt x="667008" y="1795444"/>
                  </a:lnTo>
                  <a:lnTo>
                    <a:pt x="668574" y="1795444"/>
                  </a:lnTo>
                  <a:lnTo>
                    <a:pt x="670141" y="1794039"/>
                  </a:lnTo>
                  <a:lnTo>
                    <a:pt x="671708" y="1791118"/>
                  </a:lnTo>
                  <a:lnTo>
                    <a:pt x="673274" y="1788849"/>
                  </a:lnTo>
                  <a:lnTo>
                    <a:pt x="674841" y="1787157"/>
                  </a:lnTo>
                  <a:lnTo>
                    <a:pt x="676407" y="1785464"/>
                  </a:lnTo>
                  <a:lnTo>
                    <a:pt x="677974" y="1783121"/>
                  </a:lnTo>
                  <a:lnTo>
                    <a:pt x="679540" y="1780200"/>
                  </a:lnTo>
                  <a:lnTo>
                    <a:pt x="681107" y="1776686"/>
                  </a:lnTo>
                  <a:lnTo>
                    <a:pt x="682674" y="1773171"/>
                  </a:lnTo>
                  <a:lnTo>
                    <a:pt x="684240" y="1769393"/>
                  </a:lnTo>
                  <a:lnTo>
                    <a:pt x="685807" y="1764742"/>
                  </a:lnTo>
                  <a:lnTo>
                    <a:pt x="687373" y="1761521"/>
                  </a:lnTo>
                  <a:lnTo>
                    <a:pt x="688940" y="1757706"/>
                  </a:lnTo>
                  <a:lnTo>
                    <a:pt x="690507" y="1754519"/>
                  </a:lnTo>
                  <a:lnTo>
                    <a:pt x="692073" y="1751948"/>
                  </a:lnTo>
                  <a:lnTo>
                    <a:pt x="693640" y="1750385"/>
                  </a:lnTo>
                  <a:lnTo>
                    <a:pt x="695206" y="1750242"/>
                  </a:lnTo>
                  <a:lnTo>
                    <a:pt x="696773" y="1749288"/>
                  </a:lnTo>
                  <a:lnTo>
                    <a:pt x="698340" y="1748333"/>
                  </a:lnTo>
                  <a:lnTo>
                    <a:pt x="699906" y="1747379"/>
                  </a:lnTo>
                  <a:lnTo>
                    <a:pt x="701473" y="1746887"/>
                  </a:lnTo>
                  <a:lnTo>
                    <a:pt x="703039" y="1746697"/>
                  </a:lnTo>
                  <a:lnTo>
                    <a:pt x="704606" y="1746805"/>
                  </a:lnTo>
                  <a:lnTo>
                    <a:pt x="706172" y="1747169"/>
                  </a:lnTo>
                  <a:lnTo>
                    <a:pt x="707739" y="1748942"/>
                  </a:lnTo>
                  <a:lnTo>
                    <a:pt x="709306" y="1750951"/>
                  </a:lnTo>
                  <a:lnTo>
                    <a:pt x="710872" y="1751253"/>
                  </a:lnTo>
                  <a:lnTo>
                    <a:pt x="712439" y="1751253"/>
                  </a:lnTo>
                  <a:lnTo>
                    <a:pt x="714005" y="1751554"/>
                  </a:lnTo>
                  <a:lnTo>
                    <a:pt x="715572" y="1751256"/>
                  </a:lnTo>
                  <a:lnTo>
                    <a:pt x="717139" y="1751256"/>
                  </a:lnTo>
                  <a:lnTo>
                    <a:pt x="718705" y="1751256"/>
                  </a:lnTo>
                  <a:lnTo>
                    <a:pt x="720272" y="1751554"/>
                  </a:lnTo>
                  <a:lnTo>
                    <a:pt x="721838" y="1751253"/>
                  </a:lnTo>
                  <a:lnTo>
                    <a:pt x="723405" y="1750952"/>
                  </a:lnTo>
                  <a:lnTo>
                    <a:pt x="724972" y="1750650"/>
                  </a:lnTo>
                  <a:lnTo>
                    <a:pt x="726538" y="1750650"/>
                  </a:lnTo>
                  <a:lnTo>
                    <a:pt x="728105" y="1750650"/>
                  </a:lnTo>
                  <a:lnTo>
                    <a:pt x="729671" y="1750650"/>
                  </a:lnTo>
                  <a:lnTo>
                    <a:pt x="731238" y="1750187"/>
                  </a:lnTo>
                  <a:lnTo>
                    <a:pt x="732804" y="1750650"/>
                  </a:lnTo>
                  <a:lnTo>
                    <a:pt x="734371" y="1751113"/>
                  </a:lnTo>
                  <a:lnTo>
                    <a:pt x="735938" y="1751576"/>
                  </a:lnTo>
                  <a:lnTo>
                    <a:pt x="737504" y="1751576"/>
                  </a:lnTo>
                  <a:lnTo>
                    <a:pt x="739071" y="1751114"/>
                  </a:lnTo>
                  <a:lnTo>
                    <a:pt x="740637" y="1750650"/>
                  </a:lnTo>
                  <a:lnTo>
                    <a:pt x="742204" y="1750187"/>
                  </a:lnTo>
                  <a:lnTo>
                    <a:pt x="743771" y="1749724"/>
                  </a:lnTo>
                  <a:lnTo>
                    <a:pt x="745337" y="1749724"/>
                  </a:lnTo>
                  <a:lnTo>
                    <a:pt x="746904" y="1748309"/>
                  </a:lnTo>
                  <a:lnTo>
                    <a:pt x="748470" y="1746894"/>
                  </a:lnTo>
                  <a:lnTo>
                    <a:pt x="750037" y="1746586"/>
                  </a:lnTo>
                  <a:lnTo>
                    <a:pt x="751604" y="1747793"/>
                  </a:lnTo>
                  <a:lnTo>
                    <a:pt x="753170" y="1749000"/>
                  </a:lnTo>
                  <a:lnTo>
                    <a:pt x="754737" y="1749928"/>
                  </a:lnTo>
                  <a:lnTo>
                    <a:pt x="756303" y="1750558"/>
                  </a:lnTo>
                  <a:lnTo>
                    <a:pt x="757870" y="1751787"/>
                  </a:lnTo>
                  <a:lnTo>
                    <a:pt x="759436" y="1754057"/>
                  </a:lnTo>
                  <a:lnTo>
                    <a:pt x="761003" y="1756977"/>
                  </a:lnTo>
                  <a:lnTo>
                    <a:pt x="762570" y="1760492"/>
                  </a:lnTo>
                  <a:lnTo>
                    <a:pt x="764136" y="1764865"/>
                  </a:lnTo>
                  <a:lnTo>
                    <a:pt x="765703" y="1770109"/>
                  </a:lnTo>
                  <a:lnTo>
                    <a:pt x="767269" y="1773925"/>
                  </a:lnTo>
                  <a:lnTo>
                    <a:pt x="768836" y="1778317"/>
                  </a:lnTo>
                  <a:lnTo>
                    <a:pt x="770403" y="1783327"/>
                  </a:lnTo>
                  <a:lnTo>
                    <a:pt x="771969" y="1788457"/>
                  </a:lnTo>
                  <a:lnTo>
                    <a:pt x="773536" y="1792581"/>
                  </a:lnTo>
                  <a:lnTo>
                    <a:pt x="775102" y="1795283"/>
                  </a:lnTo>
                  <a:lnTo>
                    <a:pt x="776669" y="1798798"/>
                  </a:lnTo>
                  <a:lnTo>
                    <a:pt x="778236" y="1801574"/>
                  </a:lnTo>
                  <a:lnTo>
                    <a:pt x="779802" y="1804351"/>
                  </a:lnTo>
                  <a:lnTo>
                    <a:pt x="781369" y="1806551"/>
                  </a:lnTo>
                  <a:lnTo>
                    <a:pt x="782935" y="1808156"/>
                  </a:lnTo>
                  <a:lnTo>
                    <a:pt x="784502" y="1809111"/>
                  </a:lnTo>
                  <a:lnTo>
                    <a:pt x="786068" y="1809602"/>
                  </a:lnTo>
                  <a:lnTo>
                    <a:pt x="787635" y="1808429"/>
                  </a:lnTo>
                  <a:lnTo>
                    <a:pt x="789202" y="1807184"/>
                  </a:lnTo>
                  <a:lnTo>
                    <a:pt x="790768" y="1807647"/>
                  </a:lnTo>
                  <a:lnTo>
                    <a:pt x="792335" y="1807949"/>
                  </a:lnTo>
                  <a:lnTo>
                    <a:pt x="793901" y="1807949"/>
                  </a:lnTo>
                  <a:lnTo>
                    <a:pt x="795468" y="1808247"/>
                  </a:lnTo>
                  <a:lnTo>
                    <a:pt x="797035" y="1808247"/>
                  </a:lnTo>
                  <a:lnTo>
                    <a:pt x="798601" y="1807692"/>
                  </a:lnTo>
                  <a:lnTo>
                    <a:pt x="800168" y="1807137"/>
                  </a:lnTo>
                  <a:lnTo>
                    <a:pt x="801734" y="1806583"/>
                  </a:lnTo>
                  <a:lnTo>
                    <a:pt x="803301" y="1806028"/>
                  </a:lnTo>
                  <a:lnTo>
                    <a:pt x="804868" y="1806330"/>
                  </a:lnTo>
                  <a:lnTo>
                    <a:pt x="806434" y="1806793"/>
                  </a:lnTo>
                  <a:lnTo>
                    <a:pt x="808001" y="1806793"/>
                  </a:lnTo>
                  <a:lnTo>
                    <a:pt x="809567" y="1806793"/>
                  </a:lnTo>
                  <a:lnTo>
                    <a:pt x="811134" y="1808501"/>
                  </a:lnTo>
                  <a:lnTo>
                    <a:pt x="812700" y="1809746"/>
                  </a:lnTo>
                  <a:lnTo>
                    <a:pt x="814267" y="1810397"/>
                  </a:lnTo>
                  <a:lnTo>
                    <a:pt x="815834" y="1811048"/>
                  </a:lnTo>
                  <a:lnTo>
                    <a:pt x="817400" y="1812162"/>
                  </a:lnTo>
                  <a:lnTo>
                    <a:pt x="818967" y="1813276"/>
                  </a:lnTo>
                  <a:lnTo>
                    <a:pt x="820533" y="1814984"/>
                  </a:lnTo>
                  <a:lnTo>
                    <a:pt x="822100" y="1816692"/>
                  </a:lnTo>
                  <a:lnTo>
                    <a:pt x="823667" y="1818978"/>
                  </a:lnTo>
                  <a:lnTo>
                    <a:pt x="825233" y="1821263"/>
                  </a:lnTo>
                  <a:lnTo>
                    <a:pt x="826800" y="1824588"/>
                  </a:lnTo>
                  <a:lnTo>
                    <a:pt x="828366" y="1826597"/>
                  </a:lnTo>
                  <a:lnTo>
                    <a:pt x="828608" y="1826954"/>
                  </a:lnTo>
                  <a:lnTo>
                    <a:pt x="861265" y="1826886"/>
                  </a:lnTo>
                  <a:lnTo>
                    <a:pt x="862831" y="1826235"/>
                  </a:lnTo>
                  <a:lnTo>
                    <a:pt x="864398" y="1826235"/>
                  </a:lnTo>
                  <a:lnTo>
                    <a:pt x="865964" y="1826698"/>
                  </a:lnTo>
                  <a:lnTo>
                    <a:pt x="866828" y="1826954"/>
                  </a:lnTo>
                  <a:lnTo>
                    <a:pt x="868234" y="1826954"/>
                  </a:lnTo>
                  <a:lnTo>
                    <a:pt x="869098" y="1826698"/>
                  </a:lnTo>
                  <a:lnTo>
                    <a:pt x="870664" y="1825934"/>
                  </a:lnTo>
                  <a:lnTo>
                    <a:pt x="872231" y="1825633"/>
                  </a:lnTo>
                  <a:lnTo>
                    <a:pt x="873797" y="1825331"/>
                  </a:lnTo>
                  <a:lnTo>
                    <a:pt x="875364" y="1825331"/>
                  </a:lnTo>
                  <a:lnTo>
                    <a:pt x="876931" y="1825034"/>
                  </a:lnTo>
                  <a:lnTo>
                    <a:pt x="878497" y="1825291"/>
                  </a:lnTo>
                  <a:lnTo>
                    <a:pt x="880064" y="1825291"/>
                  </a:lnTo>
                  <a:lnTo>
                    <a:pt x="881630" y="1825291"/>
                  </a:lnTo>
                  <a:lnTo>
                    <a:pt x="883197" y="1825291"/>
                  </a:lnTo>
                  <a:lnTo>
                    <a:pt x="884764" y="1824436"/>
                  </a:lnTo>
                  <a:lnTo>
                    <a:pt x="886330" y="1823116"/>
                  </a:lnTo>
                  <a:lnTo>
                    <a:pt x="887897" y="1821337"/>
                  </a:lnTo>
                  <a:lnTo>
                    <a:pt x="889463" y="1819556"/>
                  </a:lnTo>
                  <a:lnTo>
                    <a:pt x="891030" y="1816531"/>
                  </a:lnTo>
                  <a:lnTo>
                    <a:pt x="892596" y="1813506"/>
                  </a:lnTo>
                  <a:lnTo>
                    <a:pt x="894163" y="1811076"/>
                  </a:lnTo>
                  <a:lnTo>
                    <a:pt x="895730" y="1808644"/>
                  </a:lnTo>
                  <a:lnTo>
                    <a:pt x="897296" y="1806214"/>
                  </a:lnTo>
                  <a:lnTo>
                    <a:pt x="898863" y="1803783"/>
                  </a:lnTo>
                  <a:lnTo>
                    <a:pt x="900429" y="1800758"/>
                  </a:lnTo>
                  <a:lnTo>
                    <a:pt x="901996" y="1796017"/>
                  </a:lnTo>
                  <a:lnTo>
                    <a:pt x="903563" y="1788476"/>
                  </a:lnTo>
                  <a:lnTo>
                    <a:pt x="905129" y="1780935"/>
                  </a:lnTo>
                  <a:lnTo>
                    <a:pt x="906696" y="1772657"/>
                  </a:lnTo>
                  <a:lnTo>
                    <a:pt x="908262" y="1766117"/>
                  </a:lnTo>
                  <a:lnTo>
                    <a:pt x="909829" y="1759785"/>
                  </a:lnTo>
                  <a:lnTo>
                    <a:pt x="911395" y="1753386"/>
                  </a:lnTo>
                  <a:lnTo>
                    <a:pt x="912962" y="1748048"/>
                  </a:lnTo>
                  <a:lnTo>
                    <a:pt x="914529" y="1743289"/>
                  </a:lnTo>
                  <a:lnTo>
                    <a:pt x="916095" y="1738530"/>
                  </a:lnTo>
                  <a:lnTo>
                    <a:pt x="917662" y="1732257"/>
                  </a:lnTo>
                  <a:lnTo>
                    <a:pt x="919228" y="1726275"/>
                  </a:lnTo>
                  <a:lnTo>
                    <a:pt x="920795" y="1719716"/>
                  </a:lnTo>
                  <a:lnTo>
                    <a:pt x="922362" y="1713734"/>
                  </a:lnTo>
                  <a:lnTo>
                    <a:pt x="923928" y="1707752"/>
                  </a:lnTo>
                  <a:lnTo>
                    <a:pt x="925495" y="1702790"/>
                  </a:lnTo>
                  <a:lnTo>
                    <a:pt x="927061" y="1700590"/>
                  </a:lnTo>
                  <a:lnTo>
                    <a:pt x="928628" y="1698390"/>
                  </a:lnTo>
                  <a:lnTo>
                    <a:pt x="930195" y="1698214"/>
                  </a:lnTo>
                  <a:lnTo>
                    <a:pt x="931761" y="1697420"/>
                  </a:lnTo>
                  <a:lnTo>
                    <a:pt x="933328" y="1697278"/>
                  </a:lnTo>
                  <a:lnTo>
                    <a:pt x="934894" y="1696324"/>
                  </a:lnTo>
                  <a:lnTo>
                    <a:pt x="936461" y="1695369"/>
                  </a:lnTo>
                  <a:lnTo>
                    <a:pt x="938027" y="1694414"/>
                  </a:lnTo>
                  <a:lnTo>
                    <a:pt x="939594" y="1693460"/>
                  </a:lnTo>
                  <a:lnTo>
                    <a:pt x="941161" y="1694905"/>
                  </a:lnTo>
                  <a:lnTo>
                    <a:pt x="942727" y="1696150"/>
                  </a:lnTo>
                  <a:lnTo>
                    <a:pt x="944294" y="1697973"/>
                  </a:lnTo>
                  <a:lnTo>
                    <a:pt x="945860" y="1699795"/>
                  </a:lnTo>
                  <a:lnTo>
                    <a:pt x="947427" y="1702356"/>
                  </a:lnTo>
                  <a:lnTo>
                    <a:pt x="948994" y="1705379"/>
                  </a:lnTo>
                  <a:lnTo>
                    <a:pt x="950560" y="1707966"/>
                  </a:lnTo>
                  <a:lnTo>
                    <a:pt x="952127" y="1710552"/>
                  </a:lnTo>
                  <a:lnTo>
                    <a:pt x="953693" y="1711967"/>
                  </a:lnTo>
                  <a:lnTo>
                    <a:pt x="955260" y="1713383"/>
                  </a:lnTo>
                  <a:lnTo>
                    <a:pt x="956827" y="1716267"/>
                  </a:lnTo>
                  <a:lnTo>
                    <a:pt x="958393" y="1719152"/>
                  </a:lnTo>
                  <a:lnTo>
                    <a:pt x="959960" y="1721716"/>
                  </a:lnTo>
                  <a:lnTo>
                    <a:pt x="961526" y="1724281"/>
                  </a:lnTo>
                  <a:lnTo>
                    <a:pt x="963093" y="1726845"/>
                  </a:lnTo>
                  <a:lnTo>
                    <a:pt x="964659" y="1729986"/>
                  </a:lnTo>
                  <a:lnTo>
                    <a:pt x="966226" y="1733128"/>
                  </a:lnTo>
                  <a:lnTo>
                    <a:pt x="967793" y="1736731"/>
                  </a:lnTo>
                  <a:lnTo>
                    <a:pt x="969359" y="1741070"/>
                  </a:lnTo>
                  <a:lnTo>
                    <a:pt x="970926" y="1744673"/>
                  </a:lnTo>
                  <a:lnTo>
                    <a:pt x="972492" y="1748275"/>
                  </a:lnTo>
                  <a:lnTo>
                    <a:pt x="974059" y="1750765"/>
                  </a:lnTo>
                  <a:lnTo>
                    <a:pt x="975626" y="1751590"/>
                  </a:lnTo>
                  <a:lnTo>
                    <a:pt x="977192" y="1751678"/>
                  </a:lnTo>
                  <a:lnTo>
                    <a:pt x="978759" y="1751765"/>
                  </a:lnTo>
                  <a:lnTo>
                    <a:pt x="980325" y="1751853"/>
                  </a:lnTo>
                  <a:lnTo>
                    <a:pt x="981892" y="1753657"/>
                  </a:lnTo>
                  <a:lnTo>
                    <a:pt x="983459" y="1758420"/>
                  </a:lnTo>
                  <a:lnTo>
                    <a:pt x="985025" y="1763184"/>
                  </a:lnTo>
                  <a:lnTo>
                    <a:pt x="986592" y="1767947"/>
                  </a:lnTo>
                  <a:lnTo>
                    <a:pt x="988158" y="1771488"/>
                  </a:lnTo>
                  <a:lnTo>
                    <a:pt x="989725" y="1769890"/>
                  </a:lnTo>
                  <a:lnTo>
                    <a:pt x="991291" y="1767782"/>
                  </a:lnTo>
                  <a:lnTo>
                    <a:pt x="992858" y="1764613"/>
                  </a:lnTo>
                  <a:lnTo>
                    <a:pt x="994425" y="1761443"/>
                  </a:lnTo>
                  <a:lnTo>
                    <a:pt x="995991" y="1758273"/>
                  </a:lnTo>
                  <a:lnTo>
                    <a:pt x="997558" y="1757389"/>
                  </a:lnTo>
                  <a:lnTo>
                    <a:pt x="999124" y="1758126"/>
                  </a:lnTo>
                  <a:lnTo>
                    <a:pt x="1000691" y="1758126"/>
                  </a:lnTo>
                  <a:lnTo>
                    <a:pt x="1002258" y="1758864"/>
                  </a:lnTo>
                  <a:lnTo>
                    <a:pt x="1003824" y="1759602"/>
                  </a:lnTo>
                  <a:lnTo>
                    <a:pt x="1005391" y="1759321"/>
                  </a:lnTo>
                  <a:lnTo>
                    <a:pt x="1006957" y="1756276"/>
                  </a:lnTo>
                  <a:lnTo>
                    <a:pt x="1008524" y="1752493"/>
                  </a:lnTo>
                  <a:lnTo>
                    <a:pt x="1010091" y="1747282"/>
                  </a:lnTo>
                  <a:lnTo>
                    <a:pt x="1011657" y="1744150"/>
                  </a:lnTo>
                  <a:lnTo>
                    <a:pt x="1013224" y="1746852"/>
                  </a:lnTo>
                  <a:lnTo>
                    <a:pt x="1014790" y="1750367"/>
                  </a:lnTo>
                  <a:lnTo>
                    <a:pt x="1016357" y="1754694"/>
                  </a:lnTo>
                  <a:lnTo>
                    <a:pt x="1017923" y="1759022"/>
                  </a:lnTo>
                  <a:lnTo>
                    <a:pt x="1019490" y="1763348"/>
                  </a:lnTo>
                  <a:lnTo>
                    <a:pt x="1021057" y="1765892"/>
                  </a:lnTo>
                  <a:lnTo>
                    <a:pt x="1022623" y="1768019"/>
                  </a:lnTo>
                  <a:lnTo>
                    <a:pt x="1024190" y="1769569"/>
                  </a:lnTo>
                  <a:lnTo>
                    <a:pt x="1025756" y="1770307"/>
                  </a:lnTo>
                  <a:lnTo>
                    <a:pt x="1027323" y="1770307"/>
                  </a:lnTo>
                  <a:lnTo>
                    <a:pt x="1028890" y="1770307"/>
                  </a:lnTo>
                  <a:lnTo>
                    <a:pt x="1030456" y="1771045"/>
                  </a:lnTo>
                  <a:lnTo>
                    <a:pt x="1032023" y="1771783"/>
                  </a:lnTo>
                  <a:lnTo>
                    <a:pt x="1033589" y="1773692"/>
                  </a:lnTo>
                  <a:lnTo>
                    <a:pt x="1035156" y="1774864"/>
                  </a:lnTo>
                  <a:lnTo>
                    <a:pt x="1036723" y="1775601"/>
                  </a:lnTo>
                  <a:lnTo>
                    <a:pt x="1038289" y="1775601"/>
                  </a:lnTo>
                  <a:lnTo>
                    <a:pt x="1039856" y="1775007"/>
                  </a:lnTo>
                  <a:lnTo>
                    <a:pt x="1041422" y="1774413"/>
                  </a:lnTo>
                  <a:lnTo>
                    <a:pt x="1042989" y="1773819"/>
                  </a:lnTo>
                  <a:lnTo>
                    <a:pt x="1044555" y="1773819"/>
                  </a:lnTo>
                  <a:lnTo>
                    <a:pt x="1046122" y="1773819"/>
                  </a:lnTo>
                  <a:lnTo>
                    <a:pt x="1047689" y="1773819"/>
                  </a:lnTo>
                  <a:lnTo>
                    <a:pt x="1049255" y="1773081"/>
                  </a:lnTo>
                  <a:lnTo>
                    <a:pt x="1050822" y="1773081"/>
                  </a:lnTo>
                  <a:lnTo>
                    <a:pt x="1052388" y="1773081"/>
                  </a:lnTo>
                  <a:lnTo>
                    <a:pt x="1053955" y="1773616"/>
                  </a:lnTo>
                  <a:lnTo>
                    <a:pt x="1055522" y="1776392"/>
                  </a:lnTo>
                  <a:lnTo>
                    <a:pt x="1057088" y="1781457"/>
                  </a:lnTo>
                  <a:lnTo>
                    <a:pt x="1058655" y="1787138"/>
                  </a:lnTo>
                  <a:lnTo>
                    <a:pt x="1060221" y="1792819"/>
                  </a:lnTo>
                  <a:lnTo>
                    <a:pt x="1061788" y="1800232"/>
                  </a:lnTo>
                  <a:lnTo>
                    <a:pt x="1063355" y="1806906"/>
                  </a:lnTo>
                  <a:lnTo>
                    <a:pt x="1064921" y="1814700"/>
                  </a:lnTo>
                  <a:lnTo>
                    <a:pt x="1066488" y="1822495"/>
                  </a:lnTo>
                  <a:lnTo>
                    <a:pt x="1067300" y="1826954"/>
                  </a:lnTo>
                  <a:lnTo>
                    <a:pt x="1153011" y="1826954"/>
                  </a:lnTo>
                  <a:lnTo>
                    <a:pt x="1154217" y="1822550"/>
                  </a:lnTo>
                  <a:lnTo>
                    <a:pt x="1155783" y="1815710"/>
                  </a:lnTo>
                  <a:lnTo>
                    <a:pt x="1157350" y="1808870"/>
                  </a:lnTo>
                  <a:lnTo>
                    <a:pt x="1158916" y="1802687"/>
                  </a:lnTo>
                  <a:lnTo>
                    <a:pt x="1160483" y="1797916"/>
                  </a:lnTo>
                  <a:lnTo>
                    <a:pt x="1162050" y="1793927"/>
                  </a:lnTo>
                  <a:lnTo>
                    <a:pt x="1163616" y="1789939"/>
                  </a:lnTo>
                  <a:lnTo>
                    <a:pt x="1165183" y="1787379"/>
                  </a:lnTo>
                  <a:lnTo>
                    <a:pt x="1166749" y="1786133"/>
                  </a:lnTo>
                  <a:lnTo>
                    <a:pt x="1168316" y="1786898"/>
                  </a:lnTo>
                  <a:lnTo>
                    <a:pt x="1169883" y="1788012"/>
                  </a:lnTo>
                  <a:lnTo>
                    <a:pt x="1171449" y="1788475"/>
                  </a:lnTo>
                  <a:lnTo>
                    <a:pt x="1173016" y="1789589"/>
                  </a:lnTo>
                  <a:lnTo>
                    <a:pt x="1174582" y="1789589"/>
                  </a:lnTo>
                  <a:lnTo>
                    <a:pt x="1176149" y="1789589"/>
                  </a:lnTo>
                  <a:lnTo>
                    <a:pt x="1177715" y="1790239"/>
                  </a:lnTo>
                  <a:lnTo>
                    <a:pt x="1179282" y="1790890"/>
                  </a:lnTo>
                  <a:lnTo>
                    <a:pt x="1180849" y="1792135"/>
                  </a:lnTo>
                  <a:lnTo>
                    <a:pt x="1182415" y="1793380"/>
                  </a:lnTo>
                  <a:lnTo>
                    <a:pt x="1183982" y="1794625"/>
                  </a:lnTo>
                  <a:lnTo>
                    <a:pt x="1185548" y="1795276"/>
                  </a:lnTo>
                  <a:lnTo>
                    <a:pt x="1187115" y="1795927"/>
                  </a:lnTo>
                  <a:lnTo>
                    <a:pt x="1188682" y="1796578"/>
                  </a:lnTo>
                  <a:lnTo>
                    <a:pt x="1190248" y="1797692"/>
                  </a:lnTo>
                  <a:lnTo>
                    <a:pt x="1191815" y="1798937"/>
                  </a:lnTo>
                  <a:lnTo>
                    <a:pt x="1193381" y="1799587"/>
                  </a:lnTo>
                  <a:lnTo>
                    <a:pt x="1194948" y="1800702"/>
                  </a:lnTo>
                  <a:lnTo>
                    <a:pt x="1196514" y="1801815"/>
                  </a:lnTo>
                  <a:lnTo>
                    <a:pt x="1198081" y="1802279"/>
                  </a:lnTo>
                  <a:lnTo>
                    <a:pt x="1199648" y="1803043"/>
                  </a:lnTo>
                  <a:lnTo>
                    <a:pt x="1201214" y="1803043"/>
                  </a:lnTo>
                  <a:lnTo>
                    <a:pt x="1202781" y="1803642"/>
                  </a:lnTo>
                  <a:lnTo>
                    <a:pt x="1204347" y="1803642"/>
                  </a:lnTo>
                  <a:lnTo>
                    <a:pt x="1205914" y="1803642"/>
                  </a:lnTo>
                  <a:lnTo>
                    <a:pt x="1207481" y="1804241"/>
                  </a:lnTo>
                  <a:lnTo>
                    <a:pt x="1209047" y="1804543"/>
                  </a:lnTo>
                  <a:lnTo>
                    <a:pt x="1210614" y="1804543"/>
                  </a:lnTo>
                  <a:lnTo>
                    <a:pt x="1212180" y="1804080"/>
                  </a:lnTo>
                  <a:lnTo>
                    <a:pt x="1213747" y="1803617"/>
                  </a:lnTo>
                  <a:lnTo>
                    <a:pt x="1215314" y="1802555"/>
                  </a:lnTo>
                  <a:lnTo>
                    <a:pt x="1216880" y="1801955"/>
                  </a:lnTo>
                  <a:lnTo>
                    <a:pt x="1218447" y="1801956"/>
                  </a:lnTo>
                  <a:lnTo>
                    <a:pt x="1220013" y="1802419"/>
                  </a:lnTo>
                  <a:lnTo>
                    <a:pt x="1221580" y="1803184"/>
                  </a:lnTo>
                  <a:lnTo>
                    <a:pt x="1223146" y="1803948"/>
                  </a:lnTo>
                  <a:lnTo>
                    <a:pt x="1224713" y="1804713"/>
                  </a:lnTo>
                  <a:lnTo>
                    <a:pt x="1226280" y="1805477"/>
                  </a:lnTo>
                  <a:lnTo>
                    <a:pt x="1227846" y="1805477"/>
                  </a:lnTo>
                  <a:lnTo>
                    <a:pt x="1229413" y="1805477"/>
                  </a:lnTo>
                  <a:lnTo>
                    <a:pt x="1230979" y="1804827"/>
                  </a:lnTo>
                  <a:lnTo>
                    <a:pt x="1232546" y="1805477"/>
                  </a:lnTo>
                  <a:lnTo>
                    <a:pt x="1234113" y="1806128"/>
                  </a:lnTo>
                  <a:lnTo>
                    <a:pt x="1235679" y="1806779"/>
                  </a:lnTo>
                  <a:lnTo>
                    <a:pt x="1237246" y="1807430"/>
                  </a:lnTo>
                  <a:lnTo>
                    <a:pt x="1238812" y="1809138"/>
                  </a:lnTo>
                  <a:lnTo>
                    <a:pt x="1240379" y="1810383"/>
                  </a:lnTo>
                  <a:lnTo>
                    <a:pt x="1241946" y="1811034"/>
                  </a:lnTo>
                  <a:lnTo>
                    <a:pt x="1243512" y="1811685"/>
                  </a:lnTo>
                  <a:lnTo>
                    <a:pt x="1245079" y="1812336"/>
                  </a:lnTo>
                  <a:lnTo>
                    <a:pt x="1246645" y="1812987"/>
                  </a:lnTo>
                  <a:lnTo>
                    <a:pt x="1248212" y="1813637"/>
                  </a:lnTo>
                  <a:lnTo>
                    <a:pt x="1249778" y="1814231"/>
                  </a:lnTo>
                  <a:lnTo>
                    <a:pt x="1251345" y="1816791"/>
                  </a:lnTo>
                  <a:lnTo>
                    <a:pt x="1252912" y="1817963"/>
                  </a:lnTo>
                  <a:lnTo>
                    <a:pt x="1254478" y="1819785"/>
                  </a:lnTo>
                  <a:lnTo>
                    <a:pt x="1256045" y="1821030"/>
                  </a:lnTo>
                  <a:lnTo>
                    <a:pt x="1257611" y="1821624"/>
                  </a:lnTo>
                  <a:lnTo>
                    <a:pt x="1259178" y="1822219"/>
                  </a:lnTo>
                  <a:lnTo>
                    <a:pt x="1260745" y="1822218"/>
                  </a:lnTo>
                  <a:lnTo>
                    <a:pt x="1262311" y="1822218"/>
                  </a:lnTo>
                  <a:lnTo>
                    <a:pt x="1263878" y="1822796"/>
                  </a:lnTo>
                  <a:lnTo>
                    <a:pt x="1265444" y="1823390"/>
                  </a:lnTo>
                  <a:lnTo>
                    <a:pt x="1267011" y="1824561"/>
                  </a:lnTo>
                  <a:lnTo>
                    <a:pt x="1268578" y="1825733"/>
                  </a:lnTo>
                  <a:lnTo>
                    <a:pt x="1270144" y="1826904"/>
                  </a:lnTo>
                  <a:lnTo>
                    <a:pt x="1270278" y="1826954"/>
                  </a:lnTo>
                  <a:lnTo>
                    <a:pt x="1381532" y="1826954"/>
                  </a:lnTo>
                  <a:lnTo>
                    <a:pt x="1382938" y="1822084"/>
                  </a:lnTo>
                  <a:lnTo>
                    <a:pt x="1384505" y="1815703"/>
                  </a:lnTo>
                  <a:lnTo>
                    <a:pt x="1386072" y="1807829"/>
                  </a:lnTo>
                  <a:lnTo>
                    <a:pt x="1387638" y="1799954"/>
                  </a:lnTo>
                  <a:lnTo>
                    <a:pt x="1389205" y="1791037"/>
                  </a:lnTo>
                  <a:lnTo>
                    <a:pt x="1390771" y="1781792"/>
                  </a:lnTo>
                  <a:lnTo>
                    <a:pt x="1392338" y="1773125"/>
                  </a:lnTo>
                  <a:lnTo>
                    <a:pt x="1393905" y="1765789"/>
                  </a:lnTo>
                  <a:lnTo>
                    <a:pt x="1395471" y="1757860"/>
                  </a:lnTo>
                  <a:lnTo>
                    <a:pt x="1397038" y="1750442"/>
                  </a:lnTo>
                  <a:lnTo>
                    <a:pt x="1398604" y="1745198"/>
                  </a:lnTo>
                  <a:lnTo>
                    <a:pt x="1400171" y="1738706"/>
                  </a:lnTo>
                  <a:lnTo>
                    <a:pt x="1401738" y="1730777"/>
                  </a:lnTo>
                  <a:lnTo>
                    <a:pt x="1403304" y="1722847"/>
                  </a:lnTo>
                  <a:lnTo>
                    <a:pt x="1404871" y="1715512"/>
                  </a:lnTo>
                  <a:lnTo>
                    <a:pt x="1406437" y="1707582"/>
                  </a:lnTo>
                  <a:lnTo>
                    <a:pt x="1408004" y="1700425"/>
                  </a:lnTo>
                  <a:lnTo>
                    <a:pt x="1409570" y="1695775"/>
                  </a:lnTo>
                  <a:lnTo>
                    <a:pt x="1411137" y="1690531"/>
                  </a:lnTo>
                  <a:lnTo>
                    <a:pt x="1412704" y="1686642"/>
                  </a:lnTo>
                  <a:lnTo>
                    <a:pt x="1414270" y="1683865"/>
                  </a:lnTo>
                  <a:lnTo>
                    <a:pt x="1415837" y="1681088"/>
                  </a:lnTo>
                  <a:lnTo>
                    <a:pt x="1417403" y="1679124"/>
                  </a:lnTo>
                  <a:lnTo>
                    <a:pt x="1418970" y="1677736"/>
                  </a:lnTo>
                  <a:lnTo>
                    <a:pt x="1420537" y="1677559"/>
                  </a:lnTo>
                  <a:lnTo>
                    <a:pt x="1422103" y="1678033"/>
                  </a:lnTo>
                  <a:lnTo>
                    <a:pt x="1423670" y="1680023"/>
                  </a:lnTo>
                  <a:lnTo>
                    <a:pt x="1425236" y="1684794"/>
                  </a:lnTo>
                  <a:lnTo>
                    <a:pt x="1426803" y="1688915"/>
                  </a:lnTo>
                  <a:lnTo>
                    <a:pt x="1428370" y="1693036"/>
                  </a:lnTo>
                  <a:lnTo>
                    <a:pt x="1429936" y="1697156"/>
                  </a:lnTo>
                  <a:lnTo>
                    <a:pt x="1431503" y="1701277"/>
                  </a:lnTo>
                  <a:lnTo>
                    <a:pt x="1433069" y="1704803"/>
                  </a:lnTo>
                  <a:lnTo>
                    <a:pt x="1434636" y="1708924"/>
                  </a:lnTo>
                  <a:lnTo>
                    <a:pt x="1436202" y="1713045"/>
                  </a:lnTo>
                  <a:lnTo>
                    <a:pt x="1437769" y="1717165"/>
                  </a:lnTo>
                  <a:lnTo>
                    <a:pt x="1439336" y="1721286"/>
                  </a:lnTo>
                  <a:lnTo>
                    <a:pt x="1440902" y="1725275"/>
                  </a:lnTo>
                  <a:lnTo>
                    <a:pt x="1442469" y="1729263"/>
                  </a:lnTo>
                  <a:lnTo>
                    <a:pt x="1444035" y="1731985"/>
                  </a:lnTo>
                  <a:lnTo>
                    <a:pt x="1445602" y="1734706"/>
                  </a:lnTo>
                  <a:lnTo>
                    <a:pt x="1447169" y="1736616"/>
                  </a:lnTo>
                  <a:lnTo>
                    <a:pt x="1448735" y="1738438"/>
                  </a:lnTo>
                  <a:lnTo>
                    <a:pt x="1450302" y="1740260"/>
                  </a:lnTo>
                  <a:lnTo>
                    <a:pt x="1451868" y="1741969"/>
                  </a:lnTo>
                  <a:lnTo>
                    <a:pt x="1453435" y="1744726"/>
                  </a:lnTo>
                  <a:lnTo>
                    <a:pt x="1455001" y="1749355"/>
                  </a:lnTo>
                  <a:lnTo>
                    <a:pt x="1456568" y="1754879"/>
                  </a:lnTo>
                  <a:lnTo>
                    <a:pt x="1458135" y="1759639"/>
                  </a:lnTo>
                  <a:lnTo>
                    <a:pt x="1459701" y="1763747"/>
                  </a:lnTo>
                  <a:lnTo>
                    <a:pt x="1461268" y="1767856"/>
                  </a:lnTo>
                  <a:lnTo>
                    <a:pt x="1462834" y="1770260"/>
                  </a:lnTo>
                  <a:lnTo>
                    <a:pt x="1464401" y="1773126"/>
                  </a:lnTo>
                  <a:lnTo>
                    <a:pt x="1465968" y="1777486"/>
                  </a:lnTo>
                  <a:lnTo>
                    <a:pt x="1467534" y="1781845"/>
                  </a:lnTo>
                  <a:lnTo>
                    <a:pt x="1469101" y="1788798"/>
                  </a:lnTo>
                  <a:lnTo>
                    <a:pt x="1470667" y="1794966"/>
                  </a:lnTo>
                  <a:lnTo>
                    <a:pt x="1472234" y="1799202"/>
                  </a:lnTo>
                  <a:lnTo>
                    <a:pt x="1473801" y="1801887"/>
                  </a:lnTo>
                  <a:lnTo>
                    <a:pt x="1475367" y="1804572"/>
                  </a:lnTo>
                  <a:lnTo>
                    <a:pt x="1476934" y="1806746"/>
                  </a:lnTo>
                  <a:lnTo>
                    <a:pt x="1478500" y="1807558"/>
                  </a:lnTo>
                  <a:lnTo>
                    <a:pt x="1480067" y="1808805"/>
                  </a:lnTo>
                  <a:lnTo>
                    <a:pt x="1481633" y="1811491"/>
                  </a:lnTo>
                  <a:lnTo>
                    <a:pt x="1483200" y="1814989"/>
                  </a:lnTo>
                  <a:lnTo>
                    <a:pt x="1484767" y="1817674"/>
                  </a:lnTo>
                  <a:lnTo>
                    <a:pt x="1486333" y="1819480"/>
                  </a:lnTo>
                  <a:lnTo>
                    <a:pt x="1487900" y="1820077"/>
                  </a:lnTo>
                  <a:lnTo>
                    <a:pt x="1489466" y="1818762"/>
                  </a:lnTo>
                  <a:lnTo>
                    <a:pt x="1491033" y="1817448"/>
                  </a:lnTo>
                  <a:lnTo>
                    <a:pt x="1492600" y="1811048"/>
                  </a:lnTo>
                  <a:lnTo>
                    <a:pt x="1494166" y="1804312"/>
                  </a:lnTo>
                  <a:lnTo>
                    <a:pt x="1495733" y="1799953"/>
                  </a:lnTo>
                  <a:lnTo>
                    <a:pt x="1497299" y="1794782"/>
                  </a:lnTo>
                  <a:lnTo>
                    <a:pt x="1498866" y="1789610"/>
                  </a:lnTo>
                  <a:lnTo>
                    <a:pt x="1500433" y="1783822"/>
                  </a:lnTo>
                  <a:lnTo>
                    <a:pt x="1501999" y="1778034"/>
                  </a:lnTo>
                  <a:lnTo>
                    <a:pt x="1503566" y="1770731"/>
                  </a:lnTo>
                  <a:lnTo>
                    <a:pt x="1505132" y="1760645"/>
                  </a:lnTo>
                  <a:lnTo>
                    <a:pt x="1506699" y="1749965"/>
                  </a:lnTo>
                  <a:lnTo>
                    <a:pt x="1508265" y="1739879"/>
                  </a:lnTo>
                  <a:lnTo>
                    <a:pt x="1509832" y="1732515"/>
                  </a:lnTo>
                  <a:lnTo>
                    <a:pt x="1511399" y="1725473"/>
                  </a:lnTo>
                  <a:lnTo>
                    <a:pt x="1512965" y="1718432"/>
                  </a:lnTo>
                  <a:lnTo>
                    <a:pt x="1514532" y="1711391"/>
                  </a:lnTo>
                  <a:lnTo>
                    <a:pt x="1516098" y="1707081"/>
                  </a:lnTo>
                  <a:lnTo>
                    <a:pt x="1517665" y="1702992"/>
                  </a:lnTo>
                  <a:lnTo>
                    <a:pt x="1519232" y="1695951"/>
                  </a:lnTo>
                  <a:lnTo>
                    <a:pt x="1520798" y="1689692"/>
                  </a:lnTo>
                  <a:lnTo>
                    <a:pt x="1522365" y="1683434"/>
                  </a:lnTo>
                  <a:lnTo>
                    <a:pt x="1523931" y="1677792"/>
                  </a:lnTo>
                  <a:lnTo>
                    <a:pt x="1525498" y="1672150"/>
                  </a:lnTo>
                  <a:lnTo>
                    <a:pt x="1527065" y="1667320"/>
                  </a:lnTo>
                  <a:lnTo>
                    <a:pt x="1528631" y="1662634"/>
                  </a:lnTo>
                  <a:lnTo>
                    <a:pt x="1530198" y="1658542"/>
                  </a:lnTo>
                  <a:lnTo>
                    <a:pt x="1531764" y="1654432"/>
                  </a:lnTo>
                  <a:lnTo>
                    <a:pt x="1533331" y="1650918"/>
                  </a:lnTo>
                  <a:lnTo>
                    <a:pt x="1534897" y="1647998"/>
                  </a:lnTo>
                  <a:lnTo>
                    <a:pt x="1536464" y="1644483"/>
                  </a:lnTo>
                  <a:lnTo>
                    <a:pt x="1538031" y="1640589"/>
                  </a:lnTo>
                  <a:lnTo>
                    <a:pt x="1539597" y="1634606"/>
                  </a:lnTo>
                  <a:lnTo>
                    <a:pt x="1541164" y="1628478"/>
                  </a:lnTo>
                  <a:lnTo>
                    <a:pt x="1542730" y="1626075"/>
                  </a:lnTo>
                  <a:lnTo>
                    <a:pt x="1544297" y="1624166"/>
                  </a:lnTo>
                  <a:lnTo>
                    <a:pt x="1545864" y="1622256"/>
                  </a:lnTo>
                  <a:lnTo>
                    <a:pt x="1547430" y="1620347"/>
                  </a:lnTo>
                  <a:lnTo>
                    <a:pt x="1548997" y="1617625"/>
                  </a:lnTo>
                  <a:lnTo>
                    <a:pt x="1550563" y="1616016"/>
                  </a:lnTo>
                  <a:lnTo>
                    <a:pt x="1552130" y="1616339"/>
                  </a:lnTo>
                  <a:lnTo>
                    <a:pt x="1553697" y="1616822"/>
                  </a:lnTo>
                  <a:lnTo>
                    <a:pt x="1555263" y="1617307"/>
                  </a:lnTo>
                  <a:lnTo>
                    <a:pt x="1556830" y="1617329"/>
                  </a:lnTo>
                  <a:lnTo>
                    <a:pt x="1558396" y="1617000"/>
                  </a:lnTo>
                  <a:lnTo>
                    <a:pt x="1559963" y="1616721"/>
                  </a:lnTo>
                  <a:lnTo>
                    <a:pt x="1561529" y="1616884"/>
                  </a:lnTo>
                  <a:lnTo>
                    <a:pt x="1563096" y="1618752"/>
                  </a:lnTo>
                  <a:lnTo>
                    <a:pt x="1564663" y="1621689"/>
                  </a:lnTo>
                  <a:lnTo>
                    <a:pt x="1566229" y="1625506"/>
                  </a:lnTo>
                  <a:lnTo>
                    <a:pt x="1567796" y="1629758"/>
                  </a:lnTo>
                  <a:lnTo>
                    <a:pt x="1569362" y="1633752"/>
                  </a:lnTo>
                  <a:lnTo>
                    <a:pt x="1570929" y="1637748"/>
                  </a:lnTo>
                  <a:lnTo>
                    <a:pt x="1572496" y="1644895"/>
                  </a:lnTo>
                  <a:lnTo>
                    <a:pt x="1574062" y="1651266"/>
                  </a:lnTo>
                  <a:lnTo>
                    <a:pt x="1575629" y="1655261"/>
                  </a:lnTo>
                  <a:lnTo>
                    <a:pt x="1577195" y="1659513"/>
                  </a:lnTo>
                  <a:lnTo>
                    <a:pt x="1578762" y="1664062"/>
                  </a:lnTo>
                  <a:lnTo>
                    <a:pt x="1580329" y="1668612"/>
                  </a:lnTo>
                  <a:lnTo>
                    <a:pt x="1581895" y="1672864"/>
                  </a:lnTo>
                  <a:lnTo>
                    <a:pt x="1583462" y="1677116"/>
                  </a:lnTo>
                  <a:lnTo>
                    <a:pt x="1585028" y="1681666"/>
                  </a:lnTo>
                  <a:lnTo>
                    <a:pt x="1586595" y="1687574"/>
                  </a:lnTo>
                  <a:lnTo>
                    <a:pt x="1588161" y="1692425"/>
                  </a:lnTo>
                  <a:lnTo>
                    <a:pt x="1589728" y="1694555"/>
                  </a:lnTo>
                  <a:lnTo>
                    <a:pt x="1591295" y="1696362"/>
                  </a:lnTo>
                  <a:lnTo>
                    <a:pt x="1592861" y="1698169"/>
                  </a:lnTo>
                  <a:lnTo>
                    <a:pt x="1594428" y="1699975"/>
                  </a:lnTo>
                  <a:lnTo>
                    <a:pt x="1595994" y="1699050"/>
                  </a:lnTo>
                  <a:lnTo>
                    <a:pt x="1597561" y="1697905"/>
                  </a:lnTo>
                  <a:lnTo>
                    <a:pt x="1599128" y="1699711"/>
                  </a:lnTo>
                  <a:lnTo>
                    <a:pt x="1600694" y="1701518"/>
                  </a:lnTo>
                  <a:lnTo>
                    <a:pt x="1602261" y="1703787"/>
                  </a:lnTo>
                  <a:lnTo>
                    <a:pt x="1603827" y="1706057"/>
                  </a:lnTo>
                  <a:lnTo>
                    <a:pt x="1605394" y="1708327"/>
                  </a:lnTo>
                  <a:lnTo>
                    <a:pt x="1606961" y="1710596"/>
                  </a:lnTo>
                  <a:lnTo>
                    <a:pt x="1608527" y="1712997"/>
                  </a:lnTo>
                  <a:lnTo>
                    <a:pt x="1610094" y="1713947"/>
                  </a:lnTo>
                  <a:lnTo>
                    <a:pt x="1611660" y="1715492"/>
                  </a:lnTo>
                  <a:lnTo>
                    <a:pt x="1613227" y="1716443"/>
                  </a:lnTo>
                  <a:lnTo>
                    <a:pt x="1614793" y="1717393"/>
                  </a:lnTo>
                  <a:lnTo>
                    <a:pt x="1616360" y="1718344"/>
                  </a:lnTo>
                  <a:lnTo>
                    <a:pt x="1617927" y="1719673"/>
                  </a:lnTo>
                  <a:lnTo>
                    <a:pt x="1619493" y="1723348"/>
                  </a:lnTo>
                  <a:lnTo>
                    <a:pt x="1621060" y="1727768"/>
                  </a:lnTo>
                  <a:lnTo>
                    <a:pt x="1622626" y="1730632"/>
                  </a:lnTo>
                  <a:lnTo>
                    <a:pt x="1624193" y="1734146"/>
                  </a:lnTo>
                  <a:lnTo>
                    <a:pt x="1625760" y="1737661"/>
                  </a:lnTo>
                  <a:lnTo>
                    <a:pt x="1627326" y="1741176"/>
                  </a:lnTo>
                  <a:lnTo>
                    <a:pt x="1628893" y="1744690"/>
                  </a:lnTo>
                  <a:lnTo>
                    <a:pt x="1630459" y="1748205"/>
                  </a:lnTo>
                  <a:lnTo>
                    <a:pt x="1632026" y="1751719"/>
                  </a:lnTo>
                  <a:lnTo>
                    <a:pt x="1633593" y="1756479"/>
                  </a:lnTo>
                  <a:lnTo>
                    <a:pt x="1635159" y="1761816"/>
                  </a:lnTo>
                  <a:lnTo>
                    <a:pt x="1636726" y="1767616"/>
                  </a:lnTo>
                  <a:lnTo>
                    <a:pt x="1638292" y="1773691"/>
                  </a:lnTo>
                  <a:lnTo>
                    <a:pt x="1639859" y="1781343"/>
                  </a:lnTo>
                  <a:lnTo>
                    <a:pt x="1641425" y="1788550"/>
                  </a:lnTo>
                  <a:lnTo>
                    <a:pt x="1642992" y="1793242"/>
                  </a:lnTo>
                  <a:lnTo>
                    <a:pt x="1644559" y="1796864"/>
                  </a:lnTo>
                  <a:lnTo>
                    <a:pt x="1646125" y="1801299"/>
                  </a:lnTo>
                  <a:lnTo>
                    <a:pt x="1647692" y="1804921"/>
                  </a:lnTo>
                  <a:lnTo>
                    <a:pt x="1649258" y="1808062"/>
                  </a:lnTo>
                  <a:lnTo>
                    <a:pt x="1650825" y="1811204"/>
                  </a:lnTo>
                  <a:lnTo>
                    <a:pt x="1652392" y="1815083"/>
                  </a:lnTo>
                  <a:lnTo>
                    <a:pt x="1653958" y="1818963"/>
                  </a:lnTo>
                  <a:lnTo>
                    <a:pt x="1655525" y="1822842"/>
                  </a:lnTo>
                  <a:lnTo>
                    <a:pt x="1657091" y="1826465"/>
                  </a:lnTo>
                  <a:lnTo>
                    <a:pt x="1657321" y="1826954"/>
                  </a:lnTo>
                  <a:lnTo>
                    <a:pt x="1737829" y="1826954"/>
                  </a:lnTo>
                  <a:lnTo>
                    <a:pt x="1738554" y="1824945"/>
                  </a:lnTo>
                  <a:lnTo>
                    <a:pt x="1740120" y="1821804"/>
                  </a:lnTo>
                  <a:lnTo>
                    <a:pt x="1741687" y="1819794"/>
                  </a:lnTo>
                  <a:lnTo>
                    <a:pt x="1743254" y="1819029"/>
                  </a:lnTo>
                  <a:lnTo>
                    <a:pt x="1744820" y="1818566"/>
                  </a:lnTo>
                  <a:lnTo>
                    <a:pt x="1746387" y="1818103"/>
                  </a:lnTo>
                  <a:lnTo>
                    <a:pt x="1747953" y="1816989"/>
                  </a:lnTo>
                  <a:lnTo>
                    <a:pt x="1749520" y="1816527"/>
                  </a:lnTo>
                  <a:lnTo>
                    <a:pt x="1751087" y="1816063"/>
                  </a:lnTo>
                  <a:lnTo>
                    <a:pt x="1752653" y="1815600"/>
                  </a:lnTo>
                  <a:lnTo>
                    <a:pt x="1754220" y="1814949"/>
                  </a:lnTo>
                  <a:lnTo>
                    <a:pt x="1755786" y="1814949"/>
                  </a:lnTo>
                  <a:lnTo>
                    <a:pt x="1757353" y="1815600"/>
                  </a:lnTo>
                  <a:lnTo>
                    <a:pt x="1758920" y="1816250"/>
                  </a:lnTo>
                  <a:lnTo>
                    <a:pt x="1760486" y="1816901"/>
                  </a:lnTo>
                  <a:lnTo>
                    <a:pt x="1762053" y="1817552"/>
                  </a:lnTo>
                  <a:lnTo>
                    <a:pt x="1763619" y="1816901"/>
                  </a:lnTo>
                  <a:lnTo>
                    <a:pt x="1765186" y="1815193"/>
                  </a:lnTo>
                  <a:lnTo>
                    <a:pt x="1766752" y="1813485"/>
                  </a:lnTo>
                  <a:lnTo>
                    <a:pt x="1768319" y="1810898"/>
                  </a:lnTo>
                  <a:lnTo>
                    <a:pt x="1769886" y="1808311"/>
                  </a:lnTo>
                  <a:lnTo>
                    <a:pt x="1771452" y="1804987"/>
                  </a:lnTo>
                  <a:lnTo>
                    <a:pt x="1773019" y="1801662"/>
                  </a:lnTo>
                  <a:lnTo>
                    <a:pt x="1774585" y="1798040"/>
                  </a:lnTo>
                  <a:lnTo>
                    <a:pt x="1776152" y="1794417"/>
                  </a:lnTo>
                  <a:lnTo>
                    <a:pt x="1777719" y="1790284"/>
                  </a:lnTo>
                  <a:lnTo>
                    <a:pt x="1779285" y="1786152"/>
                  </a:lnTo>
                  <a:lnTo>
                    <a:pt x="1780852" y="1781388"/>
                  </a:lnTo>
                  <a:lnTo>
                    <a:pt x="1782418" y="1777048"/>
                  </a:lnTo>
                  <a:lnTo>
                    <a:pt x="1783985" y="1772707"/>
                  </a:lnTo>
                  <a:lnTo>
                    <a:pt x="1785552" y="1768828"/>
                  </a:lnTo>
                  <a:lnTo>
                    <a:pt x="1787118" y="1765686"/>
                  </a:lnTo>
                  <a:lnTo>
                    <a:pt x="1788685" y="1763122"/>
                  </a:lnTo>
                  <a:lnTo>
                    <a:pt x="1790251" y="1760557"/>
                  </a:lnTo>
                  <a:lnTo>
                    <a:pt x="1791818" y="1758587"/>
                  </a:lnTo>
                  <a:lnTo>
                    <a:pt x="1793384" y="1756618"/>
                  </a:lnTo>
                  <a:lnTo>
                    <a:pt x="1794951" y="1755298"/>
                  </a:lnTo>
                  <a:lnTo>
                    <a:pt x="1796518" y="1754236"/>
                  </a:lnTo>
                  <a:lnTo>
                    <a:pt x="1798084" y="1754236"/>
                  </a:lnTo>
                  <a:lnTo>
                    <a:pt x="1799651" y="1754538"/>
                  </a:lnTo>
                  <a:lnTo>
                    <a:pt x="1801217" y="1755857"/>
                  </a:lnTo>
                  <a:lnTo>
                    <a:pt x="1802784" y="1757429"/>
                  </a:lnTo>
                  <a:lnTo>
                    <a:pt x="1804351" y="1759001"/>
                  </a:lnTo>
                  <a:lnTo>
                    <a:pt x="1805917" y="1761818"/>
                  </a:lnTo>
                  <a:lnTo>
                    <a:pt x="1807484" y="1764382"/>
                  </a:lnTo>
                  <a:lnTo>
                    <a:pt x="1809050" y="1765875"/>
                  </a:lnTo>
                  <a:lnTo>
                    <a:pt x="1810617" y="1765502"/>
                  </a:lnTo>
                  <a:lnTo>
                    <a:pt x="1812184" y="1763399"/>
                  </a:lnTo>
                  <a:lnTo>
                    <a:pt x="1813750" y="1760720"/>
                  </a:lnTo>
                  <a:lnTo>
                    <a:pt x="1815317" y="1758040"/>
                  </a:lnTo>
                  <a:lnTo>
                    <a:pt x="1816883" y="1755613"/>
                  </a:lnTo>
                  <a:lnTo>
                    <a:pt x="1818450" y="1753394"/>
                  </a:lnTo>
                  <a:lnTo>
                    <a:pt x="1820016" y="1750714"/>
                  </a:lnTo>
                  <a:lnTo>
                    <a:pt x="1821583" y="1747480"/>
                  </a:lnTo>
                  <a:lnTo>
                    <a:pt x="1823150" y="1744245"/>
                  </a:lnTo>
                  <a:lnTo>
                    <a:pt x="1824716" y="1740709"/>
                  </a:lnTo>
                  <a:lnTo>
                    <a:pt x="1826283" y="1737173"/>
                  </a:lnTo>
                  <a:lnTo>
                    <a:pt x="1827849" y="1733637"/>
                  </a:lnTo>
                  <a:lnTo>
                    <a:pt x="1829416" y="1728192"/>
                  </a:lnTo>
                  <a:lnTo>
                    <a:pt x="1830983" y="1722746"/>
                  </a:lnTo>
                  <a:lnTo>
                    <a:pt x="1832549" y="1717507"/>
                  </a:lnTo>
                  <a:lnTo>
                    <a:pt x="1834116" y="1713993"/>
                  </a:lnTo>
                  <a:lnTo>
                    <a:pt x="1835682" y="1712782"/>
                  </a:lnTo>
                  <a:lnTo>
                    <a:pt x="1837249" y="1712131"/>
                  </a:lnTo>
                  <a:lnTo>
                    <a:pt x="1838816" y="1711480"/>
                  </a:lnTo>
                  <a:lnTo>
                    <a:pt x="1840382" y="1710829"/>
                  </a:lnTo>
                  <a:lnTo>
                    <a:pt x="1841949" y="1710178"/>
                  </a:lnTo>
                  <a:lnTo>
                    <a:pt x="1843515" y="1710829"/>
                  </a:lnTo>
                  <a:lnTo>
                    <a:pt x="1845082" y="1711943"/>
                  </a:lnTo>
                  <a:lnTo>
                    <a:pt x="1846648" y="1713651"/>
                  </a:lnTo>
                  <a:lnTo>
                    <a:pt x="1848215" y="1716238"/>
                  </a:lnTo>
                  <a:lnTo>
                    <a:pt x="1849782" y="1718825"/>
                  </a:lnTo>
                  <a:lnTo>
                    <a:pt x="1851348" y="1722150"/>
                  </a:lnTo>
                  <a:lnTo>
                    <a:pt x="1852915" y="1725474"/>
                  </a:lnTo>
                  <a:lnTo>
                    <a:pt x="1854481" y="1729097"/>
                  </a:lnTo>
                  <a:lnTo>
                    <a:pt x="1856048" y="1732719"/>
                  </a:lnTo>
                  <a:lnTo>
                    <a:pt x="1857615" y="1736852"/>
                  </a:lnTo>
                  <a:lnTo>
                    <a:pt x="1859181" y="1740984"/>
                  </a:lnTo>
                  <a:lnTo>
                    <a:pt x="1860748" y="1745748"/>
                  </a:lnTo>
                  <a:lnTo>
                    <a:pt x="1862314" y="1750088"/>
                  </a:lnTo>
                  <a:lnTo>
                    <a:pt x="1863881" y="1754428"/>
                  </a:lnTo>
                  <a:lnTo>
                    <a:pt x="1865448" y="1758308"/>
                  </a:lnTo>
                  <a:lnTo>
                    <a:pt x="1867014" y="1762187"/>
                  </a:lnTo>
                  <a:lnTo>
                    <a:pt x="1868581" y="1766067"/>
                  </a:lnTo>
                  <a:lnTo>
                    <a:pt x="1870147" y="1769947"/>
                  </a:lnTo>
                  <a:lnTo>
                    <a:pt x="1871714" y="1773088"/>
                  </a:lnTo>
                  <a:lnTo>
                    <a:pt x="1873280" y="1776229"/>
                  </a:lnTo>
                  <a:lnTo>
                    <a:pt x="1874847" y="1778794"/>
                  </a:lnTo>
                  <a:lnTo>
                    <a:pt x="1876414" y="1781679"/>
                  </a:lnTo>
                  <a:lnTo>
                    <a:pt x="1877980" y="1784702"/>
                  </a:lnTo>
                  <a:lnTo>
                    <a:pt x="1879547" y="1786987"/>
                  </a:lnTo>
                  <a:lnTo>
                    <a:pt x="1881113" y="1788810"/>
                  </a:lnTo>
                  <a:lnTo>
                    <a:pt x="1882680" y="1789124"/>
                  </a:lnTo>
                  <a:lnTo>
                    <a:pt x="1884247" y="1786854"/>
                  </a:lnTo>
                  <a:lnTo>
                    <a:pt x="1885813" y="1782042"/>
                  </a:lnTo>
                  <a:lnTo>
                    <a:pt x="1887380" y="1774755"/>
                  </a:lnTo>
                  <a:lnTo>
                    <a:pt x="1888946" y="1767897"/>
                  </a:lnTo>
                  <a:lnTo>
                    <a:pt x="1890513" y="1762904"/>
                  </a:lnTo>
                  <a:lnTo>
                    <a:pt x="1892080" y="1759642"/>
                  </a:lnTo>
                  <a:lnTo>
                    <a:pt x="1893646" y="1757768"/>
                  </a:lnTo>
                  <a:lnTo>
                    <a:pt x="1895213" y="1755895"/>
                  </a:lnTo>
                  <a:lnTo>
                    <a:pt x="1896779" y="1755420"/>
                  </a:lnTo>
                  <a:lnTo>
                    <a:pt x="1898346" y="1754946"/>
                  </a:lnTo>
                  <a:lnTo>
                    <a:pt x="1899912" y="1754472"/>
                  </a:lnTo>
                  <a:lnTo>
                    <a:pt x="1901479" y="1752527"/>
                  </a:lnTo>
                  <a:lnTo>
                    <a:pt x="1903046" y="1749651"/>
                  </a:lnTo>
                  <a:lnTo>
                    <a:pt x="1904612" y="1746774"/>
                  </a:lnTo>
                  <a:lnTo>
                    <a:pt x="1906179" y="1744475"/>
                  </a:lnTo>
                  <a:lnTo>
                    <a:pt x="1907745" y="1744001"/>
                  </a:lnTo>
                  <a:lnTo>
                    <a:pt x="1909312" y="1747010"/>
                  </a:lnTo>
                  <a:lnTo>
                    <a:pt x="1910879" y="1752592"/>
                  </a:lnTo>
                  <a:lnTo>
                    <a:pt x="1912445" y="1758768"/>
                  </a:lnTo>
                  <a:lnTo>
                    <a:pt x="1914012" y="1763540"/>
                  </a:lnTo>
                  <a:lnTo>
                    <a:pt x="1915578" y="1765225"/>
                  </a:lnTo>
                  <a:lnTo>
                    <a:pt x="1917145" y="1765699"/>
                  </a:lnTo>
                  <a:lnTo>
                    <a:pt x="1918712" y="1765556"/>
                  </a:lnTo>
                  <a:lnTo>
                    <a:pt x="1920278" y="1763863"/>
                  </a:lnTo>
                  <a:lnTo>
                    <a:pt x="1921845" y="1762171"/>
                  </a:lnTo>
                  <a:lnTo>
                    <a:pt x="1923411" y="1758656"/>
                  </a:lnTo>
                  <a:lnTo>
                    <a:pt x="1924978" y="1758356"/>
                  </a:lnTo>
                  <a:lnTo>
                    <a:pt x="1926544" y="1757762"/>
                  </a:lnTo>
                  <a:lnTo>
                    <a:pt x="1928111" y="1756590"/>
                  </a:lnTo>
                  <a:lnTo>
                    <a:pt x="1929678" y="1755418"/>
                  </a:lnTo>
                  <a:lnTo>
                    <a:pt x="1931244" y="1753509"/>
                  </a:lnTo>
                  <a:lnTo>
                    <a:pt x="1932811" y="1750949"/>
                  </a:lnTo>
                  <a:lnTo>
                    <a:pt x="1934377" y="1748389"/>
                  </a:lnTo>
                  <a:lnTo>
                    <a:pt x="1935944" y="1745828"/>
                  </a:lnTo>
                  <a:lnTo>
                    <a:pt x="1937511" y="1742504"/>
                  </a:lnTo>
                  <a:lnTo>
                    <a:pt x="1939077" y="1739480"/>
                  </a:lnTo>
                  <a:lnTo>
                    <a:pt x="1940644" y="1736457"/>
                  </a:lnTo>
                  <a:lnTo>
                    <a:pt x="1942210" y="1733434"/>
                  </a:lnTo>
                  <a:lnTo>
                    <a:pt x="1943777" y="1730411"/>
                  </a:lnTo>
                  <a:lnTo>
                    <a:pt x="1945344" y="1727388"/>
                  </a:lnTo>
                  <a:lnTo>
                    <a:pt x="1946910" y="1724365"/>
                  </a:lnTo>
                  <a:lnTo>
                    <a:pt x="1948477" y="1720742"/>
                  </a:lnTo>
                  <a:lnTo>
                    <a:pt x="1950043" y="1717119"/>
                  </a:lnTo>
                  <a:lnTo>
                    <a:pt x="1951610" y="1714235"/>
                  </a:lnTo>
                  <a:lnTo>
                    <a:pt x="1953176" y="1711949"/>
                  </a:lnTo>
                  <a:lnTo>
                    <a:pt x="1954743" y="1710241"/>
                  </a:lnTo>
                  <a:lnTo>
                    <a:pt x="1956310" y="1709070"/>
                  </a:lnTo>
                  <a:lnTo>
                    <a:pt x="1957876" y="1707160"/>
                  </a:lnTo>
                  <a:lnTo>
                    <a:pt x="1959443" y="1706583"/>
                  </a:lnTo>
                  <a:lnTo>
                    <a:pt x="1961009" y="1707321"/>
                  </a:lnTo>
                  <a:lnTo>
                    <a:pt x="1962576" y="1709567"/>
                  </a:lnTo>
                  <a:lnTo>
                    <a:pt x="1964143" y="1714397"/>
                  </a:lnTo>
                  <a:lnTo>
                    <a:pt x="1965709" y="1721337"/>
                  </a:lnTo>
                  <a:lnTo>
                    <a:pt x="1967276" y="1731368"/>
                  </a:lnTo>
                  <a:lnTo>
                    <a:pt x="1968842" y="1742041"/>
                  </a:lnTo>
                  <a:lnTo>
                    <a:pt x="1970409" y="1753497"/>
                  </a:lnTo>
                  <a:lnTo>
                    <a:pt x="1971976" y="1764171"/>
                  </a:lnTo>
                  <a:lnTo>
                    <a:pt x="1973542" y="1774815"/>
                  </a:lnTo>
                  <a:lnTo>
                    <a:pt x="1975109" y="1785459"/>
                  </a:lnTo>
                  <a:lnTo>
                    <a:pt x="1976675" y="1793921"/>
                  </a:lnTo>
                  <a:lnTo>
                    <a:pt x="1978242" y="1803166"/>
                  </a:lnTo>
                  <a:lnTo>
                    <a:pt x="1979808" y="1810696"/>
                  </a:lnTo>
                  <a:lnTo>
                    <a:pt x="1981375" y="1817115"/>
                  </a:lnTo>
                  <a:lnTo>
                    <a:pt x="1982942" y="1824464"/>
                  </a:lnTo>
                  <a:lnTo>
                    <a:pt x="1983521" y="1826954"/>
                  </a:lnTo>
                  <a:lnTo>
                    <a:pt x="1992620" y="1826954"/>
                  </a:lnTo>
                  <a:lnTo>
                    <a:pt x="1993908" y="1820425"/>
                  </a:lnTo>
                  <a:lnTo>
                    <a:pt x="1995474" y="1813267"/>
                  </a:lnTo>
                  <a:lnTo>
                    <a:pt x="1997041" y="1806920"/>
                  </a:lnTo>
                  <a:lnTo>
                    <a:pt x="1998608" y="1801190"/>
                  </a:lnTo>
                  <a:lnTo>
                    <a:pt x="2000174" y="1794952"/>
                  </a:lnTo>
                  <a:lnTo>
                    <a:pt x="2001741" y="1788370"/>
                  </a:lnTo>
                  <a:lnTo>
                    <a:pt x="2003307" y="1783536"/>
                  </a:lnTo>
                  <a:lnTo>
                    <a:pt x="2004874" y="1777313"/>
                  </a:lnTo>
                  <a:lnTo>
                    <a:pt x="2006440" y="1770789"/>
                  </a:lnTo>
                  <a:lnTo>
                    <a:pt x="2008007" y="1763454"/>
                  </a:lnTo>
                  <a:lnTo>
                    <a:pt x="2009574" y="1758661"/>
                  </a:lnTo>
                  <a:lnTo>
                    <a:pt x="2011140" y="1754011"/>
                  </a:lnTo>
                  <a:lnTo>
                    <a:pt x="2012707" y="1748698"/>
                  </a:lnTo>
                  <a:lnTo>
                    <a:pt x="2014273" y="1743383"/>
                  </a:lnTo>
                  <a:lnTo>
                    <a:pt x="2015840" y="1738647"/>
                  </a:lnTo>
                  <a:lnTo>
                    <a:pt x="2017407" y="1737141"/>
                  </a:lnTo>
                  <a:lnTo>
                    <a:pt x="2018973" y="1735335"/>
                  </a:lnTo>
                  <a:lnTo>
                    <a:pt x="2020540" y="1732283"/>
                  </a:lnTo>
                  <a:lnTo>
                    <a:pt x="2022106" y="1729232"/>
                  </a:lnTo>
                  <a:lnTo>
                    <a:pt x="2023673" y="1729133"/>
                  </a:lnTo>
                  <a:lnTo>
                    <a:pt x="2025239" y="1729596"/>
                  </a:lnTo>
                  <a:lnTo>
                    <a:pt x="2026806" y="1729596"/>
                  </a:lnTo>
                  <a:lnTo>
                    <a:pt x="2028373" y="1729894"/>
                  </a:lnTo>
                  <a:lnTo>
                    <a:pt x="2029939" y="1730492"/>
                  </a:lnTo>
                  <a:lnTo>
                    <a:pt x="2031506" y="1731555"/>
                  </a:lnTo>
                  <a:lnTo>
                    <a:pt x="2033072" y="1732668"/>
                  </a:lnTo>
                  <a:lnTo>
                    <a:pt x="2034639" y="1734376"/>
                  </a:lnTo>
                  <a:lnTo>
                    <a:pt x="2036206" y="1733146"/>
                  </a:lnTo>
                  <a:lnTo>
                    <a:pt x="2037772" y="1729536"/>
                  </a:lnTo>
                  <a:lnTo>
                    <a:pt x="2039339" y="1724292"/>
                  </a:lnTo>
                  <a:lnTo>
                    <a:pt x="2040905" y="1715174"/>
                  </a:lnTo>
                  <a:lnTo>
                    <a:pt x="2042472" y="1703527"/>
                  </a:lnTo>
                  <a:lnTo>
                    <a:pt x="2044039" y="1691879"/>
                  </a:lnTo>
                  <a:lnTo>
                    <a:pt x="2045605" y="1679420"/>
                  </a:lnTo>
                  <a:lnTo>
                    <a:pt x="2047172" y="1666344"/>
                  </a:lnTo>
                  <a:lnTo>
                    <a:pt x="2048738" y="1653269"/>
                  </a:lnTo>
                  <a:lnTo>
                    <a:pt x="2050305" y="1639411"/>
                  </a:lnTo>
                  <a:lnTo>
                    <a:pt x="2051871" y="1626335"/>
                  </a:lnTo>
                  <a:lnTo>
                    <a:pt x="2053438" y="1612476"/>
                  </a:lnTo>
                  <a:lnTo>
                    <a:pt x="2055005" y="1597880"/>
                  </a:lnTo>
                  <a:lnTo>
                    <a:pt x="2056571" y="1583489"/>
                  </a:lnTo>
                  <a:lnTo>
                    <a:pt x="2058138" y="1567721"/>
                  </a:lnTo>
                  <a:lnTo>
                    <a:pt x="2059704" y="1554836"/>
                  </a:lnTo>
                  <a:lnTo>
                    <a:pt x="2061271" y="1545691"/>
                  </a:lnTo>
                  <a:lnTo>
                    <a:pt x="2062838" y="1538194"/>
                  </a:lnTo>
                  <a:lnTo>
                    <a:pt x="2064404" y="1534660"/>
                  </a:lnTo>
                  <a:lnTo>
                    <a:pt x="2065971" y="1537240"/>
                  </a:lnTo>
                  <a:lnTo>
                    <a:pt x="2067537" y="1539965"/>
                  </a:lnTo>
                  <a:lnTo>
                    <a:pt x="2069104" y="1542089"/>
                  </a:lnTo>
                  <a:lnTo>
                    <a:pt x="2070671" y="1542413"/>
                  </a:lnTo>
                  <a:lnTo>
                    <a:pt x="2072237" y="1543299"/>
                  </a:lnTo>
                  <a:lnTo>
                    <a:pt x="2073804" y="1547119"/>
                  </a:lnTo>
                  <a:lnTo>
                    <a:pt x="2075370" y="1550940"/>
                  </a:lnTo>
                  <a:lnTo>
                    <a:pt x="2076937" y="1552681"/>
                  </a:lnTo>
                  <a:lnTo>
                    <a:pt x="2078503" y="1553239"/>
                  </a:lnTo>
                  <a:lnTo>
                    <a:pt x="2080070" y="1555261"/>
                  </a:lnTo>
                  <a:lnTo>
                    <a:pt x="2081637" y="1556651"/>
                  </a:lnTo>
                  <a:lnTo>
                    <a:pt x="2083203" y="1556349"/>
                  </a:lnTo>
                  <a:lnTo>
                    <a:pt x="2084770" y="1554547"/>
                  </a:lnTo>
                  <a:lnTo>
                    <a:pt x="2086336" y="1551332"/>
                  </a:lnTo>
                  <a:lnTo>
                    <a:pt x="2087903" y="1548931"/>
                  </a:lnTo>
                  <a:lnTo>
                    <a:pt x="2089470" y="1543576"/>
                  </a:lnTo>
                  <a:lnTo>
                    <a:pt x="2091036" y="1537127"/>
                  </a:lnTo>
                  <a:lnTo>
                    <a:pt x="2092603" y="1530817"/>
                  </a:lnTo>
                  <a:lnTo>
                    <a:pt x="2094169" y="1523939"/>
                  </a:lnTo>
                  <a:lnTo>
                    <a:pt x="2095736" y="1513674"/>
                  </a:lnTo>
                  <a:lnTo>
                    <a:pt x="2097303" y="1499040"/>
                  </a:lnTo>
                  <a:lnTo>
                    <a:pt x="2098869" y="1484407"/>
                  </a:lnTo>
                  <a:lnTo>
                    <a:pt x="2100436" y="1471635"/>
                  </a:lnTo>
                  <a:lnTo>
                    <a:pt x="2102002" y="1459029"/>
                  </a:lnTo>
                  <a:lnTo>
                    <a:pt x="2103569" y="1443472"/>
                  </a:lnTo>
                  <a:lnTo>
                    <a:pt x="2105135" y="1427275"/>
                  </a:lnTo>
                  <a:lnTo>
                    <a:pt x="2106702" y="1411618"/>
                  </a:lnTo>
                  <a:lnTo>
                    <a:pt x="2108269" y="1396758"/>
                  </a:lnTo>
                  <a:lnTo>
                    <a:pt x="2109835" y="1380225"/>
                  </a:lnTo>
                  <a:lnTo>
                    <a:pt x="2111402" y="1360896"/>
                  </a:lnTo>
                  <a:lnTo>
                    <a:pt x="2112968" y="1341235"/>
                  </a:lnTo>
                  <a:lnTo>
                    <a:pt x="2114535" y="1320911"/>
                  </a:lnTo>
                  <a:lnTo>
                    <a:pt x="2116102" y="1301929"/>
                  </a:lnTo>
                  <a:lnTo>
                    <a:pt x="2117668" y="1285150"/>
                  </a:lnTo>
                  <a:lnTo>
                    <a:pt x="2119235" y="1270688"/>
                  </a:lnTo>
                  <a:lnTo>
                    <a:pt x="2120801" y="1259164"/>
                  </a:lnTo>
                  <a:lnTo>
                    <a:pt x="2122368" y="1251080"/>
                  </a:lnTo>
                  <a:lnTo>
                    <a:pt x="2123935" y="1242997"/>
                  </a:lnTo>
                  <a:lnTo>
                    <a:pt x="2125501" y="1236217"/>
                  </a:lnTo>
                  <a:lnTo>
                    <a:pt x="2127068" y="1229437"/>
                  </a:lnTo>
                  <a:lnTo>
                    <a:pt x="2128634" y="1222161"/>
                  </a:lnTo>
                  <a:lnTo>
                    <a:pt x="2130201" y="1215725"/>
                  </a:lnTo>
                  <a:lnTo>
                    <a:pt x="2131767" y="1207573"/>
                  </a:lnTo>
                  <a:lnTo>
                    <a:pt x="2133334" y="1200376"/>
                  </a:lnTo>
                  <a:lnTo>
                    <a:pt x="2134901" y="1196601"/>
                  </a:lnTo>
                  <a:lnTo>
                    <a:pt x="2136467" y="1192950"/>
                  </a:lnTo>
                  <a:lnTo>
                    <a:pt x="2138034" y="1192351"/>
                  </a:lnTo>
                  <a:lnTo>
                    <a:pt x="2139600" y="1192346"/>
                  </a:lnTo>
                  <a:lnTo>
                    <a:pt x="2141167" y="1193793"/>
                  </a:lnTo>
                  <a:lnTo>
                    <a:pt x="2142734" y="1194943"/>
                  </a:lnTo>
                  <a:lnTo>
                    <a:pt x="2144300" y="1194337"/>
                  </a:lnTo>
                  <a:lnTo>
                    <a:pt x="2145867" y="1190238"/>
                  </a:lnTo>
                  <a:lnTo>
                    <a:pt x="2147433" y="1183278"/>
                  </a:lnTo>
                  <a:lnTo>
                    <a:pt x="2149000" y="1176340"/>
                  </a:lnTo>
                  <a:lnTo>
                    <a:pt x="2150567" y="1171205"/>
                  </a:lnTo>
                  <a:lnTo>
                    <a:pt x="2152133" y="1166068"/>
                  </a:lnTo>
                  <a:lnTo>
                    <a:pt x="2153700" y="1160932"/>
                  </a:lnTo>
                  <a:lnTo>
                    <a:pt x="2155266" y="1157642"/>
                  </a:lnTo>
                  <a:lnTo>
                    <a:pt x="2156833" y="1155256"/>
                  </a:lnTo>
                  <a:lnTo>
                    <a:pt x="2158399" y="1153147"/>
                  </a:lnTo>
                  <a:lnTo>
                    <a:pt x="2159966" y="1151633"/>
                  </a:lnTo>
                  <a:lnTo>
                    <a:pt x="2161533" y="1151096"/>
                  </a:lnTo>
                  <a:lnTo>
                    <a:pt x="2163099" y="1151673"/>
                  </a:lnTo>
                  <a:lnTo>
                    <a:pt x="2164666" y="1151347"/>
                  </a:lnTo>
                  <a:lnTo>
                    <a:pt x="2166232" y="1152434"/>
                  </a:lnTo>
                  <a:lnTo>
                    <a:pt x="2167799" y="1152927"/>
                  </a:lnTo>
                  <a:lnTo>
                    <a:pt x="2169366" y="1151771"/>
                  </a:lnTo>
                  <a:lnTo>
                    <a:pt x="2170932" y="1150573"/>
                  </a:lnTo>
                  <a:lnTo>
                    <a:pt x="2172499" y="1150550"/>
                  </a:lnTo>
                  <a:lnTo>
                    <a:pt x="2174065" y="1150421"/>
                  </a:lnTo>
                  <a:lnTo>
                    <a:pt x="2175632" y="1148621"/>
                  </a:lnTo>
                  <a:lnTo>
                    <a:pt x="2177199" y="1147531"/>
                  </a:lnTo>
                  <a:lnTo>
                    <a:pt x="2178765" y="1147370"/>
                  </a:lnTo>
                  <a:lnTo>
                    <a:pt x="2180332" y="1147847"/>
                  </a:lnTo>
                  <a:lnTo>
                    <a:pt x="2181898" y="1148164"/>
                  </a:lnTo>
                  <a:lnTo>
                    <a:pt x="2183465" y="1148475"/>
                  </a:lnTo>
                  <a:lnTo>
                    <a:pt x="2185031" y="1146098"/>
                  </a:lnTo>
                  <a:lnTo>
                    <a:pt x="2186598" y="1138406"/>
                  </a:lnTo>
                  <a:lnTo>
                    <a:pt x="2188165" y="1127149"/>
                  </a:lnTo>
                  <a:lnTo>
                    <a:pt x="2189731" y="1116344"/>
                  </a:lnTo>
                  <a:lnTo>
                    <a:pt x="2191298" y="1108609"/>
                  </a:lnTo>
                  <a:lnTo>
                    <a:pt x="2192864" y="1102051"/>
                  </a:lnTo>
                  <a:lnTo>
                    <a:pt x="2194431" y="1096447"/>
                  </a:lnTo>
                  <a:lnTo>
                    <a:pt x="2195998" y="1090372"/>
                  </a:lnTo>
                  <a:lnTo>
                    <a:pt x="2197564" y="1084596"/>
                  </a:lnTo>
                  <a:lnTo>
                    <a:pt x="2199131" y="1078256"/>
                  </a:lnTo>
                  <a:lnTo>
                    <a:pt x="2200697" y="1070089"/>
                  </a:lnTo>
                  <a:lnTo>
                    <a:pt x="2202264" y="1059040"/>
                  </a:lnTo>
                  <a:lnTo>
                    <a:pt x="2203831" y="1047029"/>
                  </a:lnTo>
                  <a:lnTo>
                    <a:pt x="2205397" y="1032141"/>
                  </a:lnTo>
                  <a:lnTo>
                    <a:pt x="2206964" y="1017133"/>
                  </a:lnTo>
                  <a:lnTo>
                    <a:pt x="2208530" y="1003268"/>
                  </a:lnTo>
                  <a:lnTo>
                    <a:pt x="2210097" y="991254"/>
                  </a:lnTo>
                  <a:lnTo>
                    <a:pt x="2211663" y="981093"/>
                  </a:lnTo>
                  <a:lnTo>
                    <a:pt x="2213230" y="970540"/>
                  </a:lnTo>
                  <a:lnTo>
                    <a:pt x="2214797" y="957303"/>
                  </a:lnTo>
                  <a:lnTo>
                    <a:pt x="2216363" y="944119"/>
                  </a:lnTo>
                  <a:lnTo>
                    <a:pt x="2217930" y="928549"/>
                  </a:lnTo>
                  <a:lnTo>
                    <a:pt x="2219496" y="911565"/>
                  </a:lnTo>
                  <a:lnTo>
                    <a:pt x="2221063" y="893104"/>
                  </a:lnTo>
                  <a:lnTo>
                    <a:pt x="2222630" y="874727"/>
                  </a:lnTo>
                  <a:lnTo>
                    <a:pt x="2224196" y="858169"/>
                  </a:lnTo>
                  <a:lnTo>
                    <a:pt x="2225763" y="845080"/>
                  </a:lnTo>
                  <a:lnTo>
                    <a:pt x="2227329" y="836530"/>
                  </a:lnTo>
                  <a:lnTo>
                    <a:pt x="2228896" y="832204"/>
                  </a:lnTo>
                  <a:lnTo>
                    <a:pt x="2230463" y="825739"/>
                  </a:lnTo>
                  <a:lnTo>
                    <a:pt x="2232029" y="817373"/>
                  </a:lnTo>
                  <a:lnTo>
                    <a:pt x="2233596" y="802075"/>
                  </a:lnTo>
                  <a:lnTo>
                    <a:pt x="2235162" y="785061"/>
                  </a:lnTo>
                  <a:lnTo>
                    <a:pt x="2236729" y="769004"/>
                  </a:lnTo>
                  <a:lnTo>
                    <a:pt x="2238295" y="753101"/>
                  </a:lnTo>
                  <a:lnTo>
                    <a:pt x="2239862" y="736038"/>
                  </a:lnTo>
                  <a:lnTo>
                    <a:pt x="2241429" y="719869"/>
                  </a:lnTo>
                  <a:lnTo>
                    <a:pt x="2242995" y="706795"/>
                  </a:lnTo>
                  <a:lnTo>
                    <a:pt x="2244562" y="693400"/>
                  </a:lnTo>
                  <a:lnTo>
                    <a:pt x="2246128" y="681272"/>
                  </a:lnTo>
                  <a:lnTo>
                    <a:pt x="2247695" y="666531"/>
                  </a:lnTo>
                  <a:lnTo>
                    <a:pt x="2249262" y="654767"/>
                  </a:lnTo>
                  <a:lnTo>
                    <a:pt x="2250828" y="642887"/>
                  </a:lnTo>
                  <a:lnTo>
                    <a:pt x="2252395" y="628313"/>
                  </a:lnTo>
                  <a:lnTo>
                    <a:pt x="2253961" y="616471"/>
                  </a:lnTo>
                  <a:lnTo>
                    <a:pt x="2255528" y="610955"/>
                  </a:lnTo>
                  <a:lnTo>
                    <a:pt x="2257095" y="610193"/>
                  </a:lnTo>
                  <a:lnTo>
                    <a:pt x="2258661" y="608415"/>
                  </a:lnTo>
                  <a:lnTo>
                    <a:pt x="2260228" y="603335"/>
                  </a:lnTo>
                  <a:lnTo>
                    <a:pt x="2261794" y="598548"/>
                  </a:lnTo>
                  <a:lnTo>
                    <a:pt x="2263361" y="593037"/>
                  </a:lnTo>
                  <a:lnTo>
                    <a:pt x="2264927" y="589862"/>
                  </a:lnTo>
                  <a:lnTo>
                    <a:pt x="2266494" y="590792"/>
                  </a:lnTo>
                  <a:lnTo>
                    <a:pt x="2268061" y="593901"/>
                  </a:lnTo>
                  <a:lnTo>
                    <a:pt x="2269627" y="597310"/>
                  </a:lnTo>
                  <a:lnTo>
                    <a:pt x="2271194" y="599940"/>
                  </a:lnTo>
                  <a:lnTo>
                    <a:pt x="2272760" y="600820"/>
                  </a:lnTo>
                  <a:lnTo>
                    <a:pt x="2274327" y="600347"/>
                  </a:lnTo>
                  <a:lnTo>
                    <a:pt x="2275894" y="601414"/>
                  </a:lnTo>
                  <a:lnTo>
                    <a:pt x="2277460" y="601974"/>
                  </a:lnTo>
                  <a:lnTo>
                    <a:pt x="2279027" y="601361"/>
                  </a:lnTo>
                  <a:lnTo>
                    <a:pt x="2280593" y="601254"/>
                  </a:lnTo>
                  <a:lnTo>
                    <a:pt x="2282160" y="602673"/>
                  </a:lnTo>
                  <a:lnTo>
                    <a:pt x="2283727" y="605749"/>
                  </a:lnTo>
                  <a:lnTo>
                    <a:pt x="2285293" y="610779"/>
                  </a:lnTo>
                  <a:lnTo>
                    <a:pt x="2286860" y="615511"/>
                  </a:lnTo>
                  <a:lnTo>
                    <a:pt x="2288426" y="619950"/>
                  </a:lnTo>
                  <a:lnTo>
                    <a:pt x="2289993" y="620578"/>
                  </a:lnTo>
                  <a:lnTo>
                    <a:pt x="2291559" y="620623"/>
                  </a:lnTo>
                  <a:lnTo>
                    <a:pt x="2293126" y="621028"/>
                  </a:lnTo>
                  <a:lnTo>
                    <a:pt x="2294693" y="621224"/>
                  </a:lnTo>
                  <a:lnTo>
                    <a:pt x="2296259" y="621771"/>
                  </a:lnTo>
                  <a:lnTo>
                    <a:pt x="2297826" y="622605"/>
                  </a:lnTo>
                  <a:lnTo>
                    <a:pt x="2299392" y="623027"/>
                  </a:lnTo>
                  <a:lnTo>
                    <a:pt x="2300959" y="622017"/>
                  </a:lnTo>
                  <a:lnTo>
                    <a:pt x="2302526" y="619725"/>
                  </a:lnTo>
                  <a:lnTo>
                    <a:pt x="2304092" y="614367"/>
                  </a:lnTo>
                  <a:lnTo>
                    <a:pt x="2305659" y="605081"/>
                  </a:lnTo>
                  <a:lnTo>
                    <a:pt x="2307225" y="593231"/>
                  </a:lnTo>
                  <a:lnTo>
                    <a:pt x="2308792" y="577986"/>
                  </a:lnTo>
                  <a:lnTo>
                    <a:pt x="2310358" y="564629"/>
                  </a:lnTo>
                  <a:lnTo>
                    <a:pt x="2311925" y="553390"/>
                  </a:lnTo>
                  <a:lnTo>
                    <a:pt x="2313492" y="549925"/>
                  </a:lnTo>
                  <a:lnTo>
                    <a:pt x="2315058" y="547063"/>
                  </a:lnTo>
                  <a:lnTo>
                    <a:pt x="2316625" y="543660"/>
                  </a:lnTo>
                  <a:lnTo>
                    <a:pt x="2318191" y="540554"/>
                  </a:lnTo>
                  <a:lnTo>
                    <a:pt x="2319758" y="538155"/>
                  </a:lnTo>
                  <a:lnTo>
                    <a:pt x="2321325" y="532993"/>
                  </a:lnTo>
                  <a:lnTo>
                    <a:pt x="2322891" y="523921"/>
                  </a:lnTo>
                  <a:lnTo>
                    <a:pt x="2324458" y="515967"/>
                  </a:lnTo>
                  <a:lnTo>
                    <a:pt x="2326024" y="503945"/>
                  </a:lnTo>
                  <a:lnTo>
                    <a:pt x="2327591" y="495660"/>
                  </a:lnTo>
                  <a:lnTo>
                    <a:pt x="2329158" y="484962"/>
                  </a:lnTo>
                  <a:lnTo>
                    <a:pt x="2330724" y="477102"/>
                  </a:lnTo>
                  <a:lnTo>
                    <a:pt x="2332291" y="473164"/>
                  </a:lnTo>
                  <a:lnTo>
                    <a:pt x="2333857" y="465567"/>
                  </a:lnTo>
                  <a:lnTo>
                    <a:pt x="2335424" y="457008"/>
                  </a:lnTo>
                  <a:lnTo>
                    <a:pt x="2336990" y="445413"/>
                  </a:lnTo>
                  <a:lnTo>
                    <a:pt x="2338557" y="433350"/>
                  </a:lnTo>
                  <a:lnTo>
                    <a:pt x="2340124" y="423166"/>
                  </a:lnTo>
                  <a:lnTo>
                    <a:pt x="2341690" y="411515"/>
                  </a:lnTo>
                  <a:lnTo>
                    <a:pt x="2343257" y="402765"/>
                  </a:lnTo>
                  <a:lnTo>
                    <a:pt x="2344823" y="392948"/>
                  </a:lnTo>
                  <a:lnTo>
                    <a:pt x="2346390" y="383323"/>
                  </a:lnTo>
                  <a:lnTo>
                    <a:pt x="2347957" y="376235"/>
                  </a:lnTo>
                  <a:lnTo>
                    <a:pt x="2349523" y="368570"/>
                  </a:lnTo>
                  <a:lnTo>
                    <a:pt x="2351090" y="361027"/>
                  </a:lnTo>
                  <a:lnTo>
                    <a:pt x="2352656" y="353384"/>
                  </a:lnTo>
                  <a:lnTo>
                    <a:pt x="2354223" y="345265"/>
                  </a:lnTo>
                  <a:lnTo>
                    <a:pt x="2355790" y="336365"/>
                  </a:lnTo>
                  <a:lnTo>
                    <a:pt x="2357356" y="327866"/>
                  </a:lnTo>
                  <a:lnTo>
                    <a:pt x="2358923" y="319074"/>
                  </a:lnTo>
                  <a:lnTo>
                    <a:pt x="2360489" y="311771"/>
                  </a:lnTo>
                  <a:lnTo>
                    <a:pt x="2362056" y="307340"/>
                  </a:lnTo>
                  <a:lnTo>
                    <a:pt x="2363622" y="302224"/>
                  </a:lnTo>
                  <a:lnTo>
                    <a:pt x="2365189" y="297706"/>
                  </a:lnTo>
                  <a:lnTo>
                    <a:pt x="2366756" y="292496"/>
                  </a:lnTo>
                  <a:lnTo>
                    <a:pt x="2368322" y="284760"/>
                  </a:lnTo>
                  <a:lnTo>
                    <a:pt x="2369889" y="278137"/>
                  </a:lnTo>
                  <a:lnTo>
                    <a:pt x="2371455" y="271895"/>
                  </a:lnTo>
                  <a:lnTo>
                    <a:pt x="2373022" y="265288"/>
                  </a:lnTo>
                  <a:lnTo>
                    <a:pt x="2374589" y="257276"/>
                  </a:lnTo>
                  <a:lnTo>
                    <a:pt x="2376155" y="250336"/>
                  </a:lnTo>
                  <a:lnTo>
                    <a:pt x="2377722" y="241839"/>
                  </a:lnTo>
                  <a:lnTo>
                    <a:pt x="2379288" y="234267"/>
                  </a:lnTo>
                  <a:lnTo>
                    <a:pt x="2380855" y="226430"/>
                  </a:lnTo>
                  <a:lnTo>
                    <a:pt x="2382422" y="219065"/>
                  </a:lnTo>
                  <a:lnTo>
                    <a:pt x="2383988" y="210759"/>
                  </a:lnTo>
                  <a:lnTo>
                    <a:pt x="2385555" y="202722"/>
                  </a:lnTo>
                  <a:lnTo>
                    <a:pt x="2387121" y="192995"/>
                  </a:lnTo>
                  <a:lnTo>
                    <a:pt x="2388688" y="179987"/>
                  </a:lnTo>
                  <a:lnTo>
                    <a:pt x="2390254" y="165507"/>
                  </a:lnTo>
                  <a:lnTo>
                    <a:pt x="2391821" y="152398"/>
                  </a:lnTo>
                  <a:lnTo>
                    <a:pt x="2393388" y="137841"/>
                  </a:lnTo>
                  <a:lnTo>
                    <a:pt x="2394954" y="122711"/>
                  </a:lnTo>
                  <a:lnTo>
                    <a:pt x="2396521" y="106645"/>
                  </a:lnTo>
                  <a:lnTo>
                    <a:pt x="2398087" y="92602"/>
                  </a:lnTo>
                  <a:lnTo>
                    <a:pt x="2399654" y="78790"/>
                  </a:lnTo>
                  <a:lnTo>
                    <a:pt x="2401221" y="65803"/>
                  </a:lnTo>
                  <a:lnTo>
                    <a:pt x="2402787" y="52954"/>
                  </a:lnTo>
                  <a:lnTo>
                    <a:pt x="2404354" y="39772"/>
                  </a:lnTo>
                  <a:lnTo>
                    <a:pt x="2405920" y="30709"/>
                  </a:lnTo>
                  <a:lnTo>
                    <a:pt x="2407487" y="21311"/>
                  </a:lnTo>
                  <a:lnTo>
                    <a:pt x="2409054" y="13975"/>
                  </a:lnTo>
                  <a:lnTo>
                    <a:pt x="2410620" y="6456"/>
                  </a:lnTo>
                  <a:lnTo>
                    <a:pt x="2412187" y="1341"/>
                  </a:lnTo>
                  <a:lnTo>
                    <a:pt x="2413753" y="659"/>
                  </a:lnTo>
                  <a:lnTo>
                    <a:pt x="2415320" y="0"/>
                  </a:lnTo>
                  <a:lnTo>
                    <a:pt x="2416886" y="860"/>
                  </a:lnTo>
                  <a:lnTo>
                    <a:pt x="2418453" y="3400"/>
                  </a:lnTo>
                  <a:lnTo>
                    <a:pt x="2420020" y="6243"/>
                  </a:lnTo>
                  <a:lnTo>
                    <a:pt x="2421586" y="9640"/>
                  </a:lnTo>
                  <a:lnTo>
                    <a:pt x="2423153" y="10804"/>
                  </a:lnTo>
                  <a:lnTo>
                    <a:pt x="2424719" y="16856"/>
                  </a:lnTo>
                  <a:lnTo>
                    <a:pt x="2426286" y="25674"/>
                  </a:lnTo>
                  <a:lnTo>
                    <a:pt x="2427853" y="36358"/>
                  </a:lnTo>
                  <a:lnTo>
                    <a:pt x="2429419" y="47663"/>
                  </a:lnTo>
                  <a:lnTo>
                    <a:pt x="2430986" y="61459"/>
                  </a:lnTo>
                  <a:lnTo>
                    <a:pt x="2432552" y="75844"/>
                  </a:lnTo>
                  <a:lnTo>
                    <a:pt x="2434119" y="92770"/>
                  </a:lnTo>
                  <a:lnTo>
                    <a:pt x="2435686" y="109481"/>
                  </a:lnTo>
                  <a:lnTo>
                    <a:pt x="2437252" y="124376"/>
                  </a:lnTo>
                  <a:lnTo>
                    <a:pt x="2438819" y="140251"/>
                  </a:lnTo>
                  <a:lnTo>
                    <a:pt x="2440385" y="155579"/>
                  </a:lnTo>
                  <a:lnTo>
                    <a:pt x="2441952" y="169016"/>
                  </a:lnTo>
                  <a:lnTo>
                    <a:pt x="2443518" y="183569"/>
                  </a:lnTo>
                  <a:lnTo>
                    <a:pt x="2445085" y="196570"/>
                  </a:lnTo>
                  <a:lnTo>
                    <a:pt x="2446652" y="208854"/>
                  </a:lnTo>
                  <a:lnTo>
                    <a:pt x="2448218" y="223310"/>
                  </a:lnTo>
                  <a:lnTo>
                    <a:pt x="2449785" y="237774"/>
                  </a:lnTo>
                  <a:lnTo>
                    <a:pt x="2451351" y="252263"/>
                  </a:lnTo>
                  <a:lnTo>
                    <a:pt x="2452918" y="266878"/>
                  </a:lnTo>
                  <a:lnTo>
                    <a:pt x="2454485" y="283313"/>
                  </a:lnTo>
                  <a:lnTo>
                    <a:pt x="2456051" y="299353"/>
                  </a:lnTo>
                  <a:lnTo>
                    <a:pt x="2457618" y="314046"/>
                  </a:lnTo>
                  <a:lnTo>
                    <a:pt x="2459184" y="326210"/>
                  </a:lnTo>
                  <a:lnTo>
                    <a:pt x="2460751" y="340240"/>
                  </a:lnTo>
                  <a:lnTo>
                    <a:pt x="2462318" y="354826"/>
                  </a:lnTo>
                  <a:lnTo>
                    <a:pt x="2463884" y="369291"/>
                  </a:lnTo>
                  <a:lnTo>
                    <a:pt x="2465451" y="383374"/>
                  </a:lnTo>
                  <a:lnTo>
                    <a:pt x="2467017" y="398775"/>
                  </a:lnTo>
                  <a:lnTo>
                    <a:pt x="2468584" y="419791"/>
                  </a:lnTo>
                  <a:lnTo>
                    <a:pt x="2470150" y="442775"/>
                  </a:lnTo>
                  <a:lnTo>
                    <a:pt x="2471717" y="463096"/>
                  </a:lnTo>
                  <a:lnTo>
                    <a:pt x="2473284" y="482633"/>
                  </a:lnTo>
                  <a:lnTo>
                    <a:pt x="2474850" y="498768"/>
                  </a:lnTo>
                  <a:lnTo>
                    <a:pt x="2476417" y="514015"/>
                  </a:lnTo>
                  <a:lnTo>
                    <a:pt x="2477983" y="527223"/>
                  </a:lnTo>
                  <a:lnTo>
                    <a:pt x="2479550" y="538761"/>
                  </a:lnTo>
                  <a:lnTo>
                    <a:pt x="2481117" y="552855"/>
                  </a:lnTo>
                  <a:lnTo>
                    <a:pt x="2482683" y="566607"/>
                  </a:lnTo>
                  <a:lnTo>
                    <a:pt x="2484250" y="579736"/>
                  </a:lnTo>
                  <a:lnTo>
                    <a:pt x="2485816" y="590507"/>
                  </a:lnTo>
                  <a:lnTo>
                    <a:pt x="2487383" y="600808"/>
                  </a:lnTo>
                  <a:lnTo>
                    <a:pt x="2488950" y="609645"/>
                  </a:lnTo>
                  <a:lnTo>
                    <a:pt x="2490516" y="616723"/>
                  </a:lnTo>
                  <a:lnTo>
                    <a:pt x="2492083" y="618255"/>
                  </a:lnTo>
                  <a:lnTo>
                    <a:pt x="2493649" y="616594"/>
                  </a:lnTo>
                  <a:lnTo>
                    <a:pt x="2495216" y="611896"/>
                  </a:lnTo>
                  <a:lnTo>
                    <a:pt x="2496782" y="605800"/>
                  </a:lnTo>
                  <a:lnTo>
                    <a:pt x="2498349" y="599886"/>
                  </a:lnTo>
                  <a:lnTo>
                    <a:pt x="2499916" y="595643"/>
                  </a:lnTo>
                  <a:lnTo>
                    <a:pt x="2501482" y="592256"/>
                  </a:lnTo>
                  <a:lnTo>
                    <a:pt x="2503049" y="591076"/>
                  </a:lnTo>
                  <a:lnTo>
                    <a:pt x="2504615" y="586703"/>
                  </a:lnTo>
                  <a:lnTo>
                    <a:pt x="2506182" y="583520"/>
                  </a:lnTo>
                  <a:lnTo>
                    <a:pt x="2507749" y="577679"/>
                  </a:lnTo>
                  <a:lnTo>
                    <a:pt x="2509315" y="573824"/>
                  </a:lnTo>
                  <a:lnTo>
                    <a:pt x="2510882" y="568406"/>
                  </a:lnTo>
                  <a:lnTo>
                    <a:pt x="2512448" y="563371"/>
                  </a:lnTo>
                  <a:lnTo>
                    <a:pt x="2514015" y="556877"/>
                  </a:lnTo>
                  <a:lnTo>
                    <a:pt x="2515582" y="554636"/>
                  </a:lnTo>
                  <a:lnTo>
                    <a:pt x="2517148" y="556928"/>
                  </a:lnTo>
                  <a:lnTo>
                    <a:pt x="2518715" y="566398"/>
                  </a:lnTo>
                  <a:lnTo>
                    <a:pt x="2520281" y="577706"/>
                  </a:lnTo>
                  <a:lnTo>
                    <a:pt x="2521848" y="588941"/>
                  </a:lnTo>
                  <a:lnTo>
                    <a:pt x="2523414" y="598585"/>
                  </a:lnTo>
                  <a:lnTo>
                    <a:pt x="2524981" y="609268"/>
                  </a:lnTo>
                  <a:lnTo>
                    <a:pt x="2526548" y="623024"/>
                  </a:lnTo>
                  <a:lnTo>
                    <a:pt x="2528114" y="636185"/>
                  </a:lnTo>
                  <a:lnTo>
                    <a:pt x="2529681" y="649939"/>
                  </a:lnTo>
                  <a:lnTo>
                    <a:pt x="2531247" y="663734"/>
                  </a:lnTo>
                  <a:lnTo>
                    <a:pt x="2532814" y="676376"/>
                  </a:lnTo>
                  <a:lnTo>
                    <a:pt x="2534381" y="687909"/>
                  </a:lnTo>
                  <a:lnTo>
                    <a:pt x="2535947" y="699198"/>
                  </a:lnTo>
                  <a:lnTo>
                    <a:pt x="2537514" y="715052"/>
                  </a:lnTo>
                  <a:lnTo>
                    <a:pt x="2539080" y="732854"/>
                  </a:lnTo>
                  <a:lnTo>
                    <a:pt x="2540647" y="749359"/>
                  </a:lnTo>
                  <a:lnTo>
                    <a:pt x="2542214" y="764678"/>
                  </a:lnTo>
                  <a:lnTo>
                    <a:pt x="2543780" y="781532"/>
                  </a:lnTo>
                  <a:lnTo>
                    <a:pt x="2545347" y="799236"/>
                  </a:lnTo>
                  <a:lnTo>
                    <a:pt x="2546913" y="815260"/>
                  </a:lnTo>
                  <a:lnTo>
                    <a:pt x="2548480" y="826547"/>
                  </a:lnTo>
                  <a:lnTo>
                    <a:pt x="2550046" y="836779"/>
                  </a:lnTo>
                  <a:lnTo>
                    <a:pt x="2551613" y="848896"/>
                  </a:lnTo>
                  <a:lnTo>
                    <a:pt x="2553180" y="860232"/>
                  </a:lnTo>
                  <a:lnTo>
                    <a:pt x="2554746" y="874807"/>
                  </a:lnTo>
                  <a:lnTo>
                    <a:pt x="2556313" y="891736"/>
                  </a:lnTo>
                  <a:lnTo>
                    <a:pt x="2557879" y="909914"/>
                  </a:lnTo>
                  <a:lnTo>
                    <a:pt x="2559446" y="929470"/>
                  </a:lnTo>
                  <a:lnTo>
                    <a:pt x="2561013" y="945954"/>
                  </a:lnTo>
                  <a:lnTo>
                    <a:pt x="2562579" y="957951"/>
                  </a:lnTo>
                  <a:lnTo>
                    <a:pt x="2564146" y="969022"/>
                  </a:lnTo>
                  <a:lnTo>
                    <a:pt x="2565712" y="981131"/>
                  </a:lnTo>
                  <a:lnTo>
                    <a:pt x="2567279" y="992779"/>
                  </a:lnTo>
                  <a:lnTo>
                    <a:pt x="2568845" y="1005320"/>
                  </a:lnTo>
                  <a:lnTo>
                    <a:pt x="2570412" y="1020230"/>
                  </a:lnTo>
                  <a:lnTo>
                    <a:pt x="2571979" y="1037819"/>
                  </a:lnTo>
                  <a:lnTo>
                    <a:pt x="2573545" y="1054423"/>
                  </a:lnTo>
                  <a:lnTo>
                    <a:pt x="2575112" y="1071088"/>
                  </a:lnTo>
                  <a:lnTo>
                    <a:pt x="2576678" y="1088599"/>
                  </a:lnTo>
                  <a:lnTo>
                    <a:pt x="2578245" y="1104806"/>
                  </a:lnTo>
                  <a:lnTo>
                    <a:pt x="2579812" y="1119204"/>
                  </a:lnTo>
                  <a:lnTo>
                    <a:pt x="2581378" y="1132768"/>
                  </a:lnTo>
                  <a:lnTo>
                    <a:pt x="2582945" y="1144963"/>
                  </a:lnTo>
                  <a:lnTo>
                    <a:pt x="2584511" y="1158494"/>
                  </a:lnTo>
                  <a:lnTo>
                    <a:pt x="2586078" y="1175422"/>
                  </a:lnTo>
                  <a:lnTo>
                    <a:pt x="2587645" y="1192841"/>
                  </a:lnTo>
                  <a:lnTo>
                    <a:pt x="2589211" y="1208855"/>
                  </a:lnTo>
                  <a:lnTo>
                    <a:pt x="2590778" y="1223858"/>
                  </a:lnTo>
                  <a:lnTo>
                    <a:pt x="2592344" y="1238249"/>
                  </a:lnTo>
                  <a:lnTo>
                    <a:pt x="2593911" y="1251846"/>
                  </a:lnTo>
                  <a:lnTo>
                    <a:pt x="2595477" y="1260609"/>
                  </a:lnTo>
                  <a:lnTo>
                    <a:pt x="2597044" y="1267632"/>
                  </a:lnTo>
                  <a:lnTo>
                    <a:pt x="2598611" y="1269793"/>
                  </a:lnTo>
                  <a:lnTo>
                    <a:pt x="2600177" y="1270256"/>
                  </a:lnTo>
                  <a:lnTo>
                    <a:pt x="2601744" y="1270255"/>
                  </a:lnTo>
                  <a:lnTo>
                    <a:pt x="2603310" y="1270719"/>
                  </a:lnTo>
                  <a:lnTo>
                    <a:pt x="2604877" y="1270719"/>
                  </a:lnTo>
                  <a:lnTo>
                    <a:pt x="2606444" y="1270945"/>
                  </a:lnTo>
                  <a:lnTo>
                    <a:pt x="2608010" y="1272071"/>
                  </a:lnTo>
                  <a:lnTo>
                    <a:pt x="2609577" y="1270363"/>
                  </a:lnTo>
                  <a:lnTo>
                    <a:pt x="2611143" y="1268654"/>
                  </a:lnTo>
                  <a:lnTo>
                    <a:pt x="2612710" y="1267110"/>
                  </a:lnTo>
                  <a:lnTo>
                    <a:pt x="2614277" y="1266173"/>
                  </a:lnTo>
                  <a:lnTo>
                    <a:pt x="2615843" y="1264596"/>
                  </a:lnTo>
                  <a:lnTo>
                    <a:pt x="2617410" y="1261258"/>
                  </a:lnTo>
                  <a:lnTo>
                    <a:pt x="2618976" y="1259413"/>
                  </a:lnTo>
                  <a:lnTo>
                    <a:pt x="2620543" y="1258577"/>
                  </a:lnTo>
                  <a:lnTo>
                    <a:pt x="2622109" y="1257490"/>
                  </a:lnTo>
                  <a:lnTo>
                    <a:pt x="2623676" y="1255590"/>
                  </a:lnTo>
                  <a:lnTo>
                    <a:pt x="2625243" y="1253483"/>
                  </a:lnTo>
                  <a:lnTo>
                    <a:pt x="2626809" y="1254314"/>
                  </a:lnTo>
                  <a:lnTo>
                    <a:pt x="2628376" y="1257502"/>
                  </a:lnTo>
                  <a:lnTo>
                    <a:pt x="2629942" y="1261501"/>
                  </a:lnTo>
                  <a:lnTo>
                    <a:pt x="2631509" y="1266031"/>
                  </a:lnTo>
                  <a:lnTo>
                    <a:pt x="2633076" y="1274906"/>
                  </a:lnTo>
                  <a:lnTo>
                    <a:pt x="2634642" y="1283782"/>
                  </a:lnTo>
                  <a:lnTo>
                    <a:pt x="2636209" y="1292081"/>
                  </a:lnTo>
                  <a:lnTo>
                    <a:pt x="2637775" y="1299596"/>
                  </a:lnTo>
                  <a:lnTo>
                    <a:pt x="2639342" y="1307628"/>
                  </a:lnTo>
                  <a:lnTo>
                    <a:pt x="2640909" y="1317009"/>
                  </a:lnTo>
                  <a:lnTo>
                    <a:pt x="2642475" y="1332105"/>
                  </a:lnTo>
                  <a:lnTo>
                    <a:pt x="2644042" y="1347392"/>
                  </a:lnTo>
                  <a:lnTo>
                    <a:pt x="2645608" y="1360890"/>
                  </a:lnTo>
                  <a:lnTo>
                    <a:pt x="2647175" y="1375125"/>
                  </a:lnTo>
                  <a:lnTo>
                    <a:pt x="2648741" y="1389361"/>
                  </a:lnTo>
                  <a:lnTo>
                    <a:pt x="2650308" y="1401704"/>
                  </a:lnTo>
                  <a:lnTo>
                    <a:pt x="2651875" y="1413024"/>
                  </a:lnTo>
                  <a:lnTo>
                    <a:pt x="2653441" y="1425944"/>
                  </a:lnTo>
                  <a:lnTo>
                    <a:pt x="2655008" y="1439210"/>
                  </a:lnTo>
                  <a:lnTo>
                    <a:pt x="2656574" y="1448189"/>
                  </a:lnTo>
                  <a:lnTo>
                    <a:pt x="2658141" y="1455039"/>
                  </a:lnTo>
                  <a:lnTo>
                    <a:pt x="2659708" y="1460539"/>
                  </a:lnTo>
                  <a:lnTo>
                    <a:pt x="2661274" y="1466631"/>
                  </a:lnTo>
                  <a:lnTo>
                    <a:pt x="2662841" y="1471947"/>
                  </a:lnTo>
                  <a:lnTo>
                    <a:pt x="2664407" y="1476305"/>
                  </a:lnTo>
                  <a:lnTo>
                    <a:pt x="2665974" y="1473676"/>
                  </a:lnTo>
                  <a:lnTo>
                    <a:pt x="2667541" y="1470539"/>
                  </a:lnTo>
                  <a:lnTo>
                    <a:pt x="2669107" y="1469309"/>
                  </a:lnTo>
                  <a:lnTo>
                    <a:pt x="2670674" y="1468077"/>
                  </a:lnTo>
                  <a:lnTo>
                    <a:pt x="2672240" y="1466846"/>
                  </a:lnTo>
                  <a:lnTo>
                    <a:pt x="2673807" y="1467005"/>
                  </a:lnTo>
                  <a:lnTo>
                    <a:pt x="2675373" y="1468154"/>
                  </a:lnTo>
                  <a:lnTo>
                    <a:pt x="2676940" y="1468312"/>
                  </a:lnTo>
                  <a:lnTo>
                    <a:pt x="2678507" y="1467459"/>
                  </a:lnTo>
                  <a:lnTo>
                    <a:pt x="2680073" y="1469859"/>
                  </a:lnTo>
                  <a:lnTo>
                    <a:pt x="2681640" y="1474477"/>
                  </a:lnTo>
                  <a:lnTo>
                    <a:pt x="2683206" y="1482281"/>
                  </a:lnTo>
                  <a:lnTo>
                    <a:pt x="2684773" y="1490086"/>
                  </a:lnTo>
                  <a:lnTo>
                    <a:pt x="2686340" y="1495824"/>
                  </a:lnTo>
                  <a:lnTo>
                    <a:pt x="2687906" y="1501257"/>
                  </a:lnTo>
                  <a:lnTo>
                    <a:pt x="2689473" y="1508930"/>
                  </a:lnTo>
                  <a:lnTo>
                    <a:pt x="2691039" y="1516603"/>
                  </a:lnTo>
                  <a:lnTo>
                    <a:pt x="2692606" y="1523927"/>
                  </a:lnTo>
                  <a:lnTo>
                    <a:pt x="2694173" y="1531549"/>
                  </a:lnTo>
                  <a:lnTo>
                    <a:pt x="2695739" y="1539427"/>
                  </a:lnTo>
                  <a:lnTo>
                    <a:pt x="2697306" y="1547048"/>
                  </a:lnTo>
                  <a:lnTo>
                    <a:pt x="2698872" y="1552429"/>
                  </a:lnTo>
                  <a:lnTo>
                    <a:pt x="2700439" y="1556799"/>
                  </a:lnTo>
                  <a:lnTo>
                    <a:pt x="2702005" y="1561423"/>
                  </a:lnTo>
                  <a:lnTo>
                    <a:pt x="2703572" y="1566511"/>
                  </a:lnTo>
                  <a:lnTo>
                    <a:pt x="2705139" y="1571805"/>
                  </a:lnTo>
                  <a:lnTo>
                    <a:pt x="2706705" y="1575629"/>
                  </a:lnTo>
                  <a:lnTo>
                    <a:pt x="2708272" y="1577201"/>
                  </a:lnTo>
                  <a:lnTo>
                    <a:pt x="2709838" y="1579424"/>
                  </a:lnTo>
                  <a:lnTo>
                    <a:pt x="2711405" y="1579655"/>
                  </a:lnTo>
                  <a:lnTo>
                    <a:pt x="2712972" y="1577712"/>
                  </a:lnTo>
                  <a:lnTo>
                    <a:pt x="2714538" y="1576421"/>
                  </a:lnTo>
                  <a:lnTo>
                    <a:pt x="2716105" y="1575130"/>
                  </a:lnTo>
                  <a:lnTo>
                    <a:pt x="2717671" y="1571665"/>
                  </a:lnTo>
                  <a:lnTo>
                    <a:pt x="2719238" y="1568076"/>
                  </a:lnTo>
                  <a:lnTo>
                    <a:pt x="2720805" y="1560385"/>
                  </a:lnTo>
                  <a:lnTo>
                    <a:pt x="2722371" y="1549074"/>
                  </a:lnTo>
                  <a:lnTo>
                    <a:pt x="2723938" y="1536964"/>
                  </a:lnTo>
                  <a:lnTo>
                    <a:pt x="2725504" y="1527240"/>
                  </a:lnTo>
                  <a:lnTo>
                    <a:pt x="2727071" y="1516920"/>
                  </a:lnTo>
                  <a:lnTo>
                    <a:pt x="2728637" y="1506601"/>
                  </a:lnTo>
                  <a:lnTo>
                    <a:pt x="2730204" y="1496906"/>
                  </a:lnTo>
                  <a:lnTo>
                    <a:pt x="2731771" y="1486198"/>
                  </a:lnTo>
                  <a:lnTo>
                    <a:pt x="2733337" y="1475705"/>
                  </a:lnTo>
                  <a:lnTo>
                    <a:pt x="2734904" y="1466308"/>
                  </a:lnTo>
                  <a:lnTo>
                    <a:pt x="2736470" y="1460073"/>
                  </a:lnTo>
                  <a:lnTo>
                    <a:pt x="2738037" y="1455966"/>
                  </a:lnTo>
                  <a:lnTo>
                    <a:pt x="2739604" y="1452099"/>
                  </a:lnTo>
                  <a:lnTo>
                    <a:pt x="2741170" y="1448860"/>
                  </a:lnTo>
                  <a:lnTo>
                    <a:pt x="2742737" y="1446351"/>
                  </a:lnTo>
                  <a:lnTo>
                    <a:pt x="2744303" y="1446569"/>
                  </a:lnTo>
                  <a:lnTo>
                    <a:pt x="2745870" y="1450409"/>
                  </a:lnTo>
                  <a:lnTo>
                    <a:pt x="2747437" y="1455264"/>
                  </a:lnTo>
                  <a:lnTo>
                    <a:pt x="2749003" y="1460281"/>
                  </a:lnTo>
                  <a:lnTo>
                    <a:pt x="2750570" y="1465117"/>
                  </a:lnTo>
                  <a:lnTo>
                    <a:pt x="2752136" y="1470198"/>
                  </a:lnTo>
                  <a:lnTo>
                    <a:pt x="2753703" y="1474030"/>
                  </a:lnTo>
                  <a:lnTo>
                    <a:pt x="2755269" y="1478168"/>
                  </a:lnTo>
                  <a:lnTo>
                    <a:pt x="2756836" y="1482512"/>
                  </a:lnTo>
                  <a:lnTo>
                    <a:pt x="2758403" y="1486933"/>
                  </a:lnTo>
                  <a:lnTo>
                    <a:pt x="2759969" y="1486350"/>
                  </a:lnTo>
                  <a:lnTo>
                    <a:pt x="2761536" y="1483549"/>
                  </a:lnTo>
                  <a:lnTo>
                    <a:pt x="2763102" y="1479059"/>
                  </a:lnTo>
                  <a:lnTo>
                    <a:pt x="2764669" y="1473489"/>
                  </a:lnTo>
                  <a:lnTo>
                    <a:pt x="2766236" y="1466885"/>
                  </a:lnTo>
                  <a:lnTo>
                    <a:pt x="2767802" y="1459507"/>
                  </a:lnTo>
                  <a:lnTo>
                    <a:pt x="2769369" y="1452129"/>
                  </a:lnTo>
                  <a:lnTo>
                    <a:pt x="2770935" y="1443554"/>
                  </a:lnTo>
                  <a:lnTo>
                    <a:pt x="2772502" y="1434589"/>
                  </a:lnTo>
                  <a:lnTo>
                    <a:pt x="2774069" y="1426694"/>
                  </a:lnTo>
                  <a:lnTo>
                    <a:pt x="2775635" y="1417646"/>
                  </a:lnTo>
                  <a:lnTo>
                    <a:pt x="2777202" y="1408875"/>
                  </a:lnTo>
                  <a:lnTo>
                    <a:pt x="2778768" y="1403339"/>
                  </a:lnTo>
                  <a:lnTo>
                    <a:pt x="2780335" y="1397930"/>
                  </a:lnTo>
                  <a:lnTo>
                    <a:pt x="2781901" y="1391963"/>
                  </a:lnTo>
                  <a:lnTo>
                    <a:pt x="2783468" y="1387965"/>
                  </a:lnTo>
                  <a:lnTo>
                    <a:pt x="2785035" y="1383227"/>
                  </a:lnTo>
                  <a:lnTo>
                    <a:pt x="2786601" y="1379962"/>
                  </a:lnTo>
                  <a:lnTo>
                    <a:pt x="2788168" y="1380565"/>
                  </a:lnTo>
                  <a:lnTo>
                    <a:pt x="2789734" y="1383203"/>
                  </a:lnTo>
                  <a:lnTo>
                    <a:pt x="2791301" y="1384776"/>
                  </a:lnTo>
                  <a:lnTo>
                    <a:pt x="2792868" y="1386598"/>
                  </a:lnTo>
                  <a:lnTo>
                    <a:pt x="2794434" y="1387770"/>
                  </a:lnTo>
                  <a:lnTo>
                    <a:pt x="2796001" y="1388364"/>
                  </a:lnTo>
                  <a:lnTo>
                    <a:pt x="2797567" y="1391708"/>
                  </a:lnTo>
                  <a:lnTo>
                    <a:pt x="2799134" y="1392446"/>
                  </a:lnTo>
                  <a:lnTo>
                    <a:pt x="2800701" y="1393407"/>
                  </a:lnTo>
                  <a:lnTo>
                    <a:pt x="2802267" y="1398017"/>
                  </a:lnTo>
                  <a:lnTo>
                    <a:pt x="2803834" y="1405511"/>
                  </a:lnTo>
                  <a:lnTo>
                    <a:pt x="2805400" y="1411191"/>
                  </a:lnTo>
                  <a:lnTo>
                    <a:pt x="2806967" y="1416513"/>
                  </a:lnTo>
                  <a:lnTo>
                    <a:pt x="2808533" y="1420164"/>
                  </a:lnTo>
                  <a:lnTo>
                    <a:pt x="2810100" y="1421578"/>
                  </a:lnTo>
                  <a:lnTo>
                    <a:pt x="2811667" y="1424263"/>
                  </a:lnTo>
                  <a:lnTo>
                    <a:pt x="2813233" y="1426475"/>
                  </a:lnTo>
                  <a:lnTo>
                    <a:pt x="2814800" y="1430171"/>
                  </a:lnTo>
                  <a:lnTo>
                    <a:pt x="2816366" y="1433686"/>
                  </a:lnTo>
                  <a:lnTo>
                    <a:pt x="2817933" y="1436917"/>
                  </a:lnTo>
                  <a:lnTo>
                    <a:pt x="2819500" y="1439719"/>
                  </a:lnTo>
                  <a:lnTo>
                    <a:pt x="2821066" y="1441276"/>
                  </a:lnTo>
                  <a:lnTo>
                    <a:pt x="2822633" y="1443404"/>
                  </a:lnTo>
                  <a:lnTo>
                    <a:pt x="2824199" y="1445534"/>
                  </a:lnTo>
                  <a:lnTo>
                    <a:pt x="2825766" y="1444620"/>
                  </a:lnTo>
                  <a:lnTo>
                    <a:pt x="2827333" y="1439497"/>
                  </a:lnTo>
                  <a:lnTo>
                    <a:pt x="2828899" y="1433476"/>
                  </a:lnTo>
                  <a:lnTo>
                    <a:pt x="2830466" y="1426521"/>
                  </a:lnTo>
                  <a:lnTo>
                    <a:pt x="2832032" y="1420845"/>
                  </a:lnTo>
                  <a:lnTo>
                    <a:pt x="2833599" y="1418678"/>
                  </a:lnTo>
                  <a:lnTo>
                    <a:pt x="2835165" y="1416205"/>
                  </a:lnTo>
                  <a:lnTo>
                    <a:pt x="2836732" y="1414263"/>
                  </a:lnTo>
                  <a:lnTo>
                    <a:pt x="2838299" y="1410712"/>
                  </a:lnTo>
                  <a:lnTo>
                    <a:pt x="2839865" y="1409582"/>
                  </a:lnTo>
                  <a:lnTo>
                    <a:pt x="2841432" y="1408836"/>
                  </a:lnTo>
                  <a:lnTo>
                    <a:pt x="2842998" y="1408893"/>
                  </a:lnTo>
                  <a:lnTo>
                    <a:pt x="2844565" y="1410031"/>
                  </a:lnTo>
                  <a:lnTo>
                    <a:pt x="2846132" y="1412797"/>
                  </a:lnTo>
                  <a:lnTo>
                    <a:pt x="2847698" y="1415525"/>
                  </a:lnTo>
                  <a:lnTo>
                    <a:pt x="2849265" y="1418977"/>
                  </a:lnTo>
                  <a:lnTo>
                    <a:pt x="2850831" y="1425948"/>
                  </a:lnTo>
                  <a:lnTo>
                    <a:pt x="2852398" y="1433957"/>
                  </a:lnTo>
                  <a:lnTo>
                    <a:pt x="2853964" y="1444112"/>
                  </a:lnTo>
                  <a:lnTo>
                    <a:pt x="2855531" y="1456532"/>
                  </a:lnTo>
                  <a:lnTo>
                    <a:pt x="2857098" y="1467863"/>
                  </a:lnTo>
                  <a:lnTo>
                    <a:pt x="2858664" y="1476422"/>
                  </a:lnTo>
                  <a:lnTo>
                    <a:pt x="2860231" y="1484855"/>
                  </a:lnTo>
                  <a:lnTo>
                    <a:pt x="2861797" y="1493107"/>
                  </a:lnTo>
                  <a:lnTo>
                    <a:pt x="2863364" y="1497974"/>
                  </a:lnTo>
                  <a:lnTo>
                    <a:pt x="2864931" y="1499958"/>
                  </a:lnTo>
                  <a:lnTo>
                    <a:pt x="2866497" y="1499958"/>
                  </a:lnTo>
                  <a:lnTo>
                    <a:pt x="2868064" y="1496618"/>
                  </a:lnTo>
                  <a:lnTo>
                    <a:pt x="2869630" y="1487597"/>
                  </a:lnTo>
                  <a:lnTo>
                    <a:pt x="2871197" y="1480451"/>
                  </a:lnTo>
                  <a:lnTo>
                    <a:pt x="2872764" y="1470459"/>
                  </a:lnTo>
                  <a:lnTo>
                    <a:pt x="2874330" y="1458169"/>
                  </a:lnTo>
                  <a:lnTo>
                    <a:pt x="2875897" y="1446456"/>
                  </a:lnTo>
                  <a:lnTo>
                    <a:pt x="2877463" y="1434167"/>
                  </a:lnTo>
                  <a:lnTo>
                    <a:pt x="2879030" y="1425346"/>
                  </a:lnTo>
                  <a:lnTo>
                    <a:pt x="2880596" y="1420041"/>
                  </a:lnTo>
                  <a:lnTo>
                    <a:pt x="2882163" y="1412369"/>
                  </a:lnTo>
                  <a:lnTo>
                    <a:pt x="2883730" y="1404698"/>
                  </a:lnTo>
                  <a:lnTo>
                    <a:pt x="2885296" y="1398084"/>
                  </a:lnTo>
                  <a:lnTo>
                    <a:pt x="2886863" y="1389684"/>
                  </a:lnTo>
                  <a:lnTo>
                    <a:pt x="2888429" y="1384513"/>
                  </a:lnTo>
                  <a:lnTo>
                    <a:pt x="2889996" y="1382040"/>
                  </a:lnTo>
                  <a:lnTo>
                    <a:pt x="2891563" y="1380481"/>
                  </a:lnTo>
                  <a:lnTo>
                    <a:pt x="2893129" y="1381651"/>
                  </a:lnTo>
                  <a:lnTo>
                    <a:pt x="2894696" y="1380015"/>
                  </a:lnTo>
                  <a:lnTo>
                    <a:pt x="2896262" y="1380515"/>
                  </a:lnTo>
                  <a:lnTo>
                    <a:pt x="2897829" y="1383256"/>
                  </a:lnTo>
                  <a:lnTo>
                    <a:pt x="2899396" y="1384571"/>
                  </a:lnTo>
                  <a:lnTo>
                    <a:pt x="2900962" y="1384527"/>
                  </a:lnTo>
                  <a:lnTo>
                    <a:pt x="2902529" y="1381417"/>
                  </a:lnTo>
                  <a:lnTo>
                    <a:pt x="2904095" y="1374570"/>
                  </a:lnTo>
                  <a:lnTo>
                    <a:pt x="2905662" y="1368952"/>
                  </a:lnTo>
                  <a:lnTo>
                    <a:pt x="2907228" y="1364830"/>
                  </a:lnTo>
                  <a:lnTo>
                    <a:pt x="2908795" y="1359690"/>
                  </a:lnTo>
                  <a:lnTo>
                    <a:pt x="2910362" y="1357994"/>
                  </a:lnTo>
                  <a:lnTo>
                    <a:pt x="2911928" y="1354772"/>
                  </a:lnTo>
                  <a:lnTo>
                    <a:pt x="2913495" y="1347938"/>
                  </a:lnTo>
                  <a:lnTo>
                    <a:pt x="2915061" y="1341104"/>
                  </a:lnTo>
                  <a:lnTo>
                    <a:pt x="2916628" y="1333708"/>
                  </a:lnTo>
                  <a:lnTo>
                    <a:pt x="2918195" y="1328577"/>
                  </a:lnTo>
                  <a:lnTo>
                    <a:pt x="2919761" y="1320281"/>
                  </a:lnTo>
                  <a:lnTo>
                    <a:pt x="2921328" y="1312394"/>
                  </a:lnTo>
                  <a:lnTo>
                    <a:pt x="2922894" y="1304519"/>
                  </a:lnTo>
                  <a:lnTo>
                    <a:pt x="2924461" y="1298280"/>
                  </a:lnTo>
                  <a:lnTo>
                    <a:pt x="2926028" y="1295617"/>
                  </a:lnTo>
                  <a:lnTo>
                    <a:pt x="2927594" y="1294303"/>
                  </a:lnTo>
                  <a:lnTo>
                    <a:pt x="2929161" y="1293584"/>
                  </a:lnTo>
                  <a:lnTo>
                    <a:pt x="2930727" y="1292269"/>
                  </a:lnTo>
                  <a:lnTo>
                    <a:pt x="2932294" y="1290359"/>
                  </a:lnTo>
                  <a:lnTo>
                    <a:pt x="2933860" y="1285236"/>
                  </a:lnTo>
                  <a:lnTo>
                    <a:pt x="2935427" y="1279000"/>
                  </a:lnTo>
                  <a:lnTo>
                    <a:pt x="2936994" y="1273576"/>
                  </a:lnTo>
                  <a:lnTo>
                    <a:pt x="2938560" y="1268152"/>
                  </a:lnTo>
                  <a:lnTo>
                    <a:pt x="2940127" y="1262077"/>
                  </a:lnTo>
                  <a:lnTo>
                    <a:pt x="2941693" y="1256740"/>
                  </a:lnTo>
                  <a:lnTo>
                    <a:pt x="2943260" y="1256333"/>
                  </a:lnTo>
                  <a:lnTo>
                    <a:pt x="2944827" y="1258320"/>
                  </a:lnTo>
                  <a:lnTo>
                    <a:pt x="2946393" y="1262594"/>
                  </a:lnTo>
                  <a:lnTo>
                    <a:pt x="2947960" y="1268847"/>
                  </a:lnTo>
                  <a:lnTo>
                    <a:pt x="2949526" y="1278095"/>
                  </a:lnTo>
                  <a:lnTo>
                    <a:pt x="2951093" y="1287182"/>
                  </a:lnTo>
                  <a:lnTo>
                    <a:pt x="2952660" y="1299518"/>
                  </a:lnTo>
                  <a:lnTo>
                    <a:pt x="2954226" y="1314150"/>
                  </a:lnTo>
                  <a:lnTo>
                    <a:pt x="2955793" y="1328783"/>
                  </a:lnTo>
                  <a:lnTo>
                    <a:pt x="2957359" y="1343415"/>
                  </a:lnTo>
                  <a:lnTo>
                    <a:pt x="2958926" y="1357904"/>
                  </a:lnTo>
                  <a:lnTo>
                    <a:pt x="2960492" y="1373540"/>
                  </a:lnTo>
                  <a:lnTo>
                    <a:pt x="2962059" y="1390016"/>
                  </a:lnTo>
                  <a:lnTo>
                    <a:pt x="2963626" y="1403654"/>
                  </a:lnTo>
                  <a:lnTo>
                    <a:pt x="2965192" y="1416877"/>
                  </a:lnTo>
                  <a:lnTo>
                    <a:pt x="2966759" y="1432245"/>
                  </a:lnTo>
                  <a:lnTo>
                    <a:pt x="2968325" y="1446055"/>
                  </a:lnTo>
                  <a:lnTo>
                    <a:pt x="2969892" y="1459116"/>
                  </a:lnTo>
                  <a:lnTo>
                    <a:pt x="2971459" y="1471262"/>
                  </a:lnTo>
                  <a:lnTo>
                    <a:pt x="2973025" y="1480518"/>
                  </a:lnTo>
                  <a:lnTo>
                    <a:pt x="2974592" y="1488561"/>
                  </a:lnTo>
                  <a:lnTo>
                    <a:pt x="2976158" y="1491878"/>
                  </a:lnTo>
                  <a:lnTo>
                    <a:pt x="2977725" y="1493235"/>
                  </a:lnTo>
                  <a:lnTo>
                    <a:pt x="2979292" y="1497561"/>
                  </a:lnTo>
                  <a:lnTo>
                    <a:pt x="2980858" y="1503863"/>
                  </a:lnTo>
                  <a:lnTo>
                    <a:pt x="2982425" y="1511335"/>
                  </a:lnTo>
                  <a:lnTo>
                    <a:pt x="2983991" y="1519238"/>
                  </a:lnTo>
                  <a:lnTo>
                    <a:pt x="2985558" y="1526817"/>
                  </a:lnTo>
                  <a:lnTo>
                    <a:pt x="2987124" y="1534598"/>
                  </a:lnTo>
                  <a:lnTo>
                    <a:pt x="2988691" y="1541972"/>
                  </a:lnTo>
                  <a:lnTo>
                    <a:pt x="2990258" y="1547018"/>
                  </a:lnTo>
                  <a:lnTo>
                    <a:pt x="2991824" y="1552658"/>
                  </a:lnTo>
                  <a:lnTo>
                    <a:pt x="2993391" y="1558322"/>
                  </a:lnTo>
                  <a:lnTo>
                    <a:pt x="2994957" y="1563334"/>
                  </a:lnTo>
                  <a:lnTo>
                    <a:pt x="2996524" y="1568296"/>
                  </a:lnTo>
                  <a:lnTo>
                    <a:pt x="2998091" y="1573839"/>
                  </a:lnTo>
                  <a:lnTo>
                    <a:pt x="2999657" y="1584494"/>
                  </a:lnTo>
                  <a:lnTo>
                    <a:pt x="3001224" y="1592981"/>
                  </a:lnTo>
                  <a:lnTo>
                    <a:pt x="3002790" y="1598134"/>
                  </a:lnTo>
                  <a:lnTo>
                    <a:pt x="3004357" y="1602246"/>
                  </a:lnTo>
                  <a:lnTo>
                    <a:pt x="3005924" y="1602781"/>
                  </a:lnTo>
                  <a:lnTo>
                    <a:pt x="3007490" y="1602187"/>
                  </a:lnTo>
                  <a:lnTo>
                    <a:pt x="3009057" y="1600273"/>
                  </a:lnTo>
                  <a:lnTo>
                    <a:pt x="3010623" y="1600527"/>
                  </a:lnTo>
                  <a:lnTo>
                    <a:pt x="3012190" y="1601698"/>
                  </a:lnTo>
                  <a:lnTo>
                    <a:pt x="3013756" y="1602870"/>
                  </a:lnTo>
                  <a:lnTo>
                    <a:pt x="3015323" y="1603464"/>
                  </a:lnTo>
                  <a:lnTo>
                    <a:pt x="3016890" y="1602760"/>
                  </a:lnTo>
                  <a:lnTo>
                    <a:pt x="3018456" y="1600887"/>
                  </a:lnTo>
                  <a:lnTo>
                    <a:pt x="3020023" y="1599089"/>
                  </a:lnTo>
                  <a:lnTo>
                    <a:pt x="3021589" y="1597867"/>
                  </a:lnTo>
                  <a:lnTo>
                    <a:pt x="3023156" y="1592668"/>
                  </a:lnTo>
                  <a:lnTo>
                    <a:pt x="3024723" y="1588118"/>
                  </a:lnTo>
                  <a:lnTo>
                    <a:pt x="3026289" y="1583267"/>
                  </a:lnTo>
                  <a:lnTo>
                    <a:pt x="3027856" y="1577358"/>
                  </a:lnTo>
                  <a:lnTo>
                    <a:pt x="3029422" y="1571167"/>
                  </a:lnTo>
                  <a:lnTo>
                    <a:pt x="3030989" y="1561101"/>
                  </a:lnTo>
                  <a:lnTo>
                    <a:pt x="3032556" y="1550049"/>
                  </a:lnTo>
                  <a:lnTo>
                    <a:pt x="3034122" y="1537951"/>
                  </a:lnTo>
                  <a:lnTo>
                    <a:pt x="3035689" y="1523479"/>
                  </a:lnTo>
                  <a:lnTo>
                    <a:pt x="3037255" y="1509008"/>
                  </a:lnTo>
                  <a:lnTo>
                    <a:pt x="3038822" y="1493943"/>
                  </a:lnTo>
                  <a:lnTo>
                    <a:pt x="3040388" y="1479579"/>
                  </a:lnTo>
                  <a:lnTo>
                    <a:pt x="3041955" y="1466951"/>
                  </a:lnTo>
                  <a:lnTo>
                    <a:pt x="3043522" y="1454823"/>
                  </a:lnTo>
                  <a:lnTo>
                    <a:pt x="3045088" y="1443272"/>
                  </a:lnTo>
                  <a:lnTo>
                    <a:pt x="3046655" y="1433561"/>
                  </a:lnTo>
                  <a:lnTo>
                    <a:pt x="3048221" y="1421268"/>
                  </a:lnTo>
                  <a:lnTo>
                    <a:pt x="3049788" y="1406779"/>
                  </a:lnTo>
                  <a:lnTo>
                    <a:pt x="3051355" y="1392762"/>
                  </a:lnTo>
                  <a:lnTo>
                    <a:pt x="3052921" y="1378443"/>
                  </a:lnTo>
                  <a:lnTo>
                    <a:pt x="3054488" y="1369709"/>
                  </a:lnTo>
                  <a:lnTo>
                    <a:pt x="3056054" y="1363548"/>
                  </a:lnTo>
                  <a:lnTo>
                    <a:pt x="3057621" y="1356200"/>
                  </a:lnTo>
                  <a:lnTo>
                    <a:pt x="3059188" y="1349653"/>
                  </a:lnTo>
                  <a:lnTo>
                    <a:pt x="3060754" y="1341609"/>
                  </a:lnTo>
                  <a:lnTo>
                    <a:pt x="3062321" y="1333780"/>
                  </a:lnTo>
                  <a:lnTo>
                    <a:pt x="3063887" y="1324782"/>
                  </a:lnTo>
                  <a:lnTo>
                    <a:pt x="3065454" y="1315095"/>
                  </a:lnTo>
                  <a:lnTo>
                    <a:pt x="3067020" y="1306790"/>
                  </a:lnTo>
                  <a:lnTo>
                    <a:pt x="3068587" y="1298741"/>
                  </a:lnTo>
                  <a:lnTo>
                    <a:pt x="3070154" y="1289742"/>
                  </a:lnTo>
                  <a:lnTo>
                    <a:pt x="3071720" y="1283582"/>
                  </a:lnTo>
                  <a:lnTo>
                    <a:pt x="3073287" y="1278996"/>
                  </a:lnTo>
                  <a:lnTo>
                    <a:pt x="3074853" y="1274250"/>
                  </a:lnTo>
                  <a:lnTo>
                    <a:pt x="3076420" y="1270124"/>
                  </a:lnTo>
                  <a:lnTo>
                    <a:pt x="3077987" y="1263152"/>
                  </a:lnTo>
                  <a:lnTo>
                    <a:pt x="3079553" y="1252953"/>
                  </a:lnTo>
                  <a:lnTo>
                    <a:pt x="3081120" y="1245792"/>
                  </a:lnTo>
                  <a:lnTo>
                    <a:pt x="3082686" y="1239269"/>
                  </a:lnTo>
                  <a:lnTo>
                    <a:pt x="3084253" y="1232811"/>
                  </a:lnTo>
                  <a:lnTo>
                    <a:pt x="3085820" y="1225264"/>
                  </a:lnTo>
                  <a:lnTo>
                    <a:pt x="3087386" y="1219913"/>
                  </a:lnTo>
                  <a:lnTo>
                    <a:pt x="3088953" y="1214665"/>
                  </a:lnTo>
                  <a:lnTo>
                    <a:pt x="3090519" y="1205853"/>
                  </a:lnTo>
                  <a:lnTo>
                    <a:pt x="3092086" y="1193754"/>
                  </a:lnTo>
                  <a:lnTo>
                    <a:pt x="3093652" y="1182203"/>
                  </a:lnTo>
                  <a:lnTo>
                    <a:pt x="3095219" y="1171229"/>
                  </a:lnTo>
                  <a:lnTo>
                    <a:pt x="3096786" y="1162326"/>
                  </a:lnTo>
                  <a:lnTo>
                    <a:pt x="3098352" y="1156614"/>
                  </a:lnTo>
                  <a:lnTo>
                    <a:pt x="3099919" y="1149854"/>
                  </a:lnTo>
                  <a:lnTo>
                    <a:pt x="3101485" y="1142160"/>
                  </a:lnTo>
                  <a:lnTo>
                    <a:pt x="3103052" y="1132816"/>
                  </a:lnTo>
                  <a:lnTo>
                    <a:pt x="3104619" y="1123955"/>
                  </a:lnTo>
                  <a:lnTo>
                    <a:pt x="3106185" y="1116025"/>
                  </a:lnTo>
                  <a:lnTo>
                    <a:pt x="3107752" y="1109885"/>
                  </a:lnTo>
                  <a:lnTo>
                    <a:pt x="3109318" y="1105320"/>
                  </a:lnTo>
                  <a:lnTo>
                    <a:pt x="3110885" y="1102188"/>
                  </a:lnTo>
                  <a:lnTo>
                    <a:pt x="3112452" y="1098950"/>
                  </a:lnTo>
                  <a:lnTo>
                    <a:pt x="3114018" y="1098345"/>
                  </a:lnTo>
                  <a:lnTo>
                    <a:pt x="3115585" y="1102909"/>
                  </a:lnTo>
                  <a:lnTo>
                    <a:pt x="3117151" y="1107681"/>
                  </a:lnTo>
                  <a:lnTo>
                    <a:pt x="3118718" y="1112687"/>
                  </a:lnTo>
                  <a:lnTo>
                    <a:pt x="3120284" y="1114213"/>
                  </a:lnTo>
                  <a:lnTo>
                    <a:pt x="3121851" y="1113206"/>
                  </a:lnTo>
                  <a:lnTo>
                    <a:pt x="3123418" y="1114089"/>
                  </a:lnTo>
                  <a:lnTo>
                    <a:pt x="3124984" y="1115051"/>
                  </a:lnTo>
                  <a:lnTo>
                    <a:pt x="3126551" y="1117465"/>
                  </a:lnTo>
                  <a:lnTo>
                    <a:pt x="3128117" y="1123573"/>
                  </a:lnTo>
                  <a:lnTo>
                    <a:pt x="3129684" y="1130500"/>
                  </a:lnTo>
                  <a:lnTo>
                    <a:pt x="3131251" y="1136956"/>
                  </a:lnTo>
                  <a:lnTo>
                    <a:pt x="3132817" y="1144971"/>
                  </a:lnTo>
                  <a:lnTo>
                    <a:pt x="3134384" y="1153421"/>
                  </a:lnTo>
                  <a:lnTo>
                    <a:pt x="3135950" y="1159307"/>
                  </a:lnTo>
                  <a:lnTo>
                    <a:pt x="3137517" y="1164823"/>
                  </a:lnTo>
                  <a:lnTo>
                    <a:pt x="3139083" y="1168922"/>
                  </a:lnTo>
                  <a:lnTo>
                    <a:pt x="3140650" y="1173706"/>
                  </a:lnTo>
                  <a:lnTo>
                    <a:pt x="3142217" y="1178868"/>
                  </a:lnTo>
                  <a:lnTo>
                    <a:pt x="3143783" y="1186633"/>
                  </a:lnTo>
                  <a:lnTo>
                    <a:pt x="3145350" y="1197262"/>
                  </a:lnTo>
                  <a:lnTo>
                    <a:pt x="3146916" y="1207997"/>
                  </a:lnTo>
                  <a:lnTo>
                    <a:pt x="3148483" y="1219326"/>
                  </a:lnTo>
                  <a:lnTo>
                    <a:pt x="3150050" y="1231604"/>
                  </a:lnTo>
                  <a:lnTo>
                    <a:pt x="3151616" y="1241028"/>
                  </a:lnTo>
                  <a:lnTo>
                    <a:pt x="3153183" y="1249470"/>
                  </a:lnTo>
                  <a:lnTo>
                    <a:pt x="3154749" y="1258023"/>
                  </a:lnTo>
                  <a:lnTo>
                    <a:pt x="3156316" y="1262672"/>
                  </a:lnTo>
                  <a:lnTo>
                    <a:pt x="3157883" y="1267323"/>
                  </a:lnTo>
                  <a:lnTo>
                    <a:pt x="3159449" y="1273421"/>
                  </a:lnTo>
                  <a:lnTo>
                    <a:pt x="3161016" y="1278910"/>
                  </a:lnTo>
                  <a:lnTo>
                    <a:pt x="3162582" y="1284783"/>
                  </a:lnTo>
                  <a:lnTo>
                    <a:pt x="3164149" y="1289996"/>
                  </a:lnTo>
                  <a:lnTo>
                    <a:pt x="3165715" y="1296297"/>
                  </a:lnTo>
                  <a:lnTo>
                    <a:pt x="3167282" y="1300998"/>
                  </a:lnTo>
                  <a:lnTo>
                    <a:pt x="3168849" y="1304618"/>
                  </a:lnTo>
                  <a:lnTo>
                    <a:pt x="3170415" y="1303799"/>
                  </a:lnTo>
                  <a:lnTo>
                    <a:pt x="3171982" y="1305943"/>
                  </a:lnTo>
                  <a:lnTo>
                    <a:pt x="3173548" y="1307540"/>
                  </a:lnTo>
                  <a:lnTo>
                    <a:pt x="3175115" y="1308673"/>
                  </a:lnTo>
                  <a:lnTo>
                    <a:pt x="3176682" y="1309497"/>
                  </a:lnTo>
                  <a:lnTo>
                    <a:pt x="3178248" y="1308411"/>
                  </a:lnTo>
                  <a:lnTo>
                    <a:pt x="3179815" y="1311241"/>
                  </a:lnTo>
                  <a:lnTo>
                    <a:pt x="3181381" y="1314429"/>
                  </a:lnTo>
                  <a:lnTo>
                    <a:pt x="3182948" y="1321526"/>
                  </a:lnTo>
                  <a:lnTo>
                    <a:pt x="3184515" y="1329143"/>
                  </a:lnTo>
                  <a:lnTo>
                    <a:pt x="3186081" y="1335827"/>
                  </a:lnTo>
                  <a:lnTo>
                    <a:pt x="3187648" y="1341966"/>
                  </a:lnTo>
                  <a:lnTo>
                    <a:pt x="3189214" y="1346814"/>
                  </a:lnTo>
                  <a:lnTo>
                    <a:pt x="3190781" y="1354103"/>
                  </a:lnTo>
                  <a:lnTo>
                    <a:pt x="3192347" y="1362855"/>
                  </a:lnTo>
                  <a:lnTo>
                    <a:pt x="3193914" y="1375560"/>
                  </a:lnTo>
                  <a:lnTo>
                    <a:pt x="3195481" y="1382445"/>
                  </a:lnTo>
                  <a:lnTo>
                    <a:pt x="3197047" y="1389224"/>
                  </a:lnTo>
                  <a:lnTo>
                    <a:pt x="3198614" y="1395769"/>
                  </a:lnTo>
                  <a:lnTo>
                    <a:pt x="3200180" y="1403920"/>
                  </a:lnTo>
                  <a:lnTo>
                    <a:pt x="3201747" y="1414756"/>
                  </a:lnTo>
                  <a:lnTo>
                    <a:pt x="3203314" y="1424830"/>
                  </a:lnTo>
                  <a:lnTo>
                    <a:pt x="3204880" y="1434823"/>
                  </a:lnTo>
                  <a:lnTo>
                    <a:pt x="3206447" y="1442121"/>
                  </a:lnTo>
                  <a:lnTo>
                    <a:pt x="3208013" y="1446579"/>
                  </a:lnTo>
                  <a:lnTo>
                    <a:pt x="3209580" y="1451096"/>
                  </a:lnTo>
                  <a:lnTo>
                    <a:pt x="3211147" y="1453529"/>
                  </a:lnTo>
                  <a:lnTo>
                    <a:pt x="3212713" y="1451268"/>
                  </a:lnTo>
                  <a:lnTo>
                    <a:pt x="3214280" y="1446747"/>
                  </a:lnTo>
                  <a:lnTo>
                    <a:pt x="3215846" y="1444620"/>
                  </a:lnTo>
                  <a:lnTo>
                    <a:pt x="3217413" y="1444049"/>
                  </a:lnTo>
                  <a:lnTo>
                    <a:pt x="3218979" y="1442173"/>
                  </a:lnTo>
                  <a:lnTo>
                    <a:pt x="3220546" y="1438280"/>
                  </a:lnTo>
                  <a:lnTo>
                    <a:pt x="3222113" y="1434387"/>
                  </a:lnTo>
                  <a:lnTo>
                    <a:pt x="3223679" y="1427679"/>
                  </a:lnTo>
                  <a:lnTo>
                    <a:pt x="3225246" y="1416622"/>
                  </a:lnTo>
                  <a:lnTo>
                    <a:pt x="3226812" y="1403863"/>
                  </a:lnTo>
                  <a:lnTo>
                    <a:pt x="3228379" y="1389396"/>
                  </a:lnTo>
                  <a:lnTo>
                    <a:pt x="3229946" y="1372998"/>
                  </a:lnTo>
                  <a:lnTo>
                    <a:pt x="3231512" y="1355529"/>
                  </a:lnTo>
                  <a:lnTo>
                    <a:pt x="3233079" y="1336904"/>
                  </a:lnTo>
                  <a:lnTo>
                    <a:pt x="3234645" y="1318922"/>
                  </a:lnTo>
                  <a:lnTo>
                    <a:pt x="3236212" y="1305150"/>
                  </a:lnTo>
                  <a:lnTo>
                    <a:pt x="3237779" y="1291821"/>
                  </a:lnTo>
                  <a:lnTo>
                    <a:pt x="3239345" y="1278252"/>
                  </a:lnTo>
                  <a:lnTo>
                    <a:pt x="3240912" y="1263625"/>
                  </a:lnTo>
                  <a:lnTo>
                    <a:pt x="3242478" y="1250814"/>
                  </a:lnTo>
                  <a:lnTo>
                    <a:pt x="3244045" y="1237146"/>
                  </a:lnTo>
                  <a:lnTo>
                    <a:pt x="3245611" y="1221471"/>
                  </a:lnTo>
                  <a:lnTo>
                    <a:pt x="3247178" y="1206380"/>
                  </a:lnTo>
                  <a:lnTo>
                    <a:pt x="3248745" y="1189163"/>
                  </a:lnTo>
                  <a:lnTo>
                    <a:pt x="3250311" y="1176113"/>
                  </a:lnTo>
                  <a:lnTo>
                    <a:pt x="3251878" y="1163790"/>
                  </a:lnTo>
                  <a:lnTo>
                    <a:pt x="3253444" y="1151754"/>
                  </a:lnTo>
                  <a:lnTo>
                    <a:pt x="3255011" y="1140511"/>
                  </a:lnTo>
                  <a:lnTo>
                    <a:pt x="3256578" y="1129707"/>
                  </a:lnTo>
                  <a:lnTo>
                    <a:pt x="3258144" y="1119730"/>
                  </a:lnTo>
                  <a:lnTo>
                    <a:pt x="3259711" y="1108571"/>
                  </a:lnTo>
                  <a:lnTo>
                    <a:pt x="3261277" y="1098487"/>
                  </a:lnTo>
                  <a:lnTo>
                    <a:pt x="3262844" y="1086141"/>
                  </a:lnTo>
                  <a:lnTo>
                    <a:pt x="3264411" y="1072319"/>
                  </a:lnTo>
                  <a:lnTo>
                    <a:pt x="3265977" y="1058498"/>
                  </a:lnTo>
                  <a:lnTo>
                    <a:pt x="3267544" y="1045758"/>
                  </a:lnTo>
                  <a:lnTo>
                    <a:pt x="3269110" y="1033206"/>
                  </a:lnTo>
                  <a:lnTo>
                    <a:pt x="3270677" y="1021033"/>
                  </a:lnTo>
                  <a:lnTo>
                    <a:pt x="3272243" y="1012959"/>
                  </a:lnTo>
                  <a:lnTo>
                    <a:pt x="3273810" y="999068"/>
                  </a:lnTo>
                  <a:lnTo>
                    <a:pt x="3275377" y="988654"/>
                  </a:lnTo>
                  <a:lnTo>
                    <a:pt x="3276943" y="980999"/>
                  </a:lnTo>
                  <a:lnTo>
                    <a:pt x="3278510" y="974780"/>
                  </a:lnTo>
                  <a:lnTo>
                    <a:pt x="3280076" y="969719"/>
                  </a:lnTo>
                  <a:lnTo>
                    <a:pt x="3281643" y="963593"/>
                  </a:lnTo>
                  <a:lnTo>
                    <a:pt x="3283210" y="956708"/>
                  </a:lnTo>
                  <a:lnTo>
                    <a:pt x="3284776" y="948783"/>
                  </a:lnTo>
                  <a:lnTo>
                    <a:pt x="3286343" y="940857"/>
                  </a:lnTo>
                  <a:lnTo>
                    <a:pt x="3287909" y="936200"/>
                  </a:lnTo>
                  <a:lnTo>
                    <a:pt x="3289476" y="932551"/>
                  </a:lnTo>
                  <a:lnTo>
                    <a:pt x="3291043" y="933237"/>
                  </a:lnTo>
                  <a:lnTo>
                    <a:pt x="3292609" y="938767"/>
                  </a:lnTo>
                  <a:lnTo>
                    <a:pt x="3294176" y="943241"/>
                  </a:lnTo>
                  <a:lnTo>
                    <a:pt x="3295742" y="946768"/>
                  </a:lnTo>
                  <a:lnTo>
                    <a:pt x="3297309" y="953759"/>
                  </a:lnTo>
                  <a:lnTo>
                    <a:pt x="3298875" y="962897"/>
                  </a:lnTo>
                  <a:lnTo>
                    <a:pt x="3300442" y="974051"/>
                  </a:lnTo>
                  <a:lnTo>
                    <a:pt x="3302009" y="985205"/>
                  </a:lnTo>
                  <a:lnTo>
                    <a:pt x="3303575" y="997741"/>
                  </a:lnTo>
                  <a:lnTo>
                    <a:pt x="3305142" y="1012270"/>
                  </a:lnTo>
                  <a:lnTo>
                    <a:pt x="3306708" y="1029984"/>
                  </a:lnTo>
                  <a:lnTo>
                    <a:pt x="3308275" y="1048810"/>
                  </a:lnTo>
                  <a:lnTo>
                    <a:pt x="3309842" y="1068830"/>
                  </a:lnTo>
                  <a:lnTo>
                    <a:pt x="3311408" y="1090082"/>
                  </a:lnTo>
                  <a:lnTo>
                    <a:pt x="3312975" y="1111751"/>
                  </a:lnTo>
                  <a:lnTo>
                    <a:pt x="3314541" y="1132902"/>
                  </a:lnTo>
                  <a:lnTo>
                    <a:pt x="3316108" y="1155765"/>
                  </a:lnTo>
                  <a:lnTo>
                    <a:pt x="3317675" y="1178340"/>
                  </a:lnTo>
                  <a:lnTo>
                    <a:pt x="3319241" y="1200175"/>
                  </a:lnTo>
                  <a:lnTo>
                    <a:pt x="3320808" y="1221361"/>
                  </a:lnTo>
                  <a:lnTo>
                    <a:pt x="3322374" y="1240732"/>
                  </a:lnTo>
                  <a:lnTo>
                    <a:pt x="3323941" y="1260960"/>
                  </a:lnTo>
                  <a:lnTo>
                    <a:pt x="3325507" y="1283194"/>
                  </a:lnTo>
                  <a:lnTo>
                    <a:pt x="3327074" y="1304844"/>
                  </a:lnTo>
                  <a:lnTo>
                    <a:pt x="3328641" y="1329596"/>
                  </a:lnTo>
                  <a:lnTo>
                    <a:pt x="3330207" y="1353529"/>
                  </a:lnTo>
                  <a:lnTo>
                    <a:pt x="3331774" y="1376436"/>
                  </a:lnTo>
                  <a:lnTo>
                    <a:pt x="3333340" y="1399354"/>
                  </a:lnTo>
                  <a:lnTo>
                    <a:pt x="3334907" y="1421646"/>
                  </a:lnTo>
                  <a:lnTo>
                    <a:pt x="3336474" y="1443034"/>
                  </a:lnTo>
                  <a:lnTo>
                    <a:pt x="3338040" y="1463482"/>
                  </a:lnTo>
                  <a:lnTo>
                    <a:pt x="3339607" y="1481472"/>
                  </a:lnTo>
                  <a:lnTo>
                    <a:pt x="3341173" y="1495722"/>
                  </a:lnTo>
                  <a:lnTo>
                    <a:pt x="3342740" y="1506579"/>
                  </a:lnTo>
                  <a:lnTo>
                    <a:pt x="3344307" y="1517715"/>
                  </a:lnTo>
                  <a:lnTo>
                    <a:pt x="3345873" y="1529503"/>
                  </a:lnTo>
                  <a:lnTo>
                    <a:pt x="3347440" y="1539556"/>
                  </a:lnTo>
                  <a:lnTo>
                    <a:pt x="3349006" y="1550018"/>
                  </a:lnTo>
                  <a:lnTo>
                    <a:pt x="3350573" y="1560100"/>
                  </a:lnTo>
                  <a:lnTo>
                    <a:pt x="3352139" y="1565063"/>
                  </a:lnTo>
                  <a:lnTo>
                    <a:pt x="3353706" y="1570302"/>
                  </a:lnTo>
                  <a:lnTo>
                    <a:pt x="3355273" y="1572798"/>
                  </a:lnTo>
                  <a:lnTo>
                    <a:pt x="3356839" y="1571870"/>
                  </a:lnTo>
                  <a:lnTo>
                    <a:pt x="3358406" y="1567784"/>
                  </a:lnTo>
                  <a:lnTo>
                    <a:pt x="3359972" y="1563133"/>
                  </a:lnTo>
                  <a:lnTo>
                    <a:pt x="3361539" y="1559531"/>
                  </a:lnTo>
                  <a:lnTo>
                    <a:pt x="3363106" y="1557658"/>
                  </a:lnTo>
                  <a:lnTo>
                    <a:pt x="3364672" y="1558622"/>
                  </a:lnTo>
                  <a:lnTo>
                    <a:pt x="3366239" y="1562664"/>
                  </a:lnTo>
                  <a:lnTo>
                    <a:pt x="3367805" y="1565164"/>
                  </a:lnTo>
                  <a:lnTo>
                    <a:pt x="3369372" y="1564883"/>
                  </a:lnTo>
                  <a:lnTo>
                    <a:pt x="3370939" y="1563000"/>
                  </a:lnTo>
                  <a:lnTo>
                    <a:pt x="3372505" y="1558759"/>
                  </a:lnTo>
                  <a:lnTo>
                    <a:pt x="3374072" y="1554978"/>
                  </a:lnTo>
                  <a:lnTo>
                    <a:pt x="3375638" y="1552609"/>
                  </a:lnTo>
                  <a:lnTo>
                    <a:pt x="3377205" y="1546775"/>
                  </a:lnTo>
                  <a:lnTo>
                    <a:pt x="3378771" y="1543260"/>
                  </a:lnTo>
                  <a:lnTo>
                    <a:pt x="3380338" y="1541278"/>
                  </a:lnTo>
                  <a:lnTo>
                    <a:pt x="3381905" y="1541299"/>
                  </a:lnTo>
                  <a:lnTo>
                    <a:pt x="3383471" y="1541320"/>
                  </a:lnTo>
                  <a:lnTo>
                    <a:pt x="3385038" y="1540316"/>
                  </a:lnTo>
                  <a:lnTo>
                    <a:pt x="3386604" y="1537130"/>
                  </a:lnTo>
                  <a:lnTo>
                    <a:pt x="3388171" y="1531062"/>
                  </a:lnTo>
                  <a:lnTo>
                    <a:pt x="3389738" y="1524485"/>
                  </a:lnTo>
                  <a:lnTo>
                    <a:pt x="3391304" y="1514487"/>
                  </a:lnTo>
                  <a:lnTo>
                    <a:pt x="3392871" y="1506934"/>
                  </a:lnTo>
                  <a:lnTo>
                    <a:pt x="3394437" y="1499959"/>
                  </a:lnTo>
                  <a:lnTo>
                    <a:pt x="3396004" y="1490868"/>
                  </a:lnTo>
                  <a:lnTo>
                    <a:pt x="3397571" y="1481623"/>
                  </a:lnTo>
                  <a:lnTo>
                    <a:pt x="3399137" y="1472378"/>
                  </a:lnTo>
                  <a:lnTo>
                    <a:pt x="3400704" y="1464378"/>
                  </a:lnTo>
                  <a:lnTo>
                    <a:pt x="3402270" y="1456378"/>
                  </a:lnTo>
                  <a:lnTo>
                    <a:pt x="3403837" y="1448379"/>
                  </a:lnTo>
                  <a:lnTo>
                    <a:pt x="3405403" y="1440379"/>
                  </a:lnTo>
                  <a:lnTo>
                    <a:pt x="3406970" y="1432957"/>
                  </a:lnTo>
                  <a:lnTo>
                    <a:pt x="3408537" y="1425534"/>
                  </a:lnTo>
                  <a:lnTo>
                    <a:pt x="3410103" y="1419003"/>
                  </a:lnTo>
                  <a:lnTo>
                    <a:pt x="3411670" y="1415328"/>
                  </a:lnTo>
                  <a:lnTo>
                    <a:pt x="3413236" y="1412676"/>
                  </a:lnTo>
                  <a:lnTo>
                    <a:pt x="3414803" y="1414983"/>
                  </a:lnTo>
                  <a:lnTo>
                    <a:pt x="3416370" y="1417290"/>
                  </a:lnTo>
                  <a:lnTo>
                    <a:pt x="3417936" y="1419003"/>
                  </a:lnTo>
                  <a:lnTo>
                    <a:pt x="3419503" y="1421417"/>
                  </a:lnTo>
                  <a:lnTo>
                    <a:pt x="3421069" y="1427147"/>
                  </a:lnTo>
                  <a:lnTo>
                    <a:pt x="3422636" y="1436270"/>
                  </a:lnTo>
                  <a:lnTo>
                    <a:pt x="3424202" y="1445514"/>
                  </a:lnTo>
                  <a:lnTo>
                    <a:pt x="3425769" y="1454759"/>
                  </a:lnTo>
                  <a:lnTo>
                    <a:pt x="3427336" y="1463353"/>
                  </a:lnTo>
                  <a:lnTo>
                    <a:pt x="3428902" y="1471353"/>
                  </a:lnTo>
                  <a:lnTo>
                    <a:pt x="3430469" y="1477528"/>
                  </a:lnTo>
                  <a:lnTo>
                    <a:pt x="3432035" y="1482013"/>
                  </a:lnTo>
                  <a:lnTo>
                    <a:pt x="3433602" y="1486034"/>
                  </a:lnTo>
                  <a:lnTo>
                    <a:pt x="3435169" y="1492807"/>
                  </a:lnTo>
                  <a:lnTo>
                    <a:pt x="3436735" y="1500146"/>
                  </a:lnTo>
                  <a:lnTo>
                    <a:pt x="3438302" y="1509045"/>
                  </a:lnTo>
                  <a:lnTo>
                    <a:pt x="3439868" y="1515711"/>
                  </a:lnTo>
                  <a:lnTo>
                    <a:pt x="3441435" y="1521378"/>
                  </a:lnTo>
                  <a:lnTo>
                    <a:pt x="3443002" y="1524406"/>
                  </a:lnTo>
                  <a:lnTo>
                    <a:pt x="3444568" y="1526231"/>
                  </a:lnTo>
                  <a:lnTo>
                    <a:pt x="3446135" y="1524979"/>
                  </a:lnTo>
                  <a:lnTo>
                    <a:pt x="3447701" y="1522363"/>
                  </a:lnTo>
                  <a:lnTo>
                    <a:pt x="3449268" y="1521206"/>
                  </a:lnTo>
                  <a:lnTo>
                    <a:pt x="3450834" y="1519398"/>
                  </a:lnTo>
                  <a:lnTo>
                    <a:pt x="3452401" y="1518704"/>
                  </a:lnTo>
                  <a:lnTo>
                    <a:pt x="3453968" y="1519180"/>
                  </a:lnTo>
                  <a:lnTo>
                    <a:pt x="3455534" y="1520425"/>
                  </a:lnTo>
                  <a:lnTo>
                    <a:pt x="3457101" y="1521670"/>
                  </a:lnTo>
                  <a:lnTo>
                    <a:pt x="3458667" y="1520949"/>
                  </a:lnTo>
                  <a:lnTo>
                    <a:pt x="3460234" y="1518931"/>
                  </a:lnTo>
                  <a:lnTo>
                    <a:pt x="3461801" y="1515037"/>
                  </a:lnTo>
                  <a:lnTo>
                    <a:pt x="3463367" y="1514277"/>
                  </a:lnTo>
                  <a:lnTo>
                    <a:pt x="3464934" y="1514251"/>
                  </a:lnTo>
                  <a:lnTo>
                    <a:pt x="3466500" y="1516699"/>
                  </a:lnTo>
                  <a:lnTo>
                    <a:pt x="3468067" y="1520858"/>
                  </a:lnTo>
                  <a:lnTo>
                    <a:pt x="3469634" y="1526264"/>
                  </a:lnTo>
                  <a:lnTo>
                    <a:pt x="3471200" y="1536469"/>
                  </a:lnTo>
                  <a:lnTo>
                    <a:pt x="3472767" y="1545713"/>
                  </a:lnTo>
                  <a:lnTo>
                    <a:pt x="3474333" y="1554958"/>
                  </a:lnTo>
                  <a:lnTo>
                    <a:pt x="3475900" y="1563552"/>
                  </a:lnTo>
                  <a:lnTo>
                    <a:pt x="3477466" y="1572797"/>
                  </a:lnTo>
                  <a:lnTo>
                    <a:pt x="3479033" y="1582042"/>
                  </a:lnTo>
                  <a:lnTo>
                    <a:pt x="3480600" y="1590692"/>
                  </a:lnTo>
                  <a:lnTo>
                    <a:pt x="3482166" y="1599343"/>
                  </a:lnTo>
                  <a:lnTo>
                    <a:pt x="3483733" y="1607993"/>
                  </a:lnTo>
                  <a:lnTo>
                    <a:pt x="3485299" y="1617238"/>
                  </a:lnTo>
                  <a:lnTo>
                    <a:pt x="3486866" y="1625312"/>
                  </a:lnTo>
                  <a:lnTo>
                    <a:pt x="3488433" y="1632734"/>
                  </a:lnTo>
                  <a:lnTo>
                    <a:pt x="3489999" y="1640029"/>
                  </a:lnTo>
                  <a:lnTo>
                    <a:pt x="3491566" y="1645416"/>
                  </a:lnTo>
                  <a:lnTo>
                    <a:pt x="3493132" y="1649484"/>
                  </a:lnTo>
                  <a:lnTo>
                    <a:pt x="3494699" y="1649484"/>
                  </a:lnTo>
                  <a:lnTo>
                    <a:pt x="3496266" y="1649484"/>
                  </a:lnTo>
                  <a:lnTo>
                    <a:pt x="3497832" y="1650078"/>
                  </a:lnTo>
                  <a:lnTo>
                    <a:pt x="3499399" y="1650729"/>
                  </a:lnTo>
                  <a:lnTo>
                    <a:pt x="3500965" y="1650729"/>
                  </a:lnTo>
                  <a:lnTo>
                    <a:pt x="3502532" y="1650078"/>
                  </a:lnTo>
                  <a:lnTo>
                    <a:pt x="3504098" y="1650078"/>
                  </a:lnTo>
                  <a:lnTo>
                    <a:pt x="3505665" y="1648964"/>
                  </a:lnTo>
                  <a:lnTo>
                    <a:pt x="3507232" y="1648501"/>
                  </a:lnTo>
                  <a:lnTo>
                    <a:pt x="3508798" y="1647737"/>
                  </a:lnTo>
                  <a:lnTo>
                    <a:pt x="3510365" y="1645584"/>
                  </a:lnTo>
                  <a:lnTo>
                    <a:pt x="3511931" y="1642801"/>
                  </a:lnTo>
                  <a:lnTo>
                    <a:pt x="3513498" y="1639756"/>
                  </a:lnTo>
                  <a:lnTo>
                    <a:pt x="3515065" y="1635392"/>
                  </a:lnTo>
                  <a:lnTo>
                    <a:pt x="3516631" y="1631028"/>
                  </a:lnTo>
                  <a:lnTo>
                    <a:pt x="3518198" y="1626574"/>
                  </a:lnTo>
                  <a:lnTo>
                    <a:pt x="3519764" y="1624351"/>
                  </a:lnTo>
                  <a:lnTo>
                    <a:pt x="3521331" y="1622551"/>
                  </a:lnTo>
                  <a:lnTo>
                    <a:pt x="3522898" y="1623013"/>
                  </a:lnTo>
                  <a:lnTo>
                    <a:pt x="3524464" y="1623391"/>
                  </a:lnTo>
                  <a:lnTo>
                    <a:pt x="3526031" y="1623770"/>
                  </a:lnTo>
                  <a:lnTo>
                    <a:pt x="3527597" y="1625512"/>
                  </a:lnTo>
                  <a:lnTo>
                    <a:pt x="3529164" y="1628293"/>
                  </a:lnTo>
                  <a:lnTo>
                    <a:pt x="3530730" y="1631074"/>
                  </a:lnTo>
                  <a:lnTo>
                    <a:pt x="3532297" y="1633854"/>
                  </a:lnTo>
                  <a:lnTo>
                    <a:pt x="3533864" y="1638510"/>
                  </a:lnTo>
                  <a:lnTo>
                    <a:pt x="3535430" y="1645116"/>
                  </a:lnTo>
                  <a:lnTo>
                    <a:pt x="3536997" y="1653116"/>
                  </a:lnTo>
                  <a:lnTo>
                    <a:pt x="3538563" y="1661189"/>
                  </a:lnTo>
                  <a:lnTo>
                    <a:pt x="3540130" y="1669840"/>
                  </a:lnTo>
                  <a:lnTo>
                    <a:pt x="3541697" y="1678363"/>
                  </a:lnTo>
                  <a:lnTo>
                    <a:pt x="3543263" y="1683751"/>
                  </a:lnTo>
                  <a:lnTo>
                    <a:pt x="3544830" y="1689301"/>
                  </a:lnTo>
                  <a:lnTo>
                    <a:pt x="3546396" y="1692816"/>
                  </a:lnTo>
                  <a:lnTo>
                    <a:pt x="3547963" y="1696925"/>
                  </a:lnTo>
                  <a:lnTo>
                    <a:pt x="3549530" y="1701034"/>
                  </a:lnTo>
                  <a:lnTo>
                    <a:pt x="3551096" y="1703603"/>
                  </a:lnTo>
                  <a:lnTo>
                    <a:pt x="3552663" y="1705426"/>
                  </a:lnTo>
                  <a:lnTo>
                    <a:pt x="3554229" y="1707986"/>
                  </a:lnTo>
                  <a:lnTo>
                    <a:pt x="3555796" y="1709809"/>
                  </a:lnTo>
                  <a:lnTo>
                    <a:pt x="3557362" y="1710980"/>
                  </a:lnTo>
                  <a:lnTo>
                    <a:pt x="3558929" y="1711574"/>
                  </a:lnTo>
                  <a:lnTo>
                    <a:pt x="3560496" y="1711574"/>
                  </a:lnTo>
                  <a:lnTo>
                    <a:pt x="3562062" y="1712169"/>
                  </a:lnTo>
                  <a:lnTo>
                    <a:pt x="3563629" y="1713340"/>
                  </a:lnTo>
                  <a:lnTo>
                    <a:pt x="3565195" y="1714655"/>
                  </a:lnTo>
                  <a:lnTo>
                    <a:pt x="3566762" y="1716564"/>
                  </a:lnTo>
                  <a:lnTo>
                    <a:pt x="3568329" y="1719124"/>
                  </a:lnTo>
                  <a:lnTo>
                    <a:pt x="3569895" y="1721685"/>
                  </a:lnTo>
                  <a:lnTo>
                    <a:pt x="3571462" y="1722856"/>
                  </a:lnTo>
                  <a:lnTo>
                    <a:pt x="3573028" y="1724027"/>
                  </a:lnTo>
                  <a:lnTo>
                    <a:pt x="3574595" y="1724605"/>
                  </a:lnTo>
                  <a:lnTo>
                    <a:pt x="3576162" y="1724605"/>
                  </a:lnTo>
                  <a:lnTo>
                    <a:pt x="3577728" y="1724604"/>
                  </a:lnTo>
                  <a:lnTo>
                    <a:pt x="3579295" y="1725199"/>
                  </a:lnTo>
                  <a:lnTo>
                    <a:pt x="3580861" y="1725793"/>
                  </a:lnTo>
                  <a:lnTo>
                    <a:pt x="3582428" y="1727038"/>
                  </a:lnTo>
                  <a:lnTo>
                    <a:pt x="3583994" y="1728283"/>
                  </a:lnTo>
                  <a:lnTo>
                    <a:pt x="3585561" y="1729397"/>
                  </a:lnTo>
                  <a:lnTo>
                    <a:pt x="3587128" y="1729860"/>
                  </a:lnTo>
                  <a:lnTo>
                    <a:pt x="3588694" y="1730161"/>
                  </a:lnTo>
                  <a:lnTo>
                    <a:pt x="3590261" y="1733077"/>
                  </a:lnTo>
                  <a:lnTo>
                    <a:pt x="3591827" y="1738057"/>
                  </a:lnTo>
                  <a:lnTo>
                    <a:pt x="3593394" y="1743506"/>
                  </a:lnTo>
                  <a:lnTo>
                    <a:pt x="3594961" y="1749813"/>
                  </a:lnTo>
                  <a:lnTo>
                    <a:pt x="3596527" y="1756119"/>
                  </a:lnTo>
                  <a:lnTo>
                    <a:pt x="3598094" y="1762931"/>
                  </a:lnTo>
                  <a:lnTo>
                    <a:pt x="3599660" y="1769744"/>
                  </a:lnTo>
                  <a:lnTo>
                    <a:pt x="3601227" y="1776557"/>
                  </a:lnTo>
                  <a:lnTo>
                    <a:pt x="3602794" y="1783626"/>
                  </a:lnTo>
                  <a:lnTo>
                    <a:pt x="3604360" y="1789928"/>
                  </a:lnTo>
                  <a:lnTo>
                    <a:pt x="3605927" y="1796231"/>
                  </a:lnTo>
                  <a:lnTo>
                    <a:pt x="3607493" y="1802533"/>
                  </a:lnTo>
                  <a:lnTo>
                    <a:pt x="3609060" y="1809092"/>
                  </a:lnTo>
                  <a:lnTo>
                    <a:pt x="3610626" y="1816251"/>
                  </a:lnTo>
                  <a:lnTo>
                    <a:pt x="3612193" y="1823409"/>
                  </a:lnTo>
                  <a:lnTo>
                    <a:pt x="3613255" y="1826954"/>
                  </a:lnTo>
                  <a:lnTo>
                    <a:pt x="3632362" y="1826954"/>
                  </a:lnTo>
                  <a:lnTo>
                    <a:pt x="3632559" y="1826491"/>
                  </a:lnTo>
                  <a:lnTo>
                    <a:pt x="3634125" y="1818843"/>
                  </a:lnTo>
                  <a:lnTo>
                    <a:pt x="3635692" y="1810461"/>
                  </a:lnTo>
                  <a:lnTo>
                    <a:pt x="3637258" y="1802079"/>
                  </a:lnTo>
                  <a:lnTo>
                    <a:pt x="3638825" y="1794850"/>
                  </a:lnTo>
                  <a:lnTo>
                    <a:pt x="3640392" y="1786777"/>
                  </a:lnTo>
                  <a:lnTo>
                    <a:pt x="3641958" y="1776013"/>
                  </a:lnTo>
                  <a:lnTo>
                    <a:pt x="3643525" y="1760919"/>
                  </a:lnTo>
                  <a:lnTo>
                    <a:pt x="3645091" y="1745397"/>
                  </a:lnTo>
                  <a:lnTo>
                    <a:pt x="3646658" y="1728334"/>
                  </a:lnTo>
                  <a:lnTo>
                    <a:pt x="3648225" y="1708603"/>
                  </a:lnTo>
                  <a:lnTo>
                    <a:pt x="3649791" y="1686414"/>
                  </a:lnTo>
                  <a:lnTo>
                    <a:pt x="3651358" y="1665105"/>
                  </a:lnTo>
                  <a:lnTo>
                    <a:pt x="3652924" y="1643259"/>
                  </a:lnTo>
                  <a:lnTo>
                    <a:pt x="3654491" y="1620887"/>
                  </a:lnTo>
                  <a:lnTo>
                    <a:pt x="3656058" y="1598325"/>
                  </a:lnTo>
                  <a:lnTo>
                    <a:pt x="3657624" y="1574746"/>
                  </a:lnTo>
                  <a:lnTo>
                    <a:pt x="3659191" y="1551394"/>
                  </a:lnTo>
                  <a:lnTo>
                    <a:pt x="3660757" y="1528042"/>
                  </a:lnTo>
                  <a:lnTo>
                    <a:pt x="3662324" y="1505106"/>
                  </a:lnTo>
                  <a:lnTo>
                    <a:pt x="3663890" y="1482638"/>
                  </a:lnTo>
                  <a:lnTo>
                    <a:pt x="3665457" y="1460278"/>
                  </a:lnTo>
                  <a:lnTo>
                    <a:pt x="3667024" y="1440479"/>
                  </a:lnTo>
                  <a:lnTo>
                    <a:pt x="3668590" y="1420675"/>
                  </a:lnTo>
                  <a:lnTo>
                    <a:pt x="3670157" y="1402658"/>
                  </a:lnTo>
                  <a:lnTo>
                    <a:pt x="3671723" y="1387334"/>
                  </a:lnTo>
                  <a:lnTo>
                    <a:pt x="3673290" y="1375390"/>
                  </a:lnTo>
                  <a:lnTo>
                    <a:pt x="3674857" y="1365052"/>
                  </a:lnTo>
                  <a:lnTo>
                    <a:pt x="3676423" y="1355610"/>
                  </a:lnTo>
                  <a:lnTo>
                    <a:pt x="3677990" y="1349565"/>
                  </a:lnTo>
                  <a:lnTo>
                    <a:pt x="3679556" y="1345252"/>
                  </a:lnTo>
                  <a:lnTo>
                    <a:pt x="3681123" y="1346245"/>
                  </a:lnTo>
                  <a:lnTo>
                    <a:pt x="3682689" y="1347165"/>
                  </a:lnTo>
                  <a:lnTo>
                    <a:pt x="3684256" y="1348341"/>
                  </a:lnTo>
                  <a:lnTo>
                    <a:pt x="3685823" y="1348706"/>
                  </a:lnTo>
                  <a:lnTo>
                    <a:pt x="3687389" y="1349234"/>
                  </a:lnTo>
                  <a:lnTo>
                    <a:pt x="3688956" y="1352857"/>
                  </a:lnTo>
                  <a:lnTo>
                    <a:pt x="3690522" y="1355692"/>
                  </a:lnTo>
                  <a:lnTo>
                    <a:pt x="3692089" y="1355201"/>
                  </a:lnTo>
                  <a:lnTo>
                    <a:pt x="3693656" y="1351794"/>
                  </a:lnTo>
                  <a:lnTo>
                    <a:pt x="3695222" y="1347145"/>
                  </a:lnTo>
                  <a:lnTo>
                    <a:pt x="3696789" y="1341900"/>
                  </a:lnTo>
                  <a:lnTo>
                    <a:pt x="3698355" y="1335495"/>
                  </a:lnTo>
                  <a:lnTo>
                    <a:pt x="3699922" y="1324769"/>
                  </a:lnTo>
                  <a:lnTo>
                    <a:pt x="3701489" y="1315031"/>
                  </a:lnTo>
                  <a:lnTo>
                    <a:pt x="3703055" y="1304699"/>
                  </a:lnTo>
                  <a:lnTo>
                    <a:pt x="3704622" y="1294367"/>
                  </a:lnTo>
                  <a:lnTo>
                    <a:pt x="3706188" y="1284629"/>
                  </a:lnTo>
                  <a:lnTo>
                    <a:pt x="3707755" y="1274891"/>
                  </a:lnTo>
                  <a:lnTo>
                    <a:pt x="3709321" y="1265153"/>
                  </a:lnTo>
                  <a:lnTo>
                    <a:pt x="3710888" y="1254579"/>
                  </a:lnTo>
                  <a:lnTo>
                    <a:pt x="3712455" y="1244013"/>
                  </a:lnTo>
                  <a:lnTo>
                    <a:pt x="3714021" y="1236763"/>
                  </a:lnTo>
                  <a:lnTo>
                    <a:pt x="3715588" y="1232875"/>
                  </a:lnTo>
                  <a:lnTo>
                    <a:pt x="3717154" y="1230008"/>
                  </a:lnTo>
                  <a:lnTo>
                    <a:pt x="3718721" y="1227718"/>
                  </a:lnTo>
                  <a:lnTo>
                    <a:pt x="3720288" y="1226865"/>
                  </a:lnTo>
                  <a:lnTo>
                    <a:pt x="3721854" y="1228454"/>
                  </a:lnTo>
                  <a:lnTo>
                    <a:pt x="3723421" y="1237302"/>
                  </a:lnTo>
                  <a:lnTo>
                    <a:pt x="3724987" y="1246265"/>
                  </a:lnTo>
                  <a:lnTo>
                    <a:pt x="3726554" y="1257582"/>
                  </a:lnTo>
                  <a:lnTo>
                    <a:pt x="3728121" y="1271565"/>
                  </a:lnTo>
                  <a:lnTo>
                    <a:pt x="3729687" y="1286625"/>
                  </a:lnTo>
                  <a:lnTo>
                    <a:pt x="3731254" y="1300239"/>
                  </a:lnTo>
                  <a:lnTo>
                    <a:pt x="3732820" y="1314390"/>
                  </a:lnTo>
                  <a:lnTo>
                    <a:pt x="3734387" y="1331051"/>
                  </a:lnTo>
                  <a:lnTo>
                    <a:pt x="3735953" y="1352226"/>
                  </a:lnTo>
                  <a:lnTo>
                    <a:pt x="3737520" y="1373605"/>
                  </a:lnTo>
                  <a:lnTo>
                    <a:pt x="3739087" y="1395569"/>
                  </a:lnTo>
                  <a:lnTo>
                    <a:pt x="3740653" y="1417533"/>
                  </a:lnTo>
                  <a:lnTo>
                    <a:pt x="3742220" y="1439083"/>
                  </a:lnTo>
                  <a:lnTo>
                    <a:pt x="3743786" y="1459352"/>
                  </a:lnTo>
                  <a:lnTo>
                    <a:pt x="3745353" y="1478232"/>
                  </a:lnTo>
                  <a:lnTo>
                    <a:pt x="3746920" y="1490845"/>
                  </a:lnTo>
                  <a:lnTo>
                    <a:pt x="3748486" y="1499851"/>
                  </a:lnTo>
                  <a:lnTo>
                    <a:pt x="3750053" y="1505686"/>
                  </a:lnTo>
                  <a:lnTo>
                    <a:pt x="3751619" y="1507261"/>
                  </a:lnTo>
                  <a:lnTo>
                    <a:pt x="3753186" y="1506603"/>
                  </a:lnTo>
                  <a:lnTo>
                    <a:pt x="3754753" y="1504531"/>
                  </a:lnTo>
                  <a:lnTo>
                    <a:pt x="3756319" y="1500987"/>
                  </a:lnTo>
                  <a:lnTo>
                    <a:pt x="3757886" y="1493792"/>
                  </a:lnTo>
                  <a:lnTo>
                    <a:pt x="3759452" y="1484865"/>
                  </a:lnTo>
                  <a:lnTo>
                    <a:pt x="3761019" y="1470632"/>
                  </a:lnTo>
                  <a:lnTo>
                    <a:pt x="3762585" y="1455621"/>
                  </a:lnTo>
                  <a:lnTo>
                    <a:pt x="3764152" y="1439959"/>
                  </a:lnTo>
                  <a:lnTo>
                    <a:pt x="3765719" y="1425110"/>
                  </a:lnTo>
                  <a:lnTo>
                    <a:pt x="3767285" y="1410097"/>
                  </a:lnTo>
                  <a:lnTo>
                    <a:pt x="3768852" y="1392902"/>
                  </a:lnTo>
                  <a:lnTo>
                    <a:pt x="3770418" y="1378281"/>
                  </a:lnTo>
                  <a:lnTo>
                    <a:pt x="3771985" y="1371104"/>
                  </a:lnTo>
                  <a:lnTo>
                    <a:pt x="3773552" y="1368565"/>
                  </a:lnTo>
                  <a:lnTo>
                    <a:pt x="3775118" y="1370361"/>
                  </a:lnTo>
                  <a:lnTo>
                    <a:pt x="3776685" y="1372157"/>
                  </a:lnTo>
                  <a:lnTo>
                    <a:pt x="3778251" y="1375114"/>
                  </a:lnTo>
                  <a:lnTo>
                    <a:pt x="3779818" y="1382814"/>
                  </a:lnTo>
                  <a:lnTo>
                    <a:pt x="3781385" y="1390328"/>
                  </a:lnTo>
                  <a:lnTo>
                    <a:pt x="3782951" y="1397843"/>
                  </a:lnTo>
                  <a:lnTo>
                    <a:pt x="3784518" y="1405358"/>
                  </a:lnTo>
                  <a:lnTo>
                    <a:pt x="3786084" y="1412872"/>
                  </a:lnTo>
                  <a:lnTo>
                    <a:pt x="3787651" y="1420640"/>
                  </a:lnTo>
                  <a:lnTo>
                    <a:pt x="3789217" y="1428406"/>
                  </a:lnTo>
                  <a:lnTo>
                    <a:pt x="3790784" y="1437565"/>
                  </a:lnTo>
                  <a:lnTo>
                    <a:pt x="3792351" y="1449534"/>
                  </a:lnTo>
                  <a:lnTo>
                    <a:pt x="3793917" y="1462522"/>
                  </a:lnTo>
                  <a:lnTo>
                    <a:pt x="3795484" y="1473621"/>
                  </a:lnTo>
                  <a:lnTo>
                    <a:pt x="3797050" y="1483699"/>
                  </a:lnTo>
                  <a:lnTo>
                    <a:pt x="3798617" y="1492624"/>
                  </a:lnTo>
                  <a:lnTo>
                    <a:pt x="3800184" y="1501549"/>
                  </a:lnTo>
                  <a:lnTo>
                    <a:pt x="3801750" y="1510725"/>
                  </a:lnTo>
                  <a:lnTo>
                    <a:pt x="3803317" y="1513799"/>
                  </a:lnTo>
                  <a:lnTo>
                    <a:pt x="3804883" y="1514934"/>
                  </a:lnTo>
                  <a:lnTo>
                    <a:pt x="3806450" y="1515851"/>
                  </a:lnTo>
                  <a:lnTo>
                    <a:pt x="3808017" y="1516769"/>
                  </a:lnTo>
                  <a:lnTo>
                    <a:pt x="3809583" y="1519068"/>
                  </a:lnTo>
                  <a:lnTo>
                    <a:pt x="3811150" y="1522671"/>
                  </a:lnTo>
                  <a:lnTo>
                    <a:pt x="3812716" y="1523244"/>
                  </a:lnTo>
                  <a:lnTo>
                    <a:pt x="3814283" y="1519133"/>
                  </a:lnTo>
                  <a:lnTo>
                    <a:pt x="3815849" y="1511276"/>
                  </a:lnTo>
                  <a:lnTo>
                    <a:pt x="3817416" y="1502986"/>
                  </a:lnTo>
                  <a:lnTo>
                    <a:pt x="3818983" y="1493883"/>
                  </a:lnTo>
                  <a:lnTo>
                    <a:pt x="3820549" y="1485432"/>
                  </a:lnTo>
                  <a:lnTo>
                    <a:pt x="3822116" y="1477574"/>
                  </a:lnTo>
                  <a:lnTo>
                    <a:pt x="3823682" y="1471106"/>
                  </a:lnTo>
                  <a:lnTo>
                    <a:pt x="3825249" y="1465189"/>
                  </a:lnTo>
                  <a:lnTo>
                    <a:pt x="3826816" y="1463840"/>
                  </a:lnTo>
                  <a:lnTo>
                    <a:pt x="3828382" y="1467678"/>
                  </a:lnTo>
                  <a:lnTo>
                    <a:pt x="3829949" y="1473499"/>
                  </a:lnTo>
                  <a:lnTo>
                    <a:pt x="3831515" y="1480568"/>
                  </a:lnTo>
                  <a:lnTo>
                    <a:pt x="3833082" y="1487320"/>
                  </a:lnTo>
                  <a:lnTo>
                    <a:pt x="3834649" y="1493879"/>
                  </a:lnTo>
                  <a:lnTo>
                    <a:pt x="3836215" y="1503701"/>
                  </a:lnTo>
                  <a:lnTo>
                    <a:pt x="3837782" y="1515991"/>
                  </a:lnTo>
                  <a:lnTo>
                    <a:pt x="3839348" y="1528280"/>
                  </a:lnTo>
                  <a:lnTo>
                    <a:pt x="3840915" y="1540569"/>
                  </a:lnTo>
                  <a:lnTo>
                    <a:pt x="3842481" y="1554030"/>
                  </a:lnTo>
                  <a:lnTo>
                    <a:pt x="3844048" y="1567565"/>
                  </a:lnTo>
                  <a:lnTo>
                    <a:pt x="3845615" y="1581676"/>
                  </a:lnTo>
                  <a:lnTo>
                    <a:pt x="3847181" y="1596526"/>
                  </a:lnTo>
                  <a:lnTo>
                    <a:pt x="3848748" y="1611205"/>
                  </a:lnTo>
                  <a:lnTo>
                    <a:pt x="3850314" y="1625276"/>
                  </a:lnTo>
                  <a:lnTo>
                    <a:pt x="3851881" y="1635230"/>
                  </a:lnTo>
                  <a:lnTo>
                    <a:pt x="3853448" y="1642347"/>
                  </a:lnTo>
                  <a:lnTo>
                    <a:pt x="3855014" y="1646373"/>
                  </a:lnTo>
                  <a:lnTo>
                    <a:pt x="3856581" y="1647212"/>
                  </a:lnTo>
                  <a:lnTo>
                    <a:pt x="3858147" y="1647146"/>
                  </a:lnTo>
                  <a:lnTo>
                    <a:pt x="3859714" y="1647234"/>
                  </a:lnTo>
                  <a:lnTo>
                    <a:pt x="3861281" y="1647851"/>
                  </a:lnTo>
                  <a:lnTo>
                    <a:pt x="3862847" y="1647569"/>
                  </a:lnTo>
                  <a:lnTo>
                    <a:pt x="3864414" y="1645143"/>
                  </a:lnTo>
                  <a:lnTo>
                    <a:pt x="3865980" y="1642716"/>
                  </a:lnTo>
                  <a:lnTo>
                    <a:pt x="3867547" y="1640035"/>
                  </a:lnTo>
                  <a:lnTo>
                    <a:pt x="3869113" y="1636040"/>
                  </a:lnTo>
                  <a:lnTo>
                    <a:pt x="3870680" y="1630896"/>
                  </a:lnTo>
                  <a:lnTo>
                    <a:pt x="3872247" y="1625452"/>
                  </a:lnTo>
                  <a:lnTo>
                    <a:pt x="3873813" y="1618892"/>
                  </a:lnTo>
                  <a:lnTo>
                    <a:pt x="3875380" y="1613504"/>
                  </a:lnTo>
                  <a:lnTo>
                    <a:pt x="3876946" y="1608854"/>
                  </a:lnTo>
                  <a:lnTo>
                    <a:pt x="3878513" y="1605016"/>
                  </a:lnTo>
                  <a:lnTo>
                    <a:pt x="3880080" y="1603900"/>
                  </a:lnTo>
                  <a:lnTo>
                    <a:pt x="3881646" y="1602512"/>
                  </a:lnTo>
                  <a:lnTo>
                    <a:pt x="3883213" y="1603719"/>
                  </a:lnTo>
                  <a:lnTo>
                    <a:pt x="3884779" y="1605628"/>
                  </a:lnTo>
                  <a:lnTo>
                    <a:pt x="3886346" y="1607106"/>
                  </a:lnTo>
                  <a:lnTo>
                    <a:pt x="3887913" y="1611937"/>
                  </a:lnTo>
                  <a:lnTo>
                    <a:pt x="3889479" y="1616029"/>
                  </a:lnTo>
                  <a:lnTo>
                    <a:pt x="3891046" y="1619544"/>
                  </a:lnTo>
                  <a:lnTo>
                    <a:pt x="3892612" y="1626666"/>
                  </a:lnTo>
                  <a:lnTo>
                    <a:pt x="3894179" y="1636488"/>
                  </a:lnTo>
                  <a:lnTo>
                    <a:pt x="3895745" y="1646310"/>
                  </a:lnTo>
                  <a:lnTo>
                    <a:pt x="3897312" y="1658114"/>
                  </a:lnTo>
                  <a:lnTo>
                    <a:pt x="3898879" y="1669182"/>
                  </a:lnTo>
                  <a:lnTo>
                    <a:pt x="3900445" y="1679598"/>
                  </a:lnTo>
                  <a:lnTo>
                    <a:pt x="3902012" y="1688249"/>
                  </a:lnTo>
                  <a:lnTo>
                    <a:pt x="3903578" y="1695671"/>
                  </a:lnTo>
                  <a:lnTo>
                    <a:pt x="3905145" y="1704418"/>
                  </a:lnTo>
                  <a:lnTo>
                    <a:pt x="3906712" y="1712953"/>
                  </a:lnTo>
                  <a:lnTo>
                    <a:pt x="3908278" y="1720376"/>
                  </a:lnTo>
                  <a:lnTo>
                    <a:pt x="3909845" y="1728449"/>
                  </a:lnTo>
                  <a:lnTo>
                    <a:pt x="3911411" y="1737099"/>
                  </a:lnTo>
                  <a:lnTo>
                    <a:pt x="3912978" y="1745767"/>
                  </a:lnTo>
                  <a:lnTo>
                    <a:pt x="3914545" y="1754434"/>
                  </a:lnTo>
                  <a:lnTo>
                    <a:pt x="3916111" y="1759822"/>
                  </a:lnTo>
                  <a:lnTo>
                    <a:pt x="3917678" y="1763337"/>
                  </a:lnTo>
                  <a:lnTo>
                    <a:pt x="3919244" y="1766851"/>
                  </a:lnTo>
                  <a:lnTo>
                    <a:pt x="3920811" y="1769121"/>
                  </a:lnTo>
                  <a:lnTo>
                    <a:pt x="3922377" y="1771464"/>
                  </a:lnTo>
                  <a:lnTo>
                    <a:pt x="3923944" y="1774384"/>
                  </a:lnTo>
                  <a:lnTo>
                    <a:pt x="3925511" y="1776727"/>
                  </a:lnTo>
                  <a:lnTo>
                    <a:pt x="3927077" y="1778333"/>
                  </a:lnTo>
                  <a:lnTo>
                    <a:pt x="3928644" y="1778939"/>
                  </a:lnTo>
                  <a:lnTo>
                    <a:pt x="3930210" y="1777768"/>
                  </a:lnTo>
                  <a:lnTo>
                    <a:pt x="3931777" y="1776597"/>
                  </a:lnTo>
                  <a:lnTo>
                    <a:pt x="3933344" y="1774774"/>
                  </a:lnTo>
                  <a:lnTo>
                    <a:pt x="3934910" y="1772951"/>
                  </a:lnTo>
                  <a:lnTo>
                    <a:pt x="3936477" y="1773853"/>
                  </a:lnTo>
                  <a:lnTo>
                    <a:pt x="3938043" y="1776122"/>
                  </a:lnTo>
                  <a:lnTo>
                    <a:pt x="3939610" y="1777352"/>
                  </a:lnTo>
                  <a:lnTo>
                    <a:pt x="3941177" y="1777542"/>
                  </a:lnTo>
                  <a:lnTo>
                    <a:pt x="3942743" y="1778334"/>
                  </a:lnTo>
                  <a:lnTo>
                    <a:pt x="3944310" y="1781568"/>
                  </a:lnTo>
                  <a:lnTo>
                    <a:pt x="3945876" y="1784505"/>
                  </a:lnTo>
                  <a:lnTo>
                    <a:pt x="3947443" y="1787442"/>
                  </a:lnTo>
                  <a:lnTo>
                    <a:pt x="3949009" y="1791694"/>
                  </a:lnTo>
                  <a:lnTo>
                    <a:pt x="3950576" y="1796540"/>
                  </a:lnTo>
                  <a:lnTo>
                    <a:pt x="3952143" y="1801386"/>
                  </a:lnTo>
                  <a:lnTo>
                    <a:pt x="3953709" y="1806233"/>
                  </a:lnTo>
                  <a:lnTo>
                    <a:pt x="3955276" y="1809651"/>
                  </a:lnTo>
                  <a:lnTo>
                    <a:pt x="3956842" y="1809815"/>
                  </a:lnTo>
                  <a:lnTo>
                    <a:pt x="3958409" y="1808168"/>
                  </a:lnTo>
                  <a:lnTo>
                    <a:pt x="3959976" y="1804354"/>
                  </a:lnTo>
                  <a:lnTo>
                    <a:pt x="3961542" y="1797031"/>
                  </a:lnTo>
                  <a:lnTo>
                    <a:pt x="3963109" y="1786816"/>
                  </a:lnTo>
                  <a:lnTo>
                    <a:pt x="3964675" y="1775560"/>
                  </a:lnTo>
                  <a:lnTo>
                    <a:pt x="3966242" y="1762121"/>
                  </a:lnTo>
                  <a:lnTo>
                    <a:pt x="3967808" y="1742992"/>
                  </a:lnTo>
                  <a:lnTo>
                    <a:pt x="3969375" y="1722776"/>
                  </a:lnTo>
                  <a:lnTo>
                    <a:pt x="3970942" y="1703901"/>
                  </a:lnTo>
                  <a:lnTo>
                    <a:pt x="3972508" y="1684450"/>
                  </a:lnTo>
                  <a:lnTo>
                    <a:pt x="3974075" y="1666243"/>
                  </a:lnTo>
                  <a:lnTo>
                    <a:pt x="3975641" y="1645784"/>
                  </a:lnTo>
                  <a:lnTo>
                    <a:pt x="3977208" y="1623577"/>
                  </a:lnTo>
                  <a:lnTo>
                    <a:pt x="3978775" y="1602108"/>
                  </a:lnTo>
                  <a:lnTo>
                    <a:pt x="3980341" y="1581729"/>
                  </a:lnTo>
                  <a:lnTo>
                    <a:pt x="3981908" y="1563582"/>
                  </a:lnTo>
                  <a:lnTo>
                    <a:pt x="3983474" y="1545508"/>
                  </a:lnTo>
                  <a:lnTo>
                    <a:pt x="3985041" y="1529212"/>
                  </a:lnTo>
                  <a:lnTo>
                    <a:pt x="3986608" y="1514844"/>
                  </a:lnTo>
                  <a:lnTo>
                    <a:pt x="3988174" y="1498903"/>
                  </a:lnTo>
                  <a:lnTo>
                    <a:pt x="3989741" y="1484654"/>
                  </a:lnTo>
                  <a:lnTo>
                    <a:pt x="3991307" y="1472005"/>
                  </a:lnTo>
                  <a:lnTo>
                    <a:pt x="3992874" y="1461673"/>
                  </a:lnTo>
                  <a:lnTo>
                    <a:pt x="3994440" y="1450603"/>
                  </a:lnTo>
                  <a:lnTo>
                    <a:pt x="3996007" y="1440866"/>
                  </a:lnTo>
                  <a:lnTo>
                    <a:pt x="3997574" y="1429218"/>
                  </a:lnTo>
                  <a:lnTo>
                    <a:pt x="3999140" y="1420228"/>
                  </a:lnTo>
                  <a:lnTo>
                    <a:pt x="4000707" y="1412805"/>
                  </a:lnTo>
                  <a:lnTo>
                    <a:pt x="4002273" y="1405470"/>
                  </a:lnTo>
                  <a:lnTo>
                    <a:pt x="4003840" y="1398135"/>
                  </a:lnTo>
                  <a:lnTo>
                    <a:pt x="4005407" y="1390800"/>
                  </a:lnTo>
                  <a:lnTo>
                    <a:pt x="4006973" y="1383464"/>
                  </a:lnTo>
                  <a:lnTo>
                    <a:pt x="4008540" y="1376128"/>
                  </a:lnTo>
                  <a:lnTo>
                    <a:pt x="4010106" y="1368959"/>
                  </a:lnTo>
                  <a:lnTo>
                    <a:pt x="4011673" y="1367354"/>
                  </a:lnTo>
                  <a:lnTo>
                    <a:pt x="4013240" y="1365663"/>
                  </a:lnTo>
                  <a:lnTo>
                    <a:pt x="4014806" y="1363971"/>
                  </a:lnTo>
                  <a:lnTo>
                    <a:pt x="4016373" y="1362741"/>
                  </a:lnTo>
                  <a:lnTo>
                    <a:pt x="4017939" y="1361787"/>
                  </a:lnTo>
                  <a:lnTo>
                    <a:pt x="4019506" y="1361624"/>
                  </a:lnTo>
                  <a:lnTo>
                    <a:pt x="4021072" y="1359818"/>
                  </a:lnTo>
                  <a:lnTo>
                    <a:pt x="4022639" y="1359033"/>
                  </a:lnTo>
                  <a:lnTo>
                    <a:pt x="4024206" y="1360271"/>
                  </a:lnTo>
                  <a:lnTo>
                    <a:pt x="4025772" y="1358906"/>
                  </a:lnTo>
                  <a:lnTo>
                    <a:pt x="4027339" y="1357397"/>
                  </a:lnTo>
                  <a:lnTo>
                    <a:pt x="4028905" y="1355889"/>
                  </a:lnTo>
                  <a:lnTo>
                    <a:pt x="4030472" y="1353765"/>
                  </a:lnTo>
                  <a:lnTo>
                    <a:pt x="4032039" y="1351280"/>
                  </a:lnTo>
                  <a:lnTo>
                    <a:pt x="4033605" y="1347869"/>
                  </a:lnTo>
                  <a:lnTo>
                    <a:pt x="4035172" y="1345663"/>
                  </a:lnTo>
                  <a:lnTo>
                    <a:pt x="4036738" y="1345503"/>
                  </a:lnTo>
                  <a:lnTo>
                    <a:pt x="4038305" y="1343357"/>
                  </a:lnTo>
                  <a:lnTo>
                    <a:pt x="4039872" y="1340656"/>
                  </a:lnTo>
                  <a:lnTo>
                    <a:pt x="4041438" y="1342180"/>
                  </a:lnTo>
                  <a:lnTo>
                    <a:pt x="4043005" y="1346910"/>
                  </a:lnTo>
                  <a:lnTo>
                    <a:pt x="4044571" y="1356549"/>
                  </a:lnTo>
                  <a:lnTo>
                    <a:pt x="4046138" y="1366882"/>
                  </a:lnTo>
                  <a:lnTo>
                    <a:pt x="4047704" y="1378708"/>
                  </a:lnTo>
                  <a:lnTo>
                    <a:pt x="4049271" y="1394192"/>
                  </a:lnTo>
                  <a:lnTo>
                    <a:pt x="4050838" y="1407078"/>
                  </a:lnTo>
                  <a:lnTo>
                    <a:pt x="4052404" y="1421320"/>
                  </a:lnTo>
                  <a:lnTo>
                    <a:pt x="4053971" y="1434316"/>
                  </a:lnTo>
                  <a:lnTo>
                    <a:pt x="4055537" y="1450303"/>
                  </a:lnTo>
                  <a:lnTo>
                    <a:pt x="4057104" y="1467379"/>
                  </a:lnTo>
                  <a:lnTo>
                    <a:pt x="4058671" y="1484456"/>
                  </a:lnTo>
                  <a:lnTo>
                    <a:pt x="4060237" y="1501976"/>
                  </a:lnTo>
                  <a:lnTo>
                    <a:pt x="4061804" y="1521991"/>
                  </a:lnTo>
                  <a:lnTo>
                    <a:pt x="4063370" y="1542582"/>
                  </a:lnTo>
                  <a:lnTo>
                    <a:pt x="4064937" y="1560198"/>
                  </a:lnTo>
                  <a:lnTo>
                    <a:pt x="4066504" y="1574847"/>
                  </a:lnTo>
                  <a:lnTo>
                    <a:pt x="4068070" y="1591069"/>
                  </a:lnTo>
                  <a:lnTo>
                    <a:pt x="4069637" y="1605606"/>
                  </a:lnTo>
                  <a:lnTo>
                    <a:pt x="4071203" y="1619808"/>
                  </a:lnTo>
                  <a:lnTo>
                    <a:pt x="4072770" y="1631428"/>
                  </a:lnTo>
                  <a:lnTo>
                    <a:pt x="4074336" y="1646025"/>
                  </a:lnTo>
                  <a:lnTo>
                    <a:pt x="4075903" y="1660831"/>
                  </a:lnTo>
                  <a:lnTo>
                    <a:pt x="4077470" y="1676953"/>
                  </a:lnTo>
                  <a:lnTo>
                    <a:pt x="4079036" y="1688946"/>
                  </a:lnTo>
                  <a:lnTo>
                    <a:pt x="4080603" y="1698574"/>
                  </a:lnTo>
                  <a:lnTo>
                    <a:pt x="4082169" y="1707463"/>
                  </a:lnTo>
                  <a:lnTo>
                    <a:pt x="4083736" y="1715405"/>
                  </a:lnTo>
                  <a:lnTo>
                    <a:pt x="4085303" y="1722564"/>
                  </a:lnTo>
                  <a:lnTo>
                    <a:pt x="4086869" y="1729722"/>
                  </a:lnTo>
                  <a:lnTo>
                    <a:pt x="4088436" y="1736264"/>
                  </a:lnTo>
                  <a:lnTo>
                    <a:pt x="4090002" y="1742640"/>
                  </a:lnTo>
                  <a:lnTo>
                    <a:pt x="4091569" y="1743452"/>
                  </a:lnTo>
                  <a:lnTo>
                    <a:pt x="4093136" y="1743743"/>
                  </a:lnTo>
                  <a:lnTo>
                    <a:pt x="4094702" y="1743648"/>
                  </a:lnTo>
                  <a:lnTo>
                    <a:pt x="4096269" y="1743553"/>
                  </a:lnTo>
                  <a:lnTo>
                    <a:pt x="4097835" y="1742720"/>
                  </a:lnTo>
                  <a:lnTo>
                    <a:pt x="4099402" y="1741558"/>
                  </a:lnTo>
                  <a:lnTo>
                    <a:pt x="4100968" y="1741557"/>
                  </a:lnTo>
                  <a:lnTo>
                    <a:pt x="4102535" y="1742786"/>
                  </a:lnTo>
                  <a:lnTo>
                    <a:pt x="4104102" y="1743569"/>
                  </a:lnTo>
                  <a:lnTo>
                    <a:pt x="4105668" y="1746177"/>
                  </a:lnTo>
                  <a:lnTo>
                    <a:pt x="4107235" y="1747908"/>
                  </a:lnTo>
                  <a:lnTo>
                    <a:pt x="4108801" y="1750954"/>
                  </a:lnTo>
                  <a:lnTo>
                    <a:pt x="4110368" y="1751685"/>
                  </a:lnTo>
                  <a:lnTo>
                    <a:pt x="4111935" y="1754018"/>
                  </a:lnTo>
                  <a:lnTo>
                    <a:pt x="4113501" y="1757276"/>
                  </a:lnTo>
                  <a:lnTo>
                    <a:pt x="4115068" y="1758232"/>
                  </a:lnTo>
                  <a:lnTo>
                    <a:pt x="4116634" y="1762423"/>
                  </a:lnTo>
                  <a:lnTo>
                    <a:pt x="4118201" y="1770089"/>
                  </a:lnTo>
                  <a:lnTo>
                    <a:pt x="4119768" y="1777155"/>
                  </a:lnTo>
                  <a:lnTo>
                    <a:pt x="4121334" y="1783378"/>
                  </a:lnTo>
                  <a:lnTo>
                    <a:pt x="4122901" y="1790357"/>
                  </a:lnTo>
                  <a:lnTo>
                    <a:pt x="4124467" y="1796796"/>
                  </a:lnTo>
                  <a:lnTo>
                    <a:pt x="4126034" y="1803614"/>
                  </a:lnTo>
                  <a:lnTo>
                    <a:pt x="4127600" y="1809563"/>
                  </a:lnTo>
                  <a:lnTo>
                    <a:pt x="4129167" y="1811003"/>
                  </a:lnTo>
                  <a:lnTo>
                    <a:pt x="4130734" y="1815928"/>
                  </a:lnTo>
                  <a:lnTo>
                    <a:pt x="4132300" y="1819968"/>
                  </a:lnTo>
                  <a:lnTo>
                    <a:pt x="4133867" y="1824354"/>
                  </a:lnTo>
                  <a:lnTo>
                    <a:pt x="4134706" y="1826954"/>
                  </a:lnTo>
                  <a:lnTo>
                    <a:pt x="4168351" y="1826954"/>
                  </a:lnTo>
                  <a:lnTo>
                    <a:pt x="4169898" y="1825328"/>
                  </a:lnTo>
                  <a:lnTo>
                    <a:pt x="4171465" y="1820734"/>
                  </a:lnTo>
                  <a:lnTo>
                    <a:pt x="4173032" y="1817572"/>
                  </a:lnTo>
                  <a:lnTo>
                    <a:pt x="4174598" y="1814623"/>
                  </a:lnTo>
                  <a:lnTo>
                    <a:pt x="4176165" y="1811674"/>
                  </a:lnTo>
                  <a:lnTo>
                    <a:pt x="4177731" y="1809463"/>
                  </a:lnTo>
                  <a:lnTo>
                    <a:pt x="4179298" y="1807251"/>
                  </a:lnTo>
                  <a:lnTo>
                    <a:pt x="4180864" y="1808705"/>
                  </a:lnTo>
                  <a:lnTo>
                    <a:pt x="4182431" y="1807631"/>
                  </a:lnTo>
                  <a:lnTo>
                    <a:pt x="4183998" y="1804681"/>
                  </a:lnTo>
                  <a:lnTo>
                    <a:pt x="4185564" y="1802231"/>
                  </a:lnTo>
                  <a:lnTo>
                    <a:pt x="4187131" y="1801378"/>
                  </a:lnTo>
                  <a:lnTo>
                    <a:pt x="4188697" y="1799211"/>
                  </a:lnTo>
                  <a:lnTo>
                    <a:pt x="4190264" y="1800712"/>
                  </a:lnTo>
                  <a:lnTo>
                    <a:pt x="4191831" y="1800972"/>
                  </a:lnTo>
                  <a:lnTo>
                    <a:pt x="4193397" y="1801232"/>
                  </a:lnTo>
                  <a:lnTo>
                    <a:pt x="4194964" y="1802110"/>
                  </a:lnTo>
                  <a:lnTo>
                    <a:pt x="4196530" y="1802411"/>
                  </a:lnTo>
                  <a:lnTo>
                    <a:pt x="4198097" y="1799380"/>
                  </a:lnTo>
                  <a:lnTo>
                    <a:pt x="4199664" y="1795780"/>
                  </a:lnTo>
                  <a:lnTo>
                    <a:pt x="4201230" y="1792635"/>
                  </a:lnTo>
                  <a:lnTo>
                    <a:pt x="4202797" y="1788419"/>
                  </a:lnTo>
                  <a:lnTo>
                    <a:pt x="4204363" y="1781686"/>
                  </a:lnTo>
                  <a:lnTo>
                    <a:pt x="4205930" y="1773878"/>
                  </a:lnTo>
                  <a:lnTo>
                    <a:pt x="4207496" y="1766765"/>
                  </a:lnTo>
                  <a:lnTo>
                    <a:pt x="4209063" y="1762325"/>
                  </a:lnTo>
                  <a:lnTo>
                    <a:pt x="4210630" y="1756234"/>
                  </a:lnTo>
                  <a:lnTo>
                    <a:pt x="4212196" y="1749023"/>
                  </a:lnTo>
                  <a:lnTo>
                    <a:pt x="4213763" y="1741002"/>
                  </a:lnTo>
                  <a:lnTo>
                    <a:pt x="4215329" y="1732241"/>
                  </a:lnTo>
                  <a:lnTo>
                    <a:pt x="4216896" y="1724861"/>
                  </a:lnTo>
                  <a:lnTo>
                    <a:pt x="4218463" y="1717480"/>
                  </a:lnTo>
                  <a:lnTo>
                    <a:pt x="4220029" y="1710099"/>
                  </a:lnTo>
                  <a:lnTo>
                    <a:pt x="4221596" y="1705771"/>
                  </a:lnTo>
                  <a:lnTo>
                    <a:pt x="4223162" y="1701519"/>
                  </a:lnTo>
                  <a:lnTo>
                    <a:pt x="4224729" y="1695136"/>
                  </a:lnTo>
                  <a:lnTo>
                    <a:pt x="4226296" y="1690077"/>
                  </a:lnTo>
                  <a:lnTo>
                    <a:pt x="4227862" y="1683526"/>
                  </a:lnTo>
                  <a:lnTo>
                    <a:pt x="4229429" y="1679041"/>
                  </a:lnTo>
                  <a:lnTo>
                    <a:pt x="4230995" y="1673411"/>
                  </a:lnTo>
                  <a:lnTo>
                    <a:pt x="4232562" y="1663610"/>
                  </a:lnTo>
                  <a:lnTo>
                    <a:pt x="4234128" y="1657421"/>
                  </a:lnTo>
                  <a:lnTo>
                    <a:pt x="4235695" y="1657727"/>
                  </a:lnTo>
                  <a:lnTo>
                    <a:pt x="4237262" y="1659616"/>
                  </a:lnTo>
                  <a:lnTo>
                    <a:pt x="4238828" y="1661638"/>
                  </a:lnTo>
                  <a:lnTo>
                    <a:pt x="4240395" y="1662014"/>
                  </a:lnTo>
                  <a:lnTo>
                    <a:pt x="4241961" y="1662089"/>
                  </a:lnTo>
                  <a:lnTo>
                    <a:pt x="4243528" y="1662164"/>
                  </a:lnTo>
                  <a:lnTo>
                    <a:pt x="4245095" y="1662541"/>
                  </a:lnTo>
                  <a:lnTo>
                    <a:pt x="4246661" y="1663865"/>
                  </a:lnTo>
                  <a:lnTo>
                    <a:pt x="4248228" y="1665190"/>
                  </a:lnTo>
                  <a:lnTo>
                    <a:pt x="4249794" y="1667629"/>
                  </a:lnTo>
                  <a:lnTo>
                    <a:pt x="4251361" y="1673016"/>
                  </a:lnTo>
                  <a:lnTo>
                    <a:pt x="4252927" y="1677578"/>
                  </a:lnTo>
                  <a:lnTo>
                    <a:pt x="4254494" y="1682315"/>
                  </a:lnTo>
                  <a:lnTo>
                    <a:pt x="4256061" y="1687052"/>
                  </a:lnTo>
                  <a:lnTo>
                    <a:pt x="4257627" y="1689840"/>
                  </a:lnTo>
                  <a:lnTo>
                    <a:pt x="4259194" y="1690325"/>
                  </a:lnTo>
                  <a:lnTo>
                    <a:pt x="4260760" y="1687927"/>
                  </a:lnTo>
                  <a:lnTo>
                    <a:pt x="4262327" y="1686755"/>
                  </a:lnTo>
                  <a:lnTo>
                    <a:pt x="4263894" y="1685584"/>
                  </a:lnTo>
                  <a:lnTo>
                    <a:pt x="4265460" y="1683116"/>
                  </a:lnTo>
                  <a:lnTo>
                    <a:pt x="4267027" y="1679495"/>
                  </a:lnTo>
                  <a:lnTo>
                    <a:pt x="4268593" y="1675873"/>
                  </a:lnTo>
                  <a:lnTo>
                    <a:pt x="4270160" y="1670919"/>
                  </a:lnTo>
                  <a:lnTo>
                    <a:pt x="4271727" y="1666559"/>
                  </a:lnTo>
                  <a:lnTo>
                    <a:pt x="4273293" y="1661605"/>
                  </a:lnTo>
                  <a:lnTo>
                    <a:pt x="4274860" y="1657389"/>
                  </a:lnTo>
                  <a:lnTo>
                    <a:pt x="4276426" y="1650983"/>
                  </a:lnTo>
                  <a:lnTo>
                    <a:pt x="4277993" y="1647420"/>
                  </a:lnTo>
                  <a:lnTo>
                    <a:pt x="4279559" y="1646198"/>
                  </a:lnTo>
                  <a:lnTo>
                    <a:pt x="4281126" y="1645639"/>
                  </a:lnTo>
                  <a:lnTo>
                    <a:pt x="4282693" y="1648361"/>
                  </a:lnTo>
                  <a:lnTo>
                    <a:pt x="4284259" y="1651082"/>
                  </a:lnTo>
                  <a:lnTo>
                    <a:pt x="4285826" y="1655828"/>
                  </a:lnTo>
                  <a:lnTo>
                    <a:pt x="4287392" y="1661594"/>
                  </a:lnTo>
                  <a:lnTo>
                    <a:pt x="4288959" y="1670127"/>
                  </a:lnTo>
                  <a:lnTo>
                    <a:pt x="4290526" y="1680024"/>
                  </a:lnTo>
                  <a:lnTo>
                    <a:pt x="4292092" y="1690573"/>
                  </a:lnTo>
                  <a:lnTo>
                    <a:pt x="4293659" y="1702367"/>
                  </a:lnTo>
                  <a:lnTo>
                    <a:pt x="4295225" y="1712915"/>
                  </a:lnTo>
                  <a:lnTo>
                    <a:pt x="4296792" y="1723595"/>
                  </a:lnTo>
                  <a:lnTo>
                    <a:pt x="4298359" y="1734275"/>
                  </a:lnTo>
                  <a:lnTo>
                    <a:pt x="4299925" y="1744956"/>
                  </a:lnTo>
                  <a:lnTo>
                    <a:pt x="4301492" y="1753703"/>
                  </a:lnTo>
                  <a:lnTo>
                    <a:pt x="4303058" y="1760745"/>
                  </a:lnTo>
                  <a:lnTo>
                    <a:pt x="4304625" y="1769031"/>
                  </a:lnTo>
                  <a:lnTo>
                    <a:pt x="4306191" y="1777317"/>
                  </a:lnTo>
                  <a:lnTo>
                    <a:pt x="4307758" y="1785604"/>
                  </a:lnTo>
                  <a:lnTo>
                    <a:pt x="4309325" y="1790885"/>
                  </a:lnTo>
                  <a:lnTo>
                    <a:pt x="4310891" y="1794223"/>
                  </a:lnTo>
                  <a:lnTo>
                    <a:pt x="4312458" y="1797561"/>
                  </a:lnTo>
                  <a:lnTo>
                    <a:pt x="4314024" y="1800283"/>
                  </a:lnTo>
                  <a:lnTo>
                    <a:pt x="4315591" y="1802192"/>
                  </a:lnTo>
                  <a:lnTo>
                    <a:pt x="4317158" y="1802568"/>
                  </a:lnTo>
                  <a:lnTo>
                    <a:pt x="4318724" y="1802426"/>
                  </a:lnTo>
                  <a:lnTo>
                    <a:pt x="4320291" y="1799845"/>
                  </a:lnTo>
                  <a:lnTo>
                    <a:pt x="4321857" y="1797423"/>
                  </a:lnTo>
                  <a:lnTo>
                    <a:pt x="4323424" y="1795000"/>
                  </a:lnTo>
                  <a:lnTo>
                    <a:pt x="4324991" y="1792277"/>
                  </a:lnTo>
                  <a:lnTo>
                    <a:pt x="4326557" y="1788741"/>
                  </a:lnTo>
                  <a:lnTo>
                    <a:pt x="4328124" y="1785205"/>
                  </a:lnTo>
                  <a:lnTo>
                    <a:pt x="4329690" y="1778264"/>
                  </a:lnTo>
                  <a:lnTo>
                    <a:pt x="4331257" y="1769613"/>
                  </a:lnTo>
                  <a:lnTo>
                    <a:pt x="4332823" y="1762928"/>
                  </a:lnTo>
                  <a:lnTo>
                    <a:pt x="4334390" y="1755506"/>
                  </a:lnTo>
                  <a:lnTo>
                    <a:pt x="4335957" y="1748821"/>
                  </a:lnTo>
                  <a:lnTo>
                    <a:pt x="4337523" y="1743347"/>
                  </a:lnTo>
                  <a:lnTo>
                    <a:pt x="4339090" y="1736663"/>
                  </a:lnTo>
                  <a:lnTo>
                    <a:pt x="4340656" y="1730306"/>
                  </a:lnTo>
                  <a:lnTo>
                    <a:pt x="4342223" y="1724083"/>
                  </a:lnTo>
                  <a:lnTo>
                    <a:pt x="4343790" y="1719398"/>
                  </a:lnTo>
                  <a:lnTo>
                    <a:pt x="4345356" y="1716713"/>
                  </a:lnTo>
                  <a:lnTo>
                    <a:pt x="4346923" y="1715342"/>
                  </a:lnTo>
                  <a:lnTo>
                    <a:pt x="4348489" y="1713972"/>
                  </a:lnTo>
                  <a:lnTo>
                    <a:pt x="4350056" y="1713195"/>
                  </a:lnTo>
                  <a:lnTo>
                    <a:pt x="4351623" y="1710235"/>
                  </a:lnTo>
                  <a:lnTo>
                    <a:pt x="4353189" y="1708681"/>
                  </a:lnTo>
                  <a:lnTo>
                    <a:pt x="4354756" y="1709334"/>
                  </a:lnTo>
                  <a:lnTo>
                    <a:pt x="4356322" y="1709369"/>
                  </a:lnTo>
                  <a:lnTo>
                    <a:pt x="4357889" y="1709405"/>
                  </a:lnTo>
                  <a:lnTo>
                    <a:pt x="4359455" y="1708269"/>
                  </a:lnTo>
                  <a:lnTo>
                    <a:pt x="4361022" y="1705007"/>
                  </a:lnTo>
                  <a:lnTo>
                    <a:pt x="4362589" y="1702622"/>
                  </a:lnTo>
                  <a:lnTo>
                    <a:pt x="4364155" y="1702622"/>
                  </a:lnTo>
                  <a:lnTo>
                    <a:pt x="4365722" y="1702622"/>
                  </a:lnTo>
                  <a:lnTo>
                    <a:pt x="4367288" y="1702622"/>
                  </a:lnTo>
                  <a:lnTo>
                    <a:pt x="4368855" y="1699855"/>
                  </a:lnTo>
                  <a:lnTo>
                    <a:pt x="4370422" y="1695724"/>
                  </a:lnTo>
                  <a:lnTo>
                    <a:pt x="4371988" y="1690781"/>
                  </a:lnTo>
                  <a:lnTo>
                    <a:pt x="4373555" y="1685866"/>
                  </a:lnTo>
                  <a:lnTo>
                    <a:pt x="4375121" y="1683957"/>
                  </a:lnTo>
                  <a:lnTo>
                    <a:pt x="4376688" y="1682558"/>
                  </a:lnTo>
                  <a:lnTo>
                    <a:pt x="4378255" y="1680347"/>
                  </a:lnTo>
                  <a:lnTo>
                    <a:pt x="4379821" y="1678135"/>
                  </a:lnTo>
                  <a:lnTo>
                    <a:pt x="4381388" y="1675924"/>
                  </a:lnTo>
                  <a:lnTo>
                    <a:pt x="4382954" y="1673713"/>
                  </a:lnTo>
                  <a:lnTo>
                    <a:pt x="4384521" y="1671501"/>
                  </a:lnTo>
                  <a:lnTo>
                    <a:pt x="4386087" y="1669290"/>
                  </a:lnTo>
                  <a:lnTo>
                    <a:pt x="4387654" y="1667078"/>
                  </a:lnTo>
                  <a:lnTo>
                    <a:pt x="4389221" y="1664912"/>
                  </a:lnTo>
                  <a:lnTo>
                    <a:pt x="4390787" y="1662745"/>
                  </a:lnTo>
                  <a:lnTo>
                    <a:pt x="4392354" y="1659408"/>
                  </a:lnTo>
                  <a:lnTo>
                    <a:pt x="4393920" y="1656686"/>
                  </a:lnTo>
                  <a:lnTo>
                    <a:pt x="4395487" y="1654776"/>
                  </a:lnTo>
                  <a:lnTo>
                    <a:pt x="4397054" y="1654400"/>
                  </a:lnTo>
                  <a:lnTo>
                    <a:pt x="4398620" y="1654080"/>
                  </a:lnTo>
                  <a:lnTo>
                    <a:pt x="4400187" y="1657124"/>
                  </a:lnTo>
                  <a:lnTo>
                    <a:pt x="4401753" y="1659847"/>
                  </a:lnTo>
                  <a:lnTo>
                    <a:pt x="4403320" y="1662571"/>
                  </a:lnTo>
                  <a:lnTo>
                    <a:pt x="4404887" y="1664696"/>
                  </a:lnTo>
                  <a:lnTo>
                    <a:pt x="4406453" y="1667931"/>
                  </a:lnTo>
                  <a:lnTo>
                    <a:pt x="4408020" y="1671165"/>
                  </a:lnTo>
                  <a:lnTo>
                    <a:pt x="4409586" y="1675944"/>
                  </a:lnTo>
                  <a:lnTo>
                    <a:pt x="4411153" y="1679367"/>
                  </a:lnTo>
                  <a:lnTo>
                    <a:pt x="4412719" y="1681772"/>
                  </a:lnTo>
                  <a:lnTo>
                    <a:pt x="4414286" y="1685216"/>
                  </a:lnTo>
                  <a:lnTo>
                    <a:pt x="4415853" y="1687923"/>
                  </a:lnTo>
                  <a:lnTo>
                    <a:pt x="4417419" y="1688905"/>
                  </a:lnTo>
                  <a:lnTo>
                    <a:pt x="4418986" y="1691483"/>
                  </a:lnTo>
                  <a:lnTo>
                    <a:pt x="4420552" y="1693733"/>
                  </a:lnTo>
                  <a:lnTo>
                    <a:pt x="4422119" y="1695198"/>
                  </a:lnTo>
                  <a:lnTo>
                    <a:pt x="4423686" y="1694869"/>
                  </a:lnTo>
                  <a:lnTo>
                    <a:pt x="4425252" y="1694412"/>
                  </a:lnTo>
                  <a:lnTo>
                    <a:pt x="4426819" y="1693476"/>
                  </a:lnTo>
                  <a:lnTo>
                    <a:pt x="4428385" y="1692837"/>
                  </a:lnTo>
                  <a:lnTo>
                    <a:pt x="4429952" y="1692198"/>
                  </a:lnTo>
                  <a:lnTo>
                    <a:pt x="4431519" y="1693148"/>
                  </a:lnTo>
                  <a:lnTo>
                    <a:pt x="4433085" y="1693864"/>
                  </a:lnTo>
                  <a:lnTo>
                    <a:pt x="4434652" y="1694841"/>
                  </a:lnTo>
                  <a:lnTo>
                    <a:pt x="4436218" y="1696136"/>
                  </a:lnTo>
                  <a:lnTo>
                    <a:pt x="4437785" y="1697175"/>
                  </a:lnTo>
                  <a:lnTo>
                    <a:pt x="4439351" y="1698213"/>
                  </a:lnTo>
                  <a:lnTo>
                    <a:pt x="4440918" y="1701929"/>
                  </a:lnTo>
                  <a:lnTo>
                    <a:pt x="4442485" y="1703138"/>
                  </a:lnTo>
                  <a:lnTo>
                    <a:pt x="4444051" y="1701961"/>
                  </a:lnTo>
                  <a:lnTo>
                    <a:pt x="4445618" y="1700784"/>
                  </a:lnTo>
                  <a:lnTo>
                    <a:pt x="4447184" y="1699864"/>
                  </a:lnTo>
                  <a:lnTo>
                    <a:pt x="4448751" y="1698944"/>
                  </a:lnTo>
                  <a:lnTo>
                    <a:pt x="4450318" y="1698322"/>
                  </a:lnTo>
                  <a:lnTo>
                    <a:pt x="4451884" y="1698214"/>
                  </a:lnTo>
                  <a:lnTo>
                    <a:pt x="4453451" y="1697038"/>
                  </a:lnTo>
                  <a:lnTo>
                    <a:pt x="4455017" y="1694194"/>
                  </a:lnTo>
                  <a:lnTo>
                    <a:pt x="4456584" y="1690057"/>
                  </a:lnTo>
                  <a:lnTo>
                    <a:pt x="4458151" y="1687034"/>
                  </a:lnTo>
                  <a:lnTo>
                    <a:pt x="4459717" y="1684473"/>
                  </a:lnTo>
                  <a:lnTo>
                    <a:pt x="4461284" y="1682563"/>
                  </a:lnTo>
                  <a:lnTo>
                    <a:pt x="4462850" y="1680654"/>
                  </a:lnTo>
                  <a:lnTo>
                    <a:pt x="4464417" y="1678745"/>
                  </a:lnTo>
                  <a:lnTo>
                    <a:pt x="4465983" y="1677429"/>
                  </a:lnTo>
                  <a:lnTo>
                    <a:pt x="4467550" y="1674692"/>
                  </a:lnTo>
                  <a:lnTo>
                    <a:pt x="4469117" y="1671915"/>
                  </a:lnTo>
                  <a:lnTo>
                    <a:pt x="4470683" y="1666380"/>
                  </a:lnTo>
                  <a:lnTo>
                    <a:pt x="4472250" y="1662543"/>
                  </a:lnTo>
                  <a:lnTo>
                    <a:pt x="4473816" y="1658705"/>
                  </a:lnTo>
                  <a:lnTo>
                    <a:pt x="4475383" y="1654867"/>
                  </a:lnTo>
                  <a:lnTo>
                    <a:pt x="4476950" y="1651645"/>
                  </a:lnTo>
                  <a:lnTo>
                    <a:pt x="4478516" y="1648922"/>
                  </a:lnTo>
                  <a:lnTo>
                    <a:pt x="4480083" y="1645735"/>
                  </a:lnTo>
                  <a:lnTo>
                    <a:pt x="4481649" y="1643011"/>
                  </a:lnTo>
                  <a:lnTo>
                    <a:pt x="4483216" y="1640288"/>
                  </a:lnTo>
                  <a:lnTo>
                    <a:pt x="4484783" y="1638163"/>
                  </a:lnTo>
                  <a:lnTo>
                    <a:pt x="4486349" y="1636357"/>
                  </a:lnTo>
                  <a:lnTo>
                    <a:pt x="4487916" y="1634551"/>
                  </a:lnTo>
                  <a:lnTo>
                    <a:pt x="4489482" y="1633493"/>
                  </a:lnTo>
                  <a:lnTo>
                    <a:pt x="4491049" y="1637124"/>
                  </a:lnTo>
                  <a:lnTo>
                    <a:pt x="4492615" y="1641877"/>
                  </a:lnTo>
                  <a:lnTo>
                    <a:pt x="4494182" y="1649466"/>
                  </a:lnTo>
                  <a:lnTo>
                    <a:pt x="4495749" y="1656817"/>
                  </a:lnTo>
                  <a:lnTo>
                    <a:pt x="4497315" y="1666508"/>
                  </a:lnTo>
                  <a:lnTo>
                    <a:pt x="4498882" y="1678901"/>
                  </a:lnTo>
                  <a:lnTo>
                    <a:pt x="4500448" y="1690512"/>
                  </a:lnTo>
                  <a:lnTo>
                    <a:pt x="4502015" y="1702122"/>
                  </a:lnTo>
                  <a:lnTo>
                    <a:pt x="4503582" y="1712256"/>
                  </a:lnTo>
                  <a:lnTo>
                    <a:pt x="4505148" y="1721392"/>
                  </a:lnTo>
                  <a:lnTo>
                    <a:pt x="4506715" y="1731218"/>
                  </a:lnTo>
                  <a:lnTo>
                    <a:pt x="4508281" y="1740747"/>
                  </a:lnTo>
                  <a:lnTo>
                    <a:pt x="4509848" y="1750276"/>
                  </a:lnTo>
                  <a:lnTo>
                    <a:pt x="4511415" y="1759805"/>
                  </a:lnTo>
                  <a:lnTo>
                    <a:pt x="4512981" y="1769876"/>
                  </a:lnTo>
                  <a:lnTo>
                    <a:pt x="4514548" y="1776681"/>
                  </a:lnTo>
                  <a:lnTo>
                    <a:pt x="4516114" y="1782576"/>
                  </a:lnTo>
                  <a:lnTo>
                    <a:pt x="4517681" y="1789505"/>
                  </a:lnTo>
                  <a:lnTo>
                    <a:pt x="4519247" y="1792819"/>
                  </a:lnTo>
                  <a:lnTo>
                    <a:pt x="4520814" y="1794572"/>
                  </a:lnTo>
                  <a:lnTo>
                    <a:pt x="4522381" y="1793322"/>
                  </a:lnTo>
                  <a:lnTo>
                    <a:pt x="4523947" y="1793426"/>
                  </a:lnTo>
                  <a:lnTo>
                    <a:pt x="4525514" y="1791670"/>
                  </a:lnTo>
                  <a:lnTo>
                    <a:pt x="4527080" y="1790844"/>
                  </a:lnTo>
                  <a:lnTo>
                    <a:pt x="4528647" y="1790692"/>
                  </a:lnTo>
                  <a:lnTo>
                    <a:pt x="4530214" y="1790242"/>
                  </a:lnTo>
                  <a:lnTo>
                    <a:pt x="4531780" y="1791831"/>
                  </a:lnTo>
                  <a:lnTo>
                    <a:pt x="4533347" y="1797249"/>
                  </a:lnTo>
                  <a:lnTo>
                    <a:pt x="4534913" y="1800097"/>
                  </a:lnTo>
                  <a:lnTo>
                    <a:pt x="4536480" y="1801603"/>
                  </a:lnTo>
                  <a:lnTo>
                    <a:pt x="4538046" y="1803156"/>
                  </a:lnTo>
                  <a:lnTo>
                    <a:pt x="4539613" y="1805223"/>
                  </a:lnTo>
                  <a:lnTo>
                    <a:pt x="4541180" y="1805527"/>
                  </a:lnTo>
                  <a:lnTo>
                    <a:pt x="4542746" y="1810382"/>
                  </a:lnTo>
                  <a:lnTo>
                    <a:pt x="4544313" y="1815911"/>
                  </a:lnTo>
                  <a:lnTo>
                    <a:pt x="4545879" y="1820846"/>
                  </a:lnTo>
                  <a:lnTo>
                    <a:pt x="4547038" y="1826954"/>
                  </a:lnTo>
                  <a:lnTo>
                    <a:pt x="4741835" y="1826954"/>
                  </a:lnTo>
                  <a:lnTo>
                    <a:pt x="4743270" y="1812736"/>
                  </a:lnTo>
                  <a:lnTo>
                    <a:pt x="4744836" y="1798258"/>
                  </a:lnTo>
                  <a:lnTo>
                    <a:pt x="4746403" y="1784674"/>
                  </a:lnTo>
                  <a:lnTo>
                    <a:pt x="4747969" y="1771806"/>
                  </a:lnTo>
                  <a:lnTo>
                    <a:pt x="4749536" y="1759677"/>
                  </a:lnTo>
                  <a:lnTo>
                    <a:pt x="4751102" y="1747872"/>
                  </a:lnTo>
                  <a:lnTo>
                    <a:pt x="4752669" y="1735730"/>
                  </a:lnTo>
                  <a:lnTo>
                    <a:pt x="4754236" y="1727270"/>
                  </a:lnTo>
                  <a:lnTo>
                    <a:pt x="4755802" y="1720417"/>
                  </a:lnTo>
                  <a:lnTo>
                    <a:pt x="4757369" y="1716890"/>
                  </a:lnTo>
                  <a:lnTo>
                    <a:pt x="4758935" y="1713552"/>
                  </a:lnTo>
                  <a:lnTo>
                    <a:pt x="4760502" y="1710809"/>
                  </a:lnTo>
                  <a:lnTo>
                    <a:pt x="4762069" y="1708065"/>
                  </a:lnTo>
                  <a:lnTo>
                    <a:pt x="4763635" y="1705938"/>
                  </a:lnTo>
                  <a:lnTo>
                    <a:pt x="4765202" y="1703810"/>
                  </a:lnTo>
                  <a:lnTo>
                    <a:pt x="4766768" y="1701683"/>
                  </a:lnTo>
                  <a:lnTo>
                    <a:pt x="4768335" y="1699555"/>
                  </a:lnTo>
                  <a:lnTo>
                    <a:pt x="4769902" y="1698006"/>
                  </a:lnTo>
                  <a:lnTo>
                    <a:pt x="4771468" y="1695878"/>
                  </a:lnTo>
                  <a:lnTo>
                    <a:pt x="4773035" y="1693751"/>
                  </a:lnTo>
                  <a:lnTo>
                    <a:pt x="4774601" y="1691030"/>
                  </a:lnTo>
                  <a:lnTo>
                    <a:pt x="4776168" y="1688286"/>
                  </a:lnTo>
                  <a:lnTo>
                    <a:pt x="4777734" y="1685542"/>
                  </a:lnTo>
                  <a:lnTo>
                    <a:pt x="4779301" y="1682204"/>
                  </a:lnTo>
                  <a:lnTo>
                    <a:pt x="4780868" y="1678866"/>
                  </a:lnTo>
                  <a:lnTo>
                    <a:pt x="4782434" y="1672654"/>
                  </a:lnTo>
                  <a:lnTo>
                    <a:pt x="4784001" y="1665019"/>
                  </a:lnTo>
                  <a:lnTo>
                    <a:pt x="4785567" y="1658167"/>
                  </a:lnTo>
                  <a:lnTo>
                    <a:pt x="4787134" y="1651313"/>
                  </a:lnTo>
                  <a:lnTo>
                    <a:pt x="4788701" y="1645632"/>
                  </a:lnTo>
                  <a:lnTo>
                    <a:pt x="4790267" y="1639374"/>
                  </a:lnTo>
                  <a:lnTo>
                    <a:pt x="4791834" y="1630358"/>
                  </a:lnTo>
                  <a:lnTo>
                    <a:pt x="4793400" y="1621055"/>
                  </a:lnTo>
                  <a:lnTo>
                    <a:pt x="4794967" y="1611158"/>
                  </a:lnTo>
                  <a:lnTo>
                    <a:pt x="4796533" y="1601261"/>
                  </a:lnTo>
                  <a:lnTo>
                    <a:pt x="4798100" y="1591981"/>
                  </a:lnTo>
                  <a:lnTo>
                    <a:pt x="4799667" y="1581585"/>
                  </a:lnTo>
                  <a:lnTo>
                    <a:pt x="4801233" y="1574089"/>
                  </a:lnTo>
                  <a:lnTo>
                    <a:pt x="4802800" y="1568736"/>
                  </a:lnTo>
                  <a:lnTo>
                    <a:pt x="4804366" y="1563979"/>
                  </a:lnTo>
                  <a:lnTo>
                    <a:pt x="4805933" y="1561860"/>
                  </a:lnTo>
                  <a:lnTo>
                    <a:pt x="4807500" y="1561261"/>
                  </a:lnTo>
                  <a:lnTo>
                    <a:pt x="4809066" y="1560659"/>
                  </a:lnTo>
                  <a:lnTo>
                    <a:pt x="4810633" y="1564623"/>
                  </a:lnTo>
                  <a:lnTo>
                    <a:pt x="4812199" y="1569033"/>
                  </a:lnTo>
                  <a:lnTo>
                    <a:pt x="4813766" y="1575733"/>
                  </a:lnTo>
                  <a:lnTo>
                    <a:pt x="4815333" y="1585684"/>
                  </a:lnTo>
                  <a:lnTo>
                    <a:pt x="4816899" y="1596011"/>
                  </a:lnTo>
                  <a:lnTo>
                    <a:pt x="4818466" y="1607060"/>
                  </a:lnTo>
                  <a:lnTo>
                    <a:pt x="4820032" y="1618108"/>
                  </a:lnTo>
                  <a:lnTo>
                    <a:pt x="4821599" y="1629453"/>
                  </a:lnTo>
                  <a:lnTo>
                    <a:pt x="4823165" y="1643070"/>
                  </a:lnTo>
                  <a:lnTo>
                    <a:pt x="4824732" y="1656810"/>
                  </a:lnTo>
                  <a:lnTo>
                    <a:pt x="4826299" y="1669657"/>
                  </a:lnTo>
                  <a:lnTo>
                    <a:pt x="4827865" y="1683336"/>
                  </a:lnTo>
                  <a:lnTo>
                    <a:pt x="4829432" y="1697016"/>
                  </a:lnTo>
                  <a:lnTo>
                    <a:pt x="4830998" y="1709633"/>
                  </a:lnTo>
                  <a:lnTo>
                    <a:pt x="4832565" y="1722587"/>
                  </a:lnTo>
                  <a:lnTo>
                    <a:pt x="4834132" y="1730235"/>
                  </a:lnTo>
                  <a:lnTo>
                    <a:pt x="4835698" y="1736471"/>
                  </a:lnTo>
                  <a:lnTo>
                    <a:pt x="4837265" y="1739382"/>
                  </a:lnTo>
                  <a:lnTo>
                    <a:pt x="4838831" y="1742104"/>
                  </a:lnTo>
                  <a:lnTo>
                    <a:pt x="4840398" y="1744231"/>
                  </a:lnTo>
                  <a:lnTo>
                    <a:pt x="4841965" y="1746974"/>
                  </a:lnTo>
                  <a:lnTo>
                    <a:pt x="4843531" y="1749718"/>
                  </a:lnTo>
                  <a:lnTo>
                    <a:pt x="4845098" y="1752461"/>
                  </a:lnTo>
                  <a:lnTo>
                    <a:pt x="4846664" y="1754589"/>
                  </a:lnTo>
                  <a:lnTo>
                    <a:pt x="4848231" y="1755904"/>
                  </a:lnTo>
                  <a:lnTo>
                    <a:pt x="4849797" y="1756642"/>
                  </a:lnTo>
                  <a:lnTo>
                    <a:pt x="4851364" y="1756641"/>
                  </a:lnTo>
                  <a:lnTo>
                    <a:pt x="4852931" y="1756641"/>
                  </a:lnTo>
                  <a:lnTo>
                    <a:pt x="4854497" y="1757236"/>
                  </a:lnTo>
                  <a:lnTo>
                    <a:pt x="4856064" y="1757813"/>
                  </a:lnTo>
                  <a:lnTo>
                    <a:pt x="4857630" y="1758390"/>
                  </a:lnTo>
                  <a:lnTo>
                    <a:pt x="4859197" y="1758828"/>
                  </a:lnTo>
                  <a:lnTo>
                    <a:pt x="4860764" y="1757223"/>
                  </a:lnTo>
                  <a:lnTo>
                    <a:pt x="4862330" y="1756752"/>
                  </a:lnTo>
                  <a:lnTo>
                    <a:pt x="4863897" y="1756428"/>
                  </a:lnTo>
                  <a:lnTo>
                    <a:pt x="4865463" y="1755294"/>
                  </a:lnTo>
                  <a:lnTo>
                    <a:pt x="4867030" y="1754159"/>
                  </a:lnTo>
                  <a:lnTo>
                    <a:pt x="4868597" y="1751851"/>
                  </a:lnTo>
                  <a:lnTo>
                    <a:pt x="4870163" y="1750122"/>
                  </a:lnTo>
                  <a:lnTo>
                    <a:pt x="4871730" y="1751150"/>
                  </a:lnTo>
                  <a:lnTo>
                    <a:pt x="4873296" y="1752465"/>
                  </a:lnTo>
                  <a:lnTo>
                    <a:pt x="4874863" y="1754375"/>
                  </a:lnTo>
                  <a:lnTo>
                    <a:pt x="4876429" y="1756284"/>
                  </a:lnTo>
                  <a:lnTo>
                    <a:pt x="4877996" y="1758193"/>
                  </a:lnTo>
                  <a:lnTo>
                    <a:pt x="4879563" y="1761216"/>
                  </a:lnTo>
                  <a:lnTo>
                    <a:pt x="4881129" y="1764541"/>
                  </a:lnTo>
                  <a:lnTo>
                    <a:pt x="4882696" y="1769333"/>
                  </a:lnTo>
                  <a:lnTo>
                    <a:pt x="4884262" y="1776000"/>
                  </a:lnTo>
                  <a:lnTo>
                    <a:pt x="4885829" y="1781678"/>
                  </a:lnTo>
                  <a:lnTo>
                    <a:pt x="4887396" y="1788077"/>
                  </a:lnTo>
                  <a:lnTo>
                    <a:pt x="4888962" y="1794179"/>
                  </a:lnTo>
                  <a:lnTo>
                    <a:pt x="4890529" y="1798808"/>
                  </a:lnTo>
                  <a:lnTo>
                    <a:pt x="4892095" y="1804292"/>
                  </a:lnTo>
                  <a:lnTo>
                    <a:pt x="4893662" y="1810372"/>
                  </a:lnTo>
                  <a:lnTo>
                    <a:pt x="4895229" y="1812718"/>
                  </a:lnTo>
                  <a:lnTo>
                    <a:pt x="4896795" y="1814688"/>
                  </a:lnTo>
                  <a:lnTo>
                    <a:pt x="4898362" y="1816401"/>
                  </a:lnTo>
                  <a:lnTo>
                    <a:pt x="4899928" y="1818114"/>
                  </a:lnTo>
                  <a:lnTo>
                    <a:pt x="4901495" y="1819529"/>
                  </a:lnTo>
                  <a:lnTo>
                    <a:pt x="4903061" y="1817014"/>
                  </a:lnTo>
                  <a:lnTo>
                    <a:pt x="4904628" y="1812327"/>
                  </a:lnTo>
                  <a:lnTo>
                    <a:pt x="4906195" y="1806991"/>
                  </a:lnTo>
                  <a:lnTo>
                    <a:pt x="4907761" y="1800103"/>
                  </a:lnTo>
                  <a:lnTo>
                    <a:pt x="4909328" y="1793867"/>
                  </a:lnTo>
                  <a:lnTo>
                    <a:pt x="4910894" y="1787631"/>
                  </a:lnTo>
                  <a:lnTo>
                    <a:pt x="4912461" y="1781766"/>
                  </a:lnTo>
                  <a:lnTo>
                    <a:pt x="4914028" y="1774469"/>
                  </a:lnTo>
                  <a:lnTo>
                    <a:pt x="4915594" y="1766360"/>
                  </a:lnTo>
                  <a:lnTo>
                    <a:pt x="4917161" y="1757673"/>
                  </a:lnTo>
                  <a:lnTo>
                    <a:pt x="4918727" y="1748987"/>
                  </a:lnTo>
                  <a:lnTo>
                    <a:pt x="4920294" y="1740878"/>
                  </a:lnTo>
                  <a:lnTo>
                    <a:pt x="4921861" y="1732152"/>
                  </a:lnTo>
                  <a:lnTo>
                    <a:pt x="4923427" y="1723426"/>
                  </a:lnTo>
                  <a:lnTo>
                    <a:pt x="4924994" y="1715438"/>
                  </a:lnTo>
                  <a:lnTo>
                    <a:pt x="4926560" y="1710154"/>
                  </a:lnTo>
                  <a:lnTo>
                    <a:pt x="4928127" y="1706640"/>
                  </a:lnTo>
                  <a:lnTo>
                    <a:pt x="4929693" y="1703125"/>
                  </a:lnTo>
                  <a:lnTo>
                    <a:pt x="4931260" y="1700925"/>
                  </a:lnTo>
                  <a:lnTo>
                    <a:pt x="4932827" y="1698726"/>
                  </a:lnTo>
                  <a:lnTo>
                    <a:pt x="4934393" y="1696526"/>
                  </a:lnTo>
                  <a:lnTo>
                    <a:pt x="4935960" y="1694579"/>
                  </a:lnTo>
                  <a:lnTo>
                    <a:pt x="4937526" y="1695316"/>
                  </a:lnTo>
                  <a:lnTo>
                    <a:pt x="4939093" y="1696788"/>
                  </a:lnTo>
                  <a:lnTo>
                    <a:pt x="4940660" y="1700302"/>
                  </a:lnTo>
                  <a:lnTo>
                    <a:pt x="4942226" y="1704774"/>
                  </a:lnTo>
                  <a:lnTo>
                    <a:pt x="4943793" y="1710521"/>
                  </a:lnTo>
                  <a:lnTo>
                    <a:pt x="4945359" y="1717081"/>
                  </a:lnTo>
                  <a:lnTo>
                    <a:pt x="4946926" y="1723640"/>
                  </a:lnTo>
                  <a:lnTo>
                    <a:pt x="4948493" y="1729461"/>
                  </a:lnTo>
                  <a:lnTo>
                    <a:pt x="4950059" y="1734706"/>
                  </a:lnTo>
                  <a:lnTo>
                    <a:pt x="4951626" y="1739950"/>
                  </a:lnTo>
                  <a:lnTo>
                    <a:pt x="4953192" y="1745771"/>
                  </a:lnTo>
                  <a:lnTo>
                    <a:pt x="4954759" y="1751016"/>
                  </a:lnTo>
                  <a:lnTo>
                    <a:pt x="4956325" y="1756260"/>
                  </a:lnTo>
                  <a:lnTo>
                    <a:pt x="4957892" y="1762081"/>
                  </a:lnTo>
                  <a:lnTo>
                    <a:pt x="4959459" y="1766731"/>
                  </a:lnTo>
                  <a:lnTo>
                    <a:pt x="4961025" y="1770730"/>
                  </a:lnTo>
                  <a:lnTo>
                    <a:pt x="4962592" y="1773560"/>
                  </a:lnTo>
                  <a:lnTo>
                    <a:pt x="4964158" y="1774514"/>
                  </a:lnTo>
                  <a:lnTo>
                    <a:pt x="4965725" y="1774470"/>
                  </a:lnTo>
                  <a:lnTo>
                    <a:pt x="4967292" y="1773299"/>
                  </a:lnTo>
                  <a:lnTo>
                    <a:pt x="4968858" y="1772721"/>
                  </a:lnTo>
                  <a:lnTo>
                    <a:pt x="4970425" y="1773893"/>
                  </a:lnTo>
                  <a:lnTo>
                    <a:pt x="4971991" y="1775802"/>
                  </a:lnTo>
                  <a:lnTo>
                    <a:pt x="4973558" y="1777929"/>
                  </a:lnTo>
                  <a:lnTo>
                    <a:pt x="4975125" y="1780651"/>
                  </a:lnTo>
                  <a:lnTo>
                    <a:pt x="4976691" y="1782560"/>
                  </a:lnTo>
                  <a:lnTo>
                    <a:pt x="4978258" y="1784470"/>
                  </a:lnTo>
                  <a:lnTo>
                    <a:pt x="4979824" y="1786379"/>
                  </a:lnTo>
                  <a:lnTo>
                    <a:pt x="4981391" y="1787550"/>
                  </a:lnTo>
                  <a:lnTo>
                    <a:pt x="4982957" y="1791238"/>
                  </a:lnTo>
                  <a:lnTo>
                    <a:pt x="4984524" y="1795347"/>
                  </a:lnTo>
                  <a:lnTo>
                    <a:pt x="4986091" y="1800106"/>
                  </a:lnTo>
                  <a:lnTo>
                    <a:pt x="4987657" y="1804866"/>
                  </a:lnTo>
                  <a:lnTo>
                    <a:pt x="4989224" y="1808975"/>
                  </a:lnTo>
                  <a:lnTo>
                    <a:pt x="4990790" y="1812490"/>
                  </a:lnTo>
                  <a:lnTo>
                    <a:pt x="4992357" y="1815633"/>
                  </a:lnTo>
                  <a:lnTo>
                    <a:pt x="4993924" y="1820370"/>
                  </a:lnTo>
                  <a:lnTo>
                    <a:pt x="4995490" y="1824343"/>
                  </a:lnTo>
                  <a:lnTo>
                    <a:pt x="4996514" y="1826954"/>
                  </a:lnTo>
                  <a:lnTo>
                    <a:pt x="5024305" y="1826954"/>
                  </a:lnTo>
                  <a:lnTo>
                    <a:pt x="5025255" y="1825119"/>
                  </a:lnTo>
                  <a:lnTo>
                    <a:pt x="5026822" y="1822096"/>
                  </a:lnTo>
                  <a:lnTo>
                    <a:pt x="5028389" y="1819810"/>
                  </a:lnTo>
                  <a:lnTo>
                    <a:pt x="5029955" y="1818102"/>
                  </a:lnTo>
                  <a:lnTo>
                    <a:pt x="5031522" y="1816858"/>
                  </a:lnTo>
                  <a:lnTo>
                    <a:pt x="5033088" y="1815035"/>
                  </a:lnTo>
                  <a:lnTo>
                    <a:pt x="5034655" y="1813790"/>
                  </a:lnTo>
                  <a:lnTo>
                    <a:pt x="5036221" y="1813195"/>
                  </a:lnTo>
                  <a:lnTo>
                    <a:pt x="5037788" y="1812023"/>
                  </a:lnTo>
                  <a:lnTo>
                    <a:pt x="5039355" y="1812023"/>
                  </a:lnTo>
                  <a:lnTo>
                    <a:pt x="5040921" y="1812674"/>
                  </a:lnTo>
                  <a:lnTo>
                    <a:pt x="5042488" y="1813325"/>
                  </a:lnTo>
                  <a:lnTo>
                    <a:pt x="5044054" y="1813325"/>
                  </a:lnTo>
                  <a:lnTo>
                    <a:pt x="5045621" y="1813325"/>
                  </a:lnTo>
                  <a:lnTo>
                    <a:pt x="5047188" y="1812674"/>
                  </a:lnTo>
                  <a:lnTo>
                    <a:pt x="5048754" y="1810966"/>
                  </a:lnTo>
                  <a:lnTo>
                    <a:pt x="5050321" y="1808681"/>
                  </a:lnTo>
                  <a:lnTo>
                    <a:pt x="5051887" y="1805058"/>
                  </a:lnTo>
                  <a:lnTo>
                    <a:pt x="5053454" y="1800624"/>
                  </a:lnTo>
                  <a:lnTo>
                    <a:pt x="5055021" y="1795932"/>
                  </a:lnTo>
                  <a:lnTo>
                    <a:pt x="5056587" y="1792053"/>
                  </a:lnTo>
                  <a:lnTo>
                    <a:pt x="5058154" y="1787920"/>
                  </a:lnTo>
                  <a:lnTo>
                    <a:pt x="5059720" y="1783580"/>
                  </a:lnTo>
                  <a:lnTo>
                    <a:pt x="5061287" y="1780185"/>
                  </a:lnTo>
                  <a:lnTo>
                    <a:pt x="5062853" y="1776791"/>
                  </a:lnTo>
                  <a:lnTo>
                    <a:pt x="5064420" y="1773973"/>
                  </a:lnTo>
                  <a:lnTo>
                    <a:pt x="5065987" y="1771155"/>
                  </a:lnTo>
                  <a:lnTo>
                    <a:pt x="5067553" y="1768338"/>
                  </a:lnTo>
                  <a:lnTo>
                    <a:pt x="5069120" y="1765520"/>
                  </a:lnTo>
                  <a:lnTo>
                    <a:pt x="5070686" y="1763297"/>
                  </a:lnTo>
                  <a:lnTo>
                    <a:pt x="5072253" y="1761327"/>
                  </a:lnTo>
                  <a:lnTo>
                    <a:pt x="5073820" y="1760008"/>
                  </a:lnTo>
                  <a:lnTo>
                    <a:pt x="5075386" y="1759453"/>
                  </a:lnTo>
                  <a:lnTo>
                    <a:pt x="5076953" y="1759453"/>
                  </a:lnTo>
                  <a:lnTo>
                    <a:pt x="5078519" y="1759710"/>
                  </a:lnTo>
                  <a:lnTo>
                    <a:pt x="5080086" y="1759967"/>
                  </a:lnTo>
                  <a:lnTo>
                    <a:pt x="5081652" y="1760223"/>
                  </a:lnTo>
                  <a:lnTo>
                    <a:pt x="5083219" y="1760778"/>
                  </a:lnTo>
                  <a:lnTo>
                    <a:pt x="5084786" y="1760480"/>
                  </a:lnTo>
                  <a:lnTo>
                    <a:pt x="5086352" y="1760183"/>
                  </a:lnTo>
                  <a:lnTo>
                    <a:pt x="5087919" y="1759884"/>
                  </a:lnTo>
                  <a:lnTo>
                    <a:pt x="5089485" y="1759587"/>
                  </a:lnTo>
                  <a:lnTo>
                    <a:pt x="5091052" y="1759289"/>
                  </a:lnTo>
                  <a:lnTo>
                    <a:pt x="5092619" y="1758992"/>
                  </a:lnTo>
                  <a:lnTo>
                    <a:pt x="5094185" y="1758437"/>
                  </a:lnTo>
                  <a:lnTo>
                    <a:pt x="5095752" y="1757927"/>
                  </a:lnTo>
                  <a:lnTo>
                    <a:pt x="5097318" y="1757674"/>
                  </a:lnTo>
                  <a:lnTo>
                    <a:pt x="5098885" y="1757927"/>
                  </a:lnTo>
                  <a:lnTo>
                    <a:pt x="5100452" y="1758184"/>
                  </a:lnTo>
                  <a:lnTo>
                    <a:pt x="5102018" y="1757927"/>
                  </a:lnTo>
                  <a:lnTo>
                    <a:pt x="5103585" y="1757630"/>
                  </a:lnTo>
                  <a:lnTo>
                    <a:pt x="5105151" y="1757329"/>
                  </a:lnTo>
                  <a:lnTo>
                    <a:pt x="5106718" y="1757329"/>
                  </a:lnTo>
                  <a:lnTo>
                    <a:pt x="5108284" y="1757792"/>
                  </a:lnTo>
                  <a:lnTo>
                    <a:pt x="5109851" y="1758906"/>
                  </a:lnTo>
                  <a:lnTo>
                    <a:pt x="5111418" y="1760151"/>
                  </a:lnTo>
                  <a:lnTo>
                    <a:pt x="5112984" y="1761396"/>
                  </a:lnTo>
                  <a:lnTo>
                    <a:pt x="5114551" y="1762641"/>
                  </a:lnTo>
                  <a:lnTo>
                    <a:pt x="5116117" y="1763235"/>
                  </a:lnTo>
                  <a:lnTo>
                    <a:pt x="5117684" y="1763830"/>
                  </a:lnTo>
                  <a:lnTo>
                    <a:pt x="5119251" y="1765001"/>
                  </a:lnTo>
                  <a:lnTo>
                    <a:pt x="5120817" y="1766172"/>
                  </a:lnTo>
                  <a:lnTo>
                    <a:pt x="5122384" y="1767344"/>
                  </a:lnTo>
                  <a:lnTo>
                    <a:pt x="5123950" y="1769167"/>
                  </a:lnTo>
                  <a:lnTo>
                    <a:pt x="5125517" y="1770989"/>
                  </a:lnTo>
                  <a:lnTo>
                    <a:pt x="5127084" y="1772811"/>
                  </a:lnTo>
                  <a:lnTo>
                    <a:pt x="5128650" y="1775097"/>
                  </a:lnTo>
                  <a:lnTo>
                    <a:pt x="5130217" y="1776805"/>
                  </a:lnTo>
                  <a:lnTo>
                    <a:pt x="5131783" y="1778518"/>
                  </a:lnTo>
                  <a:lnTo>
                    <a:pt x="5133350" y="1780231"/>
                  </a:lnTo>
                  <a:lnTo>
                    <a:pt x="5134916" y="1781550"/>
                  </a:lnTo>
                  <a:lnTo>
                    <a:pt x="5136483" y="1782870"/>
                  </a:lnTo>
                  <a:lnTo>
                    <a:pt x="5138050" y="1785093"/>
                  </a:lnTo>
                  <a:lnTo>
                    <a:pt x="5139616" y="1786873"/>
                  </a:lnTo>
                  <a:lnTo>
                    <a:pt x="5141183" y="1788445"/>
                  </a:lnTo>
                  <a:lnTo>
                    <a:pt x="5142749" y="1790017"/>
                  </a:lnTo>
                  <a:lnTo>
                    <a:pt x="5144316" y="1791126"/>
                  </a:lnTo>
                  <a:lnTo>
                    <a:pt x="5145883" y="1792236"/>
                  </a:lnTo>
                  <a:lnTo>
                    <a:pt x="5147449" y="1793043"/>
                  </a:lnTo>
                  <a:lnTo>
                    <a:pt x="5149016" y="1793553"/>
                  </a:lnTo>
                  <a:lnTo>
                    <a:pt x="5150582" y="1794362"/>
                  </a:lnTo>
                  <a:lnTo>
                    <a:pt x="5152149" y="1795681"/>
                  </a:lnTo>
                  <a:lnTo>
                    <a:pt x="5153716" y="1797000"/>
                  </a:lnTo>
                  <a:lnTo>
                    <a:pt x="5155282" y="1798319"/>
                  </a:lnTo>
                  <a:lnTo>
                    <a:pt x="5156849" y="1799638"/>
                  </a:lnTo>
                  <a:lnTo>
                    <a:pt x="5158415" y="1800237"/>
                  </a:lnTo>
                  <a:lnTo>
                    <a:pt x="5159982" y="1801300"/>
                  </a:lnTo>
                  <a:lnTo>
                    <a:pt x="5161548" y="1802362"/>
                  </a:lnTo>
                  <a:lnTo>
                    <a:pt x="5163115" y="1803777"/>
                  </a:lnTo>
                  <a:lnTo>
                    <a:pt x="5164682" y="1805490"/>
                  </a:lnTo>
                  <a:lnTo>
                    <a:pt x="5166248" y="1808375"/>
                  </a:lnTo>
                  <a:lnTo>
                    <a:pt x="5167815" y="1811997"/>
                  </a:lnTo>
                  <a:lnTo>
                    <a:pt x="5169381" y="1815620"/>
                  </a:lnTo>
                  <a:lnTo>
                    <a:pt x="5170948" y="1819242"/>
                  </a:lnTo>
                  <a:lnTo>
                    <a:pt x="5172515" y="1822864"/>
                  </a:lnTo>
                  <a:lnTo>
                    <a:pt x="5174081" y="1826744"/>
                  </a:lnTo>
                  <a:lnTo>
                    <a:pt x="5174161" y="1826954"/>
                  </a:lnTo>
                  <a:lnTo>
                    <a:pt x="5210959" y="1826954"/>
                  </a:lnTo>
                  <a:lnTo>
                    <a:pt x="5211679" y="1824220"/>
                  </a:lnTo>
                  <a:lnTo>
                    <a:pt x="5213246" y="1818275"/>
                  </a:lnTo>
                  <a:lnTo>
                    <a:pt x="5214812" y="1813441"/>
                  </a:lnTo>
                  <a:lnTo>
                    <a:pt x="5216379" y="1808607"/>
                  </a:lnTo>
                  <a:lnTo>
                    <a:pt x="5217946" y="1803122"/>
                  </a:lnTo>
                  <a:lnTo>
                    <a:pt x="5219512" y="1798288"/>
                  </a:lnTo>
                  <a:lnTo>
                    <a:pt x="5221079" y="1793711"/>
                  </a:lnTo>
                  <a:lnTo>
                    <a:pt x="5222645" y="1789432"/>
                  </a:lnTo>
                  <a:lnTo>
                    <a:pt x="5224212" y="1784503"/>
                  </a:lnTo>
                  <a:lnTo>
                    <a:pt x="5225779" y="1777944"/>
                  </a:lnTo>
                  <a:lnTo>
                    <a:pt x="5227345" y="1771686"/>
                  </a:lnTo>
                  <a:lnTo>
                    <a:pt x="5228912" y="1766189"/>
                  </a:lnTo>
                  <a:lnTo>
                    <a:pt x="5230478" y="1760394"/>
                  </a:lnTo>
                  <a:lnTo>
                    <a:pt x="5232045" y="1753835"/>
                  </a:lnTo>
                  <a:lnTo>
                    <a:pt x="5233612" y="1746812"/>
                  </a:lnTo>
                  <a:lnTo>
                    <a:pt x="5235178" y="1742834"/>
                  </a:lnTo>
                  <a:lnTo>
                    <a:pt x="5236745" y="1739320"/>
                  </a:lnTo>
                  <a:lnTo>
                    <a:pt x="5238311" y="1736268"/>
                  </a:lnTo>
                  <a:lnTo>
                    <a:pt x="5239878" y="1732753"/>
                  </a:lnTo>
                  <a:lnTo>
                    <a:pt x="5241444" y="1729239"/>
                  </a:lnTo>
                  <a:lnTo>
                    <a:pt x="5243011" y="1725724"/>
                  </a:lnTo>
                  <a:lnTo>
                    <a:pt x="5244578" y="1722210"/>
                  </a:lnTo>
                  <a:lnTo>
                    <a:pt x="5246144" y="1717523"/>
                  </a:lnTo>
                  <a:lnTo>
                    <a:pt x="5247711" y="1713268"/>
                  </a:lnTo>
                  <a:lnTo>
                    <a:pt x="5249277" y="1711359"/>
                  </a:lnTo>
                  <a:lnTo>
                    <a:pt x="5250844" y="1709450"/>
                  </a:lnTo>
                  <a:lnTo>
                    <a:pt x="5252411" y="1707541"/>
                  </a:lnTo>
                  <a:lnTo>
                    <a:pt x="5253977" y="1706225"/>
                  </a:lnTo>
                  <a:lnTo>
                    <a:pt x="5255544" y="1705488"/>
                  </a:lnTo>
                  <a:lnTo>
                    <a:pt x="5257110" y="1704750"/>
                  </a:lnTo>
                  <a:lnTo>
                    <a:pt x="5258677" y="1704012"/>
                  </a:lnTo>
                  <a:lnTo>
                    <a:pt x="5260244" y="1703274"/>
                  </a:lnTo>
                  <a:lnTo>
                    <a:pt x="5261810" y="1701724"/>
                  </a:lnTo>
                  <a:lnTo>
                    <a:pt x="5263377" y="1701724"/>
                  </a:lnTo>
                  <a:lnTo>
                    <a:pt x="5264943" y="1702536"/>
                  </a:lnTo>
                  <a:lnTo>
                    <a:pt x="5266510" y="1702536"/>
                  </a:lnTo>
                  <a:lnTo>
                    <a:pt x="5268076" y="1702536"/>
                  </a:lnTo>
                  <a:lnTo>
                    <a:pt x="5269643" y="1704663"/>
                  </a:lnTo>
                  <a:lnTo>
                    <a:pt x="5271210" y="1707385"/>
                  </a:lnTo>
                  <a:lnTo>
                    <a:pt x="5272776" y="1709294"/>
                  </a:lnTo>
                  <a:lnTo>
                    <a:pt x="5274343" y="1711204"/>
                  </a:lnTo>
                  <a:lnTo>
                    <a:pt x="5275909" y="1713764"/>
                  </a:lnTo>
                  <a:lnTo>
                    <a:pt x="5277476" y="1716324"/>
                  </a:lnTo>
                  <a:lnTo>
                    <a:pt x="5279043" y="1719649"/>
                  </a:lnTo>
                  <a:lnTo>
                    <a:pt x="5280609" y="1724341"/>
                  </a:lnTo>
                  <a:lnTo>
                    <a:pt x="5282176" y="1729032"/>
                  </a:lnTo>
                  <a:lnTo>
                    <a:pt x="5283742" y="1733165"/>
                  </a:lnTo>
                  <a:lnTo>
                    <a:pt x="5285309" y="1737505"/>
                  </a:lnTo>
                  <a:lnTo>
                    <a:pt x="5286876" y="1741846"/>
                  </a:lnTo>
                  <a:lnTo>
                    <a:pt x="5288442" y="1744871"/>
                  </a:lnTo>
                  <a:lnTo>
                    <a:pt x="5290009" y="1747688"/>
                  </a:lnTo>
                  <a:lnTo>
                    <a:pt x="5291575" y="1753634"/>
                  </a:lnTo>
                  <a:lnTo>
                    <a:pt x="5293142" y="1759579"/>
                  </a:lnTo>
                  <a:lnTo>
                    <a:pt x="5294708" y="1764413"/>
                  </a:lnTo>
                  <a:lnTo>
                    <a:pt x="5296275" y="1769898"/>
                  </a:lnTo>
                  <a:lnTo>
                    <a:pt x="5297842" y="1775382"/>
                  </a:lnTo>
                  <a:lnTo>
                    <a:pt x="5299408" y="1780867"/>
                  </a:lnTo>
                  <a:lnTo>
                    <a:pt x="5300975" y="1786095"/>
                  </a:lnTo>
                  <a:lnTo>
                    <a:pt x="5302541" y="1791024"/>
                  </a:lnTo>
                  <a:lnTo>
                    <a:pt x="5304108" y="1795953"/>
                  </a:lnTo>
                  <a:lnTo>
                    <a:pt x="5305675" y="1802513"/>
                  </a:lnTo>
                  <a:lnTo>
                    <a:pt x="5307241" y="1808771"/>
                  </a:lnTo>
                  <a:lnTo>
                    <a:pt x="5308808" y="1814565"/>
                  </a:lnTo>
                  <a:lnTo>
                    <a:pt x="5310374" y="1819805"/>
                  </a:lnTo>
                  <a:lnTo>
                    <a:pt x="5311941" y="1825303"/>
                  </a:lnTo>
                  <a:lnTo>
                    <a:pt x="5312375" y="1826954"/>
                  </a:lnTo>
                  <a:lnTo>
                    <a:pt x="5350209" y="1826954"/>
                  </a:lnTo>
                  <a:lnTo>
                    <a:pt x="5351106" y="1824758"/>
                  </a:lnTo>
                  <a:lnTo>
                    <a:pt x="5352672" y="1822198"/>
                  </a:lnTo>
                  <a:lnTo>
                    <a:pt x="5354239" y="1819637"/>
                  </a:lnTo>
                  <a:lnTo>
                    <a:pt x="5355805" y="1817077"/>
                  </a:lnTo>
                  <a:lnTo>
                    <a:pt x="5357372" y="1814517"/>
                  </a:lnTo>
                  <a:lnTo>
                    <a:pt x="5358939" y="1811957"/>
                  </a:lnTo>
                  <a:lnTo>
                    <a:pt x="5360505" y="1809235"/>
                  </a:lnTo>
                  <a:lnTo>
                    <a:pt x="5362072" y="1806514"/>
                  </a:lnTo>
                  <a:lnTo>
                    <a:pt x="5363638" y="1806514"/>
                  </a:lnTo>
                  <a:lnTo>
                    <a:pt x="5365205" y="1806514"/>
                  </a:lnTo>
                  <a:lnTo>
                    <a:pt x="5366771" y="1806514"/>
                  </a:lnTo>
                  <a:lnTo>
                    <a:pt x="5368338" y="1807829"/>
                  </a:lnTo>
                  <a:lnTo>
                    <a:pt x="5369905" y="1809144"/>
                  </a:lnTo>
                  <a:lnTo>
                    <a:pt x="5371471" y="1811054"/>
                  </a:lnTo>
                  <a:lnTo>
                    <a:pt x="5373038" y="1812963"/>
                  </a:lnTo>
                  <a:lnTo>
                    <a:pt x="5374604" y="1815523"/>
                  </a:lnTo>
                  <a:lnTo>
                    <a:pt x="5376171" y="1817433"/>
                  </a:lnTo>
                  <a:lnTo>
                    <a:pt x="5377738" y="1819342"/>
                  </a:lnTo>
                  <a:lnTo>
                    <a:pt x="5379304" y="1821252"/>
                  </a:lnTo>
                  <a:lnTo>
                    <a:pt x="5380871" y="1823161"/>
                  </a:lnTo>
                  <a:lnTo>
                    <a:pt x="5382437" y="1825070"/>
                  </a:lnTo>
                  <a:lnTo>
                    <a:pt x="5383728" y="1826954"/>
                  </a:lnTo>
                  <a:lnTo>
                    <a:pt x="5401650" y="1826954"/>
                  </a:lnTo>
                  <a:lnTo>
                    <a:pt x="5402803" y="1824025"/>
                  </a:lnTo>
                  <a:lnTo>
                    <a:pt x="5404370" y="1816559"/>
                  </a:lnTo>
                  <a:lnTo>
                    <a:pt x="5405936" y="1806549"/>
                  </a:lnTo>
                  <a:lnTo>
                    <a:pt x="5407503" y="1796540"/>
                  </a:lnTo>
                  <a:lnTo>
                    <a:pt x="5409069" y="1786832"/>
                  </a:lnTo>
                  <a:lnTo>
                    <a:pt x="5410636" y="1776822"/>
                  </a:lnTo>
                  <a:lnTo>
                    <a:pt x="5412203" y="1766814"/>
                  </a:lnTo>
                  <a:lnTo>
                    <a:pt x="5413769" y="1756804"/>
                  </a:lnTo>
                  <a:lnTo>
                    <a:pt x="5415336" y="1746795"/>
                  </a:lnTo>
                  <a:lnTo>
                    <a:pt x="5416902" y="1736785"/>
                  </a:lnTo>
                  <a:lnTo>
                    <a:pt x="5418469" y="1725828"/>
                  </a:lnTo>
                  <a:lnTo>
                    <a:pt x="5420035" y="1715818"/>
                  </a:lnTo>
                  <a:lnTo>
                    <a:pt x="5421602" y="1705809"/>
                  </a:lnTo>
                  <a:lnTo>
                    <a:pt x="5423169" y="1697469"/>
                  </a:lnTo>
                  <a:lnTo>
                    <a:pt x="5424735" y="1691211"/>
                  </a:lnTo>
                  <a:lnTo>
                    <a:pt x="5426302" y="1685251"/>
                  </a:lnTo>
                  <a:lnTo>
                    <a:pt x="5427868" y="1681598"/>
                  </a:lnTo>
                  <a:lnTo>
                    <a:pt x="5429435" y="1681296"/>
                  </a:lnTo>
                  <a:lnTo>
                    <a:pt x="5431002" y="1681296"/>
                  </a:lnTo>
                  <a:lnTo>
                    <a:pt x="5432568" y="1680834"/>
                  </a:lnTo>
                  <a:lnTo>
                    <a:pt x="5434135" y="1680370"/>
                  </a:lnTo>
                  <a:lnTo>
                    <a:pt x="5435701" y="1680370"/>
                  </a:lnTo>
                  <a:lnTo>
                    <a:pt x="5437268" y="1680370"/>
                  </a:lnTo>
                  <a:lnTo>
                    <a:pt x="5438835" y="1680370"/>
                  </a:lnTo>
                  <a:lnTo>
                    <a:pt x="5440401" y="1679719"/>
                  </a:lnTo>
                  <a:lnTo>
                    <a:pt x="5441968" y="1679068"/>
                  </a:lnTo>
                  <a:lnTo>
                    <a:pt x="5443534" y="1675743"/>
                  </a:lnTo>
                  <a:lnTo>
                    <a:pt x="5445101" y="1672418"/>
                  </a:lnTo>
                  <a:lnTo>
                    <a:pt x="5446667" y="1668796"/>
                  </a:lnTo>
                  <a:lnTo>
                    <a:pt x="5448234" y="1665173"/>
                  </a:lnTo>
                  <a:lnTo>
                    <a:pt x="5449801" y="1661849"/>
                  </a:lnTo>
                  <a:lnTo>
                    <a:pt x="5451367" y="1658524"/>
                  </a:lnTo>
                  <a:lnTo>
                    <a:pt x="5452934" y="1655501"/>
                  </a:lnTo>
                  <a:lnTo>
                    <a:pt x="5454500" y="1652176"/>
                  </a:lnTo>
                  <a:lnTo>
                    <a:pt x="5456067" y="1648554"/>
                  </a:lnTo>
                  <a:lnTo>
                    <a:pt x="5457634" y="1645229"/>
                  </a:lnTo>
                  <a:lnTo>
                    <a:pt x="5459200" y="1641607"/>
                  </a:lnTo>
                  <a:lnTo>
                    <a:pt x="5460767" y="1637984"/>
                  </a:lnTo>
                  <a:lnTo>
                    <a:pt x="5462333" y="1634362"/>
                  </a:lnTo>
                  <a:lnTo>
                    <a:pt x="5463900" y="1631477"/>
                  </a:lnTo>
                  <a:lnTo>
                    <a:pt x="5465467" y="1629467"/>
                  </a:lnTo>
                  <a:lnTo>
                    <a:pt x="5467033" y="1629165"/>
                  </a:lnTo>
                  <a:lnTo>
                    <a:pt x="5468600" y="1629628"/>
                  </a:lnTo>
                  <a:lnTo>
                    <a:pt x="5470166" y="1630393"/>
                  </a:lnTo>
                  <a:lnTo>
                    <a:pt x="5471733" y="1631157"/>
                  </a:lnTo>
                  <a:lnTo>
                    <a:pt x="5473299" y="1631620"/>
                  </a:lnTo>
                  <a:lnTo>
                    <a:pt x="5474866" y="1631620"/>
                  </a:lnTo>
                  <a:lnTo>
                    <a:pt x="5476433" y="1631157"/>
                  </a:lnTo>
                  <a:lnTo>
                    <a:pt x="5477999" y="1630693"/>
                  </a:lnTo>
                  <a:lnTo>
                    <a:pt x="5479566" y="1631523"/>
                  </a:lnTo>
                  <a:lnTo>
                    <a:pt x="5481132" y="1634273"/>
                  </a:lnTo>
                  <a:lnTo>
                    <a:pt x="5482699" y="1637487"/>
                  </a:lnTo>
                  <a:lnTo>
                    <a:pt x="5484266" y="1644953"/>
                  </a:lnTo>
                  <a:lnTo>
                    <a:pt x="5485832" y="1654962"/>
                  </a:lnTo>
                  <a:lnTo>
                    <a:pt x="5487399" y="1665622"/>
                  </a:lnTo>
                  <a:lnTo>
                    <a:pt x="5488965" y="1675981"/>
                  </a:lnTo>
                  <a:lnTo>
                    <a:pt x="5490532" y="1686642"/>
                  </a:lnTo>
                  <a:lnTo>
                    <a:pt x="5492099" y="1696188"/>
                  </a:lnTo>
                  <a:lnTo>
                    <a:pt x="5493665" y="1705734"/>
                  </a:lnTo>
                  <a:lnTo>
                    <a:pt x="5495232" y="1715280"/>
                  </a:lnTo>
                  <a:lnTo>
                    <a:pt x="5496798" y="1724826"/>
                  </a:lnTo>
                  <a:lnTo>
                    <a:pt x="5498365" y="1735134"/>
                  </a:lnTo>
                  <a:lnTo>
                    <a:pt x="5499931" y="1745143"/>
                  </a:lnTo>
                  <a:lnTo>
                    <a:pt x="5501498" y="1756398"/>
                  </a:lnTo>
                  <a:lnTo>
                    <a:pt x="5503065" y="1766447"/>
                  </a:lnTo>
                  <a:lnTo>
                    <a:pt x="5504631" y="1774714"/>
                  </a:lnTo>
                  <a:lnTo>
                    <a:pt x="5506198" y="1782981"/>
                  </a:lnTo>
                  <a:lnTo>
                    <a:pt x="5507764" y="1787748"/>
                  </a:lnTo>
                  <a:lnTo>
                    <a:pt x="5509331" y="1789164"/>
                  </a:lnTo>
                  <a:lnTo>
                    <a:pt x="5510898" y="1789627"/>
                  </a:lnTo>
                  <a:lnTo>
                    <a:pt x="5512464" y="1790090"/>
                  </a:lnTo>
                  <a:lnTo>
                    <a:pt x="5514031" y="1790553"/>
                  </a:lnTo>
                  <a:lnTo>
                    <a:pt x="5515597" y="1790552"/>
                  </a:lnTo>
                  <a:lnTo>
                    <a:pt x="5517164" y="1791204"/>
                  </a:lnTo>
                  <a:lnTo>
                    <a:pt x="5518731" y="1791854"/>
                  </a:lnTo>
                  <a:lnTo>
                    <a:pt x="5520297" y="1792505"/>
                  </a:lnTo>
                  <a:lnTo>
                    <a:pt x="5521864" y="1792505"/>
                  </a:lnTo>
                  <a:lnTo>
                    <a:pt x="5523430" y="1793269"/>
                  </a:lnTo>
                  <a:lnTo>
                    <a:pt x="5524997" y="1792972"/>
                  </a:lnTo>
                  <a:lnTo>
                    <a:pt x="5526563" y="1792714"/>
                  </a:lnTo>
                  <a:lnTo>
                    <a:pt x="5528130" y="1792458"/>
                  </a:lnTo>
                  <a:lnTo>
                    <a:pt x="5529697" y="1791903"/>
                  </a:lnTo>
                  <a:lnTo>
                    <a:pt x="5531263" y="1791348"/>
                  </a:lnTo>
                  <a:lnTo>
                    <a:pt x="5532830" y="1790492"/>
                  </a:lnTo>
                  <a:lnTo>
                    <a:pt x="5534396" y="1789938"/>
                  </a:lnTo>
                  <a:lnTo>
                    <a:pt x="5535963" y="1789427"/>
                  </a:lnTo>
                  <a:lnTo>
                    <a:pt x="5537530" y="1788620"/>
                  </a:lnTo>
                  <a:lnTo>
                    <a:pt x="5539096" y="1788619"/>
                  </a:lnTo>
                  <a:lnTo>
                    <a:pt x="5540663" y="1788363"/>
                  </a:lnTo>
                  <a:lnTo>
                    <a:pt x="5542229" y="1788363"/>
                  </a:lnTo>
                  <a:lnTo>
                    <a:pt x="5543796" y="1788962"/>
                  </a:lnTo>
                  <a:lnTo>
                    <a:pt x="5545363" y="1789263"/>
                  </a:lnTo>
                  <a:lnTo>
                    <a:pt x="5546929" y="1789565"/>
                  </a:lnTo>
                  <a:lnTo>
                    <a:pt x="5548496" y="1789565"/>
                  </a:lnTo>
                  <a:lnTo>
                    <a:pt x="5550062" y="1790810"/>
                  </a:lnTo>
                  <a:lnTo>
                    <a:pt x="5551629" y="1792055"/>
                  </a:lnTo>
                  <a:lnTo>
                    <a:pt x="5553195" y="1793300"/>
                  </a:lnTo>
                  <a:lnTo>
                    <a:pt x="5554762" y="1794545"/>
                  </a:lnTo>
                  <a:lnTo>
                    <a:pt x="5556329" y="1796253"/>
                  </a:lnTo>
                  <a:lnTo>
                    <a:pt x="5557895" y="1797961"/>
                  </a:lnTo>
                  <a:lnTo>
                    <a:pt x="5559462" y="1799670"/>
                  </a:lnTo>
                  <a:lnTo>
                    <a:pt x="5561028" y="1801679"/>
                  </a:lnTo>
                  <a:lnTo>
                    <a:pt x="5562595" y="1803689"/>
                  </a:lnTo>
                  <a:lnTo>
                    <a:pt x="5564162" y="1804934"/>
                  </a:lnTo>
                  <a:lnTo>
                    <a:pt x="5565728" y="1806179"/>
                  </a:lnTo>
                  <a:lnTo>
                    <a:pt x="5567295" y="1806179"/>
                  </a:lnTo>
                  <a:lnTo>
                    <a:pt x="5568861" y="1806179"/>
                  </a:lnTo>
                  <a:lnTo>
                    <a:pt x="5570428" y="1806773"/>
                  </a:lnTo>
                  <a:lnTo>
                    <a:pt x="5571995" y="1807887"/>
                  </a:lnTo>
                  <a:lnTo>
                    <a:pt x="5573561" y="1807888"/>
                  </a:lnTo>
                  <a:lnTo>
                    <a:pt x="5575128" y="1807888"/>
                  </a:lnTo>
                  <a:lnTo>
                    <a:pt x="5576694" y="1807888"/>
                  </a:lnTo>
                  <a:lnTo>
                    <a:pt x="5578261" y="1807124"/>
                  </a:lnTo>
                  <a:lnTo>
                    <a:pt x="5579827" y="1806359"/>
                  </a:lnTo>
                  <a:lnTo>
                    <a:pt x="5581394" y="1805114"/>
                  </a:lnTo>
                  <a:lnTo>
                    <a:pt x="5582961" y="1803869"/>
                  </a:lnTo>
                  <a:lnTo>
                    <a:pt x="5584527" y="1803274"/>
                  </a:lnTo>
                  <a:lnTo>
                    <a:pt x="5586094" y="1802029"/>
                  </a:lnTo>
                  <a:lnTo>
                    <a:pt x="5587660" y="1801378"/>
                  </a:lnTo>
                  <a:lnTo>
                    <a:pt x="5589227" y="1800727"/>
                  </a:lnTo>
                  <a:lnTo>
                    <a:pt x="5590794" y="1800727"/>
                  </a:lnTo>
                  <a:lnTo>
                    <a:pt x="5592360" y="1801378"/>
                  </a:lnTo>
                  <a:lnTo>
                    <a:pt x="5593927" y="1801378"/>
                  </a:lnTo>
                  <a:lnTo>
                    <a:pt x="5595493" y="1801378"/>
                  </a:lnTo>
                  <a:lnTo>
                    <a:pt x="5597060" y="1800727"/>
                  </a:lnTo>
                  <a:lnTo>
                    <a:pt x="5598627" y="1800728"/>
                  </a:lnTo>
                  <a:lnTo>
                    <a:pt x="5600193" y="1801322"/>
                  </a:lnTo>
                  <a:lnTo>
                    <a:pt x="5601760" y="1803144"/>
                  </a:lnTo>
                  <a:lnTo>
                    <a:pt x="5603326" y="1804967"/>
                  </a:lnTo>
                  <a:lnTo>
                    <a:pt x="5604893" y="1807274"/>
                  </a:lnTo>
                  <a:lnTo>
                    <a:pt x="5606459" y="1809838"/>
                  </a:lnTo>
                  <a:lnTo>
                    <a:pt x="5608026" y="1811808"/>
                  </a:lnTo>
                  <a:lnTo>
                    <a:pt x="5609593" y="1814372"/>
                  </a:lnTo>
                  <a:lnTo>
                    <a:pt x="5611159" y="1816342"/>
                  </a:lnTo>
                  <a:lnTo>
                    <a:pt x="5612726" y="1818312"/>
                  </a:lnTo>
                  <a:lnTo>
                    <a:pt x="5614292" y="1820282"/>
                  </a:lnTo>
                  <a:lnTo>
                    <a:pt x="5615859" y="1822505"/>
                  </a:lnTo>
                  <a:lnTo>
                    <a:pt x="5617426" y="1825900"/>
                  </a:lnTo>
                  <a:lnTo>
                    <a:pt x="5617881" y="1826954"/>
                  </a:lnTo>
                  <a:lnTo>
                    <a:pt x="5849035" y="1826954"/>
                  </a:lnTo>
                  <a:lnTo>
                    <a:pt x="5849281" y="1826029"/>
                  </a:lnTo>
                  <a:lnTo>
                    <a:pt x="5850847" y="1819470"/>
                  </a:lnTo>
                  <a:lnTo>
                    <a:pt x="5852414" y="1812447"/>
                  </a:lnTo>
                  <a:lnTo>
                    <a:pt x="5853980" y="1806351"/>
                  </a:lnTo>
                  <a:lnTo>
                    <a:pt x="5855547" y="1799792"/>
                  </a:lnTo>
                  <a:lnTo>
                    <a:pt x="5857114" y="1795010"/>
                  </a:lnTo>
                  <a:lnTo>
                    <a:pt x="5858680" y="1791496"/>
                  </a:lnTo>
                  <a:lnTo>
                    <a:pt x="5860247" y="1787981"/>
                  </a:lnTo>
                  <a:lnTo>
                    <a:pt x="5861813" y="1782557"/>
                  </a:lnTo>
                  <a:lnTo>
                    <a:pt x="5863380" y="1776482"/>
                  </a:lnTo>
                  <a:lnTo>
                    <a:pt x="5864946" y="1770407"/>
                  </a:lnTo>
                  <a:lnTo>
                    <a:pt x="5866513" y="1764333"/>
                  </a:lnTo>
                  <a:lnTo>
                    <a:pt x="5868080" y="1757493"/>
                  </a:lnTo>
                  <a:lnTo>
                    <a:pt x="5869646" y="1749841"/>
                  </a:lnTo>
                  <a:lnTo>
                    <a:pt x="5871213" y="1742190"/>
                  </a:lnTo>
                  <a:lnTo>
                    <a:pt x="5872779" y="1737755"/>
                  </a:lnTo>
                  <a:lnTo>
                    <a:pt x="5874346" y="1733618"/>
                  </a:lnTo>
                  <a:lnTo>
                    <a:pt x="5875913" y="1729166"/>
                  </a:lnTo>
                  <a:lnTo>
                    <a:pt x="5877479" y="1724413"/>
                  </a:lnTo>
                  <a:lnTo>
                    <a:pt x="5879046" y="1719961"/>
                  </a:lnTo>
                  <a:lnTo>
                    <a:pt x="5880612" y="1716589"/>
                  </a:lnTo>
                  <a:lnTo>
                    <a:pt x="5882179" y="1713216"/>
                  </a:lnTo>
                  <a:lnTo>
                    <a:pt x="5883746" y="1709844"/>
                  </a:lnTo>
                  <a:lnTo>
                    <a:pt x="5885312" y="1708022"/>
                  </a:lnTo>
                  <a:lnTo>
                    <a:pt x="5886879" y="1705461"/>
                  </a:lnTo>
                  <a:lnTo>
                    <a:pt x="5888445" y="1703639"/>
                  </a:lnTo>
                  <a:lnTo>
                    <a:pt x="5890012" y="1702394"/>
                  </a:lnTo>
                  <a:lnTo>
                    <a:pt x="5891578" y="1701148"/>
                  </a:lnTo>
                  <a:lnTo>
                    <a:pt x="5893145" y="1700498"/>
                  </a:lnTo>
                  <a:lnTo>
                    <a:pt x="5894712" y="1699252"/>
                  </a:lnTo>
                  <a:lnTo>
                    <a:pt x="5896278" y="1698008"/>
                  </a:lnTo>
                  <a:lnTo>
                    <a:pt x="5897845" y="1696299"/>
                  </a:lnTo>
                  <a:lnTo>
                    <a:pt x="5899411" y="1695185"/>
                  </a:lnTo>
                  <a:lnTo>
                    <a:pt x="5900978" y="1694071"/>
                  </a:lnTo>
                  <a:lnTo>
                    <a:pt x="5902545" y="1692656"/>
                  </a:lnTo>
                  <a:lnTo>
                    <a:pt x="5904111" y="1690943"/>
                  </a:lnTo>
                  <a:lnTo>
                    <a:pt x="5905678" y="1689229"/>
                  </a:lnTo>
                  <a:lnTo>
                    <a:pt x="5907244" y="1687006"/>
                  </a:lnTo>
                  <a:lnTo>
                    <a:pt x="5908811" y="1684442"/>
                  </a:lnTo>
                  <a:lnTo>
                    <a:pt x="5910377" y="1684442"/>
                  </a:lnTo>
                  <a:lnTo>
                    <a:pt x="5911944" y="1685093"/>
                  </a:lnTo>
                  <a:lnTo>
                    <a:pt x="5913511" y="1689088"/>
                  </a:lnTo>
                  <a:lnTo>
                    <a:pt x="5915077" y="1694425"/>
                  </a:lnTo>
                  <a:lnTo>
                    <a:pt x="5916644" y="1699762"/>
                  </a:lnTo>
                  <a:lnTo>
                    <a:pt x="5918210" y="1706300"/>
                  </a:lnTo>
                  <a:lnTo>
                    <a:pt x="5919777" y="1712838"/>
                  </a:lnTo>
                  <a:lnTo>
                    <a:pt x="5921344" y="1719377"/>
                  </a:lnTo>
                  <a:lnTo>
                    <a:pt x="5922910" y="1726216"/>
                  </a:lnTo>
                  <a:lnTo>
                    <a:pt x="5924477" y="1732291"/>
                  </a:lnTo>
                  <a:lnTo>
                    <a:pt x="5926043" y="1738366"/>
                  </a:lnTo>
                  <a:lnTo>
                    <a:pt x="5927610" y="1745253"/>
                  </a:lnTo>
                  <a:lnTo>
                    <a:pt x="5929177" y="1754534"/>
                  </a:lnTo>
                  <a:lnTo>
                    <a:pt x="5930743" y="1765082"/>
                  </a:lnTo>
                  <a:lnTo>
                    <a:pt x="5932310" y="1776093"/>
                  </a:lnTo>
                  <a:lnTo>
                    <a:pt x="5933876" y="1786641"/>
                  </a:lnTo>
                  <a:lnTo>
                    <a:pt x="5935443" y="1796573"/>
                  </a:lnTo>
                  <a:lnTo>
                    <a:pt x="5937009" y="1805344"/>
                  </a:lnTo>
                  <a:lnTo>
                    <a:pt x="5938576" y="1814578"/>
                  </a:lnTo>
                  <a:lnTo>
                    <a:pt x="5940143" y="1823162"/>
                  </a:lnTo>
                  <a:lnTo>
                    <a:pt x="5940835" y="1826954"/>
                  </a:lnTo>
                  <a:lnTo>
                    <a:pt x="6022784" y="1826954"/>
                  </a:lnTo>
                  <a:lnTo>
                    <a:pt x="6023172" y="1825424"/>
                  </a:lnTo>
                  <a:lnTo>
                    <a:pt x="6024738" y="1819242"/>
                  </a:lnTo>
                  <a:lnTo>
                    <a:pt x="6026305" y="1813058"/>
                  </a:lnTo>
                  <a:lnTo>
                    <a:pt x="6027872" y="1807339"/>
                  </a:lnTo>
                  <a:lnTo>
                    <a:pt x="6029438" y="1801619"/>
                  </a:lnTo>
                  <a:lnTo>
                    <a:pt x="6031005" y="1796550"/>
                  </a:lnTo>
                  <a:lnTo>
                    <a:pt x="6032571" y="1792074"/>
                  </a:lnTo>
                  <a:lnTo>
                    <a:pt x="6034138" y="1787953"/>
                  </a:lnTo>
                  <a:lnTo>
                    <a:pt x="6035705" y="1783833"/>
                  </a:lnTo>
                  <a:lnTo>
                    <a:pt x="6037271" y="1779712"/>
                  </a:lnTo>
                  <a:lnTo>
                    <a:pt x="6038838" y="1775723"/>
                  </a:lnTo>
                  <a:lnTo>
                    <a:pt x="6040404" y="1773162"/>
                  </a:lnTo>
                  <a:lnTo>
                    <a:pt x="6041971" y="1771917"/>
                  </a:lnTo>
                  <a:lnTo>
                    <a:pt x="6043537" y="1770672"/>
                  </a:lnTo>
                  <a:lnTo>
                    <a:pt x="6045104" y="1768112"/>
                  </a:lnTo>
                  <a:lnTo>
                    <a:pt x="6046671" y="1766289"/>
                  </a:lnTo>
                  <a:lnTo>
                    <a:pt x="6048237" y="1765118"/>
                  </a:lnTo>
                  <a:lnTo>
                    <a:pt x="6049804" y="1764524"/>
                  </a:lnTo>
                  <a:lnTo>
                    <a:pt x="6051370" y="1763930"/>
                  </a:lnTo>
                  <a:lnTo>
                    <a:pt x="6052937" y="1763335"/>
                  </a:lnTo>
                  <a:lnTo>
                    <a:pt x="6054504" y="1762090"/>
                  </a:lnTo>
                  <a:lnTo>
                    <a:pt x="6056070" y="1760845"/>
                  </a:lnTo>
                  <a:lnTo>
                    <a:pt x="6057637" y="1760407"/>
                  </a:lnTo>
                  <a:lnTo>
                    <a:pt x="6059203" y="1762012"/>
                  </a:lnTo>
                  <a:lnTo>
                    <a:pt x="6060770" y="1762783"/>
                  </a:lnTo>
                  <a:lnTo>
                    <a:pt x="6062337" y="1763717"/>
                  </a:lnTo>
                  <a:lnTo>
                    <a:pt x="6063903" y="1766749"/>
                  </a:lnTo>
                  <a:lnTo>
                    <a:pt x="6065470" y="1769782"/>
                  </a:lnTo>
                  <a:lnTo>
                    <a:pt x="6067036" y="1772814"/>
                  </a:lnTo>
                  <a:lnTo>
                    <a:pt x="6068603" y="1776630"/>
                  </a:lnTo>
                  <a:lnTo>
                    <a:pt x="6070169" y="1780445"/>
                  </a:lnTo>
                  <a:lnTo>
                    <a:pt x="6071736" y="1784261"/>
                  </a:lnTo>
                  <a:lnTo>
                    <a:pt x="6073303" y="1789392"/>
                  </a:lnTo>
                  <a:lnTo>
                    <a:pt x="6074869" y="1794523"/>
                  </a:lnTo>
                  <a:lnTo>
                    <a:pt x="6076436" y="1800466"/>
                  </a:lnTo>
                  <a:lnTo>
                    <a:pt x="6078002" y="1807808"/>
                  </a:lnTo>
                  <a:lnTo>
                    <a:pt x="6079569" y="1815150"/>
                  </a:lnTo>
                  <a:lnTo>
                    <a:pt x="6081136" y="1823700"/>
                  </a:lnTo>
                  <a:lnTo>
                    <a:pt x="6081899" y="1826954"/>
                  </a:lnTo>
                  <a:lnTo>
                    <a:pt x="6234228" y="1826954"/>
                  </a:lnTo>
                  <a:lnTo>
                    <a:pt x="6234661" y="1823616"/>
                  </a:lnTo>
                  <a:lnTo>
                    <a:pt x="6236228" y="1809760"/>
                  </a:lnTo>
                  <a:lnTo>
                    <a:pt x="6237794" y="1796267"/>
                  </a:lnTo>
                  <a:lnTo>
                    <a:pt x="6239361" y="1783030"/>
                  </a:lnTo>
                  <a:lnTo>
                    <a:pt x="6240928" y="1770392"/>
                  </a:lnTo>
                  <a:lnTo>
                    <a:pt x="6242494" y="1759195"/>
                  </a:lnTo>
                  <a:lnTo>
                    <a:pt x="6244061" y="1746763"/>
                  </a:lnTo>
                  <a:lnTo>
                    <a:pt x="6245627" y="1734171"/>
                  </a:lnTo>
                  <a:lnTo>
                    <a:pt x="6247194" y="1723428"/>
                  </a:lnTo>
                  <a:lnTo>
                    <a:pt x="6248760" y="1713725"/>
                  </a:lnTo>
                  <a:lnTo>
                    <a:pt x="6250327" y="1706089"/>
                  </a:lnTo>
                  <a:lnTo>
                    <a:pt x="6251894" y="1700529"/>
                  </a:lnTo>
                  <a:lnTo>
                    <a:pt x="6253460" y="1697191"/>
                  </a:lnTo>
                  <a:lnTo>
                    <a:pt x="6255027" y="1694068"/>
                  </a:lnTo>
                  <a:lnTo>
                    <a:pt x="6255027" y="182695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3789215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3789293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789215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1454641" y="5518038"/>
              <a:ext cx="403538" cy="242364"/>
            </a:xfrm>
            <a:custGeom>
              <a:avLst/>
              <a:pathLst>
                <a:path w="403538" h="242364">
                  <a:moveTo>
                    <a:pt x="0" y="242364"/>
                  </a:moveTo>
                  <a:lnTo>
                    <a:pt x="905" y="241274"/>
                  </a:lnTo>
                  <a:lnTo>
                    <a:pt x="2472" y="239388"/>
                  </a:lnTo>
                  <a:lnTo>
                    <a:pt x="4039" y="237502"/>
                  </a:lnTo>
                  <a:lnTo>
                    <a:pt x="5605" y="235196"/>
                  </a:lnTo>
                  <a:lnTo>
                    <a:pt x="7172" y="232891"/>
                  </a:lnTo>
                  <a:lnTo>
                    <a:pt x="8738" y="230585"/>
                  </a:lnTo>
                  <a:lnTo>
                    <a:pt x="10305" y="227527"/>
                  </a:lnTo>
                  <a:lnTo>
                    <a:pt x="11872" y="222930"/>
                  </a:lnTo>
                  <a:lnTo>
                    <a:pt x="13438" y="217877"/>
                  </a:lnTo>
                  <a:lnTo>
                    <a:pt x="15005" y="212825"/>
                  </a:lnTo>
                  <a:lnTo>
                    <a:pt x="16571" y="209227"/>
                  </a:lnTo>
                  <a:lnTo>
                    <a:pt x="18138" y="205629"/>
                  </a:lnTo>
                  <a:lnTo>
                    <a:pt x="19704" y="202031"/>
                  </a:lnTo>
                  <a:lnTo>
                    <a:pt x="21271" y="198434"/>
                  </a:lnTo>
                  <a:lnTo>
                    <a:pt x="22838" y="191871"/>
                  </a:lnTo>
                  <a:lnTo>
                    <a:pt x="24404" y="185043"/>
                  </a:lnTo>
                  <a:lnTo>
                    <a:pt x="25971" y="178570"/>
                  </a:lnTo>
                  <a:lnTo>
                    <a:pt x="27537" y="171692"/>
                  </a:lnTo>
                  <a:lnTo>
                    <a:pt x="29104" y="164814"/>
                  </a:lnTo>
                  <a:lnTo>
                    <a:pt x="30671" y="158341"/>
                  </a:lnTo>
                  <a:lnTo>
                    <a:pt x="32237" y="151463"/>
                  </a:lnTo>
                  <a:lnTo>
                    <a:pt x="33804" y="144990"/>
                  </a:lnTo>
                  <a:lnTo>
                    <a:pt x="35370" y="140121"/>
                  </a:lnTo>
                  <a:lnTo>
                    <a:pt x="36937" y="135301"/>
                  </a:lnTo>
                  <a:lnTo>
                    <a:pt x="38504" y="130878"/>
                  </a:lnTo>
                  <a:lnTo>
                    <a:pt x="40070" y="126180"/>
                  </a:lnTo>
                  <a:lnTo>
                    <a:pt x="41637" y="122111"/>
                  </a:lnTo>
                  <a:lnTo>
                    <a:pt x="43203" y="118043"/>
                  </a:lnTo>
                  <a:lnTo>
                    <a:pt x="44770" y="113344"/>
                  </a:lnTo>
                  <a:lnTo>
                    <a:pt x="46336" y="112172"/>
                  </a:lnTo>
                  <a:lnTo>
                    <a:pt x="47903" y="111347"/>
                  </a:lnTo>
                  <a:lnTo>
                    <a:pt x="49470" y="110169"/>
                  </a:lnTo>
                  <a:lnTo>
                    <a:pt x="51036" y="108991"/>
                  </a:lnTo>
                  <a:lnTo>
                    <a:pt x="52603" y="107812"/>
                  </a:lnTo>
                  <a:lnTo>
                    <a:pt x="54169" y="106003"/>
                  </a:lnTo>
                  <a:lnTo>
                    <a:pt x="55736" y="104824"/>
                  </a:lnTo>
                  <a:lnTo>
                    <a:pt x="57303" y="103646"/>
                  </a:lnTo>
                  <a:lnTo>
                    <a:pt x="58869" y="102872"/>
                  </a:lnTo>
                  <a:lnTo>
                    <a:pt x="60436" y="102518"/>
                  </a:lnTo>
                  <a:lnTo>
                    <a:pt x="62002" y="101346"/>
                  </a:lnTo>
                  <a:lnTo>
                    <a:pt x="63569" y="100342"/>
                  </a:lnTo>
                  <a:lnTo>
                    <a:pt x="65135" y="99339"/>
                  </a:lnTo>
                  <a:lnTo>
                    <a:pt x="66702" y="97511"/>
                  </a:lnTo>
                  <a:lnTo>
                    <a:pt x="68269" y="96088"/>
                  </a:lnTo>
                  <a:lnTo>
                    <a:pt x="69835" y="93824"/>
                  </a:lnTo>
                  <a:lnTo>
                    <a:pt x="71402" y="91559"/>
                  </a:lnTo>
                  <a:lnTo>
                    <a:pt x="72968" y="89294"/>
                  </a:lnTo>
                  <a:lnTo>
                    <a:pt x="74535" y="87435"/>
                  </a:lnTo>
                  <a:lnTo>
                    <a:pt x="76102" y="85574"/>
                  </a:lnTo>
                  <a:lnTo>
                    <a:pt x="77668" y="84134"/>
                  </a:lnTo>
                  <a:lnTo>
                    <a:pt x="79235" y="82274"/>
                  </a:lnTo>
                  <a:lnTo>
                    <a:pt x="80801" y="80414"/>
                  </a:lnTo>
                  <a:lnTo>
                    <a:pt x="82368" y="78554"/>
                  </a:lnTo>
                  <a:lnTo>
                    <a:pt x="83935" y="76694"/>
                  </a:lnTo>
                  <a:lnTo>
                    <a:pt x="85501" y="75254"/>
                  </a:lnTo>
                  <a:lnTo>
                    <a:pt x="87068" y="73814"/>
                  </a:lnTo>
                  <a:lnTo>
                    <a:pt x="88634" y="72374"/>
                  </a:lnTo>
                  <a:lnTo>
                    <a:pt x="90201" y="71686"/>
                  </a:lnTo>
                  <a:lnTo>
                    <a:pt x="91767" y="73387"/>
                  </a:lnTo>
                  <a:lnTo>
                    <a:pt x="93334" y="76233"/>
                  </a:lnTo>
                  <a:lnTo>
                    <a:pt x="94901" y="79079"/>
                  </a:lnTo>
                  <a:lnTo>
                    <a:pt x="96467" y="82322"/>
                  </a:lnTo>
                  <a:lnTo>
                    <a:pt x="98034" y="85565"/>
                  </a:lnTo>
                  <a:lnTo>
                    <a:pt x="99600" y="89163"/>
                  </a:lnTo>
                  <a:lnTo>
                    <a:pt x="101167" y="93181"/>
                  </a:lnTo>
                  <a:lnTo>
                    <a:pt x="102734" y="100149"/>
                  </a:lnTo>
                  <a:lnTo>
                    <a:pt x="104300" y="108011"/>
                  </a:lnTo>
                  <a:lnTo>
                    <a:pt x="105867" y="115520"/>
                  </a:lnTo>
                  <a:lnTo>
                    <a:pt x="107433" y="123028"/>
                  </a:lnTo>
                  <a:lnTo>
                    <a:pt x="109000" y="130536"/>
                  </a:lnTo>
                  <a:lnTo>
                    <a:pt x="110567" y="138045"/>
                  </a:lnTo>
                  <a:lnTo>
                    <a:pt x="112133" y="145553"/>
                  </a:lnTo>
                  <a:lnTo>
                    <a:pt x="113700" y="153061"/>
                  </a:lnTo>
                  <a:lnTo>
                    <a:pt x="115266" y="158560"/>
                  </a:lnTo>
                  <a:lnTo>
                    <a:pt x="116833" y="163380"/>
                  </a:lnTo>
                  <a:lnTo>
                    <a:pt x="118399" y="167802"/>
                  </a:lnTo>
                  <a:lnTo>
                    <a:pt x="119966" y="170107"/>
                  </a:lnTo>
                  <a:lnTo>
                    <a:pt x="121533" y="170527"/>
                  </a:lnTo>
                  <a:lnTo>
                    <a:pt x="123099" y="170527"/>
                  </a:lnTo>
                  <a:lnTo>
                    <a:pt x="124666" y="170173"/>
                  </a:lnTo>
                  <a:lnTo>
                    <a:pt x="126232" y="166525"/>
                  </a:lnTo>
                  <a:lnTo>
                    <a:pt x="127799" y="162278"/>
                  </a:lnTo>
                  <a:lnTo>
                    <a:pt x="129366" y="157948"/>
                  </a:lnTo>
                  <a:lnTo>
                    <a:pt x="130932" y="153619"/>
                  </a:lnTo>
                  <a:lnTo>
                    <a:pt x="132499" y="149289"/>
                  </a:lnTo>
                  <a:lnTo>
                    <a:pt x="134065" y="144959"/>
                  </a:lnTo>
                  <a:lnTo>
                    <a:pt x="135632" y="138487"/>
                  </a:lnTo>
                  <a:lnTo>
                    <a:pt x="137199" y="131348"/>
                  </a:lnTo>
                  <a:lnTo>
                    <a:pt x="138765" y="124208"/>
                  </a:lnTo>
                  <a:lnTo>
                    <a:pt x="140332" y="117069"/>
                  </a:lnTo>
                  <a:lnTo>
                    <a:pt x="141898" y="110327"/>
                  </a:lnTo>
                  <a:lnTo>
                    <a:pt x="143465" y="104916"/>
                  </a:lnTo>
                  <a:lnTo>
                    <a:pt x="145031" y="101235"/>
                  </a:lnTo>
                  <a:lnTo>
                    <a:pt x="146598" y="97555"/>
                  </a:lnTo>
                  <a:lnTo>
                    <a:pt x="148165" y="94311"/>
                  </a:lnTo>
                  <a:lnTo>
                    <a:pt x="149731" y="91504"/>
                  </a:lnTo>
                  <a:lnTo>
                    <a:pt x="151298" y="88697"/>
                  </a:lnTo>
                  <a:lnTo>
                    <a:pt x="152864" y="85891"/>
                  </a:lnTo>
                  <a:lnTo>
                    <a:pt x="154431" y="83084"/>
                  </a:lnTo>
                  <a:lnTo>
                    <a:pt x="155998" y="80277"/>
                  </a:lnTo>
                  <a:lnTo>
                    <a:pt x="157564" y="77471"/>
                  </a:lnTo>
                  <a:lnTo>
                    <a:pt x="159131" y="77048"/>
                  </a:lnTo>
                  <a:lnTo>
                    <a:pt x="160697" y="78135"/>
                  </a:lnTo>
                  <a:lnTo>
                    <a:pt x="162264" y="78531"/>
                  </a:lnTo>
                  <a:lnTo>
                    <a:pt x="163831" y="77147"/>
                  </a:lnTo>
                  <a:lnTo>
                    <a:pt x="165397" y="76169"/>
                  </a:lnTo>
                  <a:lnTo>
                    <a:pt x="166964" y="75670"/>
                  </a:lnTo>
                  <a:lnTo>
                    <a:pt x="168530" y="72512"/>
                  </a:lnTo>
                  <a:lnTo>
                    <a:pt x="170097" y="69354"/>
                  </a:lnTo>
                  <a:lnTo>
                    <a:pt x="171663" y="66196"/>
                  </a:lnTo>
                  <a:lnTo>
                    <a:pt x="173230" y="62349"/>
                  </a:lnTo>
                  <a:lnTo>
                    <a:pt x="174797" y="58503"/>
                  </a:lnTo>
                  <a:lnTo>
                    <a:pt x="176363" y="55109"/>
                  </a:lnTo>
                  <a:lnTo>
                    <a:pt x="177930" y="51715"/>
                  </a:lnTo>
                  <a:lnTo>
                    <a:pt x="179496" y="47967"/>
                  </a:lnTo>
                  <a:lnTo>
                    <a:pt x="181063" y="43800"/>
                  </a:lnTo>
                  <a:lnTo>
                    <a:pt x="182630" y="39228"/>
                  </a:lnTo>
                  <a:lnTo>
                    <a:pt x="184196" y="33175"/>
                  </a:lnTo>
                  <a:lnTo>
                    <a:pt x="185763" y="27654"/>
                  </a:lnTo>
                  <a:lnTo>
                    <a:pt x="187329" y="23375"/>
                  </a:lnTo>
                  <a:lnTo>
                    <a:pt x="188896" y="18677"/>
                  </a:lnTo>
                  <a:lnTo>
                    <a:pt x="190463" y="13775"/>
                  </a:lnTo>
                  <a:lnTo>
                    <a:pt x="192029" y="11966"/>
                  </a:lnTo>
                  <a:lnTo>
                    <a:pt x="193596" y="9759"/>
                  </a:lnTo>
                  <a:lnTo>
                    <a:pt x="195162" y="7552"/>
                  </a:lnTo>
                  <a:lnTo>
                    <a:pt x="196729" y="5976"/>
                  </a:lnTo>
                  <a:lnTo>
                    <a:pt x="198295" y="4148"/>
                  </a:lnTo>
                  <a:lnTo>
                    <a:pt x="199862" y="2890"/>
                  </a:lnTo>
                  <a:lnTo>
                    <a:pt x="201429" y="2890"/>
                  </a:lnTo>
                  <a:lnTo>
                    <a:pt x="202995" y="3310"/>
                  </a:lnTo>
                  <a:lnTo>
                    <a:pt x="204562" y="2215"/>
                  </a:lnTo>
                  <a:lnTo>
                    <a:pt x="206128" y="982"/>
                  </a:lnTo>
                  <a:lnTo>
                    <a:pt x="207695" y="0"/>
                  </a:lnTo>
                  <a:lnTo>
                    <a:pt x="209262" y="85"/>
                  </a:lnTo>
                  <a:lnTo>
                    <a:pt x="210828" y="170"/>
                  </a:lnTo>
                  <a:lnTo>
                    <a:pt x="212395" y="256"/>
                  </a:lnTo>
                  <a:lnTo>
                    <a:pt x="213961" y="341"/>
                  </a:lnTo>
                  <a:lnTo>
                    <a:pt x="215528" y="2568"/>
                  </a:lnTo>
                  <a:lnTo>
                    <a:pt x="217095" y="5463"/>
                  </a:lnTo>
                  <a:lnTo>
                    <a:pt x="218661" y="9210"/>
                  </a:lnTo>
                  <a:lnTo>
                    <a:pt x="220228" y="12956"/>
                  </a:lnTo>
                  <a:lnTo>
                    <a:pt x="221794" y="16702"/>
                  </a:lnTo>
                  <a:lnTo>
                    <a:pt x="223361" y="19459"/>
                  </a:lnTo>
                  <a:lnTo>
                    <a:pt x="224927" y="20899"/>
                  </a:lnTo>
                  <a:lnTo>
                    <a:pt x="226494" y="22340"/>
                  </a:lnTo>
                  <a:lnTo>
                    <a:pt x="228061" y="25394"/>
                  </a:lnTo>
                  <a:lnTo>
                    <a:pt x="229627" y="29640"/>
                  </a:lnTo>
                  <a:lnTo>
                    <a:pt x="231194" y="33887"/>
                  </a:lnTo>
                  <a:lnTo>
                    <a:pt x="232760" y="37780"/>
                  </a:lnTo>
                  <a:lnTo>
                    <a:pt x="234327" y="41673"/>
                  </a:lnTo>
                  <a:lnTo>
                    <a:pt x="235894" y="45168"/>
                  </a:lnTo>
                  <a:lnTo>
                    <a:pt x="237460" y="48662"/>
                  </a:lnTo>
                  <a:lnTo>
                    <a:pt x="239027" y="49082"/>
                  </a:lnTo>
                  <a:lnTo>
                    <a:pt x="240593" y="45440"/>
                  </a:lnTo>
                  <a:lnTo>
                    <a:pt x="242160" y="42488"/>
                  </a:lnTo>
                  <a:lnTo>
                    <a:pt x="243727" y="41316"/>
                  </a:lnTo>
                  <a:lnTo>
                    <a:pt x="245293" y="39740"/>
                  </a:lnTo>
                  <a:lnTo>
                    <a:pt x="246860" y="38081"/>
                  </a:lnTo>
                  <a:lnTo>
                    <a:pt x="248426" y="39436"/>
                  </a:lnTo>
                  <a:lnTo>
                    <a:pt x="249993" y="41211"/>
                  </a:lnTo>
                  <a:lnTo>
                    <a:pt x="251559" y="42985"/>
                  </a:lnTo>
                  <a:lnTo>
                    <a:pt x="253126" y="44341"/>
                  </a:lnTo>
                  <a:lnTo>
                    <a:pt x="254693" y="45696"/>
                  </a:lnTo>
                  <a:lnTo>
                    <a:pt x="256259" y="45753"/>
                  </a:lnTo>
                  <a:lnTo>
                    <a:pt x="257826" y="43447"/>
                  </a:lnTo>
                  <a:lnTo>
                    <a:pt x="259392" y="41141"/>
                  </a:lnTo>
                  <a:lnTo>
                    <a:pt x="260959" y="38835"/>
                  </a:lnTo>
                  <a:lnTo>
                    <a:pt x="262526" y="37062"/>
                  </a:lnTo>
                  <a:lnTo>
                    <a:pt x="264092" y="38418"/>
                  </a:lnTo>
                  <a:lnTo>
                    <a:pt x="265659" y="38885"/>
                  </a:lnTo>
                  <a:lnTo>
                    <a:pt x="267225" y="38112"/>
                  </a:lnTo>
                  <a:lnTo>
                    <a:pt x="268792" y="38111"/>
                  </a:lnTo>
                  <a:lnTo>
                    <a:pt x="270359" y="37960"/>
                  </a:lnTo>
                  <a:lnTo>
                    <a:pt x="271925" y="34319"/>
                  </a:lnTo>
                  <a:lnTo>
                    <a:pt x="273492" y="30824"/>
                  </a:lnTo>
                  <a:lnTo>
                    <a:pt x="275058" y="27329"/>
                  </a:lnTo>
                  <a:lnTo>
                    <a:pt x="276625" y="24085"/>
                  </a:lnTo>
                  <a:lnTo>
                    <a:pt x="278191" y="21093"/>
                  </a:lnTo>
                  <a:lnTo>
                    <a:pt x="279758" y="19749"/>
                  </a:lnTo>
                  <a:lnTo>
                    <a:pt x="281325" y="21821"/>
                  </a:lnTo>
                  <a:lnTo>
                    <a:pt x="282891" y="23892"/>
                  </a:lnTo>
                  <a:lnTo>
                    <a:pt x="284458" y="27832"/>
                  </a:lnTo>
                  <a:lnTo>
                    <a:pt x="286024" y="32309"/>
                  </a:lnTo>
                  <a:lnTo>
                    <a:pt x="287591" y="36786"/>
                  </a:lnTo>
                  <a:lnTo>
                    <a:pt x="289158" y="40632"/>
                  </a:lnTo>
                  <a:lnTo>
                    <a:pt x="290724" y="44478"/>
                  </a:lnTo>
                  <a:lnTo>
                    <a:pt x="292291" y="48074"/>
                  </a:lnTo>
                  <a:lnTo>
                    <a:pt x="293857" y="51669"/>
                  </a:lnTo>
                  <a:lnTo>
                    <a:pt x="295424" y="55264"/>
                  </a:lnTo>
                  <a:lnTo>
                    <a:pt x="296991" y="59111"/>
                  </a:lnTo>
                  <a:lnTo>
                    <a:pt x="298557" y="62106"/>
                  </a:lnTo>
                  <a:lnTo>
                    <a:pt x="300124" y="64850"/>
                  </a:lnTo>
                  <a:lnTo>
                    <a:pt x="301690" y="67595"/>
                  </a:lnTo>
                  <a:lnTo>
                    <a:pt x="303257" y="70249"/>
                  </a:lnTo>
                  <a:lnTo>
                    <a:pt x="304823" y="72489"/>
                  </a:lnTo>
                  <a:lnTo>
                    <a:pt x="306390" y="74730"/>
                  </a:lnTo>
                  <a:lnTo>
                    <a:pt x="307957" y="74919"/>
                  </a:lnTo>
                  <a:lnTo>
                    <a:pt x="309523" y="73916"/>
                  </a:lnTo>
                  <a:lnTo>
                    <a:pt x="311090" y="72913"/>
                  </a:lnTo>
                  <a:lnTo>
                    <a:pt x="312656" y="72515"/>
                  </a:lnTo>
                  <a:lnTo>
                    <a:pt x="314223" y="72117"/>
                  </a:lnTo>
                  <a:lnTo>
                    <a:pt x="315790" y="72117"/>
                  </a:lnTo>
                  <a:lnTo>
                    <a:pt x="317356" y="72514"/>
                  </a:lnTo>
                  <a:lnTo>
                    <a:pt x="318923" y="73603"/>
                  </a:lnTo>
                  <a:lnTo>
                    <a:pt x="320489" y="76846"/>
                  </a:lnTo>
                  <a:lnTo>
                    <a:pt x="322056" y="80090"/>
                  </a:lnTo>
                  <a:lnTo>
                    <a:pt x="323623" y="83732"/>
                  </a:lnTo>
                  <a:lnTo>
                    <a:pt x="325189" y="87374"/>
                  </a:lnTo>
                  <a:lnTo>
                    <a:pt x="326756" y="90617"/>
                  </a:lnTo>
                  <a:lnTo>
                    <a:pt x="328322" y="93507"/>
                  </a:lnTo>
                  <a:lnTo>
                    <a:pt x="329889" y="95977"/>
                  </a:lnTo>
                  <a:lnTo>
                    <a:pt x="331455" y="98447"/>
                  </a:lnTo>
                  <a:lnTo>
                    <a:pt x="333022" y="101691"/>
                  </a:lnTo>
                  <a:lnTo>
                    <a:pt x="334589" y="104934"/>
                  </a:lnTo>
                  <a:lnTo>
                    <a:pt x="336155" y="108270"/>
                  </a:lnTo>
                  <a:lnTo>
                    <a:pt x="337722" y="113970"/>
                  </a:lnTo>
                  <a:lnTo>
                    <a:pt x="339288" y="119670"/>
                  </a:lnTo>
                  <a:lnTo>
                    <a:pt x="340855" y="125369"/>
                  </a:lnTo>
                  <a:lnTo>
                    <a:pt x="342422" y="131310"/>
                  </a:lnTo>
                  <a:lnTo>
                    <a:pt x="343988" y="134973"/>
                  </a:lnTo>
                  <a:lnTo>
                    <a:pt x="345555" y="140026"/>
                  </a:lnTo>
                  <a:lnTo>
                    <a:pt x="347121" y="144448"/>
                  </a:lnTo>
                  <a:lnTo>
                    <a:pt x="348688" y="148516"/>
                  </a:lnTo>
                  <a:lnTo>
                    <a:pt x="350254" y="153569"/>
                  </a:lnTo>
                  <a:lnTo>
                    <a:pt x="351821" y="159019"/>
                  </a:lnTo>
                  <a:lnTo>
                    <a:pt x="353388" y="164721"/>
                  </a:lnTo>
                  <a:lnTo>
                    <a:pt x="354954" y="171274"/>
                  </a:lnTo>
                  <a:lnTo>
                    <a:pt x="356521" y="177576"/>
                  </a:lnTo>
                  <a:lnTo>
                    <a:pt x="358087" y="183878"/>
                  </a:lnTo>
                  <a:lnTo>
                    <a:pt x="359654" y="189724"/>
                  </a:lnTo>
                  <a:lnTo>
                    <a:pt x="361221" y="193579"/>
                  </a:lnTo>
                  <a:lnTo>
                    <a:pt x="362787" y="197434"/>
                  </a:lnTo>
                  <a:lnTo>
                    <a:pt x="364354" y="200492"/>
                  </a:lnTo>
                  <a:lnTo>
                    <a:pt x="365920" y="202699"/>
                  </a:lnTo>
                  <a:lnTo>
                    <a:pt x="367487" y="205757"/>
                  </a:lnTo>
                  <a:lnTo>
                    <a:pt x="369054" y="207964"/>
                  </a:lnTo>
                  <a:lnTo>
                    <a:pt x="370620" y="210170"/>
                  </a:lnTo>
                  <a:lnTo>
                    <a:pt x="372187" y="212629"/>
                  </a:lnTo>
                  <a:lnTo>
                    <a:pt x="373753" y="214456"/>
                  </a:lnTo>
                  <a:lnTo>
                    <a:pt x="375320" y="215879"/>
                  </a:lnTo>
                  <a:lnTo>
                    <a:pt x="376886" y="217051"/>
                  </a:lnTo>
                  <a:lnTo>
                    <a:pt x="378453" y="217449"/>
                  </a:lnTo>
                  <a:lnTo>
                    <a:pt x="380020" y="218452"/>
                  </a:lnTo>
                  <a:lnTo>
                    <a:pt x="381586" y="219875"/>
                  </a:lnTo>
                  <a:lnTo>
                    <a:pt x="383153" y="221703"/>
                  </a:lnTo>
                  <a:lnTo>
                    <a:pt x="384719" y="223126"/>
                  </a:lnTo>
                  <a:lnTo>
                    <a:pt x="386286" y="224549"/>
                  </a:lnTo>
                  <a:lnTo>
                    <a:pt x="387853" y="225973"/>
                  </a:lnTo>
                  <a:lnTo>
                    <a:pt x="389419" y="227396"/>
                  </a:lnTo>
                  <a:lnTo>
                    <a:pt x="390986" y="228820"/>
                  </a:lnTo>
                  <a:lnTo>
                    <a:pt x="392552" y="229991"/>
                  </a:lnTo>
                  <a:lnTo>
                    <a:pt x="394119" y="231568"/>
                  </a:lnTo>
                  <a:lnTo>
                    <a:pt x="395686" y="233144"/>
                  </a:lnTo>
                  <a:lnTo>
                    <a:pt x="397252" y="234953"/>
                  </a:lnTo>
                  <a:lnTo>
                    <a:pt x="398819" y="236762"/>
                  </a:lnTo>
                  <a:lnTo>
                    <a:pt x="400385" y="238969"/>
                  </a:lnTo>
                  <a:lnTo>
                    <a:pt x="401952" y="241176"/>
                  </a:lnTo>
                  <a:lnTo>
                    <a:pt x="403518" y="242354"/>
                  </a:lnTo>
                  <a:lnTo>
                    <a:pt x="403538" y="24236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1875813" y="5504449"/>
              <a:ext cx="783536" cy="255953"/>
            </a:xfrm>
            <a:custGeom>
              <a:avLst/>
              <a:pathLst>
                <a:path w="783536" h="255953">
                  <a:moveTo>
                    <a:pt x="0" y="255953"/>
                  </a:moveTo>
                  <a:lnTo>
                    <a:pt x="1146" y="254912"/>
                  </a:lnTo>
                  <a:lnTo>
                    <a:pt x="2712" y="253488"/>
                  </a:lnTo>
                  <a:lnTo>
                    <a:pt x="4279" y="251030"/>
                  </a:lnTo>
                  <a:lnTo>
                    <a:pt x="5846" y="249203"/>
                  </a:lnTo>
                  <a:lnTo>
                    <a:pt x="7412" y="247374"/>
                  </a:lnTo>
                  <a:lnTo>
                    <a:pt x="8979" y="244479"/>
                  </a:lnTo>
                  <a:lnTo>
                    <a:pt x="10545" y="242021"/>
                  </a:lnTo>
                  <a:lnTo>
                    <a:pt x="12112" y="239563"/>
                  </a:lnTo>
                  <a:lnTo>
                    <a:pt x="13678" y="236254"/>
                  </a:lnTo>
                  <a:lnTo>
                    <a:pt x="15245" y="232945"/>
                  </a:lnTo>
                  <a:lnTo>
                    <a:pt x="16812" y="229636"/>
                  </a:lnTo>
                  <a:lnTo>
                    <a:pt x="18378" y="226578"/>
                  </a:lnTo>
                  <a:lnTo>
                    <a:pt x="19945" y="222723"/>
                  </a:lnTo>
                  <a:lnTo>
                    <a:pt x="21511" y="218868"/>
                  </a:lnTo>
                  <a:lnTo>
                    <a:pt x="23078" y="216208"/>
                  </a:lnTo>
                  <a:lnTo>
                    <a:pt x="24645" y="214753"/>
                  </a:lnTo>
                  <a:lnTo>
                    <a:pt x="26211" y="212447"/>
                  </a:lnTo>
                  <a:lnTo>
                    <a:pt x="27778" y="210992"/>
                  </a:lnTo>
                  <a:lnTo>
                    <a:pt x="29344" y="209537"/>
                  </a:lnTo>
                  <a:lnTo>
                    <a:pt x="30911" y="208502"/>
                  </a:lnTo>
                  <a:lnTo>
                    <a:pt x="32478" y="208098"/>
                  </a:lnTo>
                  <a:lnTo>
                    <a:pt x="34044" y="207678"/>
                  </a:lnTo>
                  <a:lnTo>
                    <a:pt x="35611" y="207258"/>
                  </a:lnTo>
                  <a:lnTo>
                    <a:pt x="37177" y="207613"/>
                  </a:lnTo>
                  <a:lnTo>
                    <a:pt x="38744" y="207613"/>
                  </a:lnTo>
                  <a:lnTo>
                    <a:pt x="40310" y="207193"/>
                  </a:lnTo>
                  <a:lnTo>
                    <a:pt x="41877" y="206014"/>
                  </a:lnTo>
                  <a:lnTo>
                    <a:pt x="43444" y="205240"/>
                  </a:lnTo>
                  <a:lnTo>
                    <a:pt x="45010" y="204820"/>
                  </a:lnTo>
                  <a:lnTo>
                    <a:pt x="46577" y="204046"/>
                  </a:lnTo>
                  <a:lnTo>
                    <a:pt x="48143" y="202874"/>
                  </a:lnTo>
                  <a:lnTo>
                    <a:pt x="49710" y="201702"/>
                  </a:lnTo>
                  <a:lnTo>
                    <a:pt x="51277" y="200928"/>
                  </a:lnTo>
                  <a:lnTo>
                    <a:pt x="52843" y="200104"/>
                  </a:lnTo>
                  <a:lnTo>
                    <a:pt x="54410" y="198925"/>
                  </a:lnTo>
                  <a:lnTo>
                    <a:pt x="55976" y="197116"/>
                  </a:lnTo>
                  <a:lnTo>
                    <a:pt x="57543" y="195307"/>
                  </a:lnTo>
                  <a:lnTo>
                    <a:pt x="59110" y="193498"/>
                  </a:lnTo>
                  <a:lnTo>
                    <a:pt x="60676" y="191689"/>
                  </a:lnTo>
                  <a:lnTo>
                    <a:pt x="62243" y="190511"/>
                  </a:lnTo>
                  <a:lnTo>
                    <a:pt x="63809" y="190091"/>
                  </a:lnTo>
                  <a:lnTo>
                    <a:pt x="65376" y="190091"/>
                  </a:lnTo>
                  <a:lnTo>
                    <a:pt x="66942" y="190091"/>
                  </a:lnTo>
                  <a:lnTo>
                    <a:pt x="68509" y="189738"/>
                  </a:lnTo>
                  <a:lnTo>
                    <a:pt x="70076" y="189383"/>
                  </a:lnTo>
                  <a:lnTo>
                    <a:pt x="71642" y="189029"/>
                  </a:lnTo>
                  <a:lnTo>
                    <a:pt x="73209" y="189029"/>
                  </a:lnTo>
                  <a:lnTo>
                    <a:pt x="74775" y="188631"/>
                  </a:lnTo>
                  <a:lnTo>
                    <a:pt x="76342" y="188380"/>
                  </a:lnTo>
                  <a:lnTo>
                    <a:pt x="77909" y="188129"/>
                  </a:lnTo>
                  <a:lnTo>
                    <a:pt x="79475" y="188380"/>
                  </a:lnTo>
                  <a:lnTo>
                    <a:pt x="81042" y="189029"/>
                  </a:lnTo>
                  <a:lnTo>
                    <a:pt x="82608" y="189678"/>
                  </a:lnTo>
                  <a:lnTo>
                    <a:pt x="84175" y="190327"/>
                  </a:lnTo>
                  <a:lnTo>
                    <a:pt x="85742" y="191330"/>
                  </a:lnTo>
                  <a:lnTo>
                    <a:pt x="87308" y="191979"/>
                  </a:lnTo>
                  <a:lnTo>
                    <a:pt x="88875" y="193066"/>
                  </a:lnTo>
                  <a:lnTo>
                    <a:pt x="90441" y="193714"/>
                  </a:lnTo>
                  <a:lnTo>
                    <a:pt x="92008" y="194718"/>
                  </a:lnTo>
                  <a:lnTo>
                    <a:pt x="93574" y="195721"/>
                  </a:lnTo>
                  <a:lnTo>
                    <a:pt x="95141" y="196724"/>
                  </a:lnTo>
                  <a:lnTo>
                    <a:pt x="96708" y="197727"/>
                  </a:lnTo>
                  <a:lnTo>
                    <a:pt x="98274" y="198479"/>
                  </a:lnTo>
                  <a:lnTo>
                    <a:pt x="99841" y="199231"/>
                  </a:lnTo>
                  <a:lnTo>
                    <a:pt x="101407" y="199983"/>
                  </a:lnTo>
                  <a:lnTo>
                    <a:pt x="102974" y="199983"/>
                  </a:lnTo>
                  <a:lnTo>
                    <a:pt x="104541" y="199231"/>
                  </a:lnTo>
                  <a:lnTo>
                    <a:pt x="106107" y="198479"/>
                  </a:lnTo>
                  <a:lnTo>
                    <a:pt x="107674" y="197726"/>
                  </a:lnTo>
                  <a:lnTo>
                    <a:pt x="109240" y="196723"/>
                  </a:lnTo>
                  <a:lnTo>
                    <a:pt x="110807" y="195300"/>
                  </a:lnTo>
                  <a:lnTo>
                    <a:pt x="112374" y="193877"/>
                  </a:lnTo>
                  <a:lnTo>
                    <a:pt x="113940" y="192874"/>
                  </a:lnTo>
                  <a:lnTo>
                    <a:pt x="115507" y="191434"/>
                  </a:lnTo>
                  <a:lnTo>
                    <a:pt x="117073" y="189994"/>
                  </a:lnTo>
                  <a:lnTo>
                    <a:pt x="118640" y="188554"/>
                  </a:lnTo>
                  <a:lnTo>
                    <a:pt x="120206" y="187113"/>
                  </a:lnTo>
                  <a:lnTo>
                    <a:pt x="121773" y="186464"/>
                  </a:lnTo>
                  <a:lnTo>
                    <a:pt x="123340" y="185815"/>
                  </a:lnTo>
                  <a:lnTo>
                    <a:pt x="124906" y="185063"/>
                  </a:lnTo>
                  <a:lnTo>
                    <a:pt x="126473" y="184665"/>
                  </a:lnTo>
                  <a:lnTo>
                    <a:pt x="128039" y="184664"/>
                  </a:lnTo>
                  <a:lnTo>
                    <a:pt x="129606" y="184664"/>
                  </a:lnTo>
                  <a:lnTo>
                    <a:pt x="131173" y="184266"/>
                  </a:lnTo>
                  <a:lnTo>
                    <a:pt x="132739" y="183514"/>
                  </a:lnTo>
                  <a:lnTo>
                    <a:pt x="134306" y="183514"/>
                  </a:lnTo>
                  <a:lnTo>
                    <a:pt x="135872" y="183514"/>
                  </a:lnTo>
                  <a:lnTo>
                    <a:pt x="137439" y="183514"/>
                  </a:lnTo>
                  <a:lnTo>
                    <a:pt x="139006" y="183514"/>
                  </a:lnTo>
                  <a:lnTo>
                    <a:pt x="140572" y="183514"/>
                  </a:lnTo>
                  <a:lnTo>
                    <a:pt x="142139" y="183514"/>
                  </a:lnTo>
                  <a:lnTo>
                    <a:pt x="143705" y="183161"/>
                  </a:lnTo>
                  <a:lnTo>
                    <a:pt x="145272" y="182408"/>
                  </a:lnTo>
                  <a:lnTo>
                    <a:pt x="146838" y="181656"/>
                  </a:lnTo>
                  <a:lnTo>
                    <a:pt x="148405" y="181258"/>
                  </a:lnTo>
                  <a:lnTo>
                    <a:pt x="149972" y="180861"/>
                  </a:lnTo>
                  <a:lnTo>
                    <a:pt x="151538" y="180861"/>
                  </a:lnTo>
                  <a:lnTo>
                    <a:pt x="153105" y="181214"/>
                  </a:lnTo>
                  <a:lnTo>
                    <a:pt x="154671" y="181966"/>
                  </a:lnTo>
                  <a:lnTo>
                    <a:pt x="156238" y="182969"/>
                  </a:lnTo>
                  <a:lnTo>
                    <a:pt x="157805" y="183618"/>
                  </a:lnTo>
                  <a:lnTo>
                    <a:pt x="159371" y="184016"/>
                  </a:lnTo>
                  <a:lnTo>
                    <a:pt x="160938" y="184016"/>
                  </a:lnTo>
                  <a:lnTo>
                    <a:pt x="162504" y="184016"/>
                  </a:lnTo>
                  <a:lnTo>
                    <a:pt x="164071" y="184371"/>
                  </a:lnTo>
                  <a:lnTo>
                    <a:pt x="165638" y="184371"/>
                  </a:lnTo>
                  <a:lnTo>
                    <a:pt x="167204" y="185145"/>
                  </a:lnTo>
                  <a:lnTo>
                    <a:pt x="168771" y="185919"/>
                  </a:lnTo>
                  <a:lnTo>
                    <a:pt x="170337" y="187098"/>
                  </a:lnTo>
                  <a:lnTo>
                    <a:pt x="171904" y="187518"/>
                  </a:lnTo>
                  <a:lnTo>
                    <a:pt x="173470" y="187938"/>
                  </a:lnTo>
                  <a:lnTo>
                    <a:pt x="175037" y="187938"/>
                  </a:lnTo>
                  <a:lnTo>
                    <a:pt x="176604" y="187584"/>
                  </a:lnTo>
                  <a:lnTo>
                    <a:pt x="178170" y="187230"/>
                  </a:lnTo>
                  <a:lnTo>
                    <a:pt x="179737" y="186875"/>
                  </a:lnTo>
                  <a:lnTo>
                    <a:pt x="181303" y="186521"/>
                  </a:lnTo>
                  <a:lnTo>
                    <a:pt x="182870" y="186875"/>
                  </a:lnTo>
                  <a:lnTo>
                    <a:pt x="184437" y="187627"/>
                  </a:lnTo>
                  <a:lnTo>
                    <a:pt x="186003" y="188380"/>
                  </a:lnTo>
                  <a:lnTo>
                    <a:pt x="187570" y="188778"/>
                  </a:lnTo>
                  <a:lnTo>
                    <a:pt x="189136" y="189427"/>
                  </a:lnTo>
                  <a:lnTo>
                    <a:pt x="190703" y="189678"/>
                  </a:lnTo>
                  <a:lnTo>
                    <a:pt x="192270" y="189929"/>
                  </a:lnTo>
                  <a:lnTo>
                    <a:pt x="193836" y="189239"/>
                  </a:lnTo>
                  <a:lnTo>
                    <a:pt x="195403" y="186432"/>
                  </a:lnTo>
                  <a:lnTo>
                    <a:pt x="196969" y="183626"/>
                  </a:lnTo>
                  <a:lnTo>
                    <a:pt x="198536" y="180819"/>
                  </a:lnTo>
                  <a:lnTo>
                    <a:pt x="200102" y="178012"/>
                  </a:lnTo>
                  <a:lnTo>
                    <a:pt x="201669" y="174768"/>
                  </a:lnTo>
                  <a:lnTo>
                    <a:pt x="203236" y="171525"/>
                  </a:lnTo>
                  <a:lnTo>
                    <a:pt x="204802" y="168030"/>
                  </a:lnTo>
                  <a:lnTo>
                    <a:pt x="206369" y="163359"/>
                  </a:lnTo>
                  <a:lnTo>
                    <a:pt x="207935" y="156618"/>
                  </a:lnTo>
                  <a:lnTo>
                    <a:pt x="209502" y="149876"/>
                  </a:lnTo>
                  <a:lnTo>
                    <a:pt x="211069" y="143135"/>
                  </a:lnTo>
                  <a:lnTo>
                    <a:pt x="212635" y="136393"/>
                  </a:lnTo>
                  <a:lnTo>
                    <a:pt x="214202" y="129253"/>
                  </a:lnTo>
                  <a:lnTo>
                    <a:pt x="215768" y="122114"/>
                  </a:lnTo>
                  <a:lnTo>
                    <a:pt x="217335" y="115507"/>
                  </a:lnTo>
                  <a:lnTo>
                    <a:pt x="218902" y="111177"/>
                  </a:lnTo>
                  <a:lnTo>
                    <a:pt x="220468" y="106847"/>
                  </a:lnTo>
                  <a:lnTo>
                    <a:pt x="222035" y="102517"/>
                  </a:lnTo>
                  <a:lnTo>
                    <a:pt x="223601" y="98188"/>
                  </a:lnTo>
                  <a:lnTo>
                    <a:pt x="225168" y="94256"/>
                  </a:lnTo>
                  <a:lnTo>
                    <a:pt x="226734" y="90324"/>
                  </a:lnTo>
                  <a:lnTo>
                    <a:pt x="228301" y="86392"/>
                  </a:lnTo>
                  <a:lnTo>
                    <a:pt x="229868" y="83663"/>
                  </a:lnTo>
                  <a:lnTo>
                    <a:pt x="231434" y="83014"/>
                  </a:lnTo>
                  <a:lnTo>
                    <a:pt x="233001" y="82011"/>
                  </a:lnTo>
                  <a:lnTo>
                    <a:pt x="234567" y="81259"/>
                  </a:lnTo>
                  <a:lnTo>
                    <a:pt x="236134" y="80506"/>
                  </a:lnTo>
                  <a:lnTo>
                    <a:pt x="237701" y="80108"/>
                  </a:lnTo>
                  <a:lnTo>
                    <a:pt x="239267" y="79710"/>
                  </a:lnTo>
                  <a:lnTo>
                    <a:pt x="240834" y="79313"/>
                  </a:lnTo>
                  <a:lnTo>
                    <a:pt x="242400" y="78915"/>
                  </a:lnTo>
                  <a:lnTo>
                    <a:pt x="243967" y="78162"/>
                  </a:lnTo>
                  <a:lnTo>
                    <a:pt x="245533" y="78582"/>
                  </a:lnTo>
                  <a:lnTo>
                    <a:pt x="247100" y="78583"/>
                  </a:lnTo>
                  <a:lnTo>
                    <a:pt x="248667" y="78987"/>
                  </a:lnTo>
                  <a:lnTo>
                    <a:pt x="250233" y="78987"/>
                  </a:lnTo>
                  <a:lnTo>
                    <a:pt x="251800" y="79391"/>
                  </a:lnTo>
                  <a:lnTo>
                    <a:pt x="253366" y="79391"/>
                  </a:lnTo>
                  <a:lnTo>
                    <a:pt x="254933" y="79811"/>
                  </a:lnTo>
                  <a:lnTo>
                    <a:pt x="256500" y="80585"/>
                  </a:lnTo>
                  <a:lnTo>
                    <a:pt x="258066" y="80939"/>
                  </a:lnTo>
                  <a:lnTo>
                    <a:pt x="259633" y="82118"/>
                  </a:lnTo>
                  <a:lnTo>
                    <a:pt x="261199" y="83927"/>
                  </a:lnTo>
                  <a:lnTo>
                    <a:pt x="262766" y="85382"/>
                  </a:lnTo>
                  <a:lnTo>
                    <a:pt x="264333" y="86836"/>
                  </a:lnTo>
                  <a:lnTo>
                    <a:pt x="265899" y="89142"/>
                  </a:lnTo>
                  <a:lnTo>
                    <a:pt x="267466" y="91802"/>
                  </a:lnTo>
                  <a:lnTo>
                    <a:pt x="269032" y="92981"/>
                  </a:lnTo>
                  <a:lnTo>
                    <a:pt x="270599" y="95188"/>
                  </a:lnTo>
                  <a:lnTo>
                    <a:pt x="272165" y="96765"/>
                  </a:lnTo>
                  <a:lnTo>
                    <a:pt x="273732" y="99283"/>
                  </a:lnTo>
                  <a:lnTo>
                    <a:pt x="275299" y="104354"/>
                  </a:lnTo>
                  <a:lnTo>
                    <a:pt x="276865" y="109425"/>
                  </a:lnTo>
                  <a:lnTo>
                    <a:pt x="278432" y="114496"/>
                  </a:lnTo>
                  <a:lnTo>
                    <a:pt x="279998" y="119567"/>
                  </a:lnTo>
                  <a:lnTo>
                    <a:pt x="281565" y="124639"/>
                  </a:lnTo>
                  <a:lnTo>
                    <a:pt x="283132" y="129306"/>
                  </a:lnTo>
                  <a:lnTo>
                    <a:pt x="284698" y="133199"/>
                  </a:lnTo>
                  <a:lnTo>
                    <a:pt x="286265" y="138621"/>
                  </a:lnTo>
                  <a:lnTo>
                    <a:pt x="287831" y="146115"/>
                  </a:lnTo>
                  <a:lnTo>
                    <a:pt x="289398" y="153254"/>
                  </a:lnTo>
                  <a:lnTo>
                    <a:pt x="290965" y="160394"/>
                  </a:lnTo>
                  <a:lnTo>
                    <a:pt x="292531" y="167534"/>
                  </a:lnTo>
                  <a:lnTo>
                    <a:pt x="294098" y="174275"/>
                  </a:lnTo>
                  <a:lnTo>
                    <a:pt x="295664" y="181017"/>
                  </a:lnTo>
                  <a:lnTo>
                    <a:pt x="297231" y="187225"/>
                  </a:lnTo>
                  <a:lnTo>
                    <a:pt x="298797" y="191157"/>
                  </a:lnTo>
                  <a:lnTo>
                    <a:pt x="300364" y="195089"/>
                  </a:lnTo>
                  <a:lnTo>
                    <a:pt x="301931" y="199020"/>
                  </a:lnTo>
                  <a:lnTo>
                    <a:pt x="303497" y="202952"/>
                  </a:lnTo>
                  <a:lnTo>
                    <a:pt x="305064" y="206884"/>
                  </a:lnTo>
                  <a:lnTo>
                    <a:pt x="306630" y="210564"/>
                  </a:lnTo>
                  <a:lnTo>
                    <a:pt x="308197" y="214245"/>
                  </a:lnTo>
                  <a:lnTo>
                    <a:pt x="309764" y="216287"/>
                  </a:lnTo>
                  <a:lnTo>
                    <a:pt x="311330" y="215850"/>
                  </a:lnTo>
                  <a:lnTo>
                    <a:pt x="312897" y="215413"/>
                  </a:lnTo>
                  <a:lnTo>
                    <a:pt x="314463" y="214725"/>
                  </a:lnTo>
                  <a:lnTo>
                    <a:pt x="316030" y="214037"/>
                  </a:lnTo>
                  <a:lnTo>
                    <a:pt x="317597" y="213349"/>
                  </a:lnTo>
                  <a:lnTo>
                    <a:pt x="319163" y="212661"/>
                  </a:lnTo>
                  <a:lnTo>
                    <a:pt x="320730" y="212410"/>
                  </a:lnTo>
                  <a:lnTo>
                    <a:pt x="322296" y="212159"/>
                  </a:lnTo>
                  <a:lnTo>
                    <a:pt x="323863" y="211908"/>
                  </a:lnTo>
                  <a:lnTo>
                    <a:pt x="325429" y="210485"/>
                  </a:lnTo>
                  <a:lnTo>
                    <a:pt x="326996" y="209062"/>
                  </a:lnTo>
                  <a:lnTo>
                    <a:pt x="328563" y="207485"/>
                  </a:lnTo>
                  <a:lnTo>
                    <a:pt x="330129" y="206306"/>
                  </a:lnTo>
                  <a:lnTo>
                    <a:pt x="331696" y="205902"/>
                  </a:lnTo>
                  <a:lnTo>
                    <a:pt x="333262" y="205902"/>
                  </a:lnTo>
                  <a:lnTo>
                    <a:pt x="334829" y="205902"/>
                  </a:lnTo>
                  <a:lnTo>
                    <a:pt x="336396" y="205903"/>
                  </a:lnTo>
                  <a:lnTo>
                    <a:pt x="337962" y="206322"/>
                  </a:lnTo>
                  <a:lnTo>
                    <a:pt x="339529" y="205918"/>
                  </a:lnTo>
                  <a:lnTo>
                    <a:pt x="341095" y="204883"/>
                  </a:lnTo>
                  <a:lnTo>
                    <a:pt x="342662" y="203848"/>
                  </a:lnTo>
                  <a:lnTo>
                    <a:pt x="344229" y="202394"/>
                  </a:lnTo>
                  <a:lnTo>
                    <a:pt x="345795" y="200088"/>
                  </a:lnTo>
                  <a:lnTo>
                    <a:pt x="347362" y="197782"/>
                  </a:lnTo>
                  <a:lnTo>
                    <a:pt x="348928" y="197377"/>
                  </a:lnTo>
                  <a:lnTo>
                    <a:pt x="350495" y="196747"/>
                  </a:lnTo>
                  <a:lnTo>
                    <a:pt x="352061" y="196342"/>
                  </a:lnTo>
                  <a:lnTo>
                    <a:pt x="353628" y="195518"/>
                  </a:lnTo>
                  <a:lnTo>
                    <a:pt x="355195" y="193941"/>
                  </a:lnTo>
                  <a:lnTo>
                    <a:pt x="356761" y="192364"/>
                  </a:lnTo>
                  <a:lnTo>
                    <a:pt x="358328" y="190787"/>
                  </a:lnTo>
                  <a:lnTo>
                    <a:pt x="359894" y="189608"/>
                  </a:lnTo>
                  <a:lnTo>
                    <a:pt x="361461" y="188430"/>
                  </a:lnTo>
                  <a:lnTo>
                    <a:pt x="363028" y="187656"/>
                  </a:lnTo>
                  <a:lnTo>
                    <a:pt x="364594" y="187656"/>
                  </a:lnTo>
                  <a:lnTo>
                    <a:pt x="366161" y="187302"/>
                  </a:lnTo>
                  <a:lnTo>
                    <a:pt x="367727" y="186948"/>
                  </a:lnTo>
                  <a:lnTo>
                    <a:pt x="369294" y="186948"/>
                  </a:lnTo>
                  <a:lnTo>
                    <a:pt x="370861" y="186948"/>
                  </a:lnTo>
                  <a:lnTo>
                    <a:pt x="372427" y="186948"/>
                  </a:lnTo>
                  <a:lnTo>
                    <a:pt x="373994" y="186948"/>
                  </a:lnTo>
                  <a:lnTo>
                    <a:pt x="375560" y="186948"/>
                  </a:lnTo>
                  <a:lnTo>
                    <a:pt x="377127" y="186947"/>
                  </a:lnTo>
                  <a:lnTo>
                    <a:pt x="378693" y="186947"/>
                  </a:lnTo>
                  <a:lnTo>
                    <a:pt x="380260" y="186947"/>
                  </a:lnTo>
                  <a:lnTo>
                    <a:pt x="381827" y="186947"/>
                  </a:lnTo>
                  <a:lnTo>
                    <a:pt x="383393" y="186696"/>
                  </a:lnTo>
                  <a:lnTo>
                    <a:pt x="384960" y="186445"/>
                  </a:lnTo>
                  <a:lnTo>
                    <a:pt x="386526" y="186445"/>
                  </a:lnTo>
                  <a:lnTo>
                    <a:pt x="388093" y="186445"/>
                  </a:lnTo>
                  <a:lnTo>
                    <a:pt x="389660" y="186882"/>
                  </a:lnTo>
                  <a:lnTo>
                    <a:pt x="391226" y="187319"/>
                  </a:lnTo>
                  <a:lnTo>
                    <a:pt x="392793" y="187756"/>
                  </a:lnTo>
                  <a:lnTo>
                    <a:pt x="394359" y="188193"/>
                  </a:lnTo>
                  <a:lnTo>
                    <a:pt x="395926" y="188193"/>
                  </a:lnTo>
                  <a:lnTo>
                    <a:pt x="397493" y="188193"/>
                  </a:lnTo>
                  <a:lnTo>
                    <a:pt x="399059" y="188193"/>
                  </a:lnTo>
                  <a:lnTo>
                    <a:pt x="400626" y="188193"/>
                  </a:lnTo>
                  <a:lnTo>
                    <a:pt x="402192" y="188193"/>
                  </a:lnTo>
                  <a:lnTo>
                    <a:pt x="403759" y="188193"/>
                  </a:lnTo>
                  <a:lnTo>
                    <a:pt x="405325" y="188444"/>
                  </a:lnTo>
                  <a:lnTo>
                    <a:pt x="406892" y="188694"/>
                  </a:lnTo>
                  <a:lnTo>
                    <a:pt x="408459" y="188694"/>
                  </a:lnTo>
                  <a:lnTo>
                    <a:pt x="410025" y="188296"/>
                  </a:lnTo>
                  <a:lnTo>
                    <a:pt x="411592" y="187124"/>
                  </a:lnTo>
                  <a:lnTo>
                    <a:pt x="413158" y="185952"/>
                  </a:lnTo>
                  <a:lnTo>
                    <a:pt x="414725" y="184780"/>
                  </a:lnTo>
                  <a:lnTo>
                    <a:pt x="416292" y="183608"/>
                  </a:lnTo>
                  <a:lnTo>
                    <a:pt x="417858" y="182436"/>
                  </a:lnTo>
                  <a:lnTo>
                    <a:pt x="419425" y="181264"/>
                  </a:lnTo>
                  <a:lnTo>
                    <a:pt x="420991" y="180092"/>
                  </a:lnTo>
                  <a:lnTo>
                    <a:pt x="422558" y="178920"/>
                  </a:lnTo>
                  <a:lnTo>
                    <a:pt x="424125" y="177917"/>
                  </a:lnTo>
                  <a:lnTo>
                    <a:pt x="425691" y="176913"/>
                  </a:lnTo>
                  <a:lnTo>
                    <a:pt x="427258" y="175910"/>
                  </a:lnTo>
                  <a:lnTo>
                    <a:pt x="428824" y="174050"/>
                  </a:lnTo>
                  <a:lnTo>
                    <a:pt x="430391" y="172223"/>
                  </a:lnTo>
                  <a:lnTo>
                    <a:pt x="431957" y="170800"/>
                  </a:lnTo>
                  <a:lnTo>
                    <a:pt x="433524" y="169796"/>
                  </a:lnTo>
                  <a:lnTo>
                    <a:pt x="435091" y="169545"/>
                  </a:lnTo>
                  <a:lnTo>
                    <a:pt x="436657" y="168023"/>
                  </a:lnTo>
                  <a:lnTo>
                    <a:pt x="438224" y="164151"/>
                  </a:lnTo>
                  <a:lnTo>
                    <a:pt x="439790" y="158097"/>
                  </a:lnTo>
                  <a:lnTo>
                    <a:pt x="441357" y="150038"/>
                  </a:lnTo>
                  <a:lnTo>
                    <a:pt x="442924" y="139289"/>
                  </a:lnTo>
                  <a:lnTo>
                    <a:pt x="444490" y="128540"/>
                  </a:lnTo>
                  <a:lnTo>
                    <a:pt x="446057" y="117792"/>
                  </a:lnTo>
                  <a:lnTo>
                    <a:pt x="447623" y="107043"/>
                  </a:lnTo>
                  <a:lnTo>
                    <a:pt x="449190" y="96294"/>
                  </a:lnTo>
                  <a:lnTo>
                    <a:pt x="450757" y="85545"/>
                  </a:lnTo>
                  <a:lnTo>
                    <a:pt x="452323" y="74796"/>
                  </a:lnTo>
                  <a:lnTo>
                    <a:pt x="453890" y="64048"/>
                  </a:lnTo>
                  <a:lnTo>
                    <a:pt x="455456" y="53299"/>
                  </a:lnTo>
                  <a:lnTo>
                    <a:pt x="457023" y="42550"/>
                  </a:lnTo>
                  <a:lnTo>
                    <a:pt x="458589" y="31802"/>
                  </a:lnTo>
                  <a:lnTo>
                    <a:pt x="460156" y="21771"/>
                  </a:lnTo>
                  <a:lnTo>
                    <a:pt x="461723" y="13385"/>
                  </a:lnTo>
                  <a:lnTo>
                    <a:pt x="463289" y="6895"/>
                  </a:lnTo>
                  <a:lnTo>
                    <a:pt x="464856" y="2622"/>
                  </a:lnTo>
                  <a:lnTo>
                    <a:pt x="466422" y="2185"/>
                  </a:lnTo>
                  <a:lnTo>
                    <a:pt x="467989" y="1747"/>
                  </a:lnTo>
                  <a:lnTo>
                    <a:pt x="469556" y="1311"/>
                  </a:lnTo>
                  <a:lnTo>
                    <a:pt x="471122" y="874"/>
                  </a:lnTo>
                  <a:lnTo>
                    <a:pt x="472689" y="437"/>
                  </a:lnTo>
                  <a:lnTo>
                    <a:pt x="474255" y="0"/>
                  </a:lnTo>
                  <a:lnTo>
                    <a:pt x="475822" y="0"/>
                  </a:lnTo>
                  <a:lnTo>
                    <a:pt x="477389" y="0"/>
                  </a:lnTo>
                  <a:lnTo>
                    <a:pt x="478955" y="437"/>
                  </a:lnTo>
                  <a:lnTo>
                    <a:pt x="480522" y="437"/>
                  </a:lnTo>
                  <a:lnTo>
                    <a:pt x="482088" y="437"/>
                  </a:lnTo>
                  <a:lnTo>
                    <a:pt x="483655" y="437"/>
                  </a:lnTo>
                  <a:lnTo>
                    <a:pt x="485221" y="437"/>
                  </a:lnTo>
                  <a:lnTo>
                    <a:pt x="486788" y="437"/>
                  </a:lnTo>
                  <a:lnTo>
                    <a:pt x="488355" y="437"/>
                  </a:lnTo>
                  <a:lnTo>
                    <a:pt x="489921" y="437"/>
                  </a:lnTo>
                  <a:lnTo>
                    <a:pt x="491488" y="437"/>
                  </a:lnTo>
                  <a:lnTo>
                    <a:pt x="493054" y="437"/>
                  </a:lnTo>
                  <a:lnTo>
                    <a:pt x="494621" y="437"/>
                  </a:lnTo>
                  <a:lnTo>
                    <a:pt x="496188" y="437"/>
                  </a:lnTo>
                  <a:lnTo>
                    <a:pt x="497754" y="437"/>
                  </a:lnTo>
                  <a:lnTo>
                    <a:pt x="499321" y="834"/>
                  </a:lnTo>
                  <a:lnTo>
                    <a:pt x="500887" y="2006"/>
                  </a:lnTo>
                  <a:lnTo>
                    <a:pt x="502454" y="2758"/>
                  </a:lnTo>
                  <a:lnTo>
                    <a:pt x="504021" y="4181"/>
                  </a:lnTo>
                  <a:lnTo>
                    <a:pt x="505587" y="5604"/>
                  </a:lnTo>
                  <a:lnTo>
                    <a:pt x="507154" y="7027"/>
                  </a:lnTo>
                  <a:lnTo>
                    <a:pt x="508720" y="8888"/>
                  </a:lnTo>
                  <a:lnTo>
                    <a:pt x="510287" y="10716"/>
                  </a:lnTo>
                  <a:lnTo>
                    <a:pt x="511853" y="12543"/>
                  </a:lnTo>
                  <a:lnTo>
                    <a:pt x="513420" y="14370"/>
                  </a:lnTo>
                  <a:lnTo>
                    <a:pt x="514987" y="16199"/>
                  </a:lnTo>
                  <a:lnTo>
                    <a:pt x="516553" y="19296"/>
                  </a:lnTo>
                  <a:lnTo>
                    <a:pt x="518120" y="24745"/>
                  </a:lnTo>
                  <a:lnTo>
                    <a:pt x="519686" y="31977"/>
                  </a:lnTo>
                  <a:lnTo>
                    <a:pt x="521253" y="41214"/>
                  </a:lnTo>
                  <a:lnTo>
                    <a:pt x="522820" y="52737"/>
                  </a:lnTo>
                  <a:lnTo>
                    <a:pt x="524386" y="63486"/>
                  </a:lnTo>
                  <a:lnTo>
                    <a:pt x="525953" y="74235"/>
                  </a:lnTo>
                  <a:lnTo>
                    <a:pt x="527519" y="84586"/>
                  </a:lnTo>
                  <a:lnTo>
                    <a:pt x="529086" y="95335"/>
                  </a:lnTo>
                  <a:lnTo>
                    <a:pt x="530652" y="106084"/>
                  </a:lnTo>
                  <a:lnTo>
                    <a:pt x="532219" y="116833"/>
                  </a:lnTo>
                  <a:lnTo>
                    <a:pt x="533786" y="127582"/>
                  </a:lnTo>
                  <a:lnTo>
                    <a:pt x="535352" y="138331"/>
                  </a:lnTo>
                  <a:lnTo>
                    <a:pt x="536919" y="149080"/>
                  </a:lnTo>
                  <a:lnTo>
                    <a:pt x="538485" y="159829"/>
                  </a:lnTo>
                  <a:lnTo>
                    <a:pt x="540052" y="169860"/>
                  </a:lnTo>
                  <a:lnTo>
                    <a:pt x="541619" y="178246"/>
                  </a:lnTo>
                  <a:lnTo>
                    <a:pt x="543185" y="184987"/>
                  </a:lnTo>
                  <a:lnTo>
                    <a:pt x="544752" y="189512"/>
                  </a:lnTo>
                  <a:lnTo>
                    <a:pt x="546318" y="190199"/>
                  </a:lnTo>
                  <a:lnTo>
                    <a:pt x="547885" y="190887"/>
                  </a:lnTo>
                  <a:lnTo>
                    <a:pt x="549452" y="191575"/>
                  </a:lnTo>
                  <a:lnTo>
                    <a:pt x="551018" y="193016"/>
                  </a:lnTo>
                  <a:lnTo>
                    <a:pt x="552585" y="194102"/>
                  </a:lnTo>
                  <a:lnTo>
                    <a:pt x="554151" y="195542"/>
                  </a:lnTo>
                  <a:lnTo>
                    <a:pt x="555718" y="196628"/>
                  </a:lnTo>
                  <a:lnTo>
                    <a:pt x="557284" y="198069"/>
                  </a:lnTo>
                  <a:lnTo>
                    <a:pt x="558851" y="199072"/>
                  </a:lnTo>
                  <a:lnTo>
                    <a:pt x="560418" y="200075"/>
                  </a:lnTo>
                  <a:lnTo>
                    <a:pt x="561984" y="201078"/>
                  </a:lnTo>
                  <a:lnTo>
                    <a:pt x="563551" y="202082"/>
                  </a:lnTo>
                  <a:lnTo>
                    <a:pt x="565117" y="202834"/>
                  </a:lnTo>
                  <a:lnTo>
                    <a:pt x="566684" y="203586"/>
                  </a:lnTo>
                  <a:lnTo>
                    <a:pt x="568251" y="204338"/>
                  </a:lnTo>
                  <a:lnTo>
                    <a:pt x="569817" y="205090"/>
                  </a:lnTo>
                  <a:lnTo>
                    <a:pt x="571384" y="205842"/>
                  </a:lnTo>
                  <a:lnTo>
                    <a:pt x="572950" y="206595"/>
                  </a:lnTo>
                  <a:lnTo>
                    <a:pt x="574517" y="206595"/>
                  </a:lnTo>
                  <a:lnTo>
                    <a:pt x="576084" y="206595"/>
                  </a:lnTo>
                  <a:lnTo>
                    <a:pt x="577650" y="206595"/>
                  </a:lnTo>
                  <a:lnTo>
                    <a:pt x="579217" y="206595"/>
                  </a:lnTo>
                  <a:lnTo>
                    <a:pt x="580783" y="205423"/>
                  </a:lnTo>
                  <a:lnTo>
                    <a:pt x="582350" y="204671"/>
                  </a:lnTo>
                  <a:lnTo>
                    <a:pt x="583916" y="203499"/>
                  </a:lnTo>
                  <a:lnTo>
                    <a:pt x="585483" y="202725"/>
                  </a:lnTo>
                  <a:lnTo>
                    <a:pt x="587050" y="201431"/>
                  </a:lnTo>
                  <a:lnTo>
                    <a:pt x="588616" y="197264"/>
                  </a:lnTo>
                  <a:lnTo>
                    <a:pt x="590183" y="190032"/>
                  </a:lnTo>
                  <a:lnTo>
                    <a:pt x="591749" y="182800"/>
                  </a:lnTo>
                  <a:lnTo>
                    <a:pt x="593316" y="175568"/>
                  </a:lnTo>
                  <a:lnTo>
                    <a:pt x="594883" y="168335"/>
                  </a:lnTo>
                  <a:lnTo>
                    <a:pt x="596449" y="161104"/>
                  </a:lnTo>
                  <a:lnTo>
                    <a:pt x="598016" y="153872"/>
                  </a:lnTo>
                  <a:lnTo>
                    <a:pt x="599582" y="146639"/>
                  </a:lnTo>
                  <a:lnTo>
                    <a:pt x="601149" y="139407"/>
                  </a:lnTo>
                  <a:lnTo>
                    <a:pt x="602716" y="132580"/>
                  </a:lnTo>
                  <a:lnTo>
                    <a:pt x="604282" y="126527"/>
                  </a:lnTo>
                  <a:lnTo>
                    <a:pt x="605849" y="121247"/>
                  </a:lnTo>
                  <a:lnTo>
                    <a:pt x="607415" y="116365"/>
                  </a:lnTo>
                  <a:lnTo>
                    <a:pt x="608982" y="111086"/>
                  </a:lnTo>
                  <a:lnTo>
                    <a:pt x="610548" y="106205"/>
                  </a:lnTo>
                  <a:lnTo>
                    <a:pt x="612115" y="103886"/>
                  </a:lnTo>
                  <a:lnTo>
                    <a:pt x="613682" y="105058"/>
                  </a:lnTo>
                  <a:lnTo>
                    <a:pt x="615248" y="106231"/>
                  </a:lnTo>
                  <a:lnTo>
                    <a:pt x="616815" y="107403"/>
                  </a:lnTo>
                  <a:lnTo>
                    <a:pt x="618381" y="108575"/>
                  </a:lnTo>
                  <a:lnTo>
                    <a:pt x="619948" y="109747"/>
                  </a:lnTo>
                  <a:lnTo>
                    <a:pt x="621515" y="111323"/>
                  </a:lnTo>
                  <a:lnTo>
                    <a:pt x="623081" y="112900"/>
                  </a:lnTo>
                  <a:lnTo>
                    <a:pt x="624648" y="114072"/>
                  </a:lnTo>
                  <a:lnTo>
                    <a:pt x="626214" y="114824"/>
                  </a:lnTo>
                  <a:lnTo>
                    <a:pt x="627781" y="115576"/>
                  </a:lnTo>
                  <a:lnTo>
                    <a:pt x="629348" y="115576"/>
                  </a:lnTo>
                  <a:lnTo>
                    <a:pt x="630914" y="115222"/>
                  </a:lnTo>
                  <a:lnTo>
                    <a:pt x="632481" y="115222"/>
                  </a:lnTo>
                  <a:lnTo>
                    <a:pt x="634047" y="114868"/>
                  </a:lnTo>
                  <a:lnTo>
                    <a:pt x="635614" y="115222"/>
                  </a:lnTo>
                  <a:lnTo>
                    <a:pt x="637180" y="115222"/>
                  </a:lnTo>
                  <a:lnTo>
                    <a:pt x="638747" y="115222"/>
                  </a:lnTo>
                  <a:lnTo>
                    <a:pt x="640314" y="115222"/>
                  </a:lnTo>
                  <a:lnTo>
                    <a:pt x="641880" y="115222"/>
                  </a:lnTo>
                  <a:lnTo>
                    <a:pt x="643447" y="115222"/>
                  </a:lnTo>
                  <a:lnTo>
                    <a:pt x="645013" y="114868"/>
                  </a:lnTo>
                  <a:lnTo>
                    <a:pt x="646580" y="114514"/>
                  </a:lnTo>
                  <a:lnTo>
                    <a:pt x="648147" y="114160"/>
                  </a:lnTo>
                  <a:lnTo>
                    <a:pt x="649713" y="113806"/>
                  </a:lnTo>
                  <a:lnTo>
                    <a:pt x="651280" y="113452"/>
                  </a:lnTo>
                  <a:lnTo>
                    <a:pt x="652846" y="113098"/>
                  </a:lnTo>
                  <a:lnTo>
                    <a:pt x="654413" y="113097"/>
                  </a:lnTo>
                  <a:lnTo>
                    <a:pt x="655980" y="112846"/>
                  </a:lnTo>
                  <a:lnTo>
                    <a:pt x="657546" y="112595"/>
                  </a:lnTo>
                  <a:lnTo>
                    <a:pt x="659113" y="111509"/>
                  </a:lnTo>
                  <a:lnTo>
                    <a:pt x="660679" y="110821"/>
                  </a:lnTo>
                  <a:lnTo>
                    <a:pt x="662246" y="110132"/>
                  </a:lnTo>
                  <a:lnTo>
                    <a:pt x="663812" y="109445"/>
                  </a:lnTo>
                  <a:lnTo>
                    <a:pt x="665379" y="108795"/>
                  </a:lnTo>
                  <a:lnTo>
                    <a:pt x="666946" y="108666"/>
                  </a:lnTo>
                  <a:lnTo>
                    <a:pt x="668512" y="111661"/>
                  </a:lnTo>
                  <a:lnTo>
                    <a:pt x="670079" y="117317"/>
                  </a:lnTo>
                  <a:lnTo>
                    <a:pt x="671645" y="122972"/>
                  </a:lnTo>
                  <a:lnTo>
                    <a:pt x="673212" y="128627"/>
                  </a:lnTo>
                  <a:lnTo>
                    <a:pt x="674779" y="134283"/>
                  </a:lnTo>
                  <a:lnTo>
                    <a:pt x="676345" y="139938"/>
                  </a:lnTo>
                  <a:lnTo>
                    <a:pt x="677912" y="145594"/>
                  </a:lnTo>
                  <a:lnTo>
                    <a:pt x="679478" y="151249"/>
                  </a:lnTo>
                  <a:lnTo>
                    <a:pt x="681045" y="157303"/>
                  </a:lnTo>
                  <a:lnTo>
                    <a:pt x="682612" y="163356"/>
                  </a:lnTo>
                  <a:lnTo>
                    <a:pt x="684178" y="169410"/>
                  </a:lnTo>
                  <a:lnTo>
                    <a:pt x="685745" y="174689"/>
                  </a:lnTo>
                  <a:lnTo>
                    <a:pt x="687311" y="179968"/>
                  </a:lnTo>
                  <a:lnTo>
                    <a:pt x="688878" y="185247"/>
                  </a:lnTo>
                  <a:lnTo>
                    <a:pt x="690444" y="190129"/>
                  </a:lnTo>
                  <a:lnTo>
                    <a:pt x="692011" y="192448"/>
                  </a:lnTo>
                  <a:lnTo>
                    <a:pt x="693578" y="191674"/>
                  </a:lnTo>
                  <a:lnTo>
                    <a:pt x="695144" y="190900"/>
                  </a:lnTo>
                  <a:lnTo>
                    <a:pt x="696711" y="190126"/>
                  </a:lnTo>
                  <a:lnTo>
                    <a:pt x="698277" y="189352"/>
                  </a:lnTo>
                  <a:lnTo>
                    <a:pt x="699844" y="188578"/>
                  </a:lnTo>
                  <a:lnTo>
                    <a:pt x="701411" y="187399"/>
                  </a:lnTo>
                  <a:lnTo>
                    <a:pt x="702977" y="186220"/>
                  </a:lnTo>
                  <a:lnTo>
                    <a:pt x="704544" y="185048"/>
                  </a:lnTo>
                  <a:lnTo>
                    <a:pt x="706110" y="184296"/>
                  </a:lnTo>
                  <a:lnTo>
                    <a:pt x="707677" y="183544"/>
                  </a:lnTo>
                  <a:lnTo>
                    <a:pt x="709244" y="183545"/>
                  </a:lnTo>
                  <a:lnTo>
                    <a:pt x="710810" y="183545"/>
                  </a:lnTo>
                  <a:lnTo>
                    <a:pt x="712377" y="183147"/>
                  </a:lnTo>
                  <a:lnTo>
                    <a:pt x="713943" y="182749"/>
                  </a:lnTo>
                  <a:lnTo>
                    <a:pt x="715510" y="181745"/>
                  </a:lnTo>
                  <a:lnTo>
                    <a:pt x="717076" y="180994"/>
                  </a:lnTo>
                  <a:lnTo>
                    <a:pt x="718643" y="180639"/>
                  </a:lnTo>
                  <a:lnTo>
                    <a:pt x="720210" y="181464"/>
                  </a:lnTo>
                  <a:lnTo>
                    <a:pt x="721776" y="182288"/>
                  </a:lnTo>
                  <a:lnTo>
                    <a:pt x="723343" y="183112"/>
                  </a:lnTo>
                  <a:lnTo>
                    <a:pt x="724909" y="184291"/>
                  </a:lnTo>
                  <a:lnTo>
                    <a:pt x="726476" y="185469"/>
                  </a:lnTo>
                  <a:lnTo>
                    <a:pt x="728043" y="187278"/>
                  </a:lnTo>
                  <a:lnTo>
                    <a:pt x="729609" y="189087"/>
                  </a:lnTo>
                  <a:lnTo>
                    <a:pt x="731176" y="190896"/>
                  </a:lnTo>
                  <a:lnTo>
                    <a:pt x="732742" y="192705"/>
                  </a:lnTo>
                  <a:lnTo>
                    <a:pt x="734309" y="194912"/>
                  </a:lnTo>
                  <a:lnTo>
                    <a:pt x="735876" y="197369"/>
                  </a:lnTo>
                  <a:lnTo>
                    <a:pt x="737442" y="199827"/>
                  </a:lnTo>
                  <a:lnTo>
                    <a:pt x="739009" y="202722"/>
                  </a:lnTo>
                  <a:lnTo>
                    <a:pt x="740575" y="205617"/>
                  </a:lnTo>
                  <a:lnTo>
                    <a:pt x="742142" y="207882"/>
                  </a:lnTo>
                  <a:lnTo>
                    <a:pt x="743708" y="209322"/>
                  </a:lnTo>
                  <a:lnTo>
                    <a:pt x="745275" y="210746"/>
                  </a:lnTo>
                  <a:lnTo>
                    <a:pt x="746842" y="212169"/>
                  </a:lnTo>
                  <a:lnTo>
                    <a:pt x="748408" y="213746"/>
                  </a:lnTo>
                  <a:lnTo>
                    <a:pt x="749975" y="215322"/>
                  </a:lnTo>
                  <a:lnTo>
                    <a:pt x="751541" y="217530"/>
                  </a:lnTo>
                  <a:lnTo>
                    <a:pt x="753108" y="219736"/>
                  </a:lnTo>
                  <a:lnTo>
                    <a:pt x="754675" y="221944"/>
                  </a:lnTo>
                  <a:lnTo>
                    <a:pt x="756241" y="224151"/>
                  </a:lnTo>
                  <a:lnTo>
                    <a:pt x="757808" y="226358"/>
                  </a:lnTo>
                  <a:lnTo>
                    <a:pt x="759374" y="228565"/>
                  </a:lnTo>
                  <a:lnTo>
                    <a:pt x="760941" y="230374"/>
                  </a:lnTo>
                  <a:lnTo>
                    <a:pt x="762508" y="231553"/>
                  </a:lnTo>
                  <a:lnTo>
                    <a:pt x="764074" y="232731"/>
                  </a:lnTo>
                  <a:lnTo>
                    <a:pt x="765641" y="234540"/>
                  </a:lnTo>
                  <a:lnTo>
                    <a:pt x="767207" y="236349"/>
                  </a:lnTo>
                  <a:lnTo>
                    <a:pt x="768774" y="238158"/>
                  </a:lnTo>
                  <a:lnTo>
                    <a:pt x="770340" y="240818"/>
                  </a:lnTo>
                  <a:lnTo>
                    <a:pt x="771907" y="242627"/>
                  </a:lnTo>
                  <a:lnTo>
                    <a:pt x="773474" y="244436"/>
                  </a:lnTo>
                  <a:lnTo>
                    <a:pt x="775040" y="245614"/>
                  </a:lnTo>
                  <a:lnTo>
                    <a:pt x="776607" y="247423"/>
                  </a:lnTo>
                  <a:lnTo>
                    <a:pt x="778173" y="249233"/>
                  </a:lnTo>
                  <a:lnTo>
                    <a:pt x="779740" y="251042"/>
                  </a:lnTo>
                  <a:lnTo>
                    <a:pt x="781307" y="252851"/>
                  </a:lnTo>
                  <a:lnTo>
                    <a:pt x="782873" y="254660"/>
                  </a:lnTo>
                  <a:lnTo>
                    <a:pt x="783536" y="25595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2828009" y="5588001"/>
              <a:ext cx="387162" cy="172401"/>
            </a:xfrm>
            <a:custGeom>
              <a:avLst/>
              <a:pathLst>
                <a:path w="387162" h="172401">
                  <a:moveTo>
                    <a:pt x="0" y="172401"/>
                  </a:moveTo>
                  <a:lnTo>
                    <a:pt x="1435" y="168968"/>
                  </a:lnTo>
                  <a:lnTo>
                    <a:pt x="3002" y="165222"/>
                  </a:lnTo>
                  <a:lnTo>
                    <a:pt x="4568" y="161476"/>
                  </a:lnTo>
                  <a:lnTo>
                    <a:pt x="6135" y="157730"/>
                  </a:lnTo>
                  <a:lnTo>
                    <a:pt x="7702" y="154835"/>
                  </a:lnTo>
                  <a:lnTo>
                    <a:pt x="9268" y="151940"/>
                  </a:lnTo>
                  <a:lnTo>
                    <a:pt x="10835" y="149045"/>
                  </a:lnTo>
                  <a:lnTo>
                    <a:pt x="12401" y="146780"/>
                  </a:lnTo>
                  <a:lnTo>
                    <a:pt x="13968" y="144952"/>
                  </a:lnTo>
                  <a:lnTo>
                    <a:pt x="15534" y="143949"/>
                  </a:lnTo>
                  <a:lnTo>
                    <a:pt x="17101" y="143698"/>
                  </a:lnTo>
                  <a:lnTo>
                    <a:pt x="18668" y="143049"/>
                  </a:lnTo>
                  <a:lnTo>
                    <a:pt x="20234" y="142046"/>
                  </a:lnTo>
                  <a:lnTo>
                    <a:pt x="21801" y="141043"/>
                  </a:lnTo>
                  <a:lnTo>
                    <a:pt x="23367" y="137857"/>
                  </a:lnTo>
                  <a:lnTo>
                    <a:pt x="24934" y="133441"/>
                  </a:lnTo>
                  <a:lnTo>
                    <a:pt x="26501" y="129423"/>
                  </a:lnTo>
                  <a:lnTo>
                    <a:pt x="28067" y="125406"/>
                  </a:lnTo>
                  <a:lnTo>
                    <a:pt x="29634" y="121388"/>
                  </a:lnTo>
                  <a:lnTo>
                    <a:pt x="31200" y="117370"/>
                  </a:lnTo>
                  <a:lnTo>
                    <a:pt x="32767" y="112318"/>
                  </a:lnTo>
                  <a:lnTo>
                    <a:pt x="34334" y="107265"/>
                  </a:lnTo>
                  <a:lnTo>
                    <a:pt x="35900" y="102212"/>
                  </a:lnTo>
                  <a:lnTo>
                    <a:pt x="37467" y="95910"/>
                  </a:lnTo>
                  <a:lnTo>
                    <a:pt x="39033" y="88812"/>
                  </a:lnTo>
                  <a:lnTo>
                    <a:pt x="40600" y="82111"/>
                  </a:lnTo>
                  <a:lnTo>
                    <a:pt x="42166" y="76207"/>
                  </a:lnTo>
                  <a:lnTo>
                    <a:pt x="43733" y="70303"/>
                  </a:lnTo>
                  <a:lnTo>
                    <a:pt x="45300" y="63871"/>
                  </a:lnTo>
                  <a:lnTo>
                    <a:pt x="46866" y="57442"/>
                  </a:lnTo>
                  <a:lnTo>
                    <a:pt x="48433" y="52389"/>
                  </a:lnTo>
                  <a:lnTo>
                    <a:pt x="49999" y="46938"/>
                  </a:lnTo>
                  <a:lnTo>
                    <a:pt x="51566" y="40636"/>
                  </a:lnTo>
                  <a:lnTo>
                    <a:pt x="53133" y="34335"/>
                  </a:lnTo>
                  <a:lnTo>
                    <a:pt x="54699" y="28431"/>
                  </a:lnTo>
                  <a:lnTo>
                    <a:pt x="56266" y="23378"/>
                  </a:lnTo>
                  <a:lnTo>
                    <a:pt x="57832" y="18326"/>
                  </a:lnTo>
                  <a:lnTo>
                    <a:pt x="59399" y="13273"/>
                  </a:lnTo>
                  <a:lnTo>
                    <a:pt x="60966" y="9256"/>
                  </a:lnTo>
                  <a:lnTo>
                    <a:pt x="62532" y="6836"/>
                  </a:lnTo>
                  <a:lnTo>
                    <a:pt x="64099" y="4012"/>
                  </a:lnTo>
                  <a:lnTo>
                    <a:pt x="65665" y="2577"/>
                  </a:lnTo>
                  <a:lnTo>
                    <a:pt x="67232" y="1143"/>
                  </a:lnTo>
                  <a:lnTo>
                    <a:pt x="68798" y="0"/>
                  </a:lnTo>
                  <a:lnTo>
                    <a:pt x="70365" y="1179"/>
                  </a:lnTo>
                  <a:lnTo>
                    <a:pt x="71932" y="2755"/>
                  </a:lnTo>
                  <a:lnTo>
                    <a:pt x="73498" y="4962"/>
                  </a:lnTo>
                  <a:lnTo>
                    <a:pt x="75065" y="7420"/>
                  </a:lnTo>
                  <a:lnTo>
                    <a:pt x="76631" y="10315"/>
                  </a:lnTo>
                  <a:lnTo>
                    <a:pt x="78198" y="14061"/>
                  </a:lnTo>
                  <a:lnTo>
                    <a:pt x="79765" y="17807"/>
                  </a:lnTo>
                  <a:lnTo>
                    <a:pt x="81331" y="21553"/>
                  </a:lnTo>
                  <a:lnTo>
                    <a:pt x="82898" y="25300"/>
                  </a:lnTo>
                  <a:lnTo>
                    <a:pt x="84464" y="29843"/>
                  </a:lnTo>
                  <a:lnTo>
                    <a:pt x="86031" y="32738"/>
                  </a:lnTo>
                  <a:lnTo>
                    <a:pt x="87598" y="35633"/>
                  </a:lnTo>
                  <a:lnTo>
                    <a:pt x="89164" y="38528"/>
                  </a:lnTo>
                  <a:lnTo>
                    <a:pt x="90731" y="41423"/>
                  </a:lnTo>
                  <a:lnTo>
                    <a:pt x="92297" y="44318"/>
                  </a:lnTo>
                  <a:lnTo>
                    <a:pt x="93864" y="46776"/>
                  </a:lnTo>
                  <a:lnTo>
                    <a:pt x="95430" y="49234"/>
                  </a:lnTo>
                  <a:lnTo>
                    <a:pt x="96997" y="50657"/>
                  </a:lnTo>
                  <a:lnTo>
                    <a:pt x="98564" y="52080"/>
                  </a:lnTo>
                  <a:lnTo>
                    <a:pt x="100130" y="53908"/>
                  </a:lnTo>
                  <a:lnTo>
                    <a:pt x="101697" y="55332"/>
                  </a:lnTo>
                  <a:lnTo>
                    <a:pt x="103263" y="58517"/>
                  </a:lnTo>
                  <a:lnTo>
                    <a:pt x="104830" y="63337"/>
                  </a:lnTo>
                  <a:lnTo>
                    <a:pt x="106397" y="68390"/>
                  </a:lnTo>
                  <a:lnTo>
                    <a:pt x="107963" y="72407"/>
                  </a:lnTo>
                  <a:lnTo>
                    <a:pt x="109530" y="76425"/>
                  </a:lnTo>
                  <a:lnTo>
                    <a:pt x="111096" y="80443"/>
                  </a:lnTo>
                  <a:lnTo>
                    <a:pt x="112663" y="84041"/>
                  </a:lnTo>
                  <a:lnTo>
                    <a:pt x="114230" y="87639"/>
                  </a:lnTo>
                  <a:lnTo>
                    <a:pt x="115796" y="91657"/>
                  </a:lnTo>
                  <a:lnTo>
                    <a:pt x="117363" y="96073"/>
                  </a:lnTo>
                  <a:lnTo>
                    <a:pt x="118929" y="100489"/>
                  </a:lnTo>
                  <a:lnTo>
                    <a:pt x="120496" y="104506"/>
                  </a:lnTo>
                  <a:lnTo>
                    <a:pt x="122062" y="108928"/>
                  </a:lnTo>
                  <a:lnTo>
                    <a:pt x="123629" y="112946"/>
                  </a:lnTo>
                  <a:lnTo>
                    <a:pt x="125196" y="117492"/>
                  </a:lnTo>
                  <a:lnTo>
                    <a:pt x="126762" y="122467"/>
                  </a:lnTo>
                  <a:lnTo>
                    <a:pt x="128329" y="126485"/>
                  </a:lnTo>
                  <a:lnTo>
                    <a:pt x="129895" y="130480"/>
                  </a:lnTo>
                  <a:lnTo>
                    <a:pt x="131462" y="134896"/>
                  </a:lnTo>
                  <a:lnTo>
                    <a:pt x="133029" y="139716"/>
                  </a:lnTo>
                  <a:lnTo>
                    <a:pt x="134595" y="144139"/>
                  </a:lnTo>
                  <a:lnTo>
                    <a:pt x="136162" y="148561"/>
                  </a:lnTo>
                  <a:lnTo>
                    <a:pt x="137728" y="152983"/>
                  </a:lnTo>
                  <a:lnTo>
                    <a:pt x="139295" y="157001"/>
                  </a:lnTo>
                  <a:lnTo>
                    <a:pt x="140862" y="161019"/>
                  </a:lnTo>
                  <a:lnTo>
                    <a:pt x="142428" y="163858"/>
                  </a:lnTo>
                  <a:lnTo>
                    <a:pt x="143995" y="167102"/>
                  </a:lnTo>
                  <a:lnTo>
                    <a:pt x="145561" y="168891"/>
                  </a:lnTo>
                  <a:lnTo>
                    <a:pt x="147128" y="170679"/>
                  </a:lnTo>
                  <a:lnTo>
                    <a:pt x="148694" y="171823"/>
                  </a:lnTo>
                  <a:lnTo>
                    <a:pt x="150261" y="170644"/>
                  </a:lnTo>
                  <a:lnTo>
                    <a:pt x="151828" y="169068"/>
                  </a:lnTo>
                  <a:lnTo>
                    <a:pt x="153394" y="167259"/>
                  </a:lnTo>
                  <a:lnTo>
                    <a:pt x="154961" y="165051"/>
                  </a:lnTo>
                  <a:lnTo>
                    <a:pt x="156527" y="162844"/>
                  </a:lnTo>
                  <a:lnTo>
                    <a:pt x="158094" y="159786"/>
                  </a:lnTo>
                  <a:lnTo>
                    <a:pt x="159661" y="157126"/>
                  </a:lnTo>
                  <a:lnTo>
                    <a:pt x="161227" y="154466"/>
                  </a:lnTo>
                  <a:lnTo>
                    <a:pt x="162794" y="151806"/>
                  </a:lnTo>
                  <a:lnTo>
                    <a:pt x="164360" y="148349"/>
                  </a:lnTo>
                  <a:lnTo>
                    <a:pt x="165927" y="146540"/>
                  </a:lnTo>
                  <a:lnTo>
                    <a:pt x="167494" y="144731"/>
                  </a:lnTo>
                  <a:lnTo>
                    <a:pt x="169060" y="142922"/>
                  </a:lnTo>
                  <a:lnTo>
                    <a:pt x="170627" y="141113"/>
                  </a:lnTo>
                  <a:lnTo>
                    <a:pt x="172193" y="139658"/>
                  </a:lnTo>
                  <a:lnTo>
                    <a:pt x="173760" y="138203"/>
                  </a:lnTo>
                  <a:lnTo>
                    <a:pt x="175326" y="136749"/>
                  </a:lnTo>
                  <a:lnTo>
                    <a:pt x="176893" y="135975"/>
                  </a:lnTo>
                  <a:lnTo>
                    <a:pt x="178460" y="135201"/>
                  </a:lnTo>
                  <a:lnTo>
                    <a:pt x="180026" y="133624"/>
                  </a:lnTo>
                  <a:lnTo>
                    <a:pt x="181593" y="132451"/>
                  </a:lnTo>
                  <a:lnTo>
                    <a:pt x="183159" y="130624"/>
                  </a:lnTo>
                  <a:lnTo>
                    <a:pt x="184726" y="129047"/>
                  </a:lnTo>
                  <a:lnTo>
                    <a:pt x="186293" y="126840"/>
                  </a:lnTo>
                  <a:lnTo>
                    <a:pt x="187859" y="126066"/>
                  </a:lnTo>
                  <a:lnTo>
                    <a:pt x="189426" y="125646"/>
                  </a:lnTo>
                  <a:lnTo>
                    <a:pt x="190992" y="125226"/>
                  </a:lnTo>
                  <a:lnTo>
                    <a:pt x="192559" y="125226"/>
                  </a:lnTo>
                  <a:lnTo>
                    <a:pt x="194126" y="125226"/>
                  </a:lnTo>
                  <a:lnTo>
                    <a:pt x="195692" y="124807"/>
                  </a:lnTo>
                  <a:lnTo>
                    <a:pt x="197259" y="124807"/>
                  </a:lnTo>
                  <a:lnTo>
                    <a:pt x="198825" y="124807"/>
                  </a:lnTo>
                  <a:lnTo>
                    <a:pt x="200392" y="125211"/>
                  </a:lnTo>
                  <a:lnTo>
                    <a:pt x="201958" y="125211"/>
                  </a:lnTo>
                  <a:lnTo>
                    <a:pt x="203525" y="125615"/>
                  </a:lnTo>
                  <a:lnTo>
                    <a:pt x="205092" y="126019"/>
                  </a:lnTo>
                  <a:lnTo>
                    <a:pt x="206658" y="126844"/>
                  </a:lnTo>
                  <a:lnTo>
                    <a:pt x="208225" y="127248"/>
                  </a:lnTo>
                  <a:lnTo>
                    <a:pt x="209791" y="128072"/>
                  </a:lnTo>
                  <a:lnTo>
                    <a:pt x="211358" y="128073"/>
                  </a:lnTo>
                  <a:lnTo>
                    <a:pt x="212925" y="127248"/>
                  </a:lnTo>
                  <a:lnTo>
                    <a:pt x="214491" y="126424"/>
                  </a:lnTo>
                  <a:lnTo>
                    <a:pt x="216058" y="125599"/>
                  </a:lnTo>
                  <a:lnTo>
                    <a:pt x="217624" y="124774"/>
                  </a:lnTo>
                  <a:lnTo>
                    <a:pt x="219191" y="124001"/>
                  </a:lnTo>
                  <a:lnTo>
                    <a:pt x="220758" y="122829"/>
                  </a:lnTo>
                  <a:lnTo>
                    <a:pt x="222324" y="121657"/>
                  </a:lnTo>
                  <a:lnTo>
                    <a:pt x="223891" y="120234"/>
                  </a:lnTo>
                  <a:lnTo>
                    <a:pt x="225457" y="119231"/>
                  </a:lnTo>
                  <a:lnTo>
                    <a:pt x="227024" y="118227"/>
                  </a:lnTo>
                  <a:lnTo>
                    <a:pt x="228590" y="117578"/>
                  </a:lnTo>
                  <a:lnTo>
                    <a:pt x="230157" y="116929"/>
                  </a:lnTo>
                  <a:lnTo>
                    <a:pt x="231724" y="116241"/>
                  </a:lnTo>
                  <a:lnTo>
                    <a:pt x="233290" y="115155"/>
                  </a:lnTo>
                  <a:lnTo>
                    <a:pt x="234857" y="114467"/>
                  </a:lnTo>
                  <a:lnTo>
                    <a:pt x="236423" y="113779"/>
                  </a:lnTo>
                  <a:lnTo>
                    <a:pt x="237990" y="113091"/>
                  </a:lnTo>
                  <a:lnTo>
                    <a:pt x="239557" y="112005"/>
                  </a:lnTo>
                  <a:lnTo>
                    <a:pt x="241123" y="112005"/>
                  </a:lnTo>
                  <a:lnTo>
                    <a:pt x="242690" y="112005"/>
                  </a:lnTo>
                  <a:lnTo>
                    <a:pt x="244256" y="112006"/>
                  </a:lnTo>
                  <a:lnTo>
                    <a:pt x="245823" y="112006"/>
                  </a:lnTo>
                  <a:lnTo>
                    <a:pt x="247389" y="112006"/>
                  </a:lnTo>
                  <a:lnTo>
                    <a:pt x="248956" y="112360"/>
                  </a:lnTo>
                  <a:lnTo>
                    <a:pt x="250523" y="113134"/>
                  </a:lnTo>
                  <a:lnTo>
                    <a:pt x="252089" y="113958"/>
                  </a:lnTo>
                  <a:lnTo>
                    <a:pt x="253656" y="114782"/>
                  </a:lnTo>
                  <a:lnTo>
                    <a:pt x="255222" y="115607"/>
                  </a:lnTo>
                  <a:lnTo>
                    <a:pt x="256789" y="116786"/>
                  </a:lnTo>
                  <a:lnTo>
                    <a:pt x="258356" y="119446"/>
                  </a:lnTo>
                  <a:lnTo>
                    <a:pt x="259922" y="123301"/>
                  </a:lnTo>
                  <a:lnTo>
                    <a:pt x="261489" y="127156"/>
                  </a:lnTo>
                  <a:lnTo>
                    <a:pt x="263055" y="131262"/>
                  </a:lnTo>
                  <a:lnTo>
                    <a:pt x="264622" y="134320"/>
                  </a:lnTo>
                  <a:lnTo>
                    <a:pt x="266189" y="137378"/>
                  </a:lnTo>
                  <a:lnTo>
                    <a:pt x="267755" y="140038"/>
                  </a:lnTo>
                  <a:lnTo>
                    <a:pt x="269322" y="142344"/>
                  </a:lnTo>
                  <a:lnTo>
                    <a:pt x="270888" y="144650"/>
                  </a:lnTo>
                  <a:lnTo>
                    <a:pt x="272455" y="146955"/>
                  </a:lnTo>
                  <a:lnTo>
                    <a:pt x="274021" y="148410"/>
                  </a:lnTo>
                  <a:lnTo>
                    <a:pt x="275588" y="149865"/>
                  </a:lnTo>
                  <a:lnTo>
                    <a:pt x="277155" y="150900"/>
                  </a:lnTo>
                  <a:lnTo>
                    <a:pt x="278721" y="151935"/>
                  </a:lnTo>
                  <a:lnTo>
                    <a:pt x="280288" y="152565"/>
                  </a:lnTo>
                  <a:lnTo>
                    <a:pt x="281854" y="151386"/>
                  </a:lnTo>
                  <a:lnTo>
                    <a:pt x="283421" y="149810"/>
                  </a:lnTo>
                  <a:lnTo>
                    <a:pt x="284988" y="147982"/>
                  </a:lnTo>
                  <a:lnTo>
                    <a:pt x="286554" y="146154"/>
                  </a:lnTo>
                  <a:lnTo>
                    <a:pt x="288121" y="144326"/>
                  </a:lnTo>
                  <a:lnTo>
                    <a:pt x="289687" y="142750"/>
                  </a:lnTo>
                  <a:lnTo>
                    <a:pt x="291254" y="141578"/>
                  </a:lnTo>
                  <a:lnTo>
                    <a:pt x="292821" y="140826"/>
                  </a:lnTo>
                  <a:lnTo>
                    <a:pt x="294387" y="140073"/>
                  </a:lnTo>
                  <a:lnTo>
                    <a:pt x="295954" y="139322"/>
                  </a:lnTo>
                  <a:lnTo>
                    <a:pt x="297520" y="138569"/>
                  </a:lnTo>
                  <a:lnTo>
                    <a:pt x="299087" y="138171"/>
                  </a:lnTo>
                  <a:lnTo>
                    <a:pt x="300653" y="138171"/>
                  </a:lnTo>
                  <a:lnTo>
                    <a:pt x="302220" y="138569"/>
                  </a:lnTo>
                  <a:lnTo>
                    <a:pt x="303787" y="139218"/>
                  </a:lnTo>
                  <a:lnTo>
                    <a:pt x="305353" y="139867"/>
                  </a:lnTo>
                  <a:lnTo>
                    <a:pt x="306920" y="140516"/>
                  </a:lnTo>
                  <a:lnTo>
                    <a:pt x="308486" y="141166"/>
                  </a:lnTo>
                  <a:lnTo>
                    <a:pt x="310053" y="142169"/>
                  </a:lnTo>
                  <a:lnTo>
                    <a:pt x="311620" y="145063"/>
                  </a:lnTo>
                  <a:lnTo>
                    <a:pt x="313186" y="147328"/>
                  </a:lnTo>
                  <a:lnTo>
                    <a:pt x="314753" y="149593"/>
                  </a:lnTo>
                  <a:lnTo>
                    <a:pt x="316319" y="151453"/>
                  </a:lnTo>
                  <a:lnTo>
                    <a:pt x="317886" y="153313"/>
                  </a:lnTo>
                  <a:lnTo>
                    <a:pt x="319453" y="155174"/>
                  </a:lnTo>
                  <a:lnTo>
                    <a:pt x="321019" y="155948"/>
                  </a:lnTo>
                  <a:lnTo>
                    <a:pt x="322586" y="156722"/>
                  </a:lnTo>
                  <a:lnTo>
                    <a:pt x="324152" y="157496"/>
                  </a:lnTo>
                  <a:lnTo>
                    <a:pt x="325719" y="158270"/>
                  </a:lnTo>
                  <a:lnTo>
                    <a:pt x="327285" y="159044"/>
                  </a:lnTo>
                  <a:lnTo>
                    <a:pt x="328852" y="159464"/>
                  </a:lnTo>
                  <a:lnTo>
                    <a:pt x="330419" y="159465"/>
                  </a:lnTo>
                  <a:lnTo>
                    <a:pt x="331985" y="159060"/>
                  </a:lnTo>
                  <a:lnTo>
                    <a:pt x="333552" y="158236"/>
                  </a:lnTo>
                  <a:lnTo>
                    <a:pt x="335118" y="156408"/>
                  </a:lnTo>
                  <a:lnTo>
                    <a:pt x="336685" y="154581"/>
                  </a:lnTo>
                  <a:lnTo>
                    <a:pt x="338252" y="151272"/>
                  </a:lnTo>
                  <a:lnTo>
                    <a:pt x="339818" y="147166"/>
                  </a:lnTo>
                  <a:lnTo>
                    <a:pt x="341385" y="143311"/>
                  </a:lnTo>
                  <a:lnTo>
                    <a:pt x="342951" y="139455"/>
                  </a:lnTo>
                  <a:lnTo>
                    <a:pt x="344518" y="136795"/>
                  </a:lnTo>
                  <a:lnTo>
                    <a:pt x="346085" y="134135"/>
                  </a:lnTo>
                  <a:lnTo>
                    <a:pt x="347651" y="131830"/>
                  </a:lnTo>
                  <a:lnTo>
                    <a:pt x="349218" y="129524"/>
                  </a:lnTo>
                  <a:lnTo>
                    <a:pt x="350784" y="127638"/>
                  </a:lnTo>
                  <a:lnTo>
                    <a:pt x="352351" y="125752"/>
                  </a:lnTo>
                  <a:lnTo>
                    <a:pt x="353917" y="125122"/>
                  </a:lnTo>
                  <a:lnTo>
                    <a:pt x="355484" y="124491"/>
                  </a:lnTo>
                  <a:lnTo>
                    <a:pt x="357051" y="123860"/>
                  </a:lnTo>
                  <a:lnTo>
                    <a:pt x="358617" y="123860"/>
                  </a:lnTo>
                  <a:lnTo>
                    <a:pt x="360184" y="123860"/>
                  </a:lnTo>
                  <a:lnTo>
                    <a:pt x="361750" y="126519"/>
                  </a:lnTo>
                  <a:lnTo>
                    <a:pt x="363317" y="129578"/>
                  </a:lnTo>
                  <a:lnTo>
                    <a:pt x="364884" y="132887"/>
                  </a:lnTo>
                  <a:lnTo>
                    <a:pt x="366450" y="136196"/>
                  </a:lnTo>
                  <a:lnTo>
                    <a:pt x="368017" y="139505"/>
                  </a:lnTo>
                  <a:lnTo>
                    <a:pt x="369583" y="142563"/>
                  </a:lnTo>
                  <a:lnTo>
                    <a:pt x="371150" y="144770"/>
                  </a:lnTo>
                  <a:lnTo>
                    <a:pt x="372717" y="146977"/>
                  </a:lnTo>
                  <a:lnTo>
                    <a:pt x="374283" y="150035"/>
                  </a:lnTo>
                  <a:lnTo>
                    <a:pt x="375850" y="153093"/>
                  </a:lnTo>
                  <a:lnTo>
                    <a:pt x="377416" y="156151"/>
                  </a:lnTo>
                  <a:lnTo>
                    <a:pt x="378983" y="159209"/>
                  </a:lnTo>
                  <a:lnTo>
                    <a:pt x="380549" y="163064"/>
                  </a:lnTo>
                  <a:lnTo>
                    <a:pt x="382116" y="165724"/>
                  </a:lnTo>
                  <a:lnTo>
                    <a:pt x="383683" y="168384"/>
                  </a:lnTo>
                  <a:lnTo>
                    <a:pt x="385249" y="170193"/>
                  </a:lnTo>
                  <a:lnTo>
                    <a:pt x="386816" y="172002"/>
                  </a:lnTo>
                  <a:lnTo>
                    <a:pt x="387162" y="17240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232022" y="5752751"/>
              <a:ext cx="38844" cy="7651"/>
            </a:xfrm>
            <a:custGeom>
              <a:avLst/>
              <a:pathLst>
                <a:path w="38844" h="7651">
                  <a:moveTo>
                    <a:pt x="0" y="7651"/>
                  </a:moveTo>
                  <a:lnTo>
                    <a:pt x="36" y="7618"/>
                  </a:lnTo>
                  <a:lnTo>
                    <a:pt x="1602" y="6194"/>
                  </a:lnTo>
                  <a:lnTo>
                    <a:pt x="3169" y="5022"/>
                  </a:lnTo>
                  <a:lnTo>
                    <a:pt x="4735" y="3850"/>
                  </a:lnTo>
                  <a:lnTo>
                    <a:pt x="6302" y="2678"/>
                  </a:lnTo>
                  <a:lnTo>
                    <a:pt x="7869" y="1254"/>
                  </a:lnTo>
                  <a:lnTo>
                    <a:pt x="9435" y="251"/>
                  </a:lnTo>
                  <a:lnTo>
                    <a:pt x="11002" y="251"/>
                  </a:lnTo>
                  <a:lnTo>
                    <a:pt x="12568" y="251"/>
                  </a:lnTo>
                  <a:lnTo>
                    <a:pt x="14135" y="251"/>
                  </a:lnTo>
                  <a:lnTo>
                    <a:pt x="15702" y="251"/>
                  </a:lnTo>
                  <a:lnTo>
                    <a:pt x="17268" y="0"/>
                  </a:lnTo>
                  <a:lnTo>
                    <a:pt x="18835" y="752"/>
                  </a:lnTo>
                  <a:lnTo>
                    <a:pt x="20401" y="1106"/>
                  </a:lnTo>
                  <a:lnTo>
                    <a:pt x="21968" y="1460"/>
                  </a:lnTo>
                  <a:lnTo>
                    <a:pt x="23534" y="1460"/>
                  </a:lnTo>
                  <a:lnTo>
                    <a:pt x="25101" y="1880"/>
                  </a:lnTo>
                  <a:lnTo>
                    <a:pt x="26668" y="1880"/>
                  </a:lnTo>
                  <a:lnTo>
                    <a:pt x="28234" y="1881"/>
                  </a:lnTo>
                  <a:lnTo>
                    <a:pt x="29801" y="1881"/>
                  </a:lnTo>
                  <a:lnTo>
                    <a:pt x="31367" y="2511"/>
                  </a:lnTo>
                  <a:lnTo>
                    <a:pt x="32934" y="3141"/>
                  </a:lnTo>
                  <a:lnTo>
                    <a:pt x="34501" y="3993"/>
                  </a:lnTo>
                  <a:lnTo>
                    <a:pt x="36067" y="4844"/>
                  </a:lnTo>
                  <a:lnTo>
                    <a:pt x="37634" y="6427"/>
                  </a:lnTo>
                  <a:lnTo>
                    <a:pt x="38844" y="765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3508037" y="5709183"/>
              <a:ext cx="54965" cy="51219"/>
            </a:xfrm>
            <a:custGeom>
              <a:avLst/>
              <a:pathLst>
                <a:path w="54965" h="51219">
                  <a:moveTo>
                    <a:pt x="0" y="51219"/>
                  </a:moveTo>
                  <a:lnTo>
                    <a:pt x="1306" y="46150"/>
                  </a:lnTo>
                  <a:lnTo>
                    <a:pt x="2873" y="40071"/>
                  </a:lnTo>
                  <a:lnTo>
                    <a:pt x="4439" y="35430"/>
                  </a:lnTo>
                  <a:lnTo>
                    <a:pt x="6006" y="31186"/>
                  </a:lnTo>
                  <a:lnTo>
                    <a:pt x="7572" y="27729"/>
                  </a:lnTo>
                  <a:lnTo>
                    <a:pt x="9139" y="23840"/>
                  </a:lnTo>
                  <a:lnTo>
                    <a:pt x="10706" y="19951"/>
                  </a:lnTo>
                  <a:lnTo>
                    <a:pt x="12272" y="15296"/>
                  </a:lnTo>
                  <a:lnTo>
                    <a:pt x="13839" y="11827"/>
                  </a:lnTo>
                  <a:lnTo>
                    <a:pt x="15405" y="9144"/>
                  </a:lnTo>
                  <a:lnTo>
                    <a:pt x="16972" y="7496"/>
                  </a:lnTo>
                  <a:lnTo>
                    <a:pt x="18539" y="6645"/>
                  </a:lnTo>
                  <a:lnTo>
                    <a:pt x="20105" y="4997"/>
                  </a:lnTo>
                  <a:lnTo>
                    <a:pt x="21672" y="3349"/>
                  </a:lnTo>
                  <a:lnTo>
                    <a:pt x="23238" y="2552"/>
                  </a:lnTo>
                  <a:lnTo>
                    <a:pt x="24805" y="1701"/>
                  </a:lnTo>
                  <a:lnTo>
                    <a:pt x="26371" y="850"/>
                  </a:lnTo>
                  <a:lnTo>
                    <a:pt x="27938" y="0"/>
                  </a:lnTo>
                  <a:lnTo>
                    <a:pt x="29505" y="0"/>
                  </a:lnTo>
                  <a:lnTo>
                    <a:pt x="31071" y="630"/>
                  </a:lnTo>
                  <a:lnTo>
                    <a:pt x="32638" y="2085"/>
                  </a:lnTo>
                  <a:lnTo>
                    <a:pt x="34204" y="3894"/>
                  </a:lnTo>
                  <a:lnTo>
                    <a:pt x="35771" y="6101"/>
                  </a:lnTo>
                  <a:lnTo>
                    <a:pt x="37338" y="7910"/>
                  </a:lnTo>
                  <a:lnTo>
                    <a:pt x="38904" y="10570"/>
                  </a:lnTo>
                  <a:lnTo>
                    <a:pt x="40471" y="12379"/>
                  </a:lnTo>
                  <a:lnTo>
                    <a:pt x="42037" y="14188"/>
                  </a:lnTo>
                  <a:lnTo>
                    <a:pt x="43604" y="17246"/>
                  </a:lnTo>
                  <a:lnTo>
                    <a:pt x="45171" y="21101"/>
                  </a:lnTo>
                  <a:lnTo>
                    <a:pt x="46737" y="24956"/>
                  </a:lnTo>
                  <a:lnTo>
                    <a:pt x="48304" y="28811"/>
                  </a:lnTo>
                  <a:lnTo>
                    <a:pt x="49870" y="33452"/>
                  </a:lnTo>
                  <a:lnTo>
                    <a:pt x="51437" y="38094"/>
                  </a:lnTo>
                  <a:lnTo>
                    <a:pt x="53003" y="43921"/>
                  </a:lnTo>
                  <a:lnTo>
                    <a:pt x="54570" y="49749"/>
                  </a:lnTo>
                  <a:lnTo>
                    <a:pt x="54965" y="51219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3882072" y="5630754"/>
              <a:ext cx="243654" cy="129648"/>
            </a:xfrm>
            <a:custGeom>
              <a:avLst/>
              <a:pathLst>
                <a:path w="243654" h="129648">
                  <a:moveTo>
                    <a:pt x="0" y="129648"/>
                  </a:moveTo>
                  <a:lnTo>
                    <a:pt x="119" y="128175"/>
                  </a:lnTo>
                  <a:lnTo>
                    <a:pt x="1686" y="110502"/>
                  </a:lnTo>
                  <a:lnTo>
                    <a:pt x="3253" y="94765"/>
                  </a:lnTo>
                  <a:lnTo>
                    <a:pt x="4819" y="80087"/>
                  </a:lnTo>
                  <a:lnTo>
                    <a:pt x="6386" y="67722"/>
                  </a:lnTo>
                  <a:lnTo>
                    <a:pt x="7952" y="57658"/>
                  </a:lnTo>
                  <a:lnTo>
                    <a:pt x="9519" y="47594"/>
                  </a:lnTo>
                  <a:lnTo>
                    <a:pt x="11086" y="36756"/>
                  </a:lnTo>
                  <a:lnTo>
                    <a:pt x="12652" y="27768"/>
                  </a:lnTo>
                  <a:lnTo>
                    <a:pt x="14219" y="22769"/>
                  </a:lnTo>
                  <a:lnTo>
                    <a:pt x="15785" y="19154"/>
                  </a:lnTo>
                  <a:lnTo>
                    <a:pt x="17352" y="17543"/>
                  </a:lnTo>
                  <a:lnTo>
                    <a:pt x="18919" y="15383"/>
                  </a:lnTo>
                  <a:lnTo>
                    <a:pt x="20485" y="14577"/>
                  </a:lnTo>
                  <a:lnTo>
                    <a:pt x="22052" y="13352"/>
                  </a:lnTo>
                  <a:lnTo>
                    <a:pt x="23618" y="11191"/>
                  </a:lnTo>
                  <a:lnTo>
                    <a:pt x="25185" y="9031"/>
                  </a:lnTo>
                  <a:lnTo>
                    <a:pt x="26751" y="6870"/>
                  </a:lnTo>
                  <a:lnTo>
                    <a:pt x="28318" y="4710"/>
                  </a:lnTo>
                  <a:lnTo>
                    <a:pt x="29885" y="3484"/>
                  </a:lnTo>
                  <a:lnTo>
                    <a:pt x="31451" y="1904"/>
                  </a:lnTo>
                  <a:lnTo>
                    <a:pt x="33018" y="324"/>
                  </a:lnTo>
                  <a:lnTo>
                    <a:pt x="34584" y="0"/>
                  </a:lnTo>
                  <a:lnTo>
                    <a:pt x="36151" y="3151"/>
                  </a:lnTo>
                  <a:lnTo>
                    <a:pt x="37718" y="5286"/>
                  </a:lnTo>
                  <a:lnTo>
                    <a:pt x="39284" y="7610"/>
                  </a:lnTo>
                  <a:lnTo>
                    <a:pt x="40851" y="11643"/>
                  </a:lnTo>
                  <a:lnTo>
                    <a:pt x="42417" y="15924"/>
                  </a:lnTo>
                  <a:lnTo>
                    <a:pt x="43984" y="20836"/>
                  </a:lnTo>
                  <a:lnTo>
                    <a:pt x="45551" y="25747"/>
                  </a:lnTo>
                  <a:lnTo>
                    <a:pt x="47117" y="30028"/>
                  </a:lnTo>
                  <a:lnTo>
                    <a:pt x="48684" y="34309"/>
                  </a:lnTo>
                  <a:lnTo>
                    <a:pt x="50250" y="38590"/>
                  </a:lnTo>
                  <a:lnTo>
                    <a:pt x="51817" y="42681"/>
                  </a:lnTo>
                  <a:lnTo>
                    <a:pt x="53383" y="46355"/>
                  </a:lnTo>
                  <a:lnTo>
                    <a:pt x="54950" y="50063"/>
                  </a:lnTo>
                  <a:lnTo>
                    <a:pt x="56517" y="51989"/>
                  </a:lnTo>
                  <a:lnTo>
                    <a:pt x="58083" y="53501"/>
                  </a:lnTo>
                  <a:lnTo>
                    <a:pt x="59650" y="51457"/>
                  </a:lnTo>
                  <a:lnTo>
                    <a:pt x="61216" y="49809"/>
                  </a:lnTo>
                  <a:lnTo>
                    <a:pt x="62783" y="48161"/>
                  </a:lnTo>
                  <a:lnTo>
                    <a:pt x="64350" y="44650"/>
                  </a:lnTo>
                  <a:lnTo>
                    <a:pt x="65916" y="41209"/>
                  </a:lnTo>
                  <a:lnTo>
                    <a:pt x="67483" y="37364"/>
                  </a:lnTo>
                  <a:lnTo>
                    <a:pt x="69049" y="34555"/>
                  </a:lnTo>
                  <a:lnTo>
                    <a:pt x="70616" y="31745"/>
                  </a:lnTo>
                  <a:lnTo>
                    <a:pt x="72183" y="29340"/>
                  </a:lnTo>
                  <a:lnTo>
                    <a:pt x="73749" y="26935"/>
                  </a:lnTo>
                  <a:lnTo>
                    <a:pt x="75316" y="25765"/>
                  </a:lnTo>
                  <a:lnTo>
                    <a:pt x="76882" y="23643"/>
                  </a:lnTo>
                  <a:lnTo>
                    <a:pt x="78449" y="21479"/>
                  </a:lnTo>
                  <a:lnTo>
                    <a:pt x="80015" y="21900"/>
                  </a:lnTo>
                  <a:lnTo>
                    <a:pt x="81582" y="23078"/>
                  </a:lnTo>
                  <a:lnTo>
                    <a:pt x="83149" y="24887"/>
                  </a:lnTo>
                  <a:lnTo>
                    <a:pt x="84715" y="26696"/>
                  </a:lnTo>
                  <a:lnTo>
                    <a:pt x="86282" y="27520"/>
                  </a:lnTo>
                  <a:lnTo>
                    <a:pt x="87848" y="27521"/>
                  </a:lnTo>
                  <a:lnTo>
                    <a:pt x="89415" y="27521"/>
                  </a:lnTo>
                  <a:lnTo>
                    <a:pt x="90982" y="28295"/>
                  </a:lnTo>
                  <a:lnTo>
                    <a:pt x="92548" y="28649"/>
                  </a:lnTo>
                  <a:lnTo>
                    <a:pt x="94115" y="29423"/>
                  </a:lnTo>
                  <a:lnTo>
                    <a:pt x="95681" y="29423"/>
                  </a:lnTo>
                  <a:lnTo>
                    <a:pt x="97248" y="29423"/>
                  </a:lnTo>
                  <a:lnTo>
                    <a:pt x="98815" y="29424"/>
                  </a:lnTo>
                  <a:lnTo>
                    <a:pt x="100381" y="29424"/>
                  </a:lnTo>
                  <a:lnTo>
                    <a:pt x="101948" y="29844"/>
                  </a:lnTo>
                  <a:lnTo>
                    <a:pt x="103514" y="29424"/>
                  </a:lnTo>
                  <a:lnTo>
                    <a:pt x="105081" y="28650"/>
                  </a:lnTo>
                  <a:lnTo>
                    <a:pt x="106647" y="27478"/>
                  </a:lnTo>
                  <a:lnTo>
                    <a:pt x="108214" y="26306"/>
                  </a:lnTo>
                  <a:lnTo>
                    <a:pt x="109781" y="25553"/>
                  </a:lnTo>
                  <a:lnTo>
                    <a:pt x="111347" y="25155"/>
                  </a:lnTo>
                  <a:lnTo>
                    <a:pt x="112914" y="25155"/>
                  </a:lnTo>
                  <a:lnTo>
                    <a:pt x="114480" y="24801"/>
                  </a:lnTo>
                  <a:lnTo>
                    <a:pt x="116047" y="24801"/>
                  </a:lnTo>
                  <a:lnTo>
                    <a:pt x="117614" y="24027"/>
                  </a:lnTo>
                  <a:lnTo>
                    <a:pt x="119180" y="23673"/>
                  </a:lnTo>
                  <a:lnTo>
                    <a:pt x="120747" y="23319"/>
                  </a:lnTo>
                  <a:lnTo>
                    <a:pt x="122313" y="21742"/>
                  </a:lnTo>
                  <a:lnTo>
                    <a:pt x="123880" y="19933"/>
                  </a:lnTo>
                  <a:lnTo>
                    <a:pt x="125447" y="18124"/>
                  </a:lnTo>
                  <a:lnTo>
                    <a:pt x="127013" y="16946"/>
                  </a:lnTo>
                  <a:lnTo>
                    <a:pt x="128580" y="16121"/>
                  </a:lnTo>
                  <a:lnTo>
                    <a:pt x="130146" y="15717"/>
                  </a:lnTo>
                  <a:lnTo>
                    <a:pt x="131713" y="17092"/>
                  </a:lnTo>
                  <a:lnTo>
                    <a:pt x="133279" y="20335"/>
                  </a:lnTo>
                  <a:lnTo>
                    <a:pt x="134846" y="23755"/>
                  </a:lnTo>
                  <a:lnTo>
                    <a:pt x="136413" y="28957"/>
                  </a:lnTo>
                  <a:lnTo>
                    <a:pt x="137979" y="35010"/>
                  </a:lnTo>
                  <a:lnTo>
                    <a:pt x="139546" y="41063"/>
                  </a:lnTo>
                  <a:lnTo>
                    <a:pt x="141112" y="47968"/>
                  </a:lnTo>
                  <a:lnTo>
                    <a:pt x="142679" y="54872"/>
                  </a:lnTo>
                  <a:lnTo>
                    <a:pt x="144246" y="61777"/>
                  </a:lnTo>
                  <a:lnTo>
                    <a:pt x="145812" y="69312"/>
                  </a:lnTo>
                  <a:lnTo>
                    <a:pt x="147379" y="76400"/>
                  </a:lnTo>
                  <a:lnTo>
                    <a:pt x="148945" y="83085"/>
                  </a:lnTo>
                  <a:lnTo>
                    <a:pt x="150512" y="89768"/>
                  </a:lnTo>
                  <a:lnTo>
                    <a:pt x="152079" y="96452"/>
                  </a:lnTo>
                  <a:lnTo>
                    <a:pt x="153645" y="103136"/>
                  </a:lnTo>
                  <a:lnTo>
                    <a:pt x="155212" y="108584"/>
                  </a:lnTo>
                  <a:lnTo>
                    <a:pt x="156778" y="112232"/>
                  </a:lnTo>
                  <a:lnTo>
                    <a:pt x="158345" y="115851"/>
                  </a:lnTo>
                  <a:lnTo>
                    <a:pt x="159911" y="116886"/>
                  </a:lnTo>
                  <a:lnTo>
                    <a:pt x="161478" y="117516"/>
                  </a:lnTo>
                  <a:lnTo>
                    <a:pt x="163045" y="118367"/>
                  </a:lnTo>
                  <a:lnTo>
                    <a:pt x="164611" y="118367"/>
                  </a:lnTo>
                  <a:lnTo>
                    <a:pt x="166178" y="118997"/>
                  </a:lnTo>
                  <a:lnTo>
                    <a:pt x="167744" y="120032"/>
                  </a:lnTo>
                  <a:lnTo>
                    <a:pt x="169311" y="121067"/>
                  </a:lnTo>
                  <a:lnTo>
                    <a:pt x="170878" y="122102"/>
                  </a:lnTo>
                  <a:lnTo>
                    <a:pt x="172444" y="123557"/>
                  </a:lnTo>
                  <a:lnTo>
                    <a:pt x="174011" y="124592"/>
                  </a:lnTo>
                  <a:lnTo>
                    <a:pt x="175577" y="125627"/>
                  </a:lnTo>
                  <a:lnTo>
                    <a:pt x="177144" y="126662"/>
                  </a:lnTo>
                  <a:lnTo>
                    <a:pt x="178710" y="127697"/>
                  </a:lnTo>
                  <a:lnTo>
                    <a:pt x="180277" y="128102"/>
                  </a:lnTo>
                  <a:lnTo>
                    <a:pt x="181844" y="128102"/>
                  </a:lnTo>
                  <a:lnTo>
                    <a:pt x="183410" y="128102"/>
                  </a:lnTo>
                  <a:lnTo>
                    <a:pt x="184977" y="128456"/>
                  </a:lnTo>
                  <a:lnTo>
                    <a:pt x="186543" y="128456"/>
                  </a:lnTo>
                  <a:lnTo>
                    <a:pt x="188110" y="128456"/>
                  </a:lnTo>
                  <a:lnTo>
                    <a:pt x="189677" y="128455"/>
                  </a:lnTo>
                  <a:lnTo>
                    <a:pt x="191243" y="128455"/>
                  </a:lnTo>
                  <a:lnTo>
                    <a:pt x="192810" y="128057"/>
                  </a:lnTo>
                  <a:lnTo>
                    <a:pt x="194376" y="128057"/>
                  </a:lnTo>
                  <a:lnTo>
                    <a:pt x="195943" y="127704"/>
                  </a:lnTo>
                  <a:lnTo>
                    <a:pt x="197510" y="127704"/>
                  </a:lnTo>
                  <a:lnTo>
                    <a:pt x="199076" y="127704"/>
                  </a:lnTo>
                  <a:lnTo>
                    <a:pt x="200643" y="127055"/>
                  </a:lnTo>
                  <a:lnTo>
                    <a:pt x="202209" y="126804"/>
                  </a:lnTo>
                  <a:lnTo>
                    <a:pt x="203776" y="126155"/>
                  </a:lnTo>
                  <a:lnTo>
                    <a:pt x="205342" y="125505"/>
                  </a:lnTo>
                  <a:lnTo>
                    <a:pt x="206909" y="124857"/>
                  </a:lnTo>
                  <a:lnTo>
                    <a:pt x="208476" y="123853"/>
                  </a:lnTo>
                  <a:lnTo>
                    <a:pt x="210042" y="122430"/>
                  </a:lnTo>
                  <a:lnTo>
                    <a:pt x="211609" y="120853"/>
                  </a:lnTo>
                  <a:lnTo>
                    <a:pt x="213175" y="119045"/>
                  </a:lnTo>
                  <a:lnTo>
                    <a:pt x="214742" y="118010"/>
                  </a:lnTo>
                  <a:lnTo>
                    <a:pt x="216309" y="116975"/>
                  </a:lnTo>
                  <a:lnTo>
                    <a:pt x="217875" y="115520"/>
                  </a:lnTo>
                  <a:lnTo>
                    <a:pt x="219442" y="114889"/>
                  </a:lnTo>
                  <a:lnTo>
                    <a:pt x="221008" y="113408"/>
                  </a:lnTo>
                  <a:lnTo>
                    <a:pt x="222575" y="111926"/>
                  </a:lnTo>
                  <a:lnTo>
                    <a:pt x="224142" y="111076"/>
                  </a:lnTo>
                  <a:lnTo>
                    <a:pt x="225708" y="110225"/>
                  </a:lnTo>
                  <a:lnTo>
                    <a:pt x="227275" y="111076"/>
                  </a:lnTo>
                  <a:lnTo>
                    <a:pt x="228841" y="112724"/>
                  </a:lnTo>
                  <a:lnTo>
                    <a:pt x="230408" y="115159"/>
                  </a:lnTo>
                  <a:lnTo>
                    <a:pt x="231974" y="117593"/>
                  </a:lnTo>
                  <a:lnTo>
                    <a:pt x="233541" y="120028"/>
                  </a:lnTo>
                  <a:lnTo>
                    <a:pt x="235108" y="121676"/>
                  </a:lnTo>
                  <a:lnTo>
                    <a:pt x="236674" y="123954"/>
                  </a:lnTo>
                  <a:lnTo>
                    <a:pt x="238241" y="125602"/>
                  </a:lnTo>
                  <a:lnTo>
                    <a:pt x="239807" y="127250"/>
                  </a:lnTo>
                  <a:lnTo>
                    <a:pt x="241374" y="128898"/>
                  </a:lnTo>
                  <a:lnTo>
                    <a:pt x="242941" y="128898"/>
                  </a:lnTo>
                  <a:lnTo>
                    <a:pt x="243654" y="12964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4376182" y="5649009"/>
              <a:ext cx="114270" cy="111393"/>
            </a:xfrm>
            <a:custGeom>
              <a:avLst/>
              <a:pathLst>
                <a:path w="114270" h="111393">
                  <a:moveTo>
                    <a:pt x="0" y="111393"/>
                  </a:moveTo>
                  <a:lnTo>
                    <a:pt x="1051" y="104791"/>
                  </a:lnTo>
                  <a:lnTo>
                    <a:pt x="2617" y="96016"/>
                  </a:lnTo>
                  <a:lnTo>
                    <a:pt x="4184" y="88596"/>
                  </a:lnTo>
                  <a:lnTo>
                    <a:pt x="5751" y="82247"/>
                  </a:lnTo>
                  <a:lnTo>
                    <a:pt x="7317" y="74889"/>
                  </a:lnTo>
                  <a:lnTo>
                    <a:pt x="8884" y="69687"/>
                  </a:lnTo>
                  <a:lnTo>
                    <a:pt x="10450" y="66963"/>
                  </a:lnTo>
                  <a:lnTo>
                    <a:pt x="12017" y="65004"/>
                  </a:lnTo>
                  <a:lnTo>
                    <a:pt x="13584" y="65705"/>
                  </a:lnTo>
                  <a:lnTo>
                    <a:pt x="15150" y="65074"/>
                  </a:lnTo>
                  <a:lnTo>
                    <a:pt x="16717" y="64444"/>
                  </a:lnTo>
                  <a:lnTo>
                    <a:pt x="18283" y="62558"/>
                  </a:lnTo>
                  <a:lnTo>
                    <a:pt x="19850" y="61523"/>
                  </a:lnTo>
                  <a:lnTo>
                    <a:pt x="21416" y="60487"/>
                  </a:lnTo>
                  <a:lnTo>
                    <a:pt x="22983" y="58679"/>
                  </a:lnTo>
                  <a:lnTo>
                    <a:pt x="24550" y="58362"/>
                  </a:lnTo>
                  <a:lnTo>
                    <a:pt x="26116" y="59344"/>
                  </a:lnTo>
                  <a:lnTo>
                    <a:pt x="27683" y="59695"/>
                  </a:lnTo>
                  <a:lnTo>
                    <a:pt x="29249" y="59196"/>
                  </a:lnTo>
                  <a:lnTo>
                    <a:pt x="30816" y="61081"/>
                  </a:lnTo>
                  <a:lnTo>
                    <a:pt x="32383" y="63029"/>
                  </a:lnTo>
                  <a:lnTo>
                    <a:pt x="33949" y="63701"/>
                  </a:lnTo>
                  <a:lnTo>
                    <a:pt x="35516" y="63636"/>
                  </a:lnTo>
                  <a:lnTo>
                    <a:pt x="37082" y="63571"/>
                  </a:lnTo>
                  <a:lnTo>
                    <a:pt x="38649" y="63506"/>
                  </a:lnTo>
                  <a:lnTo>
                    <a:pt x="40216" y="62643"/>
                  </a:lnTo>
                  <a:lnTo>
                    <a:pt x="41782" y="62578"/>
                  </a:lnTo>
                  <a:lnTo>
                    <a:pt x="43349" y="60929"/>
                  </a:lnTo>
                  <a:lnTo>
                    <a:pt x="44915" y="59531"/>
                  </a:lnTo>
                  <a:lnTo>
                    <a:pt x="46482" y="58920"/>
                  </a:lnTo>
                  <a:lnTo>
                    <a:pt x="48048" y="55137"/>
                  </a:lnTo>
                  <a:lnTo>
                    <a:pt x="49615" y="50496"/>
                  </a:lnTo>
                  <a:lnTo>
                    <a:pt x="51182" y="46641"/>
                  </a:lnTo>
                  <a:lnTo>
                    <a:pt x="52748" y="42786"/>
                  </a:lnTo>
                  <a:lnTo>
                    <a:pt x="54315" y="38930"/>
                  </a:lnTo>
                  <a:lnTo>
                    <a:pt x="55881" y="34288"/>
                  </a:lnTo>
                  <a:lnTo>
                    <a:pt x="57448" y="29647"/>
                  </a:lnTo>
                  <a:lnTo>
                    <a:pt x="59015" y="24218"/>
                  </a:lnTo>
                  <a:lnTo>
                    <a:pt x="60581" y="19576"/>
                  </a:lnTo>
                  <a:lnTo>
                    <a:pt x="62148" y="15332"/>
                  </a:lnTo>
                  <a:lnTo>
                    <a:pt x="63714" y="11089"/>
                  </a:lnTo>
                  <a:lnTo>
                    <a:pt x="65281" y="6846"/>
                  </a:lnTo>
                  <a:lnTo>
                    <a:pt x="66848" y="4540"/>
                  </a:lnTo>
                  <a:lnTo>
                    <a:pt x="68414" y="1880"/>
                  </a:lnTo>
                  <a:lnTo>
                    <a:pt x="69981" y="1516"/>
                  </a:lnTo>
                  <a:lnTo>
                    <a:pt x="71547" y="871"/>
                  </a:lnTo>
                  <a:lnTo>
                    <a:pt x="73114" y="225"/>
                  </a:lnTo>
                  <a:lnTo>
                    <a:pt x="74680" y="0"/>
                  </a:lnTo>
                  <a:lnTo>
                    <a:pt x="76247" y="178"/>
                  </a:lnTo>
                  <a:lnTo>
                    <a:pt x="77814" y="1143"/>
                  </a:lnTo>
                  <a:lnTo>
                    <a:pt x="79380" y="2739"/>
                  </a:lnTo>
                  <a:lnTo>
                    <a:pt x="80947" y="3548"/>
                  </a:lnTo>
                  <a:lnTo>
                    <a:pt x="82513" y="4514"/>
                  </a:lnTo>
                  <a:lnTo>
                    <a:pt x="84080" y="6109"/>
                  </a:lnTo>
                  <a:lnTo>
                    <a:pt x="85647" y="7705"/>
                  </a:lnTo>
                  <a:lnTo>
                    <a:pt x="87213" y="11442"/>
                  </a:lnTo>
                  <a:lnTo>
                    <a:pt x="88780" y="17496"/>
                  </a:lnTo>
                  <a:lnTo>
                    <a:pt x="90346" y="23550"/>
                  </a:lnTo>
                  <a:lnTo>
                    <a:pt x="91913" y="29603"/>
                  </a:lnTo>
                  <a:lnTo>
                    <a:pt x="93480" y="33794"/>
                  </a:lnTo>
                  <a:lnTo>
                    <a:pt x="95046" y="38519"/>
                  </a:lnTo>
                  <a:lnTo>
                    <a:pt x="96613" y="44042"/>
                  </a:lnTo>
                  <a:lnTo>
                    <a:pt x="98179" y="49968"/>
                  </a:lnTo>
                  <a:lnTo>
                    <a:pt x="99746" y="55098"/>
                  </a:lnTo>
                  <a:lnTo>
                    <a:pt x="101312" y="60228"/>
                  </a:lnTo>
                  <a:lnTo>
                    <a:pt x="102879" y="66928"/>
                  </a:lnTo>
                  <a:lnTo>
                    <a:pt x="104446" y="75065"/>
                  </a:lnTo>
                  <a:lnTo>
                    <a:pt x="106012" y="83201"/>
                  </a:lnTo>
                  <a:lnTo>
                    <a:pt x="107579" y="90551"/>
                  </a:lnTo>
                  <a:lnTo>
                    <a:pt x="109145" y="97900"/>
                  </a:lnTo>
                  <a:lnTo>
                    <a:pt x="110712" y="102865"/>
                  </a:lnTo>
                  <a:lnTo>
                    <a:pt x="112279" y="106174"/>
                  </a:lnTo>
                  <a:lnTo>
                    <a:pt x="113845" y="110280"/>
                  </a:lnTo>
                  <a:lnTo>
                    <a:pt x="114270" y="11139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4624810" y="5198578"/>
              <a:ext cx="416341" cy="561824"/>
            </a:xfrm>
            <a:custGeom>
              <a:avLst/>
              <a:pathLst>
                <a:path w="416341" h="561824">
                  <a:moveTo>
                    <a:pt x="0" y="561824"/>
                  </a:moveTo>
                  <a:lnTo>
                    <a:pt x="1510" y="540593"/>
                  </a:lnTo>
                  <a:lnTo>
                    <a:pt x="3077" y="520184"/>
                  </a:lnTo>
                  <a:lnTo>
                    <a:pt x="4644" y="501486"/>
                  </a:lnTo>
                  <a:lnTo>
                    <a:pt x="6210" y="484166"/>
                  </a:lnTo>
                  <a:lnTo>
                    <a:pt x="7777" y="467953"/>
                  </a:lnTo>
                  <a:lnTo>
                    <a:pt x="9343" y="454228"/>
                  </a:lnTo>
                  <a:lnTo>
                    <a:pt x="10910" y="438622"/>
                  </a:lnTo>
                  <a:lnTo>
                    <a:pt x="12477" y="418694"/>
                  </a:lnTo>
                  <a:lnTo>
                    <a:pt x="14043" y="398144"/>
                  </a:lnTo>
                  <a:lnTo>
                    <a:pt x="15610" y="376468"/>
                  </a:lnTo>
                  <a:lnTo>
                    <a:pt x="17176" y="354102"/>
                  </a:lnTo>
                  <a:lnTo>
                    <a:pt x="18743" y="331714"/>
                  </a:lnTo>
                  <a:lnTo>
                    <a:pt x="20309" y="311977"/>
                  </a:lnTo>
                  <a:lnTo>
                    <a:pt x="21876" y="292206"/>
                  </a:lnTo>
                  <a:lnTo>
                    <a:pt x="23443" y="272623"/>
                  </a:lnTo>
                  <a:lnTo>
                    <a:pt x="25009" y="252087"/>
                  </a:lnTo>
                  <a:lnTo>
                    <a:pt x="26576" y="233756"/>
                  </a:lnTo>
                  <a:lnTo>
                    <a:pt x="28142" y="215208"/>
                  </a:lnTo>
                  <a:lnTo>
                    <a:pt x="29709" y="194756"/>
                  </a:lnTo>
                  <a:lnTo>
                    <a:pt x="31276" y="175108"/>
                  </a:lnTo>
                  <a:lnTo>
                    <a:pt x="32842" y="153558"/>
                  </a:lnTo>
                  <a:lnTo>
                    <a:pt x="34409" y="130543"/>
                  </a:lnTo>
                  <a:lnTo>
                    <a:pt x="35975" y="112744"/>
                  </a:lnTo>
                  <a:lnTo>
                    <a:pt x="37542" y="91934"/>
                  </a:lnTo>
                  <a:lnTo>
                    <a:pt x="39109" y="72352"/>
                  </a:lnTo>
                  <a:lnTo>
                    <a:pt x="40675" y="57098"/>
                  </a:lnTo>
                  <a:lnTo>
                    <a:pt x="42242" y="44066"/>
                  </a:lnTo>
                  <a:lnTo>
                    <a:pt x="43808" y="31664"/>
                  </a:lnTo>
                  <a:lnTo>
                    <a:pt x="45375" y="21849"/>
                  </a:lnTo>
                  <a:lnTo>
                    <a:pt x="46941" y="13417"/>
                  </a:lnTo>
                  <a:lnTo>
                    <a:pt x="48508" y="8028"/>
                  </a:lnTo>
                  <a:lnTo>
                    <a:pt x="50075" y="7818"/>
                  </a:lnTo>
                  <a:lnTo>
                    <a:pt x="51641" y="4256"/>
                  </a:lnTo>
                  <a:lnTo>
                    <a:pt x="53208" y="3513"/>
                  </a:lnTo>
                  <a:lnTo>
                    <a:pt x="54774" y="0"/>
                  </a:lnTo>
                  <a:lnTo>
                    <a:pt x="56341" y="196"/>
                  </a:lnTo>
                  <a:lnTo>
                    <a:pt x="57908" y="5768"/>
                  </a:lnTo>
                  <a:lnTo>
                    <a:pt x="59474" y="12871"/>
                  </a:lnTo>
                  <a:lnTo>
                    <a:pt x="61041" y="20731"/>
                  </a:lnTo>
                  <a:lnTo>
                    <a:pt x="62607" y="29426"/>
                  </a:lnTo>
                  <a:lnTo>
                    <a:pt x="64174" y="38410"/>
                  </a:lnTo>
                  <a:lnTo>
                    <a:pt x="65741" y="48868"/>
                  </a:lnTo>
                  <a:lnTo>
                    <a:pt x="67307" y="59767"/>
                  </a:lnTo>
                  <a:lnTo>
                    <a:pt x="68874" y="70007"/>
                  </a:lnTo>
                  <a:lnTo>
                    <a:pt x="70440" y="77391"/>
                  </a:lnTo>
                  <a:lnTo>
                    <a:pt x="72007" y="83290"/>
                  </a:lnTo>
                  <a:lnTo>
                    <a:pt x="73573" y="87810"/>
                  </a:lnTo>
                  <a:lnTo>
                    <a:pt x="75140" y="93735"/>
                  </a:lnTo>
                  <a:lnTo>
                    <a:pt x="76707" y="102975"/>
                  </a:lnTo>
                  <a:lnTo>
                    <a:pt x="78273" y="113456"/>
                  </a:lnTo>
                  <a:lnTo>
                    <a:pt x="79840" y="122709"/>
                  </a:lnTo>
                  <a:lnTo>
                    <a:pt x="81406" y="130097"/>
                  </a:lnTo>
                  <a:lnTo>
                    <a:pt x="82973" y="135882"/>
                  </a:lnTo>
                  <a:lnTo>
                    <a:pt x="84540" y="144674"/>
                  </a:lnTo>
                  <a:lnTo>
                    <a:pt x="86106" y="152699"/>
                  </a:lnTo>
                  <a:lnTo>
                    <a:pt x="87673" y="160901"/>
                  </a:lnTo>
                  <a:lnTo>
                    <a:pt x="89239" y="168438"/>
                  </a:lnTo>
                  <a:lnTo>
                    <a:pt x="90806" y="175976"/>
                  </a:lnTo>
                  <a:lnTo>
                    <a:pt x="92373" y="187329"/>
                  </a:lnTo>
                  <a:lnTo>
                    <a:pt x="93939" y="202266"/>
                  </a:lnTo>
                  <a:lnTo>
                    <a:pt x="95506" y="217266"/>
                  </a:lnTo>
                  <a:lnTo>
                    <a:pt x="97072" y="234766"/>
                  </a:lnTo>
                  <a:lnTo>
                    <a:pt x="98639" y="252373"/>
                  </a:lnTo>
                  <a:lnTo>
                    <a:pt x="100205" y="268686"/>
                  </a:lnTo>
                  <a:lnTo>
                    <a:pt x="101772" y="285000"/>
                  </a:lnTo>
                  <a:lnTo>
                    <a:pt x="103339" y="301720"/>
                  </a:lnTo>
                  <a:lnTo>
                    <a:pt x="104905" y="318034"/>
                  </a:lnTo>
                  <a:lnTo>
                    <a:pt x="106472" y="333717"/>
                  </a:lnTo>
                  <a:lnTo>
                    <a:pt x="108038" y="347198"/>
                  </a:lnTo>
                  <a:lnTo>
                    <a:pt x="109605" y="360673"/>
                  </a:lnTo>
                  <a:lnTo>
                    <a:pt x="111172" y="375530"/>
                  </a:lnTo>
                  <a:lnTo>
                    <a:pt x="112738" y="391586"/>
                  </a:lnTo>
                  <a:lnTo>
                    <a:pt x="114305" y="409107"/>
                  </a:lnTo>
                  <a:lnTo>
                    <a:pt x="115871" y="423094"/>
                  </a:lnTo>
                  <a:lnTo>
                    <a:pt x="117438" y="438747"/>
                  </a:lnTo>
                  <a:lnTo>
                    <a:pt x="119005" y="453503"/>
                  </a:lnTo>
                  <a:lnTo>
                    <a:pt x="120571" y="465972"/>
                  </a:lnTo>
                  <a:lnTo>
                    <a:pt x="122138" y="471721"/>
                  </a:lnTo>
                  <a:lnTo>
                    <a:pt x="123704" y="472572"/>
                  </a:lnTo>
                  <a:lnTo>
                    <a:pt x="125271" y="471117"/>
                  </a:lnTo>
                  <a:lnTo>
                    <a:pt x="126837" y="469662"/>
                  </a:lnTo>
                  <a:lnTo>
                    <a:pt x="128404" y="468838"/>
                  </a:lnTo>
                  <a:lnTo>
                    <a:pt x="129971" y="468158"/>
                  </a:lnTo>
                  <a:lnTo>
                    <a:pt x="131537" y="469561"/>
                  </a:lnTo>
                  <a:lnTo>
                    <a:pt x="133104" y="471891"/>
                  </a:lnTo>
                  <a:lnTo>
                    <a:pt x="134670" y="472861"/>
                  </a:lnTo>
                  <a:lnTo>
                    <a:pt x="136237" y="472104"/>
                  </a:lnTo>
                  <a:lnTo>
                    <a:pt x="137804" y="469420"/>
                  </a:lnTo>
                  <a:lnTo>
                    <a:pt x="139370" y="466356"/>
                  </a:lnTo>
                  <a:lnTo>
                    <a:pt x="140937" y="463708"/>
                  </a:lnTo>
                  <a:lnTo>
                    <a:pt x="142503" y="461462"/>
                  </a:lnTo>
                  <a:lnTo>
                    <a:pt x="144070" y="458401"/>
                  </a:lnTo>
                  <a:lnTo>
                    <a:pt x="145637" y="454527"/>
                  </a:lnTo>
                  <a:lnTo>
                    <a:pt x="147203" y="450708"/>
                  </a:lnTo>
                  <a:lnTo>
                    <a:pt x="148770" y="447548"/>
                  </a:lnTo>
                  <a:lnTo>
                    <a:pt x="150336" y="445239"/>
                  </a:lnTo>
                  <a:lnTo>
                    <a:pt x="151903" y="443727"/>
                  </a:lnTo>
                  <a:lnTo>
                    <a:pt x="153469" y="443833"/>
                  </a:lnTo>
                  <a:lnTo>
                    <a:pt x="155036" y="445734"/>
                  </a:lnTo>
                  <a:lnTo>
                    <a:pt x="156603" y="445405"/>
                  </a:lnTo>
                  <a:lnTo>
                    <a:pt x="158169" y="447117"/>
                  </a:lnTo>
                  <a:lnTo>
                    <a:pt x="159736" y="448409"/>
                  </a:lnTo>
                  <a:lnTo>
                    <a:pt x="161302" y="449700"/>
                  </a:lnTo>
                  <a:lnTo>
                    <a:pt x="162869" y="450993"/>
                  </a:lnTo>
                  <a:lnTo>
                    <a:pt x="164436" y="448924"/>
                  </a:lnTo>
                  <a:lnTo>
                    <a:pt x="166002" y="446775"/>
                  </a:lnTo>
                  <a:lnTo>
                    <a:pt x="167569" y="444169"/>
                  </a:lnTo>
                  <a:lnTo>
                    <a:pt x="169135" y="442682"/>
                  </a:lnTo>
                  <a:lnTo>
                    <a:pt x="170702" y="441194"/>
                  </a:lnTo>
                  <a:lnTo>
                    <a:pt x="172269" y="438254"/>
                  </a:lnTo>
                  <a:lnTo>
                    <a:pt x="173835" y="435595"/>
                  </a:lnTo>
                  <a:lnTo>
                    <a:pt x="175402" y="432252"/>
                  </a:lnTo>
                  <a:lnTo>
                    <a:pt x="176968" y="424618"/>
                  </a:lnTo>
                  <a:lnTo>
                    <a:pt x="178535" y="415312"/>
                  </a:lnTo>
                  <a:lnTo>
                    <a:pt x="180101" y="403620"/>
                  </a:lnTo>
                  <a:lnTo>
                    <a:pt x="181668" y="389291"/>
                  </a:lnTo>
                  <a:lnTo>
                    <a:pt x="183235" y="374962"/>
                  </a:lnTo>
                  <a:lnTo>
                    <a:pt x="184801" y="360633"/>
                  </a:lnTo>
                  <a:lnTo>
                    <a:pt x="186368" y="345950"/>
                  </a:lnTo>
                  <a:lnTo>
                    <a:pt x="187934" y="333470"/>
                  </a:lnTo>
                  <a:lnTo>
                    <a:pt x="189501" y="320146"/>
                  </a:lnTo>
                  <a:lnTo>
                    <a:pt x="191068" y="305040"/>
                  </a:lnTo>
                  <a:lnTo>
                    <a:pt x="192634" y="288302"/>
                  </a:lnTo>
                  <a:lnTo>
                    <a:pt x="194201" y="271684"/>
                  </a:lnTo>
                  <a:lnTo>
                    <a:pt x="195767" y="254740"/>
                  </a:lnTo>
                  <a:lnTo>
                    <a:pt x="197334" y="237784"/>
                  </a:lnTo>
                  <a:lnTo>
                    <a:pt x="198901" y="221856"/>
                  </a:lnTo>
                  <a:lnTo>
                    <a:pt x="200467" y="207811"/>
                  </a:lnTo>
                  <a:lnTo>
                    <a:pt x="202034" y="200233"/>
                  </a:lnTo>
                  <a:lnTo>
                    <a:pt x="203600" y="197728"/>
                  </a:lnTo>
                  <a:lnTo>
                    <a:pt x="205167" y="199535"/>
                  </a:lnTo>
                  <a:lnTo>
                    <a:pt x="206733" y="201341"/>
                  </a:lnTo>
                  <a:lnTo>
                    <a:pt x="208300" y="203148"/>
                  </a:lnTo>
                  <a:lnTo>
                    <a:pt x="209867" y="204954"/>
                  </a:lnTo>
                  <a:lnTo>
                    <a:pt x="211433" y="207659"/>
                  </a:lnTo>
                  <a:lnTo>
                    <a:pt x="213000" y="210941"/>
                  </a:lnTo>
                  <a:lnTo>
                    <a:pt x="214566" y="217274"/>
                  </a:lnTo>
                  <a:lnTo>
                    <a:pt x="216133" y="223053"/>
                  </a:lnTo>
                  <a:lnTo>
                    <a:pt x="217700" y="228648"/>
                  </a:lnTo>
                  <a:lnTo>
                    <a:pt x="219266" y="230399"/>
                  </a:lnTo>
                  <a:lnTo>
                    <a:pt x="220833" y="231438"/>
                  </a:lnTo>
                  <a:lnTo>
                    <a:pt x="222399" y="232477"/>
                  </a:lnTo>
                  <a:lnTo>
                    <a:pt x="223966" y="233198"/>
                  </a:lnTo>
                  <a:lnTo>
                    <a:pt x="225533" y="234733"/>
                  </a:lnTo>
                  <a:lnTo>
                    <a:pt x="227099" y="235141"/>
                  </a:lnTo>
                  <a:lnTo>
                    <a:pt x="228666" y="235549"/>
                  </a:lnTo>
                  <a:lnTo>
                    <a:pt x="230232" y="237963"/>
                  </a:lnTo>
                  <a:lnTo>
                    <a:pt x="231799" y="239461"/>
                  </a:lnTo>
                  <a:lnTo>
                    <a:pt x="233365" y="239657"/>
                  </a:lnTo>
                  <a:lnTo>
                    <a:pt x="234932" y="237660"/>
                  </a:lnTo>
                  <a:lnTo>
                    <a:pt x="236499" y="235472"/>
                  </a:lnTo>
                  <a:lnTo>
                    <a:pt x="238065" y="230002"/>
                  </a:lnTo>
                  <a:lnTo>
                    <a:pt x="239632" y="227170"/>
                  </a:lnTo>
                  <a:lnTo>
                    <a:pt x="241198" y="224532"/>
                  </a:lnTo>
                  <a:lnTo>
                    <a:pt x="242765" y="225456"/>
                  </a:lnTo>
                  <a:lnTo>
                    <a:pt x="244332" y="227262"/>
                  </a:lnTo>
                  <a:lnTo>
                    <a:pt x="245898" y="229069"/>
                  </a:lnTo>
                  <a:lnTo>
                    <a:pt x="247465" y="230478"/>
                  </a:lnTo>
                  <a:lnTo>
                    <a:pt x="249031" y="229474"/>
                  </a:lnTo>
                  <a:lnTo>
                    <a:pt x="250598" y="228472"/>
                  </a:lnTo>
                  <a:lnTo>
                    <a:pt x="252165" y="227468"/>
                  </a:lnTo>
                  <a:lnTo>
                    <a:pt x="253731" y="223221"/>
                  </a:lnTo>
                  <a:lnTo>
                    <a:pt x="255298" y="220212"/>
                  </a:lnTo>
                  <a:lnTo>
                    <a:pt x="256864" y="219209"/>
                  </a:lnTo>
                  <a:lnTo>
                    <a:pt x="258431" y="217786"/>
                  </a:lnTo>
                  <a:lnTo>
                    <a:pt x="259997" y="216952"/>
                  </a:lnTo>
                  <a:lnTo>
                    <a:pt x="261564" y="218756"/>
                  </a:lnTo>
                  <a:lnTo>
                    <a:pt x="263131" y="220559"/>
                  </a:lnTo>
                  <a:lnTo>
                    <a:pt x="264697" y="222362"/>
                  </a:lnTo>
                  <a:lnTo>
                    <a:pt x="266264" y="224520"/>
                  </a:lnTo>
                  <a:lnTo>
                    <a:pt x="267830" y="223434"/>
                  </a:lnTo>
                  <a:lnTo>
                    <a:pt x="269397" y="221758"/>
                  </a:lnTo>
                  <a:lnTo>
                    <a:pt x="270964" y="218698"/>
                  </a:lnTo>
                  <a:lnTo>
                    <a:pt x="272530" y="218566"/>
                  </a:lnTo>
                  <a:lnTo>
                    <a:pt x="274097" y="218314"/>
                  </a:lnTo>
                  <a:lnTo>
                    <a:pt x="275663" y="218063"/>
                  </a:lnTo>
                  <a:lnTo>
                    <a:pt x="277230" y="218063"/>
                  </a:lnTo>
                  <a:lnTo>
                    <a:pt x="278797" y="218063"/>
                  </a:lnTo>
                  <a:lnTo>
                    <a:pt x="280363" y="218063"/>
                  </a:lnTo>
                  <a:lnTo>
                    <a:pt x="281930" y="218314"/>
                  </a:lnTo>
                  <a:lnTo>
                    <a:pt x="283496" y="218512"/>
                  </a:lnTo>
                  <a:lnTo>
                    <a:pt x="285063" y="216705"/>
                  </a:lnTo>
                  <a:lnTo>
                    <a:pt x="286629" y="215319"/>
                  </a:lnTo>
                  <a:lnTo>
                    <a:pt x="288196" y="213933"/>
                  </a:lnTo>
                  <a:lnTo>
                    <a:pt x="289763" y="212546"/>
                  </a:lnTo>
                  <a:lnTo>
                    <a:pt x="291329" y="213718"/>
                  </a:lnTo>
                  <a:lnTo>
                    <a:pt x="292896" y="215550"/>
                  </a:lnTo>
                  <a:lnTo>
                    <a:pt x="294462" y="219545"/>
                  </a:lnTo>
                  <a:lnTo>
                    <a:pt x="296029" y="224111"/>
                  </a:lnTo>
                  <a:lnTo>
                    <a:pt x="297596" y="229266"/>
                  </a:lnTo>
                  <a:lnTo>
                    <a:pt x="299162" y="237858"/>
                  </a:lnTo>
                  <a:lnTo>
                    <a:pt x="300729" y="246744"/>
                  </a:lnTo>
                  <a:lnTo>
                    <a:pt x="302295" y="255630"/>
                  </a:lnTo>
                  <a:lnTo>
                    <a:pt x="303862" y="264516"/>
                  </a:lnTo>
                  <a:lnTo>
                    <a:pt x="305428" y="273402"/>
                  </a:lnTo>
                  <a:lnTo>
                    <a:pt x="306995" y="281536"/>
                  </a:lnTo>
                  <a:lnTo>
                    <a:pt x="308562" y="289670"/>
                  </a:lnTo>
                  <a:lnTo>
                    <a:pt x="310128" y="297804"/>
                  </a:lnTo>
                  <a:lnTo>
                    <a:pt x="311695" y="306853"/>
                  </a:lnTo>
                  <a:lnTo>
                    <a:pt x="313261" y="317203"/>
                  </a:lnTo>
                  <a:lnTo>
                    <a:pt x="314828" y="327953"/>
                  </a:lnTo>
                  <a:lnTo>
                    <a:pt x="316395" y="338701"/>
                  </a:lnTo>
                  <a:lnTo>
                    <a:pt x="317961" y="349450"/>
                  </a:lnTo>
                  <a:lnTo>
                    <a:pt x="319528" y="357584"/>
                  </a:lnTo>
                  <a:lnTo>
                    <a:pt x="321094" y="365921"/>
                  </a:lnTo>
                  <a:lnTo>
                    <a:pt x="322661" y="370698"/>
                  </a:lnTo>
                  <a:lnTo>
                    <a:pt x="324228" y="374590"/>
                  </a:lnTo>
                  <a:lnTo>
                    <a:pt x="325794" y="378483"/>
                  </a:lnTo>
                  <a:lnTo>
                    <a:pt x="327361" y="382376"/>
                  </a:lnTo>
                  <a:lnTo>
                    <a:pt x="328927" y="386268"/>
                  </a:lnTo>
                  <a:lnTo>
                    <a:pt x="330494" y="390161"/>
                  </a:lnTo>
                  <a:lnTo>
                    <a:pt x="332060" y="394054"/>
                  </a:lnTo>
                  <a:lnTo>
                    <a:pt x="333627" y="397549"/>
                  </a:lnTo>
                  <a:lnTo>
                    <a:pt x="335194" y="400203"/>
                  </a:lnTo>
                  <a:lnTo>
                    <a:pt x="336760" y="400853"/>
                  </a:lnTo>
                  <a:lnTo>
                    <a:pt x="338327" y="401856"/>
                  </a:lnTo>
                  <a:lnTo>
                    <a:pt x="339893" y="402942"/>
                  </a:lnTo>
                  <a:lnTo>
                    <a:pt x="341460" y="404028"/>
                  </a:lnTo>
                  <a:lnTo>
                    <a:pt x="343027" y="405114"/>
                  </a:lnTo>
                  <a:lnTo>
                    <a:pt x="344593" y="405802"/>
                  </a:lnTo>
                  <a:lnTo>
                    <a:pt x="346160" y="406490"/>
                  </a:lnTo>
                  <a:lnTo>
                    <a:pt x="347726" y="410422"/>
                  </a:lnTo>
                  <a:lnTo>
                    <a:pt x="349293" y="415342"/>
                  </a:lnTo>
                  <a:lnTo>
                    <a:pt x="350860" y="422045"/>
                  </a:lnTo>
                  <a:lnTo>
                    <a:pt x="352426" y="428747"/>
                  </a:lnTo>
                  <a:lnTo>
                    <a:pt x="353993" y="435450"/>
                  </a:lnTo>
                  <a:lnTo>
                    <a:pt x="355559" y="442152"/>
                  </a:lnTo>
                  <a:lnTo>
                    <a:pt x="357126" y="448604"/>
                  </a:lnTo>
                  <a:lnTo>
                    <a:pt x="358692" y="454658"/>
                  </a:lnTo>
                  <a:lnTo>
                    <a:pt x="360259" y="460711"/>
                  </a:lnTo>
                  <a:lnTo>
                    <a:pt x="361826" y="466513"/>
                  </a:lnTo>
                  <a:lnTo>
                    <a:pt x="363392" y="471563"/>
                  </a:lnTo>
                  <a:lnTo>
                    <a:pt x="364959" y="476613"/>
                  </a:lnTo>
                  <a:lnTo>
                    <a:pt x="366525" y="481243"/>
                  </a:lnTo>
                  <a:lnTo>
                    <a:pt x="368092" y="485873"/>
                  </a:lnTo>
                  <a:lnTo>
                    <a:pt x="369659" y="490504"/>
                  </a:lnTo>
                  <a:lnTo>
                    <a:pt x="371225" y="492575"/>
                  </a:lnTo>
                  <a:lnTo>
                    <a:pt x="372792" y="493987"/>
                  </a:lnTo>
                  <a:lnTo>
                    <a:pt x="374358" y="493987"/>
                  </a:lnTo>
                  <a:lnTo>
                    <a:pt x="375925" y="493987"/>
                  </a:lnTo>
                  <a:lnTo>
                    <a:pt x="377492" y="494392"/>
                  </a:lnTo>
                  <a:lnTo>
                    <a:pt x="379058" y="494796"/>
                  </a:lnTo>
                  <a:lnTo>
                    <a:pt x="380625" y="495621"/>
                  </a:lnTo>
                  <a:lnTo>
                    <a:pt x="382191" y="496445"/>
                  </a:lnTo>
                  <a:lnTo>
                    <a:pt x="383758" y="497270"/>
                  </a:lnTo>
                  <a:lnTo>
                    <a:pt x="385324" y="498725"/>
                  </a:lnTo>
                  <a:lnTo>
                    <a:pt x="386891" y="501783"/>
                  </a:lnTo>
                  <a:lnTo>
                    <a:pt x="388458" y="505638"/>
                  </a:lnTo>
                  <a:lnTo>
                    <a:pt x="390024" y="509493"/>
                  </a:lnTo>
                  <a:lnTo>
                    <a:pt x="391591" y="514134"/>
                  </a:lnTo>
                  <a:lnTo>
                    <a:pt x="393157" y="518776"/>
                  </a:lnTo>
                  <a:lnTo>
                    <a:pt x="394724" y="524603"/>
                  </a:lnTo>
                  <a:lnTo>
                    <a:pt x="396291" y="528847"/>
                  </a:lnTo>
                  <a:lnTo>
                    <a:pt x="397857" y="532304"/>
                  </a:lnTo>
                  <a:lnTo>
                    <a:pt x="399424" y="536159"/>
                  </a:lnTo>
                  <a:lnTo>
                    <a:pt x="400990" y="538819"/>
                  </a:lnTo>
                  <a:lnTo>
                    <a:pt x="402557" y="541479"/>
                  </a:lnTo>
                  <a:lnTo>
                    <a:pt x="404124" y="544936"/>
                  </a:lnTo>
                  <a:lnTo>
                    <a:pt x="405690" y="548393"/>
                  </a:lnTo>
                  <a:lnTo>
                    <a:pt x="407257" y="551850"/>
                  </a:lnTo>
                  <a:lnTo>
                    <a:pt x="408823" y="554510"/>
                  </a:lnTo>
                  <a:lnTo>
                    <a:pt x="410390" y="556319"/>
                  </a:lnTo>
                  <a:lnTo>
                    <a:pt x="411956" y="557498"/>
                  </a:lnTo>
                  <a:lnTo>
                    <a:pt x="413523" y="559705"/>
                  </a:lnTo>
                  <a:lnTo>
                    <a:pt x="415090" y="560884"/>
                  </a:lnTo>
                  <a:lnTo>
                    <a:pt x="416341" y="56182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5187912" y="5617371"/>
              <a:ext cx="142034" cy="143031"/>
            </a:xfrm>
            <a:custGeom>
              <a:avLst/>
              <a:pathLst>
                <a:path w="142034" h="143031">
                  <a:moveTo>
                    <a:pt x="0" y="143031"/>
                  </a:moveTo>
                  <a:lnTo>
                    <a:pt x="814" y="137663"/>
                  </a:lnTo>
                  <a:lnTo>
                    <a:pt x="2380" y="127331"/>
                  </a:lnTo>
                  <a:lnTo>
                    <a:pt x="3947" y="116439"/>
                  </a:lnTo>
                  <a:lnTo>
                    <a:pt x="5513" y="104753"/>
                  </a:lnTo>
                  <a:lnTo>
                    <a:pt x="7080" y="92858"/>
                  </a:lnTo>
                  <a:lnTo>
                    <a:pt x="8646" y="77569"/>
                  </a:lnTo>
                  <a:lnTo>
                    <a:pt x="10213" y="67254"/>
                  </a:lnTo>
                  <a:lnTo>
                    <a:pt x="11780" y="55770"/>
                  </a:lnTo>
                  <a:lnTo>
                    <a:pt x="13346" y="47546"/>
                  </a:lnTo>
                  <a:lnTo>
                    <a:pt x="14913" y="42137"/>
                  </a:lnTo>
                  <a:lnTo>
                    <a:pt x="16479" y="37002"/>
                  </a:lnTo>
                  <a:lnTo>
                    <a:pt x="18046" y="32585"/>
                  </a:lnTo>
                  <a:lnTo>
                    <a:pt x="19613" y="29077"/>
                  </a:lnTo>
                  <a:lnTo>
                    <a:pt x="21179" y="27550"/>
                  </a:lnTo>
                  <a:lnTo>
                    <a:pt x="22746" y="26764"/>
                  </a:lnTo>
                  <a:lnTo>
                    <a:pt x="24312" y="26764"/>
                  </a:lnTo>
                  <a:lnTo>
                    <a:pt x="25879" y="26764"/>
                  </a:lnTo>
                  <a:lnTo>
                    <a:pt x="27446" y="24492"/>
                  </a:lnTo>
                  <a:lnTo>
                    <a:pt x="29012" y="22045"/>
                  </a:lnTo>
                  <a:lnTo>
                    <a:pt x="30579" y="19652"/>
                  </a:lnTo>
                  <a:lnTo>
                    <a:pt x="32145" y="15558"/>
                  </a:lnTo>
                  <a:lnTo>
                    <a:pt x="33712" y="12059"/>
                  </a:lnTo>
                  <a:lnTo>
                    <a:pt x="35278" y="9399"/>
                  </a:lnTo>
                  <a:lnTo>
                    <a:pt x="36845" y="7192"/>
                  </a:lnTo>
                  <a:lnTo>
                    <a:pt x="38412" y="4134"/>
                  </a:lnTo>
                  <a:lnTo>
                    <a:pt x="39978" y="824"/>
                  </a:lnTo>
                  <a:lnTo>
                    <a:pt x="41545" y="0"/>
                  </a:lnTo>
                  <a:lnTo>
                    <a:pt x="43111" y="2071"/>
                  </a:lnTo>
                  <a:lnTo>
                    <a:pt x="44678" y="4143"/>
                  </a:lnTo>
                  <a:lnTo>
                    <a:pt x="46245" y="7384"/>
                  </a:lnTo>
                  <a:lnTo>
                    <a:pt x="47811" y="12259"/>
                  </a:lnTo>
                  <a:lnTo>
                    <a:pt x="49378" y="16504"/>
                  </a:lnTo>
                  <a:lnTo>
                    <a:pt x="50944" y="20748"/>
                  </a:lnTo>
                  <a:lnTo>
                    <a:pt x="52511" y="25347"/>
                  </a:lnTo>
                  <a:lnTo>
                    <a:pt x="54077" y="29945"/>
                  </a:lnTo>
                  <a:lnTo>
                    <a:pt x="55644" y="34113"/>
                  </a:lnTo>
                  <a:lnTo>
                    <a:pt x="57211" y="35511"/>
                  </a:lnTo>
                  <a:lnTo>
                    <a:pt x="58777" y="38095"/>
                  </a:lnTo>
                  <a:lnTo>
                    <a:pt x="60344" y="38360"/>
                  </a:lnTo>
                  <a:lnTo>
                    <a:pt x="61910" y="38626"/>
                  </a:lnTo>
                  <a:lnTo>
                    <a:pt x="63477" y="37819"/>
                  </a:lnTo>
                  <a:lnTo>
                    <a:pt x="65044" y="36330"/>
                  </a:lnTo>
                  <a:lnTo>
                    <a:pt x="66610" y="33905"/>
                  </a:lnTo>
                  <a:lnTo>
                    <a:pt x="68177" y="32264"/>
                  </a:lnTo>
                  <a:lnTo>
                    <a:pt x="69743" y="33382"/>
                  </a:lnTo>
                  <a:lnTo>
                    <a:pt x="71310" y="32254"/>
                  </a:lnTo>
                  <a:lnTo>
                    <a:pt x="72877" y="31127"/>
                  </a:lnTo>
                  <a:lnTo>
                    <a:pt x="74443" y="31358"/>
                  </a:lnTo>
                  <a:lnTo>
                    <a:pt x="76010" y="32563"/>
                  </a:lnTo>
                  <a:lnTo>
                    <a:pt x="77576" y="35253"/>
                  </a:lnTo>
                  <a:lnTo>
                    <a:pt x="79143" y="37524"/>
                  </a:lnTo>
                  <a:lnTo>
                    <a:pt x="80709" y="42065"/>
                  </a:lnTo>
                  <a:lnTo>
                    <a:pt x="82276" y="46605"/>
                  </a:lnTo>
                  <a:lnTo>
                    <a:pt x="83843" y="52501"/>
                  </a:lnTo>
                  <a:lnTo>
                    <a:pt x="85409" y="58396"/>
                  </a:lnTo>
                  <a:lnTo>
                    <a:pt x="86976" y="64291"/>
                  </a:lnTo>
                  <a:lnTo>
                    <a:pt x="88542" y="70186"/>
                  </a:lnTo>
                  <a:lnTo>
                    <a:pt x="90109" y="75178"/>
                  </a:lnTo>
                  <a:lnTo>
                    <a:pt x="91676" y="81338"/>
                  </a:lnTo>
                  <a:lnTo>
                    <a:pt x="93242" y="84485"/>
                  </a:lnTo>
                  <a:lnTo>
                    <a:pt x="94809" y="87189"/>
                  </a:lnTo>
                  <a:lnTo>
                    <a:pt x="96375" y="89894"/>
                  </a:lnTo>
                  <a:lnTo>
                    <a:pt x="97942" y="92332"/>
                  </a:lnTo>
                  <a:lnTo>
                    <a:pt x="99509" y="93611"/>
                  </a:lnTo>
                  <a:lnTo>
                    <a:pt x="101075" y="92749"/>
                  </a:lnTo>
                  <a:lnTo>
                    <a:pt x="102642" y="92137"/>
                  </a:lnTo>
                  <a:lnTo>
                    <a:pt x="104208" y="91526"/>
                  </a:lnTo>
                  <a:lnTo>
                    <a:pt x="105775" y="91666"/>
                  </a:lnTo>
                  <a:lnTo>
                    <a:pt x="107341" y="92227"/>
                  </a:lnTo>
                  <a:lnTo>
                    <a:pt x="108908" y="93192"/>
                  </a:lnTo>
                  <a:lnTo>
                    <a:pt x="110475" y="95585"/>
                  </a:lnTo>
                  <a:lnTo>
                    <a:pt x="112041" y="98829"/>
                  </a:lnTo>
                  <a:lnTo>
                    <a:pt x="113608" y="101477"/>
                  </a:lnTo>
                  <a:lnTo>
                    <a:pt x="115174" y="103286"/>
                  </a:lnTo>
                  <a:lnTo>
                    <a:pt x="116741" y="106344"/>
                  </a:lnTo>
                  <a:lnTo>
                    <a:pt x="118308" y="109402"/>
                  </a:lnTo>
                  <a:lnTo>
                    <a:pt x="119874" y="112711"/>
                  </a:lnTo>
                  <a:lnTo>
                    <a:pt x="121441" y="116566"/>
                  </a:lnTo>
                  <a:lnTo>
                    <a:pt x="123007" y="120420"/>
                  </a:lnTo>
                  <a:lnTo>
                    <a:pt x="124574" y="124276"/>
                  </a:lnTo>
                  <a:lnTo>
                    <a:pt x="126141" y="128130"/>
                  </a:lnTo>
                  <a:lnTo>
                    <a:pt x="127707" y="131587"/>
                  </a:lnTo>
                  <a:lnTo>
                    <a:pt x="129274" y="134248"/>
                  </a:lnTo>
                  <a:lnTo>
                    <a:pt x="130840" y="136057"/>
                  </a:lnTo>
                  <a:lnTo>
                    <a:pt x="132407" y="137512"/>
                  </a:lnTo>
                  <a:lnTo>
                    <a:pt x="133973" y="138336"/>
                  </a:lnTo>
                  <a:lnTo>
                    <a:pt x="135540" y="138741"/>
                  </a:lnTo>
                  <a:lnTo>
                    <a:pt x="137107" y="139776"/>
                  </a:lnTo>
                  <a:lnTo>
                    <a:pt x="138673" y="140811"/>
                  </a:lnTo>
                  <a:lnTo>
                    <a:pt x="140240" y="141846"/>
                  </a:lnTo>
                  <a:lnTo>
                    <a:pt x="141806" y="142881"/>
                  </a:lnTo>
                  <a:lnTo>
                    <a:pt x="142034" y="14303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338035" y="5613064"/>
              <a:ext cx="184928" cy="147338"/>
            </a:xfrm>
            <a:custGeom>
              <a:avLst/>
              <a:pathLst>
                <a:path w="184928" h="147338">
                  <a:moveTo>
                    <a:pt x="0" y="147338"/>
                  </a:moveTo>
                  <a:lnTo>
                    <a:pt x="1083" y="146767"/>
                  </a:lnTo>
                  <a:lnTo>
                    <a:pt x="2649" y="145943"/>
                  </a:lnTo>
                  <a:lnTo>
                    <a:pt x="4216" y="145118"/>
                  </a:lnTo>
                  <a:lnTo>
                    <a:pt x="5782" y="144698"/>
                  </a:lnTo>
                  <a:lnTo>
                    <a:pt x="7349" y="144278"/>
                  </a:lnTo>
                  <a:lnTo>
                    <a:pt x="8916" y="144698"/>
                  </a:lnTo>
                  <a:lnTo>
                    <a:pt x="10482" y="143924"/>
                  </a:lnTo>
                  <a:lnTo>
                    <a:pt x="12049" y="142753"/>
                  </a:lnTo>
                  <a:lnTo>
                    <a:pt x="13615" y="141329"/>
                  </a:lnTo>
                  <a:lnTo>
                    <a:pt x="15182" y="139906"/>
                  </a:lnTo>
                  <a:lnTo>
                    <a:pt x="16749" y="138483"/>
                  </a:lnTo>
                  <a:lnTo>
                    <a:pt x="18315" y="137060"/>
                  </a:lnTo>
                  <a:lnTo>
                    <a:pt x="19882" y="136057"/>
                  </a:lnTo>
                  <a:lnTo>
                    <a:pt x="21448" y="135053"/>
                  </a:lnTo>
                  <a:lnTo>
                    <a:pt x="23015" y="135053"/>
                  </a:lnTo>
                  <a:lnTo>
                    <a:pt x="24582" y="135053"/>
                  </a:lnTo>
                  <a:lnTo>
                    <a:pt x="26148" y="135053"/>
                  </a:lnTo>
                  <a:lnTo>
                    <a:pt x="27715" y="135053"/>
                  </a:lnTo>
                  <a:lnTo>
                    <a:pt x="29281" y="135305"/>
                  </a:lnTo>
                  <a:lnTo>
                    <a:pt x="30848" y="135556"/>
                  </a:lnTo>
                  <a:lnTo>
                    <a:pt x="32414" y="135304"/>
                  </a:lnTo>
                  <a:lnTo>
                    <a:pt x="33981" y="135304"/>
                  </a:lnTo>
                  <a:lnTo>
                    <a:pt x="35548" y="134552"/>
                  </a:lnTo>
                  <a:lnTo>
                    <a:pt x="37114" y="133380"/>
                  </a:lnTo>
                  <a:lnTo>
                    <a:pt x="38681" y="131803"/>
                  </a:lnTo>
                  <a:lnTo>
                    <a:pt x="40247" y="129596"/>
                  </a:lnTo>
                  <a:lnTo>
                    <a:pt x="41814" y="128141"/>
                  </a:lnTo>
                  <a:lnTo>
                    <a:pt x="43381" y="126686"/>
                  </a:lnTo>
                  <a:lnTo>
                    <a:pt x="44947" y="125232"/>
                  </a:lnTo>
                  <a:lnTo>
                    <a:pt x="46514" y="122572"/>
                  </a:lnTo>
                  <a:lnTo>
                    <a:pt x="48080" y="119911"/>
                  </a:lnTo>
                  <a:lnTo>
                    <a:pt x="49647" y="117252"/>
                  </a:lnTo>
                  <a:lnTo>
                    <a:pt x="51214" y="113795"/>
                  </a:lnTo>
                  <a:lnTo>
                    <a:pt x="52780" y="111112"/>
                  </a:lnTo>
                  <a:lnTo>
                    <a:pt x="54347" y="108833"/>
                  </a:lnTo>
                  <a:lnTo>
                    <a:pt x="55913" y="106555"/>
                  </a:lnTo>
                  <a:lnTo>
                    <a:pt x="57480" y="103872"/>
                  </a:lnTo>
                  <a:lnTo>
                    <a:pt x="59046" y="101986"/>
                  </a:lnTo>
                  <a:lnTo>
                    <a:pt x="60613" y="100951"/>
                  </a:lnTo>
                  <a:lnTo>
                    <a:pt x="62180" y="99916"/>
                  </a:lnTo>
                  <a:lnTo>
                    <a:pt x="63746" y="99512"/>
                  </a:lnTo>
                  <a:lnTo>
                    <a:pt x="65313" y="98333"/>
                  </a:lnTo>
                  <a:lnTo>
                    <a:pt x="66879" y="96524"/>
                  </a:lnTo>
                  <a:lnTo>
                    <a:pt x="68446" y="95070"/>
                  </a:lnTo>
                  <a:lnTo>
                    <a:pt x="70013" y="93615"/>
                  </a:lnTo>
                  <a:lnTo>
                    <a:pt x="71579" y="92160"/>
                  </a:lnTo>
                  <a:lnTo>
                    <a:pt x="73146" y="90705"/>
                  </a:lnTo>
                  <a:lnTo>
                    <a:pt x="74712" y="90301"/>
                  </a:lnTo>
                  <a:lnTo>
                    <a:pt x="76279" y="89527"/>
                  </a:lnTo>
                  <a:lnTo>
                    <a:pt x="77846" y="88355"/>
                  </a:lnTo>
                  <a:lnTo>
                    <a:pt x="79412" y="87603"/>
                  </a:lnTo>
                  <a:lnTo>
                    <a:pt x="80979" y="86851"/>
                  </a:lnTo>
                  <a:lnTo>
                    <a:pt x="82545" y="86099"/>
                  </a:lnTo>
                  <a:lnTo>
                    <a:pt x="84112" y="85346"/>
                  </a:lnTo>
                  <a:lnTo>
                    <a:pt x="85678" y="84594"/>
                  </a:lnTo>
                  <a:lnTo>
                    <a:pt x="87245" y="81996"/>
                  </a:lnTo>
                  <a:lnTo>
                    <a:pt x="88812" y="77581"/>
                  </a:lnTo>
                  <a:lnTo>
                    <a:pt x="90378" y="73939"/>
                  </a:lnTo>
                  <a:lnTo>
                    <a:pt x="91945" y="70444"/>
                  </a:lnTo>
                  <a:lnTo>
                    <a:pt x="93511" y="67451"/>
                  </a:lnTo>
                  <a:lnTo>
                    <a:pt x="95078" y="64459"/>
                  </a:lnTo>
                  <a:lnTo>
                    <a:pt x="96645" y="61466"/>
                  </a:lnTo>
                  <a:lnTo>
                    <a:pt x="98211" y="58222"/>
                  </a:lnTo>
                  <a:lnTo>
                    <a:pt x="99778" y="53919"/>
                  </a:lnTo>
                  <a:lnTo>
                    <a:pt x="101344" y="48116"/>
                  </a:lnTo>
                  <a:lnTo>
                    <a:pt x="102911" y="42062"/>
                  </a:lnTo>
                  <a:lnTo>
                    <a:pt x="104478" y="36009"/>
                  </a:lnTo>
                  <a:lnTo>
                    <a:pt x="106044" y="29955"/>
                  </a:lnTo>
                  <a:lnTo>
                    <a:pt x="107611" y="23902"/>
                  </a:lnTo>
                  <a:lnTo>
                    <a:pt x="109177" y="17848"/>
                  </a:lnTo>
                  <a:lnTo>
                    <a:pt x="110744" y="13691"/>
                  </a:lnTo>
                  <a:lnTo>
                    <a:pt x="112310" y="11097"/>
                  </a:lnTo>
                  <a:lnTo>
                    <a:pt x="113877" y="9025"/>
                  </a:lnTo>
                  <a:lnTo>
                    <a:pt x="115444" y="6953"/>
                  </a:lnTo>
                  <a:lnTo>
                    <a:pt x="117010" y="4882"/>
                  </a:lnTo>
                  <a:lnTo>
                    <a:pt x="118577" y="3845"/>
                  </a:lnTo>
                  <a:lnTo>
                    <a:pt x="120143" y="2809"/>
                  </a:lnTo>
                  <a:lnTo>
                    <a:pt x="121710" y="1020"/>
                  </a:lnTo>
                  <a:lnTo>
                    <a:pt x="123277" y="0"/>
                  </a:lnTo>
                  <a:lnTo>
                    <a:pt x="124843" y="1454"/>
                  </a:lnTo>
                  <a:lnTo>
                    <a:pt x="126410" y="3263"/>
                  </a:lnTo>
                  <a:lnTo>
                    <a:pt x="127976" y="5072"/>
                  </a:lnTo>
                  <a:lnTo>
                    <a:pt x="129543" y="6881"/>
                  </a:lnTo>
                  <a:lnTo>
                    <a:pt x="131110" y="9541"/>
                  </a:lnTo>
                  <a:lnTo>
                    <a:pt x="132676" y="12224"/>
                  </a:lnTo>
                  <a:lnTo>
                    <a:pt x="134243" y="13705"/>
                  </a:lnTo>
                  <a:lnTo>
                    <a:pt x="135809" y="15984"/>
                  </a:lnTo>
                  <a:lnTo>
                    <a:pt x="137376" y="17870"/>
                  </a:lnTo>
                  <a:lnTo>
                    <a:pt x="138942" y="19755"/>
                  </a:lnTo>
                  <a:lnTo>
                    <a:pt x="140509" y="21642"/>
                  </a:lnTo>
                  <a:lnTo>
                    <a:pt x="142076" y="22677"/>
                  </a:lnTo>
                  <a:lnTo>
                    <a:pt x="143642" y="23712"/>
                  </a:lnTo>
                  <a:lnTo>
                    <a:pt x="145209" y="25521"/>
                  </a:lnTo>
                  <a:lnTo>
                    <a:pt x="146775" y="27330"/>
                  </a:lnTo>
                  <a:lnTo>
                    <a:pt x="148342" y="28155"/>
                  </a:lnTo>
                  <a:lnTo>
                    <a:pt x="149909" y="29610"/>
                  </a:lnTo>
                  <a:lnTo>
                    <a:pt x="151475" y="31916"/>
                  </a:lnTo>
                  <a:lnTo>
                    <a:pt x="153042" y="35018"/>
                  </a:lnTo>
                  <a:lnTo>
                    <a:pt x="154608" y="38488"/>
                  </a:lnTo>
                  <a:lnTo>
                    <a:pt x="156175" y="43918"/>
                  </a:lnTo>
                  <a:lnTo>
                    <a:pt x="157741" y="49745"/>
                  </a:lnTo>
                  <a:lnTo>
                    <a:pt x="159308" y="55572"/>
                  </a:lnTo>
                  <a:lnTo>
                    <a:pt x="160875" y="62533"/>
                  </a:lnTo>
                  <a:lnTo>
                    <a:pt x="162441" y="69493"/>
                  </a:lnTo>
                  <a:lnTo>
                    <a:pt x="164008" y="76454"/>
                  </a:lnTo>
                  <a:lnTo>
                    <a:pt x="165574" y="83414"/>
                  </a:lnTo>
                  <a:lnTo>
                    <a:pt x="167141" y="92220"/>
                  </a:lnTo>
                  <a:lnTo>
                    <a:pt x="168708" y="102424"/>
                  </a:lnTo>
                  <a:lnTo>
                    <a:pt x="170274" y="112628"/>
                  </a:lnTo>
                  <a:lnTo>
                    <a:pt x="171841" y="121725"/>
                  </a:lnTo>
                  <a:lnTo>
                    <a:pt x="173407" y="128685"/>
                  </a:lnTo>
                  <a:lnTo>
                    <a:pt x="174974" y="134512"/>
                  </a:lnTo>
                  <a:lnTo>
                    <a:pt x="176541" y="138561"/>
                  </a:lnTo>
                  <a:lnTo>
                    <a:pt x="178107" y="139857"/>
                  </a:lnTo>
                  <a:lnTo>
                    <a:pt x="179674" y="140565"/>
                  </a:lnTo>
                  <a:lnTo>
                    <a:pt x="181240" y="142772"/>
                  </a:lnTo>
                  <a:lnTo>
                    <a:pt x="182807" y="144979"/>
                  </a:lnTo>
                  <a:lnTo>
                    <a:pt x="184373" y="146556"/>
                  </a:lnTo>
                  <a:lnTo>
                    <a:pt x="184928" y="14733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530805" y="5738908"/>
              <a:ext cx="44280" cy="21494"/>
            </a:xfrm>
            <a:custGeom>
              <a:avLst/>
              <a:pathLst>
                <a:path w="44280" h="21494">
                  <a:moveTo>
                    <a:pt x="0" y="21494"/>
                  </a:moveTo>
                  <a:lnTo>
                    <a:pt x="1003" y="19315"/>
                  </a:lnTo>
                  <a:lnTo>
                    <a:pt x="2569" y="16869"/>
                  </a:lnTo>
                  <a:lnTo>
                    <a:pt x="4136" y="16742"/>
                  </a:lnTo>
                  <a:lnTo>
                    <a:pt x="5703" y="15580"/>
                  </a:lnTo>
                  <a:lnTo>
                    <a:pt x="7269" y="14951"/>
                  </a:lnTo>
                  <a:lnTo>
                    <a:pt x="8836" y="16599"/>
                  </a:lnTo>
                  <a:lnTo>
                    <a:pt x="10402" y="18266"/>
                  </a:lnTo>
                  <a:lnTo>
                    <a:pt x="11969" y="18643"/>
                  </a:lnTo>
                  <a:lnTo>
                    <a:pt x="13536" y="19019"/>
                  </a:lnTo>
                  <a:lnTo>
                    <a:pt x="15102" y="17254"/>
                  </a:lnTo>
                  <a:lnTo>
                    <a:pt x="16669" y="14822"/>
                  </a:lnTo>
                  <a:lnTo>
                    <a:pt x="18235" y="11537"/>
                  </a:lnTo>
                  <a:lnTo>
                    <a:pt x="19802" y="7911"/>
                  </a:lnTo>
                  <a:lnTo>
                    <a:pt x="21369" y="6251"/>
                  </a:lnTo>
                  <a:lnTo>
                    <a:pt x="22935" y="3794"/>
                  </a:lnTo>
                  <a:lnTo>
                    <a:pt x="24502" y="2134"/>
                  </a:lnTo>
                  <a:lnTo>
                    <a:pt x="26068" y="474"/>
                  </a:lnTo>
                  <a:lnTo>
                    <a:pt x="27635" y="0"/>
                  </a:lnTo>
                  <a:lnTo>
                    <a:pt x="29201" y="2580"/>
                  </a:lnTo>
                  <a:lnTo>
                    <a:pt x="30768" y="5161"/>
                  </a:lnTo>
                  <a:lnTo>
                    <a:pt x="32335" y="7742"/>
                  </a:lnTo>
                  <a:lnTo>
                    <a:pt x="33901" y="9251"/>
                  </a:lnTo>
                  <a:lnTo>
                    <a:pt x="35468" y="10258"/>
                  </a:lnTo>
                  <a:lnTo>
                    <a:pt x="37034" y="10635"/>
                  </a:lnTo>
                  <a:lnTo>
                    <a:pt x="38601" y="11240"/>
                  </a:lnTo>
                  <a:lnTo>
                    <a:pt x="40168" y="11102"/>
                  </a:lnTo>
                  <a:lnTo>
                    <a:pt x="41734" y="12603"/>
                  </a:lnTo>
                  <a:lnTo>
                    <a:pt x="43301" y="16649"/>
                  </a:lnTo>
                  <a:lnTo>
                    <a:pt x="44280" y="2149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5682069" y="5631854"/>
              <a:ext cx="162186" cy="128548"/>
            </a:xfrm>
            <a:custGeom>
              <a:avLst/>
              <a:pathLst>
                <a:path w="162186" h="128548">
                  <a:moveTo>
                    <a:pt x="0" y="128548"/>
                  </a:moveTo>
                  <a:lnTo>
                    <a:pt x="131" y="127319"/>
                  </a:lnTo>
                  <a:lnTo>
                    <a:pt x="1698" y="116409"/>
                  </a:lnTo>
                  <a:lnTo>
                    <a:pt x="3264" y="109954"/>
                  </a:lnTo>
                  <a:lnTo>
                    <a:pt x="4831" y="104570"/>
                  </a:lnTo>
                  <a:lnTo>
                    <a:pt x="6398" y="101505"/>
                  </a:lnTo>
                  <a:lnTo>
                    <a:pt x="7964" y="98823"/>
                  </a:lnTo>
                  <a:lnTo>
                    <a:pt x="9531" y="96937"/>
                  </a:lnTo>
                  <a:lnTo>
                    <a:pt x="11097" y="94631"/>
                  </a:lnTo>
                  <a:lnTo>
                    <a:pt x="12664" y="92745"/>
                  </a:lnTo>
                  <a:lnTo>
                    <a:pt x="14230" y="90859"/>
                  </a:lnTo>
                  <a:lnTo>
                    <a:pt x="15797" y="89404"/>
                  </a:lnTo>
                  <a:lnTo>
                    <a:pt x="17364" y="87595"/>
                  </a:lnTo>
                  <a:lnTo>
                    <a:pt x="18930" y="87993"/>
                  </a:lnTo>
                  <a:lnTo>
                    <a:pt x="20497" y="87993"/>
                  </a:lnTo>
                  <a:lnTo>
                    <a:pt x="22063" y="87993"/>
                  </a:lnTo>
                  <a:lnTo>
                    <a:pt x="23630" y="87993"/>
                  </a:lnTo>
                  <a:lnTo>
                    <a:pt x="25197" y="87595"/>
                  </a:lnTo>
                  <a:lnTo>
                    <a:pt x="26763" y="87197"/>
                  </a:lnTo>
                  <a:lnTo>
                    <a:pt x="28330" y="86799"/>
                  </a:lnTo>
                  <a:lnTo>
                    <a:pt x="29896" y="86401"/>
                  </a:lnTo>
                  <a:lnTo>
                    <a:pt x="31463" y="86401"/>
                  </a:lnTo>
                  <a:lnTo>
                    <a:pt x="33030" y="86400"/>
                  </a:lnTo>
                  <a:lnTo>
                    <a:pt x="34596" y="86798"/>
                  </a:lnTo>
                  <a:lnTo>
                    <a:pt x="36163" y="86798"/>
                  </a:lnTo>
                  <a:lnTo>
                    <a:pt x="37729" y="86798"/>
                  </a:lnTo>
                  <a:lnTo>
                    <a:pt x="39296" y="86798"/>
                  </a:lnTo>
                  <a:lnTo>
                    <a:pt x="40862" y="86798"/>
                  </a:lnTo>
                  <a:lnTo>
                    <a:pt x="42429" y="86798"/>
                  </a:lnTo>
                  <a:lnTo>
                    <a:pt x="43996" y="86798"/>
                  </a:lnTo>
                  <a:lnTo>
                    <a:pt x="45562" y="86798"/>
                  </a:lnTo>
                  <a:lnTo>
                    <a:pt x="47129" y="87572"/>
                  </a:lnTo>
                  <a:lnTo>
                    <a:pt x="48695" y="88744"/>
                  </a:lnTo>
                  <a:lnTo>
                    <a:pt x="50262" y="90553"/>
                  </a:lnTo>
                  <a:lnTo>
                    <a:pt x="51829" y="92008"/>
                  </a:lnTo>
                  <a:lnTo>
                    <a:pt x="53395" y="93463"/>
                  </a:lnTo>
                  <a:lnTo>
                    <a:pt x="54962" y="94918"/>
                  </a:lnTo>
                  <a:lnTo>
                    <a:pt x="56528" y="96372"/>
                  </a:lnTo>
                  <a:lnTo>
                    <a:pt x="58095" y="97827"/>
                  </a:lnTo>
                  <a:lnTo>
                    <a:pt x="59662" y="98862"/>
                  </a:lnTo>
                  <a:lnTo>
                    <a:pt x="61228" y="96956"/>
                  </a:lnTo>
                  <a:lnTo>
                    <a:pt x="62795" y="94748"/>
                  </a:lnTo>
                  <a:lnTo>
                    <a:pt x="64361" y="92135"/>
                  </a:lnTo>
                  <a:lnTo>
                    <a:pt x="65928" y="89522"/>
                  </a:lnTo>
                  <a:lnTo>
                    <a:pt x="67494" y="86279"/>
                  </a:lnTo>
                  <a:lnTo>
                    <a:pt x="69061" y="83665"/>
                  </a:lnTo>
                  <a:lnTo>
                    <a:pt x="70628" y="80422"/>
                  </a:lnTo>
                  <a:lnTo>
                    <a:pt x="72194" y="76774"/>
                  </a:lnTo>
                  <a:lnTo>
                    <a:pt x="73761" y="71953"/>
                  </a:lnTo>
                  <a:lnTo>
                    <a:pt x="75327" y="65670"/>
                  </a:lnTo>
                  <a:lnTo>
                    <a:pt x="76894" y="58039"/>
                  </a:lnTo>
                  <a:lnTo>
                    <a:pt x="78461" y="49779"/>
                  </a:lnTo>
                  <a:lnTo>
                    <a:pt x="80027" y="41519"/>
                  </a:lnTo>
                  <a:lnTo>
                    <a:pt x="81594" y="33258"/>
                  </a:lnTo>
                  <a:lnTo>
                    <a:pt x="83160" y="25627"/>
                  </a:lnTo>
                  <a:lnTo>
                    <a:pt x="84727" y="21261"/>
                  </a:lnTo>
                  <a:lnTo>
                    <a:pt x="86294" y="17192"/>
                  </a:lnTo>
                  <a:lnTo>
                    <a:pt x="87860" y="13529"/>
                  </a:lnTo>
                  <a:lnTo>
                    <a:pt x="89427" y="10690"/>
                  </a:lnTo>
                  <a:lnTo>
                    <a:pt x="90993" y="8271"/>
                  </a:lnTo>
                  <a:lnTo>
                    <a:pt x="92560" y="6062"/>
                  </a:lnTo>
                  <a:lnTo>
                    <a:pt x="94126" y="3223"/>
                  </a:lnTo>
                  <a:lnTo>
                    <a:pt x="95693" y="1434"/>
                  </a:lnTo>
                  <a:lnTo>
                    <a:pt x="97260" y="0"/>
                  </a:lnTo>
                  <a:lnTo>
                    <a:pt x="98826" y="616"/>
                  </a:lnTo>
                  <a:lnTo>
                    <a:pt x="100393" y="2425"/>
                  </a:lnTo>
                  <a:lnTo>
                    <a:pt x="101959" y="5482"/>
                  </a:lnTo>
                  <a:lnTo>
                    <a:pt x="103526" y="8540"/>
                  </a:lnTo>
                  <a:lnTo>
                    <a:pt x="105093" y="11598"/>
                  </a:lnTo>
                  <a:lnTo>
                    <a:pt x="106659" y="14656"/>
                  </a:lnTo>
                  <a:lnTo>
                    <a:pt x="108226" y="16863"/>
                  </a:lnTo>
                  <a:lnTo>
                    <a:pt x="109792" y="19071"/>
                  </a:lnTo>
                  <a:lnTo>
                    <a:pt x="111359" y="22128"/>
                  </a:lnTo>
                  <a:lnTo>
                    <a:pt x="112926" y="24336"/>
                  </a:lnTo>
                  <a:lnTo>
                    <a:pt x="114492" y="26145"/>
                  </a:lnTo>
                  <a:lnTo>
                    <a:pt x="116059" y="28352"/>
                  </a:lnTo>
                  <a:lnTo>
                    <a:pt x="117625" y="30559"/>
                  </a:lnTo>
                  <a:lnTo>
                    <a:pt x="119192" y="33617"/>
                  </a:lnTo>
                  <a:lnTo>
                    <a:pt x="120758" y="36675"/>
                  </a:lnTo>
                  <a:lnTo>
                    <a:pt x="122325" y="39733"/>
                  </a:lnTo>
                  <a:lnTo>
                    <a:pt x="123892" y="43042"/>
                  </a:lnTo>
                  <a:lnTo>
                    <a:pt x="125458" y="46101"/>
                  </a:lnTo>
                  <a:lnTo>
                    <a:pt x="127025" y="47987"/>
                  </a:lnTo>
                  <a:lnTo>
                    <a:pt x="128591" y="50669"/>
                  </a:lnTo>
                  <a:lnTo>
                    <a:pt x="130158" y="52317"/>
                  </a:lnTo>
                  <a:lnTo>
                    <a:pt x="131725" y="53168"/>
                  </a:lnTo>
                  <a:lnTo>
                    <a:pt x="133291" y="54019"/>
                  </a:lnTo>
                  <a:lnTo>
                    <a:pt x="134858" y="54870"/>
                  </a:lnTo>
                  <a:lnTo>
                    <a:pt x="136424" y="55721"/>
                  </a:lnTo>
                  <a:lnTo>
                    <a:pt x="137991" y="55721"/>
                  </a:lnTo>
                  <a:lnTo>
                    <a:pt x="139558" y="55721"/>
                  </a:lnTo>
                  <a:lnTo>
                    <a:pt x="141124" y="58662"/>
                  </a:lnTo>
                  <a:lnTo>
                    <a:pt x="142691" y="61275"/>
                  </a:lnTo>
                  <a:lnTo>
                    <a:pt x="144257" y="63484"/>
                  </a:lnTo>
                  <a:lnTo>
                    <a:pt x="145824" y="65692"/>
                  </a:lnTo>
                  <a:lnTo>
                    <a:pt x="147390" y="68305"/>
                  </a:lnTo>
                  <a:lnTo>
                    <a:pt x="148957" y="70918"/>
                  </a:lnTo>
                  <a:lnTo>
                    <a:pt x="150524" y="75197"/>
                  </a:lnTo>
                  <a:lnTo>
                    <a:pt x="152090" y="78845"/>
                  </a:lnTo>
                  <a:lnTo>
                    <a:pt x="153657" y="83666"/>
                  </a:lnTo>
                  <a:lnTo>
                    <a:pt x="155223" y="90985"/>
                  </a:lnTo>
                  <a:lnTo>
                    <a:pt x="156790" y="99245"/>
                  </a:lnTo>
                  <a:lnTo>
                    <a:pt x="158357" y="107506"/>
                  </a:lnTo>
                  <a:lnTo>
                    <a:pt x="159923" y="115766"/>
                  </a:lnTo>
                  <a:lnTo>
                    <a:pt x="161490" y="124877"/>
                  </a:lnTo>
                  <a:lnTo>
                    <a:pt x="162186" y="12854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5892000" y="5672449"/>
              <a:ext cx="92716" cy="87953"/>
            </a:xfrm>
            <a:custGeom>
              <a:avLst/>
              <a:pathLst>
                <a:path w="92716" h="87953">
                  <a:moveTo>
                    <a:pt x="0" y="87953"/>
                  </a:moveTo>
                  <a:lnTo>
                    <a:pt x="124" y="87628"/>
                  </a:lnTo>
                  <a:lnTo>
                    <a:pt x="1690" y="83882"/>
                  </a:lnTo>
                  <a:lnTo>
                    <a:pt x="3257" y="80136"/>
                  </a:lnTo>
                  <a:lnTo>
                    <a:pt x="4824" y="76390"/>
                  </a:lnTo>
                  <a:lnTo>
                    <a:pt x="6390" y="72644"/>
                  </a:lnTo>
                  <a:lnTo>
                    <a:pt x="7957" y="69749"/>
                  </a:lnTo>
                  <a:lnTo>
                    <a:pt x="9523" y="66854"/>
                  </a:lnTo>
                  <a:lnTo>
                    <a:pt x="11090" y="63959"/>
                  </a:lnTo>
                  <a:lnTo>
                    <a:pt x="12656" y="62132"/>
                  </a:lnTo>
                  <a:lnTo>
                    <a:pt x="14223" y="60708"/>
                  </a:lnTo>
                  <a:lnTo>
                    <a:pt x="15790" y="59285"/>
                  </a:lnTo>
                  <a:lnTo>
                    <a:pt x="17356" y="57458"/>
                  </a:lnTo>
                  <a:lnTo>
                    <a:pt x="18923" y="55630"/>
                  </a:lnTo>
                  <a:lnTo>
                    <a:pt x="20489" y="53172"/>
                  </a:lnTo>
                  <a:lnTo>
                    <a:pt x="22056" y="51344"/>
                  </a:lnTo>
                  <a:lnTo>
                    <a:pt x="23623" y="50165"/>
                  </a:lnTo>
                  <a:lnTo>
                    <a:pt x="25189" y="48356"/>
                  </a:lnTo>
                  <a:lnTo>
                    <a:pt x="26756" y="46902"/>
                  </a:lnTo>
                  <a:lnTo>
                    <a:pt x="28322" y="45866"/>
                  </a:lnTo>
                  <a:lnTo>
                    <a:pt x="29889" y="44832"/>
                  </a:lnTo>
                  <a:lnTo>
                    <a:pt x="31456" y="43350"/>
                  </a:lnTo>
                  <a:lnTo>
                    <a:pt x="33022" y="42719"/>
                  </a:lnTo>
                  <a:lnTo>
                    <a:pt x="34589" y="42089"/>
                  </a:lnTo>
                  <a:lnTo>
                    <a:pt x="36155" y="40607"/>
                  </a:lnTo>
                  <a:lnTo>
                    <a:pt x="37722" y="39756"/>
                  </a:lnTo>
                  <a:lnTo>
                    <a:pt x="39288" y="38905"/>
                  </a:lnTo>
                  <a:lnTo>
                    <a:pt x="40855" y="38905"/>
                  </a:lnTo>
                  <a:lnTo>
                    <a:pt x="42422" y="38905"/>
                  </a:lnTo>
                  <a:lnTo>
                    <a:pt x="43988" y="39535"/>
                  </a:lnTo>
                  <a:lnTo>
                    <a:pt x="45555" y="40165"/>
                  </a:lnTo>
                  <a:lnTo>
                    <a:pt x="47121" y="40795"/>
                  </a:lnTo>
                  <a:lnTo>
                    <a:pt x="48688" y="41830"/>
                  </a:lnTo>
                  <a:lnTo>
                    <a:pt x="50255" y="42865"/>
                  </a:lnTo>
                  <a:lnTo>
                    <a:pt x="51821" y="42865"/>
                  </a:lnTo>
                  <a:lnTo>
                    <a:pt x="53388" y="41672"/>
                  </a:lnTo>
                  <a:lnTo>
                    <a:pt x="54954" y="38833"/>
                  </a:lnTo>
                  <a:lnTo>
                    <a:pt x="56521" y="34756"/>
                  </a:lnTo>
                  <a:lnTo>
                    <a:pt x="58088" y="30184"/>
                  </a:lnTo>
                  <a:lnTo>
                    <a:pt x="59654" y="25166"/>
                  </a:lnTo>
                  <a:lnTo>
                    <a:pt x="61221" y="20147"/>
                  </a:lnTo>
                  <a:lnTo>
                    <a:pt x="62787" y="15129"/>
                  </a:lnTo>
                  <a:lnTo>
                    <a:pt x="64354" y="11381"/>
                  </a:lnTo>
                  <a:lnTo>
                    <a:pt x="65920" y="7633"/>
                  </a:lnTo>
                  <a:lnTo>
                    <a:pt x="67487" y="4683"/>
                  </a:lnTo>
                  <a:lnTo>
                    <a:pt x="69054" y="2519"/>
                  </a:lnTo>
                  <a:lnTo>
                    <a:pt x="70620" y="1540"/>
                  </a:lnTo>
                  <a:lnTo>
                    <a:pt x="72187" y="898"/>
                  </a:lnTo>
                  <a:lnTo>
                    <a:pt x="73753" y="0"/>
                  </a:lnTo>
                  <a:lnTo>
                    <a:pt x="75320" y="1379"/>
                  </a:lnTo>
                  <a:lnTo>
                    <a:pt x="76887" y="2867"/>
                  </a:lnTo>
                  <a:lnTo>
                    <a:pt x="78453" y="7703"/>
                  </a:lnTo>
                  <a:lnTo>
                    <a:pt x="80020" y="14117"/>
                  </a:lnTo>
                  <a:lnTo>
                    <a:pt x="81586" y="21869"/>
                  </a:lnTo>
                  <a:lnTo>
                    <a:pt x="83153" y="29621"/>
                  </a:lnTo>
                  <a:lnTo>
                    <a:pt x="84720" y="37373"/>
                  </a:lnTo>
                  <a:lnTo>
                    <a:pt x="86286" y="45125"/>
                  </a:lnTo>
                  <a:lnTo>
                    <a:pt x="87853" y="52877"/>
                  </a:lnTo>
                  <a:lnTo>
                    <a:pt x="89419" y="62588"/>
                  </a:lnTo>
                  <a:lnTo>
                    <a:pt x="90986" y="75500"/>
                  </a:lnTo>
                  <a:lnTo>
                    <a:pt x="92552" y="86524"/>
                  </a:lnTo>
                  <a:lnTo>
                    <a:pt x="92716" y="8795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6141178" y="5714157"/>
              <a:ext cx="53067" cy="46245"/>
            </a:xfrm>
            <a:custGeom>
              <a:avLst/>
              <a:pathLst>
                <a:path w="53067" h="46245">
                  <a:moveTo>
                    <a:pt x="0" y="46245"/>
                  </a:moveTo>
                  <a:lnTo>
                    <a:pt x="33" y="46075"/>
                  </a:lnTo>
                  <a:lnTo>
                    <a:pt x="1599" y="38098"/>
                  </a:lnTo>
                  <a:lnTo>
                    <a:pt x="3166" y="33960"/>
                  </a:lnTo>
                  <a:lnTo>
                    <a:pt x="4733" y="30876"/>
                  </a:lnTo>
                  <a:lnTo>
                    <a:pt x="6299" y="27793"/>
                  </a:lnTo>
                  <a:lnTo>
                    <a:pt x="7866" y="23857"/>
                  </a:lnTo>
                  <a:lnTo>
                    <a:pt x="9432" y="17198"/>
                  </a:lnTo>
                  <a:lnTo>
                    <a:pt x="10999" y="12444"/>
                  </a:lnTo>
                  <a:lnTo>
                    <a:pt x="12566" y="8824"/>
                  </a:lnTo>
                  <a:lnTo>
                    <a:pt x="14132" y="6390"/>
                  </a:lnTo>
                  <a:lnTo>
                    <a:pt x="15699" y="2769"/>
                  </a:lnTo>
                  <a:lnTo>
                    <a:pt x="17265" y="0"/>
                  </a:lnTo>
                  <a:lnTo>
                    <a:pt x="18832" y="0"/>
                  </a:lnTo>
                  <a:lnTo>
                    <a:pt x="20398" y="0"/>
                  </a:lnTo>
                  <a:lnTo>
                    <a:pt x="21965" y="0"/>
                  </a:lnTo>
                  <a:lnTo>
                    <a:pt x="23532" y="0"/>
                  </a:lnTo>
                  <a:lnTo>
                    <a:pt x="25098" y="0"/>
                  </a:lnTo>
                  <a:lnTo>
                    <a:pt x="26665" y="0"/>
                  </a:lnTo>
                  <a:lnTo>
                    <a:pt x="28231" y="797"/>
                  </a:lnTo>
                  <a:lnTo>
                    <a:pt x="29798" y="1648"/>
                  </a:lnTo>
                  <a:lnTo>
                    <a:pt x="31365" y="4589"/>
                  </a:lnTo>
                  <a:lnTo>
                    <a:pt x="32931" y="7833"/>
                  </a:lnTo>
                  <a:lnTo>
                    <a:pt x="34498" y="11076"/>
                  </a:lnTo>
                  <a:lnTo>
                    <a:pt x="36064" y="14724"/>
                  </a:lnTo>
                  <a:lnTo>
                    <a:pt x="37631" y="17563"/>
                  </a:lnTo>
                  <a:lnTo>
                    <a:pt x="39198" y="20807"/>
                  </a:lnTo>
                  <a:lnTo>
                    <a:pt x="40764" y="23631"/>
                  </a:lnTo>
                  <a:lnTo>
                    <a:pt x="42331" y="26455"/>
                  </a:lnTo>
                  <a:lnTo>
                    <a:pt x="43897" y="29279"/>
                  </a:lnTo>
                  <a:lnTo>
                    <a:pt x="45464" y="31698"/>
                  </a:lnTo>
                  <a:lnTo>
                    <a:pt x="47030" y="33133"/>
                  </a:lnTo>
                  <a:lnTo>
                    <a:pt x="48597" y="35736"/>
                  </a:lnTo>
                  <a:lnTo>
                    <a:pt x="50164" y="39583"/>
                  </a:lnTo>
                  <a:lnTo>
                    <a:pt x="51730" y="43178"/>
                  </a:lnTo>
                  <a:lnTo>
                    <a:pt x="53067" y="46245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6211133" y="5683749"/>
              <a:ext cx="84645" cy="76653"/>
            </a:xfrm>
            <a:custGeom>
              <a:avLst/>
              <a:pathLst>
                <a:path w="84645" h="76653">
                  <a:moveTo>
                    <a:pt x="0" y="76653"/>
                  </a:moveTo>
                  <a:lnTo>
                    <a:pt x="574" y="76337"/>
                  </a:lnTo>
                  <a:lnTo>
                    <a:pt x="2141" y="74237"/>
                  </a:lnTo>
                  <a:lnTo>
                    <a:pt x="3707" y="70130"/>
                  </a:lnTo>
                  <a:lnTo>
                    <a:pt x="5274" y="66024"/>
                  </a:lnTo>
                  <a:lnTo>
                    <a:pt x="6840" y="62567"/>
                  </a:lnTo>
                  <a:lnTo>
                    <a:pt x="8407" y="59111"/>
                  </a:lnTo>
                  <a:lnTo>
                    <a:pt x="9974" y="56008"/>
                  </a:lnTo>
                  <a:lnTo>
                    <a:pt x="11540" y="52905"/>
                  </a:lnTo>
                  <a:lnTo>
                    <a:pt x="13107" y="49802"/>
                  </a:lnTo>
                  <a:lnTo>
                    <a:pt x="14673" y="47496"/>
                  </a:lnTo>
                  <a:lnTo>
                    <a:pt x="16240" y="45190"/>
                  </a:lnTo>
                  <a:lnTo>
                    <a:pt x="17807" y="43735"/>
                  </a:lnTo>
                  <a:lnTo>
                    <a:pt x="19373" y="42700"/>
                  </a:lnTo>
                  <a:lnTo>
                    <a:pt x="20940" y="41665"/>
                  </a:lnTo>
                  <a:lnTo>
                    <a:pt x="22506" y="40211"/>
                  </a:lnTo>
                  <a:lnTo>
                    <a:pt x="24073" y="38756"/>
                  </a:lnTo>
                  <a:lnTo>
                    <a:pt x="25639" y="37721"/>
                  </a:lnTo>
                  <a:lnTo>
                    <a:pt x="27206" y="35835"/>
                  </a:lnTo>
                  <a:lnTo>
                    <a:pt x="28773" y="33949"/>
                  </a:lnTo>
                  <a:lnTo>
                    <a:pt x="30339" y="31288"/>
                  </a:lnTo>
                  <a:lnTo>
                    <a:pt x="31906" y="28628"/>
                  </a:lnTo>
                  <a:lnTo>
                    <a:pt x="33472" y="25570"/>
                  </a:lnTo>
                  <a:lnTo>
                    <a:pt x="35039" y="22512"/>
                  </a:lnTo>
                  <a:lnTo>
                    <a:pt x="36606" y="19454"/>
                  </a:lnTo>
                  <a:lnTo>
                    <a:pt x="38172" y="15599"/>
                  </a:lnTo>
                  <a:lnTo>
                    <a:pt x="39739" y="12541"/>
                  </a:lnTo>
                  <a:lnTo>
                    <a:pt x="41305" y="10334"/>
                  </a:lnTo>
                  <a:lnTo>
                    <a:pt x="42872" y="8506"/>
                  </a:lnTo>
                  <a:lnTo>
                    <a:pt x="44439" y="6930"/>
                  </a:lnTo>
                  <a:lnTo>
                    <a:pt x="46005" y="5751"/>
                  </a:lnTo>
                  <a:lnTo>
                    <a:pt x="47572" y="4977"/>
                  </a:lnTo>
                  <a:lnTo>
                    <a:pt x="49138" y="3804"/>
                  </a:lnTo>
                  <a:lnTo>
                    <a:pt x="50705" y="3052"/>
                  </a:lnTo>
                  <a:lnTo>
                    <a:pt x="52271" y="2300"/>
                  </a:lnTo>
                  <a:lnTo>
                    <a:pt x="53838" y="1548"/>
                  </a:lnTo>
                  <a:lnTo>
                    <a:pt x="55405" y="795"/>
                  </a:lnTo>
                  <a:lnTo>
                    <a:pt x="56971" y="397"/>
                  </a:lnTo>
                  <a:lnTo>
                    <a:pt x="58538" y="0"/>
                  </a:lnTo>
                  <a:lnTo>
                    <a:pt x="60104" y="0"/>
                  </a:lnTo>
                  <a:lnTo>
                    <a:pt x="61671" y="1423"/>
                  </a:lnTo>
                  <a:lnTo>
                    <a:pt x="63238" y="3250"/>
                  </a:lnTo>
                  <a:lnTo>
                    <a:pt x="64804" y="6145"/>
                  </a:lnTo>
                  <a:lnTo>
                    <a:pt x="66371" y="11475"/>
                  </a:lnTo>
                  <a:lnTo>
                    <a:pt x="67937" y="16804"/>
                  </a:lnTo>
                  <a:lnTo>
                    <a:pt x="69504" y="22134"/>
                  </a:lnTo>
                  <a:lnTo>
                    <a:pt x="71071" y="27463"/>
                  </a:lnTo>
                  <a:lnTo>
                    <a:pt x="72637" y="32793"/>
                  </a:lnTo>
                  <a:lnTo>
                    <a:pt x="74204" y="38123"/>
                  </a:lnTo>
                  <a:lnTo>
                    <a:pt x="75770" y="43452"/>
                  </a:lnTo>
                  <a:lnTo>
                    <a:pt x="77337" y="48782"/>
                  </a:lnTo>
                  <a:lnTo>
                    <a:pt x="78903" y="53675"/>
                  </a:lnTo>
                  <a:lnTo>
                    <a:pt x="80470" y="58568"/>
                  </a:lnTo>
                  <a:lnTo>
                    <a:pt x="82037" y="64646"/>
                  </a:lnTo>
                  <a:lnTo>
                    <a:pt x="83603" y="71858"/>
                  </a:lnTo>
                  <a:lnTo>
                    <a:pt x="84645" y="7665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6397498" y="5654338"/>
              <a:ext cx="570267" cy="106064"/>
            </a:xfrm>
            <a:custGeom>
              <a:avLst/>
              <a:pathLst>
                <a:path w="570267" h="106064">
                  <a:moveTo>
                    <a:pt x="0" y="106064"/>
                  </a:moveTo>
                  <a:lnTo>
                    <a:pt x="634" y="104186"/>
                  </a:lnTo>
                  <a:lnTo>
                    <a:pt x="2200" y="100330"/>
                  </a:lnTo>
                  <a:lnTo>
                    <a:pt x="3767" y="96224"/>
                  </a:lnTo>
                  <a:lnTo>
                    <a:pt x="5333" y="92118"/>
                  </a:lnTo>
                  <a:lnTo>
                    <a:pt x="6900" y="88809"/>
                  </a:lnTo>
                  <a:lnTo>
                    <a:pt x="8466" y="85063"/>
                  </a:lnTo>
                  <a:lnTo>
                    <a:pt x="10033" y="81317"/>
                  </a:lnTo>
                  <a:lnTo>
                    <a:pt x="11600" y="76774"/>
                  </a:lnTo>
                  <a:lnTo>
                    <a:pt x="13166" y="73028"/>
                  </a:lnTo>
                  <a:lnTo>
                    <a:pt x="14733" y="69282"/>
                  </a:lnTo>
                  <a:lnTo>
                    <a:pt x="16299" y="65536"/>
                  </a:lnTo>
                  <a:lnTo>
                    <a:pt x="17866" y="62641"/>
                  </a:lnTo>
                  <a:lnTo>
                    <a:pt x="19433" y="61201"/>
                  </a:lnTo>
                  <a:lnTo>
                    <a:pt x="20999" y="60764"/>
                  </a:lnTo>
                  <a:lnTo>
                    <a:pt x="22566" y="60327"/>
                  </a:lnTo>
                  <a:lnTo>
                    <a:pt x="24132" y="59639"/>
                  </a:lnTo>
                  <a:lnTo>
                    <a:pt x="25699" y="58951"/>
                  </a:lnTo>
                  <a:lnTo>
                    <a:pt x="27266" y="57865"/>
                  </a:lnTo>
                  <a:lnTo>
                    <a:pt x="28832" y="56425"/>
                  </a:lnTo>
                  <a:lnTo>
                    <a:pt x="30399" y="54985"/>
                  </a:lnTo>
                  <a:lnTo>
                    <a:pt x="31965" y="52090"/>
                  </a:lnTo>
                  <a:lnTo>
                    <a:pt x="33532" y="49194"/>
                  </a:lnTo>
                  <a:lnTo>
                    <a:pt x="35098" y="46736"/>
                  </a:lnTo>
                  <a:lnTo>
                    <a:pt x="36665" y="44278"/>
                  </a:lnTo>
                  <a:lnTo>
                    <a:pt x="38232" y="40969"/>
                  </a:lnTo>
                  <a:lnTo>
                    <a:pt x="39798" y="37660"/>
                  </a:lnTo>
                  <a:lnTo>
                    <a:pt x="41365" y="34351"/>
                  </a:lnTo>
                  <a:lnTo>
                    <a:pt x="42931" y="31042"/>
                  </a:lnTo>
                  <a:lnTo>
                    <a:pt x="44498" y="27984"/>
                  </a:lnTo>
                  <a:lnTo>
                    <a:pt x="46065" y="25324"/>
                  </a:lnTo>
                  <a:lnTo>
                    <a:pt x="47631" y="23869"/>
                  </a:lnTo>
                  <a:lnTo>
                    <a:pt x="49198" y="22414"/>
                  </a:lnTo>
                  <a:lnTo>
                    <a:pt x="50764" y="20959"/>
                  </a:lnTo>
                  <a:lnTo>
                    <a:pt x="52331" y="20135"/>
                  </a:lnTo>
                  <a:lnTo>
                    <a:pt x="53897" y="18680"/>
                  </a:lnTo>
                  <a:lnTo>
                    <a:pt x="55464" y="18680"/>
                  </a:lnTo>
                  <a:lnTo>
                    <a:pt x="57031" y="19034"/>
                  </a:lnTo>
                  <a:lnTo>
                    <a:pt x="58597" y="19034"/>
                  </a:lnTo>
                  <a:lnTo>
                    <a:pt x="60164" y="19033"/>
                  </a:lnTo>
                  <a:lnTo>
                    <a:pt x="61730" y="19432"/>
                  </a:lnTo>
                  <a:lnTo>
                    <a:pt x="63297" y="19830"/>
                  </a:lnTo>
                  <a:lnTo>
                    <a:pt x="64864" y="19830"/>
                  </a:lnTo>
                  <a:lnTo>
                    <a:pt x="66430" y="19830"/>
                  </a:lnTo>
                  <a:lnTo>
                    <a:pt x="67997" y="19431"/>
                  </a:lnTo>
                  <a:lnTo>
                    <a:pt x="69563" y="19033"/>
                  </a:lnTo>
                  <a:lnTo>
                    <a:pt x="71130" y="18384"/>
                  </a:lnTo>
                  <a:lnTo>
                    <a:pt x="72697" y="17735"/>
                  </a:lnTo>
                  <a:lnTo>
                    <a:pt x="74263" y="17337"/>
                  </a:lnTo>
                  <a:lnTo>
                    <a:pt x="75830" y="16938"/>
                  </a:lnTo>
                  <a:lnTo>
                    <a:pt x="77396" y="16938"/>
                  </a:lnTo>
                  <a:lnTo>
                    <a:pt x="78963" y="16938"/>
                  </a:lnTo>
                  <a:lnTo>
                    <a:pt x="80529" y="16938"/>
                  </a:lnTo>
                  <a:lnTo>
                    <a:pt x="82096" y="16938"/>
                  </a:lnTo>
                  <a:lnTo>
                    <a:pt x="83663" y="17189"/>
                  </a:lnTo>
                  <a:lnTo>
                    <a:pt x="85229" y="17440"/>
                  </a:lnTo>
                  <a:lnTo>
                    <a:pt x="86796" y="17691"/>
                  </a:lnTo>
                  <a:lnTo>
                    <a:pt x="88362" y="18379"/>
                  </a:lnTo>
                  <a:lnTo>
                    <a:pt x="89929" y="19067"/>
                  </a:lnTo>
                  <a:lnTo>
                    <a:pt x="91496" y="19755"/>
                  </a:lnTo>
                  <a:lnTo>
                    <a:pt x="93062" y="20192"/>
                  </a:lnTo>
                  <a:lnTo>
                    <a:pt x="94629" y="20880"/>
                  </a:lnTo>
                  <a:lnTo>
                    <a:pt x="96195" y="21568"/>
                  </a:lnTo>
                  <a:lnTo>
                    <a:pt x="97762" y="22005"/>
                  </a:lnTo>
                  <a:lnTo>
                    <a:pt x="99329" y="22442"/>
                  </a:lnTo>
                  <a:lnTo>
                    <a:pt x="100895" y="22879"/>
                  </a:lnTo>
                  <a:lnTo>
                    <a:pt x="102462" y="23316"/>
                  </a:lnTo>
                  <a:lnTo>
                    <a:pt x="104028" y="23753"/>
                  </a:lnTo>
                  <a:lnTo>
                    <a:pt x="105595" y="24190"/>
                  </a:lnTo>
                  <a:lnTo>
                    <a:pt x="107161" y="24878"/>
                  </a:lnTo>
                  <a:lnTo>
                    <a:pt x="108728" y="25566"/>
                  </a:lnTo>
                  <a:lnTo>
                    <a:pt x="110295" y="26254"/>
                  </a:lnTo>
                  <a:lnTo>
                    <a:pt x="111861" y="26942"/>
                  </a:lnTo>
                  <a:lnTo>
                    <a:pt x="113428" y="27630"/>
                  </a:lnTo>
                  <a:lnTo>
                    <a:pt x="114994" y="27881"/>
                  </a:lnTo>
                  <a:lnTo>
                    <a:pt x="116561" y="28132"/>
                  </a:lnTo>
                  <a:lnTo>
                    <a:pt x="118128" y="28132"/>
                  </a:lnTo>
                  <a:lnTo>
                    <a:pt x="119694" y="28132"/>
                  </a:lnTo>
                  <a:lnTo>
                    <a:pt x="121261" y="28133"/>
                  </a:lnTo>
                  <a:lnTo>
                    <a:pt x="122827" y="28133"/>
                  </a:lnTo>
                  <a:lnTo>
                    <a:pt x="124394" y="27882"/>
                  </a:lnTo>
                  <a:lnTo>
                    <a:pt x="125961" y="27233"/>
                  </a:lnTo>
                  <a:lnTo>
                    <a:pt x="127527" y="26229"/>
                  </a:lnTo>
                  <a:lnTo>
                    <a:pt x="129094" y="25226"/>
                  </a:lnTo>
                  <a:lnTo>
                    <a:pt x="130660" y="24224"/>
                  </a:lnTo>
                  <a:lnTo>
                    <a:pt x="132227" y="23220"/>
                  </a:lnTo>
                  <a:lnTo>
                    <a:pt x="133793" y="22217"/>
                  </a:lnTo>
                  <a:lnTo>
                    <a:pt x="135360" y="21214"/>
                  </a:lnTo>
                  <a:lnTo>
                    <a:pt x="136927" y="20211"/>
                  </a:lnTo>
                  <a:lnTo>
                    <a:pt x="138493" y="19561"/>
                  </a:lnTo>
                  <a:lnTo>
                    <a:pt x="140060" y="18912"/>
                  </a:lnTo>
                  <a:lnTo>
                    <a:pt x="141626" y="18263"/>
                  </a:lnTo>
                  <a:lnTo>
                    <a:pt x="143193" y="17614"/>
                  </a:lnTo>
                  <a:lnTo>
                    <a:pt x="144760" y="16965"/>
                  </a:lnTo>
                  <a:lnTo>
                    <a:pt x="146326" y="16566"/>
                  </a:lnTo>
                  <a:lnTo>
                    <a:pt x="147893" y="16566"/>
                  </a:lnTo>
                  <a:lnTo>
                    <a:pt x="149459" y="16566"/>
                  </a:lnTo>
                  <a:lnTo>
                    <a:pt x="151026" y="16818"/>
                  </a:lnTo>
                  <a:lnTo>
                    <a:pt x="152593" y="17069"/>
                  </a:lnTo>
                  <a:lnTo>
                    <a:pt x="154159" y="16818"/>
                  </a:lnTo>
                  <a:lnTo>
                    <a:pt x="155726" y="16567"/>
                  </a:lnTo>
                  <a:lnTo>
                    <a:pt x="157292" y="16316"/>
                  </a:lnTo>
                  <a:lnTo>
                    <a:pt x="158859" y="16065"/>
                  </a:lnTo>
                  <a:lnTo>
                    <a:pt x="160425" y="15814"/>
                  </a:lnTo>
                  <a:lnTo>
                    <a:pt x="161992" y="15563"/>
                  </a:lnTo>
                  <a:lnTo>
                    <a:pt x="163559" y="15311"/>
                  </a:lnTo>
                  <a:lnTo>
                    <a:pt x="165125" y="15060"/>
                  </a:lnTo>
                  <a:lnTo>
                    <a:pt x="166692" y="14809"/>
                  </a:lnTo>
                  <a:lnTo>
                    <a:pt x="168258" y="14558"/>
                  </a:lnTo>
                  <a:lnTo>
                    <a:pt x="169825" y="13870"/>
                  </a:lnTo>
                  <a:lnTo>
                    <a:pt x="171392" y="13182"/>
                  </a:lnTo>
                  <a:lnTo>
                    <a:pt x="172958" y="12745"/>
                  </a:lnTo>
                  <a:lnTo>
                    <a:pt x="174525" y="12057"/>
                  </a:lnTo>
                  <a:lnTo>
                    <a:pt x="176091" y="11369"/>
                  </a:lnTo>
                  <a:lnTo>
                    <a:pt x="177658" y="10932"/>
                  </a:lnTo>
                  <a:lnTo>
                    <a:pt x="179225" y="10495"/>
                  </a:lnTo>
                  <a:lnTo>
                    <a:pt x="180791" y="10058"/>
                  </a:lnTo>
                  <a:lnTo>
                    <a:pt x="182358" y="9622"/>
                  </a:lnTo>
                  <a:lnTo>
                    <a:pt x="183924" y="9185"/>
                  </a:lnTo>
                  <a:lnTo>
                    <a:pt x="185491" y="8748"/>
                  </a:lnTo>
                  <a:lnTo>
                    <a:pt x="187057" y="8060"/>
                  </a:lnTo>
                  <a:lnTo>
                    <a:pt x="188624" y="7372"/>
                  </a:lnTo>
                  <a:lnTo>
                    <a:pt x="190191" y="6684"/>
                  </a:lnTo>
                  <a:lnTo>
                    <a:pt x="191757" y="5996"/>
                  </a:lnTo>
                  <a:lnTo>
                    <a:pt x="193324" y="5309"/>
                  </a:lnTo>
                  <a:lnTo>
                    <a:pt x="194890" y="4621"/>
                  </a:lnTo>
                  <a:lnTo>
                    <a:pt x="196457" y="3933"/>
                  </a:lnTo>
                  <a:lnTo>
                    <a:pt x="198024" y="3496"/>
                  </a:lnTo>
                  <a:lnTo>
                    <a:pt x="199590" y="3059"/>
                  </a:lnTo>
                  <a:lnTo>
                    <a:pt x="201157" y="2622"/>
                  </a:lnTo>
                  <a:lnTo>
                    <a:pt x="202723" y="2185"/>
                  </a:lnTo>
                  <a:lnTo>
                    <a:pt x="204290" y="1748"/>
                  </a:lnTo>
                  <a:lnTo>
                    <a:pt x="205857" y="1311"/>
                  </a:lnTo>
                  <a:lnTo>
                    <a:pt x="207423" y="874"/>
                  </a:lnTo>
                  <a:lnTo>
                    <a:pt x="208990" y="437"/>
                  </a:lnTo>
                  <a:lnTo>
                    <a:pt x="210556" y="0"/>
                  </a:lnTo>
                  <a:lnTo>
                    <a:pt x="212123" y="0"/>
                  </a:lnTo>
                  <a:lnTo>
                    <a:pt x="213689" y="0"/>
                  </a:lnTo>
                  <a:lnTo>
                    <a:pt x="215256" y="0"/>
                  </a:lnTo>
                  <a:lnTo>
                    <a:pt x="216823" y="0"/>
                  </a:lnTo>
                  <a:lnTo>
                    <a:pt x="218389" y="0"/>
                  </a:lnTo>
                  <a:lnTo>
                    <a:pt x="219956" y="251"/>
                  </a:lnTo>
                  <a:lnTo>
                    <a:pt x="221522" y="501"/>
                  </a:lnTo>
                  <a:lnTo>
                    <a:pt x="223089" y="753"/>
                  </a:lnTo>
                  <a:lnTo>
                    <a:pt x="224656" y="1756"/>
                  </a:lnTo>
                  <a:lnTo>
                    <a:pt x="226222" y="2928"/>
                  </a:lnTo>
                  <a:lnTo>
                    <a:pt x="227789" y="4504"/>
                  </a:lnTo>
                  <a:lnTo>
                    <a:pt x="229355" y="6711"/>
                  </a:lnTo>
                  <a:lnTo>
                    <a:pt x="230922" y="8918"/>
                  </a:lnTo>
                  <a:lnTo>
                    <a:pt x="232489" y="11125"/>
                  </a:lnTo>
                  <a:lnTo>
                    <a:pt x="234055" y="13583"/>
                  </a:lnTo>
                  <a:lnTo>
                    <a:pt x="235622" y="16041"/>
                  </a:lnTo>
                  <a:lnTo>
                    <a:pt x="237188" y="18499"/>
                  </a:lnTo>
                  <a:lnTo>
                    <a:pt x="238755" y="20956"/>
                  </a:lnTo>
                  <a:lnTo>
                    <a:pt x="240321" y="23415"/>
                  </a:lnTo>
                  <a:lnTo>
                    <a:pt x="241888" y="25873"/>
                  </a:lnTo>
                  <a:lnTo>
                    <a:pt x="243455" y="27700"/>
                  </a:lnTo>
                  <a:lnTo>
                    <a:pt x="245021" y="29528"/>
                  </a:lnTo>
                  <a:lnTo>
                    <a:pt x="246588" y="31355"/>
                  </a:lnTo>
                  <a:lnTo>
                    <a:pt x="248154" y="32358"/>
                  </a:lnTo>
                  <a:lnTo>
                    <a:pt x="249721" y="33444"/>
                  </a:lnTo>
                  <a:lnTo>
                    <a:pt x="251288" y="34132"/>
                  </a:lnTo>
                  <a:lnTo>
                    <a:pt x="252854" y="34569"/>
                  </a:lnTo>
                  <a:lnTo>
                    <a:pt x="254421" y="35006"/>
                  </a:lnTo>
                  <a:lnTo>
                    <a:pt x="255987" y="35443"/>
                  </a:lnTo>
                  <a:lnTo>
                    <a:pt x="257554" y="35880"/>
                  </a:lnTo>
                  <a:lnTo>
                    <a:pt x="259121" y="35880"/>
                  </a:lnTo>
                  <a:lnTo>
                    <a:pt x="260687" y="35881"/>
                  </a:lnTo>
                  <a:lnTo>
                    <a:pt x="262254" y="35881"/>
                  </a:lnTo>
                  <a:lnTo>
                    <a:pt x="263820" y="35881"/>
                  </a:lnTo>
                  <a:lnTo>
                    <a:pt x="265387" y="35881"/>
                  </a:lnTo>
                  <a:lnTo>
                    <a:pt x="266953" y="36318"/>
                  </a:lnTo>
                  <a:lnTo>
                    <a:pt x="268520" y="36755"/>
                  </a:lnTo>
                  <a:lnTo>
                    <a:pt x="270087" y="37192"/>
                  </a:lnTo>
                  <a:lnTo>
                    <a:pt x="271653" y="37629"/>
                  </a:lnTo>
                  <a:lnTo>
                    <a:pt x="273220" y="38066"/>
                  </a:lnTo>
                  <a:lnTo>
                    <a:pt x="274786" y="38503"/>
                  </a:lnTo>
                  <a:lnTo>
                    <a:pt x="276353" y="38940"/>
                  </a:lnTo>
                  <a:lnTo>
                    <a:pt x="277920" y="39377"/>
                  </a:lnTo>
                  <a:lnTo>
                    <a:pt x="279486" y="40065"/>
                  </a:lnTo>
                  <a:lnTo>
                    <a:pt x="281053" y="40753"/>
                  </a:lnTo>
                  <a:lnTo>
                    <a:pt x="282619" y="41839"/>
                  </a:lnTo>
                  <a:lnTo>
                    <a:pt x="284186" y="42926"/>
                  </a:lnTo>
                  <a:lnTo>
                    <a:pt x="285753" y="44012"/>
                  </a:lnTo>
                  <a:lnTo>
                    <a:pt x="287319" y="45098"/>
                  </a:lnTo>
                  <a:lnTo>
                    <a:pt x="288886" y="46538"/>
                  </a:lnTo>
                  <a:lnTo>
                    <a:pt x="290452" y="47979"/>
                  </a:lnTo>
                  <a:lnTo>
                    <a:pt x="292019" y="48982"/>
                  </a:lnTo>
                  <a:lnTo>
                    <a:pt x="293585" y="49783"/>
                  </a:lnTo>
                  <a:lnTo>
                    <a:pt x="295152" y="48997"/>
                  </a:lnTo>
                  <a:lnTo>
                    <a:pt x="296719" y="49063"/>
                  </a:lnTo>
                  <a:lnTo>
                    <a:pt x="298285" y="49925"/>
                  </a:lnTo>
                  <a:lnTo>
                    <a:pt x="299852" y="50536"/>
                  </a:lnTo>
                  <a:lnTo>
                    <a:pt x="301418" y="51148"/>
                  </a:lnTo>
                  <a:lnTo>
                    <a:pt x="302985" y="51759"/>
                  </a:lnTo>
                  <a:lnTo>
                    <a:pt x="304552" y="52405"/>
                  </a:lnTo>
                  <a:lnTo>
                    <a:pt x="306118" y="52630"/>
                  </a:lnTo>
                  <a:lnTo>
                    <a:pt x="307685" y="52451"/>
                  </a:lnTo>
                  <a:lnTo>
                    <a:pt x="309251" y="51642"/>
                  </a:lnTo>
                  <a:lnTo>
                    <a:pt x="310818" y="50833"/>
                  </a:lnTo>
                  <a:lnTo>
                    <a:pt x="312385" y="49431"/>
                  </a:lnTo>
                  <a:lnTo>
                    <a:pt x="313951" y="45025"/>
                  </a:lnTo>
                  <a:lnTo>
                    <a:pt x="315518" y="41406"/>
                  </a:lnTo>
                  <a:lnTo>
                    <a:pt x="317084" y="37805"/>
                  </a:lnTo>
                  <a:lnTo>
                    <a:pt x="318651" y="36210"/>
                  </a:lnTo>
                  <a:lnTo>
                    <a:pt x="320217" y="33817"/>
                  </a:lnTo>
                  <a:lnTo>
                    <a:pt x="321784" y="31424"/>
                  </a:lnTo>
                  <a:lnTo>
                    <a:pt x="323351" y="29661"/>
                  </a:lnTo>
                  <a:lnTo>
                    <a:pt x="324917" y="27899"/>
                  </a:lnTo>
                  <a:lnTo>
                    <a:pt x="326484" y="26137"/>
                  </a:lnTo>
                  <a:lnTo>
                    <a:pt x="328050" y="24348"/>
                  </a:lnTo>
                  <a:lnTo>
                    <a:pt x="329617" y="22283"/>
                  </a:lnTo>
                  <a:lnTo>
                    <a:pt x="331184" y="21246"/>
                  </a:lnTo>
                  <a:lnTo>
                    <a:pt x="332750" y="20461"/>
                  </a:lnTo>
                  <a:lnTo>
                    <a:pt x="334317" y="19676"/>
                  </a:lnTo>
                  <a:lnTo>
                    <a:pt x="335883" y="19500"/>
                  </a:lnTo>
                  <a:lnTo>
                    <a:pt x="337450" y="21958"/>
                  </a:lnTo>
                  <a:lnTo>
                    <a:pt x="339016" y="24223"/>
                  </a:lnTo>
                  <a:lnTo>
                    <a:pt x="340583" y="26488"/>
                  </a:lnTo>
                  <a:lnTo>
                    <a:pt x="342150" y="28348"/>
                  </a:lnTo>
                  <a:lnTo>
                    <a:pt x="343716" y="29788"/>
                  </a:lnTo>
                  <a:lnTo>
                    <a:pt x="345283" y="31228"/>
                  </a:lnTo>
                  <a:lnTo>
                    <a:pt x="346849" y="31878"/>
                  </a:lnTo>
                  <a:lnTo>
                    <a:pt x="348416" y="32881"/>
                  </a:lnTo>
                  <a:lnTo>
                    <a:pt x="349983" y="33884"/>
                  </a:lnTo>
                  <a:lnTo>
                    <a:pt x="351549" y="34888"/>
                  </a:lnTo>
                  <a:lnTo>
                    <a:pt x="353116" y="35891"/>
                  </a:lnTo>
                  <a:lnTo>
                    <a:pt x="354682" y="36141"/>
                  </a:lnTo>
                  <a:lnTo>
                    <a:pt x="356249" y="36142"/>
                  </a:lnTo>
                  <a:lnTo>
                    <a:pt x="357816" y="36141"/>
                  </a:lnTo>
                  <a:lnTo>
                    <a:pt x="359382" y="35891"/>
                  </a:lnTo>
                  <a:lnTo>
                    <a:pt x="360949" y="35640"/>
                  </a:lnTo>
                  <a:lnTo>
                    <a:pt x="362515" y="34990"/>
                  </a:lnTo>
                  <a:lnTo>
                    <a:pt x="364082" y="34341"/>
                  </a:lnTo>
                  <a:lnTo>
                    <a:pt x="365648" y="33692"/>
                  </a:lnTo>
                  <a:lnTo>
                    <a:pt x="367215" y="33043"/>
                  </a:lnTo>
                  <a:lnTo>
                    <a:pt x="368782" y="32039"/>
                  </a:lnTo>
                  <a:lnTo>
                    <a:pt x="370348" y="31036"/>
                  </a:lnTo>
                  <a:lnTo>
                    <a:pt x="371915" y="29596"/>
                  </a:lnTo>
                  <a:lnTo>
                    <a:pt x="373481" y="28358"/>
                  </a:lnTo>
                  <a:lnTo>
                    <a:pt x="375048" y="28706"/>
                  </a:lnTo>
                  <a:lnTo>
                    <a:pt x="376615" y="28204"/>
                  </a:lnTo>
                  <a:lnTo>
                    <a:pt x="378181" y="26905"/>
                  </a:lnTo>
                  <a:lnTo>
                    <a:pt x="379748" y="25605"/>
                  </a:lnTo>
                  <a:lnTo>
                    <a:pt x="381314" y="24306"/>
                  </a:lnTo>
                  <a:lnTo>
                    <a:pt x="382881" y="23007"/>
                  </a:lnTo>
                  <a:lnTo>
                    <a:pt x="384448" y="20921"/>
                  </a:lnTo>
                  <a:lnTo>
                    <a:pt x="386014" y="19272"/>
                  </a:lnTo>
                  <a:lnTo>
                    <a:pt x="387581" y="17623"/>
                  </a:lnTo>
                  <a:lnTo>
                    <a:pt x="389147" y="15974"/>
                  </a:lnTo>
                  <a:lnTo>
                    <a:pt x="390714" y="14325"/>
                  </a:lnTo>
                  <a:lnTo>
                    <a:pt x="392280" y="13520"/>
                  </a:lnTo>
                  <a:lnTo>
                    <a:pt x="393847" y="15719"/>
                  </a:lnTo>
                  <a:lnTo>
                    <a:pt x="395414" y="17131"/>
                  </a:lnTo>
                  <a:lnTo>
                    <a:pt x="396980" y="18525"/>
                  </a:lnTo>
                  <a:lnTo>
                    <a:pt x="398547" y="17914"/>
                  </a:lnTo>
                  <a:lnTo>
                    <a:pt x="400113" y="18498"/>
                  </a:lnTo>
                  <a:lnTo>
                    <a:pt x="401680" y="19081"/>
                  </a:lnTo>
                  <a:lnTo>
                    <a:pt x="403247" y="19665"/>
                  </a:lnTo>
                  <a:lnTo>
                    <a:pt x="404813" y="20603"/>
                  </a:lnTo>
                  <a:lnTo>
                    <a:pt x="406380" y="21541"/>
                  </a:lnTo>
                  <a:lnTo>
                    <a:pt x="407946" y="23749"/>
                  </a:lnTo>
                  <a:lnTo>
                    <a:pt x="409513" y="26168"/>
                  </a:lnTo>
                  <a:lnTo>
                    <a:pt x="411080" y="27957"/>
                  </a:lnTo>
                  <a:lnTo>
                    <a:pt x="412646" y="29746"/>
                  </a:lnTo>
                  <a:lnTo>
                    <a:pt x="414213" y="31534"/>
                  </a:lnTo>
                  <a:lnTo>
                    <a:pt x="415779" y="32359"/>
                  </a:lnTo>
                  <a:lnTo>
                    <a:pt x="417346" y="30550"/>
                  </a:lnTo>
                  <a:lnTo>
                    <a:pt x="418912" y="29725"/>
                  </a:lnTo>
                  <a:lnTo>
                    <a:pt x="420479" y="28901"/>
                  </a:lnTo>
                  <a:lnTo>
                    <a:pt x="422046" y="28481"/>
                  </a:lnTo>
                  <a:lnTo>
                    <a:pt x="423612" y="28127"/>
                  </a:lnTo>
                  <a:lnTo>
                    <a:pt x="425179" y="27773"/>
                  </a:lnTo>
                  <a:lnTo>
                    <a:pt x="426745" y="27773"/>
                  </a:lnTo>
                  <a:lnTo>
                    <a:pt x="428312" y="27021"/>
                  </a:lnTo>
                  <a:lnTo>
                    <a:pt x="429879" y="26269"/>
                  </a:lnTo>
                  <a:lnTo>
                    <a:pt x="431445" y="25266"/>
                  </a:lnTo>
                  <a:lnTo>
                    <a:pt x="433012" y="24263"/>
                  </a:lnTo>
                  <a:lnTo>
                    <a:pt x="434578" y="24011"/>
                  </a:lnTo>
                  <a:lnTo>
                    <a:pt x="436145" y="24011"/>
                  </a:lnTo>
                  <a:lnTo>
                    <a:pt x="437712" y="24011"/>
                  </a:lnTo>
                  <a:lnTo>
                    <a:pt x="439278" y="24011"/>
                  </a:lnTo>
                  <a:lnTo>
                    <a:pt x="440845" y="24011"/>
                  </a:lnTo>
                  <a:lnTo>
                    <a:pt x="442411" y="23574"/>
                  </a:lnTo>
                  <a:lnTo>
                    <a:pt x="443978" y="23137"/>
                  </a:lnTo>
                  <a:lnTo>
                    <a:pt x="445544" y="22701"/>
                  </a:lnTo>
                  <a:lnTo>
                    <a:pt x="447111" y="22264"/>
                  </a:lnTo>
                  <a:lnTo>
                    <a:pt x="448678" y="21827"/>
                  </a:lnTo>
                  <a:lnTo>
                    <a:pt x="450244" y="21390"/>
                  </a:lnTo>
                  <a:lnTo>
                    <a:pt x="451811" y="21390"/>
                  </a:lnTo>
                  <a:lnTo>
                    <a:pt x="453377" y="21390"/>
                  </a:lnTo>
                  <a:lnTo>
                    <a:pt x="454944" y="21390"/>
                  </a:lnTo>
                  <a:lnTo>
                    <a:pt x="456511" y="21390"/>
                  </a:lnTo>
                  <a:lnTo>
                    <a:pt x="458077" y="21390"/>
                  </a:lnTo>
                  <a:lnTo>
                    <a:pt x="459644" y="21390"/>
                  </a:lnTo>
                  <a:lnTo>
                    <a:pt x="461210" y="21390"/>
                  </a:lnTo>
                  <a:lnTo>
                    <a:pt x="462777" y="21390"/>
                  </a:lnTo>
                  <a:lnTo>
                    <a:pt x="464344" y="21390"/>
                  </a:lnTo>
                  <a:lnTo>
                    <a:pt x="465910" y="20953"/>
                  </a:lnTo>
                  <a:lnTo>
                    <a:pt x="467477" y="20516"/>
                  </a:lnTo>
                  <a:lnTo>
                    <a:pt x="469043" y="20080"/>
                  </a:lnTo>
                  <a:lnTo>
                    <a:pt x="470610" y="19643"/>
                  </a:lnTo>
                  <a:lnTo>
                    <a:pt x="472176" y="18955"/>
                  </a:lnTo>
                  <a:lnTo>
                    <a:pt x="473743" y="18266"/>
                  </a:lnTo>
                  <a:lnTo>
                    <a:pt x="475310" y="17579"/>
                  </a:lnTo>
                  <a:lnTo>
                    <a:pt x="476876" y="16891"/>
                  </a:lnTo>
                  <a:lnTo>
                    <a:pt x="478443" y="16202"/>
                  </a:lnTo>
                  <a:lnTo>
                    <a:pt x="480009" y="15116"/>
                  </a:lnTo>
                  <a:lnTo>
                    <a:pt x="481576" y="14030"/>
                  </a:lnTo>
                  <a:lnTo>
                    <a:pt x="483143" y="12944"/>
                  </a:lnTo>
                  <a:lnTo>
                    <a:pt x="484709" y="11941"/>
                  </a:lnTo>
                  <a:lnTo>
                    <a:pt x="486276" y="10938"/>
                  </a:lnTo>
                  <a:lnTo>
                    <a:pt x="487842" y="9514"/>
                  </a:lnTo>
                  <a:lnTo>
                    <a:pt x="489409" y="8511"/>
                  </a:lnTo>
                  <a:lnTo>
                    <a:pt x="490976" y="7508"/>
                  </a:lnTo>
                  <a:lnTo>
                    <a:pt x="492542" y="6755"/>
                  </a:lnTo>
                  <a:lnTo>
                    <a:pt x="494109" y="6401"/>
                  </a:lnTo>
                  <a:lnTo>
                    <a:pt x="495675" y="6755"/>
                  </a:lnTo>
                  <a:lnTo>
                    <a:pt x="497242" y="7529"/>
                  </a:lnTo>
                  <a:lnTo>
                    <a:pt x="498808" y="7949"/>
                  </a:lnTo>
                  <a:lnTo>
                    <a:pt x="500375" y="8774"/>
                  </a:lnTo>
                  <a:lnTo>
                    <a:pt x="501942" y="9598"/>
                  </a:lnTo>
                  <a:lnTo>
                    <a:pt x="503508" y="10776"/>
                  </a:lnTo>
                  <a:lnTo>
                    <a:pt x="505075" y="11955"/>
                  </a:lnTo>
                  <a:lnTo>
                    <a:pt x="506641" y="13133"/>
                  </a:lnTo>
                  <a:lnTo>
                    <a:pt x="508208" y="14305"/>
                  </a:lnTo>
                  <a:lnTo>
                    <a:pt x="509775" y="15477"/>
                  </a:lnTo>
                  <a:lnTo>
                    <a:pt x="511341" y="16900"/>
                  </a:lnTo>
                  <a:lnTo>
                    <a:pt x="512908" y="18324"/>
                  </a:lnTo>
                  <a:lnTo>
                    <a:pt x="514474" y="19747"/>
                  </a:lnTo>
                  <a:lnTo>
                    <a:pt x="516041" y="20750"/>
                  </a:lnTo>
                  <a:lnTo>
                    <a:pt x="517608" y="21399"/>
                  </a:lnTo>
                  <a:lnTo>
                    <a:pt x="519174" y="21650"/>
                  </a:lnTo>
                  <a:lnTo>
                    <a:pt x="520741" y="22299"/>
                  </a:lnTo>
                  <a:lnTo>
                    <a:pt x="522307" y="23385"/>
                  </a:lnTo>
                  <a:lnTo>
                    <a:pt x="523874" y="24073"/>
                  </a:lnTo>
                  <a:lnTo>
                    <a:pt x="525440" y="24761"/>
                  </a:lnTo>
                  <a:lnTo>
                    <a:pt x="527007" y="25449"/>
                  </a:lnTo>
                  <a:lnTo>
                    <a:pt x="528574" y="26137"/>
                  </a:lnTo>
                  <a:lnTo>
                    <a:pt x="530140" y="26825"/>
                  </a:lnTo>
                  <a:lnTo>
                    <a:pt x="531707" y="27513"/>
                  </a:lnTo>
                  <a:lnTo>
                    <a:pt x="533273" y="28201"/>
                  </a:lnTo>
                  <a:lnTo>
                    <a:pt x="534840" y="29287"/>
                  </a:lnTo>
                  <a:lnTo>
                    <a:pt x="536407" y="31147"/>
                  </a:lnTo>
                  <a:lnTo>
                    <a:pt x="537973" y="33412"/>
                  </a:lnTo>
                  <a:lnTo>
                    <a:pt x="539540" y="36307"/>
                  </a:lnTo>
                  <a:lnTo>
                    <a:pt x="541106" y="40053"/>
                  </a:lnTo>
                  <a:lnTo>
                    <a:pt x="542673" y="43799"/>
                  </a:lnTo>
                  <a:lnTo>
                    <a:pt x="544240" y="47546"/>
                  </a:lnTo>
                  <a:lnTo>
                    <a:pt x="545806" y="51292"/>
                  </a:lnTo>
                  <a:lnTo>
                    <a:pt x="547373" y="55038"/>
                  </a:lnTo>
                  <a:lnTo>
                    <a:pt x="548939" y="58784"/>
                  </a:lnTo>
                  <a:lnTo>
                    <a:pt x="550506" y="62530"/>
                  </a:lnTo>
                  <a:lnTo>
                    <a:pt x="552072" y="66277"/>
                  </a:lnTo>
                  <a:lnTo>
                    <a:pt x="553639" y="70819"/>
                  </a:lnTo>
                  <a:lnTo>
                    <a:pt x="555206" y="75362"/>
                  </a:lnTo>
                  <a:lnTo>
                    <a:pt x="556772" y="80692"/>
                  </a:lnTo>
                  <a:lnTo>
                    <a:pt x="558339" y="86022"/>
                  </a:lnTo>
                  <a:lnTo>
                    <a:pt x="559905" y="90565"/>
                  </a:lnTo>
                  <a:lnTo>
                    <a:pt x="561472" y="94311"/>
                  </a:lnTo>
                  <a:lnTo>
                    <a:pt x="563039" y="98057"/>
                  </a:lnTo>
                  <a:lnTo>
                    <a:pt x="564605" y="100515"/>
                  </a:lnTo>
                  <a:lnTo>
                    <a:pt x="566172" y="102343"/>
                  </a:lnTo>
                  <a:lnTo>
                    <a:pt x="567738" y="103767"/>
                  </a:lnTo>
                  <a:lnTo>
                    <a:pt x="569305" y="105190"/>
                  </a:lnTo>
                  <a:lnTo>
                    <a:pt x="570267" y="10606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6976582" y="5697520"/>
              <a:ext cx="95146" cy="62882"/>
            </a:xfrm>
            <a:custGeom>
              <a:avLst/>
              <a:pathLst>
                <a:path w="95146" h="62882">
                  <a:moveTo>
                    <a:pt x="0" y="62882"/>
                  </a:moveTo>
                  <a:lnTo>
                    <a:pt x="1186" y="61166"/>
                  </a:lnTo>
                  <a:lnTo>
                    <a:pt x="2753" y="58901"/>
                  </a:lnTo>
                  <a:lnTo>
                    <a:pt x="4320" y="56636"/>
                  </a:lnTo>
                  <a:lnTo>
                    <a:pt x="5886" y="54371"/>
                  </a:lnTo>
                  <a:lnTo>
                    <a:pt x="7453" y="52107"/>
                  </a:lnTo>
                  <a:lnTo>
                    <a:pt x="9019" y="50247"/>
                  </a:lnTo>
                  <a:lnTo>
                    <a:pt x="10586" y="48386"/>
                  </a:lnTo>
                  <a:lnTo>
                    <a:pt x="12153" y="46526"/>
                  </a:lnTo>
                  <a:lnTo>
                    <a:pt x="13719" y="44666"/>
                  </a:lnTo>
                  <a:lnTo>
                    <a:pt x="15286" y="42806"/>
                  </a:lnTo>
                  <a:lnTo>
                    <a:pt x="16852" y="41366"/>
                  </a:lnTo>
                  <a:lnTo>
                    <a:pt x="18419" y="40280"/>
                  </a:lnTo>
                  <a:lnTo>
                    <a:pt x="19985" y="39592"/>
                  </a:lnTo>
                  <a:lnTo>
                    <a:pt x="21552" y="38506"/>
                  </a:lnTo>
                  <a:lnTo>
                    <a:pt x="23119" y="37420"/>
                  </a:lnTo>
                  <a:lnTo>
                    <a:pt x="24685" y="36732"/>
                  </a:lnTo>
                  <a:lnTo>
                    <a:pt x="26252" y="36044"/>
                  </a:lnTo>
                  <a:lnTo>
                    <a:pt x="27818" y="35356"/>
                  </a:lnTo>
                  <a:lnTo>
                    <a:pt x="29385" y="34668"/>
                  </a:lnTo>
                  <a:lnTo>
                    <a:pt x="30952" y="34417"/>
                  </a:lnTo>
                  <a:lnTo>
                    <a:pt x="32518" y="34166"/>
                  </a:lnTo>
                  <a:lnTo>
                    <a:pt x="34085" y="34564"/>
                  </a:lnTo>
                  <a:lnTo>
                    <a:pt x="35651" y="34564"/>
                  </a:lnTo>
                  <a:lnTo>
                    <a:pt x="37218" y="33790"/>
                  </a:lnTo>
                  <a:lnTo>
                    <a:pt x="38785" y="32611"/>
                  </a:lnTo>
                  <a:lnTo>
                    <a:pt x="40351" y="30802"/>
                  </a:lnTo>
                  <a:lnTo>
                    <a:pt x="41918" y="28142"/>
                  </a:lnTo>
                  <a:lnTo>
                    <a:pt x="43484" y="25482"/>
                  </a:lnTo>
                  <a:lnTo>
                    <a:pt x="45051" y="23176"/>
                  </a:lnTo>
                  <a:lnTo>
                    <a:pt x="46617" y="20870"/>
                  </a:lnTo>
                  <a:lnTo>
                    <a:pt x="48184" y="18984"/>
                  </a:lnTo>
                  <a:lnTo>
                    <a:pt x="49751" y="17098"/>
                  </a:lnTo>
                  <a:lnTo>
                    <a:pt x="51317" y="15212"/>
                  </a:lnTo>
                  <a:lnTo>
                    <a:pt x="52884" y="13327"/>
                  </a:lnTo>
                  <a:lnTo>
                    <a:pt x="54450" y="10223"/>
                  </a:lnTo>
                  <a:lnTo>
                    <a:pt x="56017" y="7120"/>
                  </a:lnTo>
                  <a:lnTo>
                    <a:pt x="57584" y="3231"/>
                  </a:lnTo>
                  <a:lnTo>
                    <a:pt x="59150" y="797"/>
                  </a:lnTo>
                  <a:lnTo>
                    <a:pt x="60717" y="0"/>
                  </a:lnTo>
                  <a:lnTo>
                    <a:pt x="62283" y="0"/>
                  </a:lnTo>
                  <a:lnTo>
                    <a:pt x="63850" y="0"/>
                  </a:lnTo>
                  <a:lnTo>
                    <a:pt x="65417" y="850"/>
                  </a:lnTo>
                  <a:lnTo>
                    <a:pt x="66983" y="2332"/>
                  </a:lnTo>
                  <a:lnTo>
                    <a:pt x="68550" y="4218"/>
                  </a:lnTo>
                  <a:lnTo>
                    <a:pt x="70116" y="6104"/>
                  </a:lnTo>
                  <a:lnTo>
                    <a:pt x="71683" y="7990"/>
                  </a:lnTo>
                  <a:lnTo>
                    <a:pt x="73249" y="10673"/>
                  </a:lnTo>
                  <a:lnTo>
                    <a:pt x="74816" y="13356"/>
                  </a:lnTo>
                  <a:lnTo>
                    <a:pt x="76383" y="16459"/>
                  </a:lnTo>
                  <a:lnTo>
                    <a:pt x="77949" y="20702"/>
                  </a:lnTo>
                  <a:lnTo>
                    <a:pt x="79516" y="26529"/>
                  </a:lnTo>
                  <a:lnTo>
                    <a:pt x="81082" y="31859"/>
                  </a:lnTo>
                  <a:lnTo>
                    <a:pt x="82649" y="36402"/>
                  </a:lnTo>
                  <a:lnTo>
                    <a:pt x="84216" y="40148"/>
                  </a:lnTo>
                  <a:lnTo>
                    <a:pt x="85782" y="43894"/>
                  </a:lnTo>
                  <a:lnTo>
                    <a:pt x="87349" y="47640"/>
                  </a:lnTo>
                  <a:lnTo>
                    <a:pt x="88915" y="50535"/>
                  </a:lnTo>
                  <a:lnTo>
                    <a:pt x="90482" y="53430"/>
                  </a:lnTo>
                  <a:lnTo>
                    <a:pt x="92049" y="56325"/>
                  </a:lnTo>
                  <a:lnTo>
                    <a:pt x="93615" y="59220"/>
                  </a:lnTo>
                  <a:lnTo>
                    <a:pt x="95146" y="62882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7143572" y="5721312"/>
              <a:ext cx="71230" cy="39090"/>
            </a:xfrm>
            <a:custGeom>
              <a:avLst/>
              <a:pathLst>
                <a:path w="71230" h="39090">
                  <a:moveTo>
                    <a:pt x="0" y="39090"/>
                  </a:moveTo>
                  <a:lnTo>
                    <a:pt x="255" y="38848"/>
                  </a:lnTo>
                  <a:lnTo>
                    <a:pt x="1821" y="38218"/>
                  </a:lnTo>
                  <a:lnTo>
                    <a:pt x="3388" y="37182"/>
                  </a:lnTo>
                  <a:lnTo>
                    <a:pt x="4955" y="36148"/>
                  </a:lnTo>
                  <a:lnTo>
                    <a:pt x="6521" y="35112"/>
                  </a:lnTo>
                  <a:lnTo>
                    <a:pt x="8088" y="33227"/>
                  </a:lnTo>
                  <a:lnTo>
                    <a:pt x="9654" y="32596"/>
                  </a:lnTo>
                  <a:lnTo>
                    <a:pt x="11221" y="31115"/>
                  </a:lnTo>
                  <a:lnTo>
                    <a:pt x="12787" y="29633"/>
                  </a:lnTo>
                  <a:lnTo>
                    <a:pt x="14354" y="28782"/>
                  </a:lnTo>
                  <a:lnTo>
                    <a:pt x="15921" y="27747"/>
                  </a:lnTo>
                  <a:lnTo>
                    <a:pt x="17487" y="26293"/>
                  </a:lnTo>
                  <a:lnTo>
                    <a:pt x="19054" y="25468"/>
                  </a:lnTo>
                  <a:lnTo>
                    <a:pt x="20620" y="23891"/>
                  </a:lnTo>
                  <a:lnTo>
                    <a:pt x="22187" y="21684"/>
                  </a:lnTo>
                  <a:lnTo>
                    <a:pt x="23754" y="18626"/>
                  </a:lnTo>
                  <a:lnTo>
                    <a:pt x="25320" y="15568"/>
                  </a:lnTo>
                  <a:lnTo>
                    <a:pt x="26887" y="12908"/>
                  </a:lnTo>
                  <a:lnTo>
                    <a:pt x="28453" y="10248"/>
                  </a:lnTo>
                  <a:lnTo>
                    <a:pt x="30020" y="7588"/>
                  </a:lnTo>
                  <a:lnTo>
                    <a:pt x="31587" y="5779"/>
                  </a:lnTo>
                  <a:lnTo>
                    <a:pt x="33153" y="3970"/>
                  </a:lnTo>
                  <a:lnTo>
                    <a:pt x="34720" y="2792"/>
                  </a:lnTo>
                  <a:lnTo>
                    <a:pt x="36286" y="1613"/>
                  </a:lnTo>
                  <a:lnTo>
                    <a:pt x="37853" y="839"/>
                  </a:lnTo>
                  <a:lnTo>
                    <a:pt x="39419" y="419"/>
                  </a:lnTo>
                  <a:lnTo>
                    <a:pt x="40986" y="0"/>
                  </a:lnTo>
                  <a:lnTo>
                    <a:pt x="42553" y="404"/>
                  </a:lnTo>
                  <a:lnTo>
                    <a:pt x="44119" y="808"/>
                  </a:lnTo>
                  <a:lnTo>
                    <a:pt x="45686" y="1212"/>
                  </a:lnTo>
                  <a:lnTo>
                    <a:pt x="47252" y="2391"/>
                  </a:lnTo>
                  <a:lnTo>
                    <a:pt x="48819" y="3570"/>
                  </a:lnTo>
                  <a:lnTo>
                    <a:pt x="50386" y="4748"/>
                  </a:lnTo>
                  <a:lnTo>
                    <a:pt x="51952" y="6203"/>
                  </a:lnTo>
                  <a:lnTo>
                    <a:pt x="53519" y="9306"/>
                  </a:lnTo>
                  <a:lnTo>
                    <a:pt x="55085" y="12409"/>
                  </a:lnTo>
                  <a:lnTo>
                    <a:pt x="56652" y="15512"/>
                  </a:lnTo>
                  <a:lnTo>
                    <a:pt x="58219" y="18615"/>
                  </a:lnTo>
                  <a:lnTo>
                    <a:pt x="59785" y="21718"/>
                  </a:lnTo>
                  <a:lnTo>
                    <a:pt x="61352" y="24821"/>
                  </a:lnTo>
                  <a:lnTo>
                    <a:pt x="62918" y="27127"/>
                  </a:lnTo>
                  <a:lnTo>
                    <a:pt x="64485" y="29433"/>
                  </a:lnTo>
                  <a:lnTo>
                    <a:pt x="66051" y="30888"/>
                  </a:lnTo>
                  <a:lnTo>
                    <a:pt x="67618" y="33193"/>
                  </a:lnTo>
                  <a:lnTo>
                    <a:pt x="69185" y="35853"/>
                  </a:lnTo>
                  <a:lnTo>
                    <a:pt x="70751" y="38513"/>
                  </a:lnTo>
                  <a:lnTo>
                    <a:pt x="71230" y="3909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7223742" y="5673086"/>
              <a:ext cx="161927" cy="87316"/>
            </a:xfrm>
            <a:custGeom>
              <a:avLst/>
              <a:pathLst>
                <a:path w="161927" h="87316">
                  <a:moveTo>
                    <a:pt x="0" y="87316"/>
                  </a:moveTo>
                  <a:lnTo>
                    <a:pt x="1548" y="86152"/>
                  </a:lnTo>
                  <a:lnTo>
                    <a:pt x="3115" y="84980"/>
                  </a:lnTo>
                  <a:lnTo>
                    <a:pt x="4681" y="83808"/>
                  </a:lnTo>
                  <a:lnTo>
                    <a:pt x="6248" y="82636"/>
                  </a:lnTo>
                  <a:lnTo>
                    <a:pt x="7814" y="82216"/>
                  </a:lnTo>
                  <a:lnTo>
                    <a:pt x="9381" y="81392"/>
                  </a:lnTo>
                  <a:lnTo>
                    <a:pt x="10948" y="80213"/>
                  </a:lnTo>
                  <a:lnTo>
                    <a:pt x="12514" y="79035"/>
                  </a:lnTo>
                  <a:lnTo>
                    <a:pt x="14081" y="77226"/>
                  </a:lnTo>
                  <a:lnTo>
                    <a:pt x="15647" y="76054"/>
                  </a:lnTo>
                  <a:lnTo>
                    <a:pt x="17214" y="75301"/>
                  </a:lnTo>
                  <a:lnTo>
                    <a:pt x="18780" y="74947"/>
                  </a:lnTo>
                  <a:lnTo>
                    <a:pt x="20347" y="75345"/>
                  </a:lnTo>
                  <a:lnTo>
                    <a:pt x="21914" y="75743"/>
                  </a:lnTo>
                  <a:lnTo>
                    <a:pt x="23480" y="76141"/>
                  </a:lnTo>
                  <a:lnTo>
                    <a:pt x="25047" y="76539"/>
                  </a:lnTo>
                  <a:lnTo>
                    <a:pt x="26613" y="76539"/>
                  </a:lnTo>
                  <a:lnTo>
                    <a:pt x="28180" y="76539"/>
                  </a:lnTo>
                  <a:lnTo>
                    <a:pt x="29747" y="76539"/>
                  </a:lnTo>
                  <a:lnTo>
                    <a:pt x="31313" y="75890"/>
                  </a:lnTo>
                  <a:lnTo>
                    <a:pt x="32880" y="75241"/>
                  </a:lnTo>
                  <a:lnTo>
                    <a:pt x="34446" y="74592"/>
                  </a:lnTo>
                  <a:lnTo>
                    <a:pt x="36013" y="73943"/>
                  </a:lnTo>
                  <a:lnTo>
                    <a:pt x="37580" y="73294"/>
                  </a:lnTo>
                  <a:lnTo>
                    <a:pt x="39146" y="72290"/>
                  </a:lnTo>
                  <a:lnTo>
                    <a:pt x="40713" y="71287"/>
                  </a:lnTo>
                  <a:lnTo>
                    <a:pt x="42279" y="69023"/>
                  </a:lnTo>
                  <a:lnTo>
                    <a:pt x="43846" y="66758"/>
                  </a:lnTo>
                  <a:lnTo>
                    <a:pt x="45412" y="64493"/>
                  </a:lnTo>
                  <a:lnTo>
                    <a:pt x="46979" y="62229"/>
                  </a:lnTo>
                  <a:lnTo>
                    <a:pt x="48546" y="59964"/>
                  </a:lnTo>
                  <a:lnTo>
                    <a:pt x="50112" y="57700"/>
                  </a:lnTo>
                  <a:lnTo>
                    <a:pt x="51679" y="54805"/>
                  </a:lnTo>
                  <a:lnTo>
                    <a:pt x="53245" y="50262"/>
                  </a:lnTo>
                  <a:lnTo>
                    <a:pt x="54812" y="45719"/>
                  </a:lnTo>
                  <a:lnTo>
                    <a:pt x="56379" y="41176"/>
                  </a:lnTo>
                  <a:lnTo>
                    <a:pt x="57945" y="36633"/>
                  </a:lnTo>
                  <a:lnTo>
                    <a:pt x="59512" y="32089"/>
                  </a:lnTo>
                  <a:lnTo>
                    <a:pt x="61078" y="27546"/>
                  </a:lnTo>
                  <a:lnTo>
                    <a:pt x="62645" y="23800"/>
                  </a:lnTo>
                  <a:lnTo>
                    <a:pt x="64211" y="20054"/>
                  </a:lnTo>
                  <a:lnTo>
                    <a:pt x="65778" y="17159"/>
                  </a:lnTo>
                  <a:lnTo>
                    <a:pt x="67345" y="13849"/>
                  </a:lnTo>
                  <a:lnTo>
                    <a:pt x="68911" y="10540"/>
                  </a:lnTo>
                  <a:lnTo>
                    <a:pt x="70478" y="7482"/>
                  </a:lnTo>
                  <a:lnTo>
                    <a:pt x="72044" y="4823"/>
                  </a:lnTo>
                  <a:lnTo>
                    <a:pt x="73611" y="2162"/>
                  </a:lnTo>
                  <a:lnTo>
                    <a:pt x="75178" y="353"/>
                  </a:lnTo>
                  <a:lnTo>
                    <a:pt x="76744" y="0"/>
                  </a:lnTo>
                  <a:lnTo>
                    <a:pt x="78311" y="0"/>
                  </a:lnTo>
                  <a:lnTo>
                    <a:pt x="79877" y="0"/>
                  </a:lnTo>
                  <a:lnTo>
                    <a:pt x="81444" y="0"/>
                  </a:lnTo>
                  <a:lnTo>
                    <a:pt x="83011" y="398"/>
                  </a:lnTo>
                  <a:lnTo>
                    <a:pt x="84577" y="1150"/>
                  </a:lnTo>
                  <a:lnTo>
                    <a:pt x="86144" y="1902"/>
                  </a:lnTo>
                  <a:lnTo>
                    <a:pt x="87710" y="1902"/>
                  </a:lnTo>
                  <a:lnTo>
                    <a:pt x="89277" y="1902"/>
                  </a:lnTo>
                  <a:lnTo>
                    <a:pt x="90843" y="2676"/>
                  </a:lnTo>
                  <a:lnTo>
                    <a:pt x="92410" y="3450"/>
                  </a:lnTo>
                  <a:lnTo>
                    <a:pt x="93977" y="3804"/>
                  </a:lnTo>
                  <a:lnTo>
                    <a:pt x="95543" y="4202"/>
                  </a:lnTo>
                  <a:lnTo>
                    <a:pt x="97110" y="4600"/>
                  </a:lnTo>
                  <a:lnTo>
                    <a:pt x="98676" y="5374"/>
                  </a:lnTo>
                  <a:lnTo>
                    <a:pt x="100243" y="6148"/>
                  </a:lnTo>
                  <a:lnTo>
                    <a:pt x="101810" y="6922"/>
                  </a:lnTo>
                  <a:lnTo>
                    <a:pt x="103376" y="8100"/>
                  </a:lnTo>
                  <a:lnTo>
                    <a:pt x="104943" y="9909"/>
                  </a:lnTo>
                  <a:lnTo>
                    <a:pt x="106509" y="11718"/>
                  </a:lnTo>
                  <a:lnTo>
                    <a:pt x="108076" y="13527"/>
                  </a:lnTo>
                  <a:lnTo>
                    <a:pt x="109643" y="15336"/>
                  </a:lnTo>
                  <a:lnTo>
                    <a:pt x="111209" y="17794"/>
                  </a:lnTo>
                  <a:lnTo>
                    <a:pt x="112776" y="21104"/>
                  </a:lnTo>
                  <a:lnTo>
                    <a:pt x="114342" y="23561"/>
                  </a:lnTo>
                  <a:lnTo>
                    <a:pt x="115909" y="26019"/>
                  </a:lnTo>
                  <a:lnTo>
                    <a:pt x="117475" y="28477"/>
                  </a:lnTo>
                  <a:lnTo>
                    <a:pt x="119042" y="30936"/>
                  </a:lnTo>
                  <a:lnTo>
                    <a:pt x="120609" y="34244"/>
                  </a:lnTo>
                  <a:lnTo>
                    <a:pt x="122175" y="37140"/>
                  </a:lnTo>
                  <a:lnTo>
                    <a:pt x="123742" y="40035"/>
                  </a:lnTo>
                  <a:lnTo>
                    <a:pt x="125308" y="42930"/>
                  </a:lnTo>
                  <a:lnTo>
                    <a:pt x="126875" y="45194"/>
                  </a:lnTo>
                  <a:lnTo>
                    <a:pt x="128442" y="47054"/>
                  </a:lnTo>
                  <a:lnTo>
                    <a:pt x="130008" y="48915"/>
                  </a:lnTo>
                  <a:lnTo>
                    <a:pt x="131575" y="50775"/>
                  </a:lnTo>
                  <a:lnTo>
                    <a:pt x="133141" y="52215"/>
                  </a:lnTo>
                  <a:lnTo>
                    <a:pt x="134708" y="54075"/>
                  </a:lnTo>
                  <a:lnTo>
                    <a:pt x="136275" y="55516"/>
                  </a:lnTo>
                  <a:lnTo>
                    <a:pt x="137841" y="56956"/>
                  </a:lnTo>
                  <a:lnTo>
                    <a:pt x="139408" y="58816"/>
                  </a:lnTo>
                  <a:lnTo>
                    <a:pt x="140974" y="61081"/>
                  </a:lnTo>
                  <a:lnTo>
                    <a:pt x="142541" y="62941"/>
                  </a:lnTo>
                  <a:lnTo>
                    <a:pt x="144107" y="64381"/>
                  </a:lnTo>
                  <a:lnTo>
                    <a:pt x="145674" y="66645"/>
                  </a:lnTo>
                  <a:lnTo>
                    <a:pt x="147241" y="68473"/>
                  </a:lnTo>
                  <a:lnTo>
                    <a:pt x="148807" y="70931"/>
                  </a:lnTo>
                  <a:lnTo>
                    <a:pt x="150374" y="73138"/>
                  </a:lnTo>
                  <a:lnTo>
                    <a:pt x="151940" y="74316"/>
                  </a:lnTo>
                  <a:lnTo>
                    <a:pt x="153507" y="76125"/>
                  </a:lnTo>
                  <a:lnTo>
                    <a:pt x="155074" y="77935"/>
                  </a:lnTo>
                  <a:lnTo>
                    <a:pt x="156640" y="79744"/>
                  </a:lnTo>
                  <a:lnTo>
                    <a:pt x="158207" y="81553"/>
                  </a:lnTo>
                  <a:lnTo>
                    <a:pt x="159773" y="83362"/>
                  </a:lnTo>
                  <a:lnTo>
                    <a:pt x="161340" y="86021"/>
                  </a:lnTo>
                  <a:lnTo>
                    <a:pt x="161927" y="8731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7516280" y="5728595"/>
              <a:ext cx="54407" cy="31807"/>
            </a:xfrm>
            <a:custGeom>
              <a:avLst/>
              <a:pathLst>
                <a:path w="54407" h="31807">
                  <a:moveTo>
                    <a:pt x="0" y="31807"/>
                  </a:moveTo>
                  <a:lnTo>
                    <a:pt x="395" y="30893"/>
                  </a:lnTo>
                  <a:lnTo>
                    <a:pt x="1962" y="26642"/>
                  </a:lnTo>
                  <a:lnTo>
                    <a:pt x="3528" y="23022"/>
                  </a:lnTo>
                  <a:lnTo>
                    <a:pt x="5095" y="19957"/>
                  </a:lnTo>
                  <a:lnTo>
                    <a:pt x="6661" y="17522"/>
                  </a:lnTo>
                  <a:lnTo>
                    <a:pt x="8228" y="15088"/>
                  </a:lnTo>
                  <a:lnTo>
                    <a:pt x="9794" y="12653"/>
                  </a:lnTo>
                  <a:lnTo>
                    <a:pt x="11361" y="9033"/>
                  </a:lnTo>
                  <a:lnTo>
                    <a:pt x="12928" y="6599"/>
                  </a:lnTo>
                  <a:lnTo>
                    <a:pt x="14494" y="4164"/>
                  </a:lnTo>
                  <a:lnTo>
                    <a:pt x="16061" y="2516"/>
                  </a:lnTo>
                  <a:lnTo>
                    <a:pt x="17627" y="1035"/>
                  </a:lnTo>
                  <a:lnTo>
                    <a:pt x="19194" y="0"/>
                  </a:lnTo>
                  <a:lnTo>
                    <a:pt x="20761" y="0"/>
                  </a:lnTo>
                  <a:lnTo>
                    <a:pt x="22327" y="420"/>
                  </a:lnTo>
                  <a:lnTo>
                    <a:pt x="23894" y="1194"/>
                  </a:lnTo>
                  <a:lnTo>
                    <a:pt x="25460" y="1548"/>
                  </a:lnTo>
                  <a:lnTo>
                    <a:pt x="27027" y="1194"/>
                  </a:lnTo>
                  <a:lnTo>
                    <a:pt x="28594" y="2018"/>
                  </a:lnTo>
                  <a:lnTo>
                    <a:pt x="30160" y="2018"/>
                  </a:lnTo>
                  <a:lnTo>
                    <a:pt x="31727" y="2422"/>
                  </a:lnTo>
                  <a:lnTo>
                    <a:pt x="33293" y="3457"/>
                  </a:lnTo>
                  <a:lnTo>
                    <a:pt x="34860" y="5267"/>
                  </a:lnTo>
                  <a:lnTo>
                    <a:pt x="36426" y="6445"/>
                  </a:lnTo>
                  <a:lnTo>
                    <a:pt x="37993" y="8022"/>
                  </a:lnTo>
                  <a:lnTo>
                    <a:pt x="39560" y="9598"/>
                  </a:lnTo>
                  <a:lnTo>
                    <a:pt x="41126" y="10777"/>
                  </a:lnTo>
                  <a:lnTo>
                    <a:pt x="42693" y="12586"/>
                  </a:lnTo>
                  <a:lnTo>
                    <a:pt x="44259" y="14395"/>
                  </a:lnTo>
                  <a:lnTo>
                    <a:pt x="45826" y="16204"/>
                  </a:lnTo>
                  <a:lnTo>
                    <a:pt x="47393" y="18013"/>
                  </a:lnTo>
                  <a:lnTo>
                    <a:pt x="48959" y="20673"/>
                  </a:lnTo>
                  <a:lnTo>
                    <a:pt x="50526" y="23731"/>
                  </a:lnTo>
                  <a:lnTo>
                    <a:pt x="52092" y="26789"/>
                  </a:lnTo>
                  <a:lnTo>
                    <a:pt x="53659" y="29847"/>
                  </a:lnTo>
                  <a:lnTo>
                    <a:pt x="54407" y="31807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2455030" y="5760402"/>
              <a:ext cx="4699763" cy="0"/>
            </a:xfrm>
            <a:custGeom>
              <a:avLst/>
              <a:pathLst>
                <a:path w="4699763" h="0">
                  <a:moveTo>
                    <a:pt x="0" y="0"/>
                  </a:moveTo>
                  <a:lnTo>
                    <a:pt x="469976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2455030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4021618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5588206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7154794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6"/>
            <p:cNvSpPr/>
            <p:nvPr/>
          </p:nvSpPr>
          <p:spPr>
            <a:xfrm>
              <a:off x="2018703" y="597431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180680000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3585291" y="597431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180700000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5151879" y="597431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180720000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6718467" y="597431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180740000</a:t>
              </a:r>
            </a:p>
          </p:txBody>
        </p:sp>
        <p:sp>
          <p:nvSpPr>
            <p:cNvPr id="71" name="pl70"/>
            <p:cNvSpPr/>
            <p:nvPr/>
          </p:nvSpPr>
          <p:spPr>
            <a:xfrm>
              <a:off x="1188720" y="4133459"/>
              <a:ext cx="0" cy="1487709"/>
            </a:xfrm>
            <a:custGeom>
              <a:avLst/>
              <a:pathLst>
                <a:path w="0" h="1487709">
                  <a:moveTo>
                    <a:pt x="0" y="148770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097280" y="562116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097280" y="52492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1097280" y="487731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1097280" y="450538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1097280" y="413345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6"/>
            <p:cNvSpPr/>
            <p:nvPr/>
          </p:nvSpPr>
          <p:spPr>
            <a:xfrm rot="-5400000">
              <a:off x="790447" y="556353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78" name="tx77"/>
            <p:cNvSpPr/>
            <p:nvPr/>
          </p:nvSpPr>
          <p:spPr>
            <a:xfrm rot="-5400000">
              <a:off x="790447" y="4819680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79" name="tx78"/>
            <p:cNvSpPr/>
            <p:nvPr/>
          </p:nvSpPr>
          <p:spPr>
            <a:xfrm rot="-5400000">
              <a:off x="790447" y="407582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80" name="pg79"/>
            <p:cNvSpPr/>
            <p:nvPr/>
          </p:nvSpPr>
          <p:spPr>
            <a:xfrm>
              <a:off x="1188720" y="4009485"/>
              <a:ext cx="6766559" cy="1750917"/>
            </a:xfrm>
            <a:custGeom>
              <a:avLst/>
              <a:pathLst>
                <a:path w="6766559" h="1750917">
                  <a:moveTo>
                    <a:pt x="0" y="1750917"/>
                  </a:moveTo>
                  <a:lnTo>
                    <a:pt x="6766559" y="1750917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0"/>
            <p:cNvSpPr/>
            <p:nvPr/>
          </p:nvSpPr>
          <p:spPr>
            <a:xfrm>
              <a:off x="3805207" y="3826542"/>
              <a:ext cx="1533584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EB5_meso_cnt_n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4192897" y="6307858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83" name="pg82"/>
            <p:cNvSpPr/>
            <p:nvPr/>
          </p:nvSpPr>
          <p:spPr>
            <a:xfrm>
              <a:off x="1454641" y="5198578"/>
              <a:ext cx="6116046" cy="561824"/>
            </a:xfrm>
            <a:custGeom>
              <a:avLst/>
              <a:pathLst>
                <a:path w="6116046" h="561824">
                  <a:moveTo>
                    <a:pt x="0" y="561824"/>
                  </a:moveTo>
                  <a:lnTo>
                    <a:pt x="905" y="560734"/>
                  </a:lnTo>
                  <a:lnTo>
                    <a:pt x="2472" y="558848"/>
                  </a:lnTo>
                  <a:lnTo>
                    <a:pt x="4039" y="556962"/>
                  </a:lnTo>
                  <a:lnTo>
                    <a:pt x="5605" y="554656"/>
                  </a:lnTo>
                  <a:lnTo>
                    <a:pt x="7172" y="552351"/>
                  </a:lnTo>
                  <a:lnTo>
                    <a:pt x="8738" y="550045"/>
                  </a:lnTo>
                  <a:lnTo>
                    <a:pt x="10305" y="546987"/>
                  </a:lnTo>
                  <a:lnTo>
                    <a:pt x="11872" y="542390"/>
                  </a:lnTo>
                  <a:lnTo>
                    <a:pt x="13438" y="537338"/>
                  </a:lnTo>
                  <a:lnTo>
                    <a:pt x="15005" y="532285"/>
                  </a:lnTo>
                  <a:lnTo>
                    <a:pt x="16571" y="528687"/>
                  </a:lnTo>
                  <a:lnTo>
                    <a:pt x="18138" y="525089"/>
                  </a:lnTo>
                  <a:lnTo>
                    <a:pt x="19704" y="521492"/>
                  </a:lnTo>
                  <a:lnTo>
                    <a:pt x="21271" y="517894"/>
                  </a:lnTo>
                  <a:lnTo>
                    <a:pt x="22838" y="511331"/>
                  </a:lnTo>
                  <a:lnTo>
                    <a:pt x="24404" y="504504"/>
                  </a:lnTo>
                  <a:lnTo>
                    <a:pt x="25971" y="498030"/>
                  </a:lnTo>
                  <a:lnTo>
                    <a:pt x="27537" y="491152"/>
                  </a:lnTo>
                  <a:lnTo>
                    <a:pt x="29104" y="484275"/>
                  </a:lnTo>
                  <a:lnTo>
                    <a:pt x="30671" y="477801"/>
                  </a:lnTo>
                  <a:lnTo>
                    <a:pt x="32237" y="470923"/>
                  </a:lnTo>
                  <a:lnTo>
                    <a:pt x="33804" y="464450"/>
                  </a:lnTo>
                  <a:lnTo>
                    <a:pt x="35370" y="459581"/>
                  </a:lnTo>
                  <a:lnTo>
                    <a:pt x="36937" y="454761"/>
                  </a:lnTo>
                  <a:lnTo>
                    <a:pt x="38504" y="450338"/>
                  </a:lnTo>
                  <a:lnTo>
                    <a:pt x="40070" y="445640"/>
                  </a:lnTo>
                  <a:lnTo>
                    <a:pt x="41637" y="441571"/>
                  </a:lnTo>
                  <a:lnTo>
                    <a:pt x="43203" y="437503"/>
                  </a:lnTo>
                  <a:lnTo>
                    <a:pt x="44770" y="432804"/>
                  </a:lnTo>
                  <a:lnTo>
                    <a:pt x="46336" y="431632"/>
                  </a:lnTo>
                  <a:lnTo>
                    <a:pt x="47903" y="430807"/>
                  </a:lnTo>
                  <a:lnTo>
                    <a:pt x="49470" y="429629"/>
                  </a:lnTo>
                  <a:lnTo>
                    <a:pt x="51036" y="428451"/>
                  </a:lnTo>
                  <a:lnTo>
                    <a:pt x="52603" y="427272"/>
                  </a:lnTo>
                  <a:lnTo>
                    <a:pt x="54169" y="425463"/>
                  </a:lnTo>
                  <a:lnTo>
                    <a:pt x="55736" y="424285"/>
                  </a:lnTo>
                  <a:lnTo>
                    <a:pt x="57303" y="423106"/>
                  </a:lnTo>
                  <a:lnTo>
                    <a:pt x="58869" y="422332"/>
                  </a:lnTo>
                  <a:lnTo>
                    <a:pt x="60436" y="421978"/>
                  </a:lnTo>
                  <a:lnTo>
                    <a:pt x="62002" y="420806"/>
                  </a:lnTo>
                  <a:lnTo>
                    <a:pt x="63569" y="419803"/>
                  </a:lnTo>
                  <a:lnTo>
                    <a:pt x="65135" y="418799"/>
                  </a:lnTo>
                  <a:lnTo>
                    <a:pt x="66702" y="416971"/>
                  </a:lnTo>
                  <a:lnTo>
                    <a:pt x="68269" y="415548"/>
                  </a:lnTo>
                  <a:lnTo>
                    <a:pt x="69835" y="413284"/>
                  </a:lnTo>
                  <a:lnTo>
                    <a:pt x="71402" y="411019"/>
                  </a:lnTo>
                  <a:lnTo>
                    <a:pt x="72968" y="408754"/>
                  </a:lnTo>
                  <a:lnTo>
                    <a:pt x="74535" y="406895"/>
                  </a:lnTo>
                  <a:lnTo>
                    <a:pt x="76102" y="405034"/>
                  </a:lnTo>
                  <a:lnTo>
                    <a:pt x="77668" y="403595"/>
                  </a:lnTo>
                  <a:lnTo>
                    <a:pt x="79235" y="401735"/>
                  </a:lnTo>
                  <a:lnTo>
                    <a:pt x="80801" y="399874"/>
                  </a:lnTo>
                  <a:lnTo>
                    <a:pt x="82368" y="398015"/>
                  </a:lnTo>
                  <a:lnTo>
                    <a:pt x="83935" y="396155"/>
                  </a:lnTo>
                  <a:lnTo>
                    <a:pt x="85501" y="394714"/>
                  </a:lnTo>
                  <a:lnTo>
                    <a:pt x="87068" y="393274"/>
                  </a:lnTo>
                  <a:lnTo>
                    <a:pt x="88634" y="391834"/>
                  </a:lnTo>
                  <a:lnTo>
                    <a:pt x="90201" y="391146"/>
                  </a:lnTo>
                  <a:lnTo>
                    <a:pt x="91767" y="392848"/>
                  </a:lnTo>
                  <a:lnTo>
                    <a:pt x="93334" y="395693"/>
                  </a:lnTo>
                  <a:lnTo>
                    <a:pt x="94901" y="398539"/>
                  </a:lnTo>
                  <a:lnTo>
                    <a:pt x="96467" y="401782"/>
                  </a:lnTo>
                  <a:lnTo>
                    <a:pt x="98034" y="405025"/>
                  </a:lnTo>
                  <a:lnTo>
                    <a:pt x="99600" y="408624"/>
                  </a:lnTo>
                  <a:lnTo>
                    <a:pt x="101167" y="412642"/>
                  </a:lnTo>
                  <a:lnTo>
                    <a:pt x="102734" y="419609"/>
                  </a:lnTo>
                  <a:lnTo>
                    <a:pt x="104300" y="427471"/>
                  </a:lnTo>
                  <a:lnTo>
                    <a:pt x="105867" y="434980"/>
                  </a:lnTo>
                  <a:lnTo>
                    <a:pt x="107433" y="442488"/>
                  </a:lnTo>
                  <a:lnTo>
                    <a:pt x="109000" y="449996"/>
                  </a:lnTo>
                  <a:lnTo>
                    <a:pt x="110567" y="457505"/>
                  </a:lnTo>
                  <a:lnTo>
                    <a:pt x="112133" y="465013"/>
                  </a:lnTo>
                  <a:lnTo>
                    <a:pt x="113700" y="472521"/>
                  </a:lnTo>
                  <a:lnTo>
                    <a:pt x="115266" y="478020"/>
                  </a:lnTo>
                  <a:lnTo>
                    <a:pt x="116833" y="482840"/>
                  </a:lnTo>
                  <a:lnTo>
                    <a:pt x="118399" y="487262"/>
                  </a:lnTo>
                  <a:lnTo>
                    <a:pt x="119966" y="489568"/>
                  </a:lnTo>
                  <a:lnTo>
                    <a:pt x="121533" y="489988"/>
                  </a:lnTo>
                  <a:lnTo>
                    <a:pt x="123099" y="489988"/>
                  </a:lnTo>
                  <a:lnTo>
                    <a:pt x="124666" y="489633"/>
                  </a:lnTo>
                  <a:lnTo>
                    <a:pt x="126232" y="485985"/>
                  </a:lnTo>
                  <a:lnTo>
                    <a:pt x="127799" y="481738"/>
                  </a:lnTo>
                  <a:lnTo>
                    <a:pt x="129366" y="477409"/>
                  </a:lnTo>
                  <a:lnTo>
                    <a:pt x="130932" y="473079"/>
                  </a:lnTo>
                  <a:lnTo>
                    <a:pt x="132499" y="468749"/>
                  </a:lnTo>
                  <a:lnTo>
                    <a:pt x="134065" y="464419"/>
                  </a:lnTo>
                  <a:lnTo>
                    <a:pt x="135632" y="457947"/>
                  </a:lnTo>
                  <a:lnTo>
                    <a:pt x="137199" y="450808"/>
                  </a:lnTo>
                  <a:lnTo>
                    <a:pt x="138765" y="443668"/>
                  </a:lnTo>
                  <a:lnTo>
                    <a:pt x="140332" y="436529"/>
                  </a:lnTo>
                  <a:lnTo>
                    <a:pt x="141898" y="429787"/>
                  </a:lnTo>
                  <a:lnTo>
                    <a:pt x="143465" y="424376"/>
                  </a:lnTo>
                  <a:lnTo>
                    <a:pt x="145031" y="420695"/>
                  </a:lnTo>
                  <a:lnTo>
                    <a:pt x="146598" y="417015"/>
                  </a:lnTo>
                  <a:lnTo>
                    <a:pt x="148165" y="413771"/>
                  </a:lnTo>
                  <a:lnTo>
                    <a:pt x="149731" y="410965"/>
                  </a:lnTo>
                  <a:lnTo>
                    <a:pt x="151298" y="408157"/>
                  </a:lnTo>
                  <a:lnTo>
                    <a:pt x="152864" y="405351"/>
                  </a:lnTo>
                  <a:lnTo>
                    <a:pt x="154431" y="402544"/>
                  </a:lnTo>
                  <a:lnTo>
                    <a:pt x="155998" y="399738"/>
                  </a:lnTo>
                  <a:lnTo>
                    <a:pt x="157564" y="396931"/>
                  </a:lnTo>
                  <a:lnTo>
                    <a:pt x="159131" y="396508"/>
                  </a:lnTo>
                  <a:lnTo>
                    <a:pt x="160697" y="397595"/>
                  </a:lnTo>
                  <a:lnTo>
                    <a:pt x="162264" y="397991"/>
                  </a:lnTo>
                  <a:lnTo>
                    <a:pt x="163831" y="396607"/>
                  </a:lnTo>
                  <a:lnTo>
                    <a:pt x="165397" y="395629"/>
                  </a:lnTo>
                  <a:lnTo>
                    <a:pt x="166964" y="395130"/>
                  </a:lnTo>
                  <a:lnTo>
                    <a:pt x="168530" y="391973"/>
                  </a:lnTo>
                  <a:lnTo>
                    <a:pt x="170097" y="388814"/>
                  </a:lnTo>
                  <a:lnTo>
                    <a:pt x="171663" y="385656"/>
                  </a:lnTo>
                  <a:lnTo>
                    <a:pt x="173230" y="381809"/>
                  </a:lnTo>
                  <a:lnTo>
                    <a:pt x="174797" y="377963"/>
                  </a:lnTo>
                  <a:lnTo>
                    <a:pt x="176363" y="374569"/>
                  </a:lnTo>
                  <a:lnTo>
                    <a:pt x="177930" y="371175"/>
                  </a:lnTo>
                  <a:lnTo>
                    <a:pt x="179496" y="367428"/>
                  </a:lnTo>
                  <a:lnTo>
                    <a:pt x="181063" y="363260"/>
                  </a:lnTo>
                  <a:lnTo>
                    <a:pt x="182630" y="358688"/>
                  </a:lnTo>
                  <a:lnTo>
                    <a:pt x="184196" y="352635"/>
                  </a:lnTo>
                  <a:lnTo>
                    <a:pt x="185763" y="347114"/>
                  </a:lnTo>
                  <a:lnTo>
                    <a:pt x="187329" y="342836"/>
                  </a:lnTo>
                  <a:lnTo>
                    <a:pt x="188896" y="338137"/>
                  </a:lnTo>
                  <a:lnTo>
                    <a:pt x="190463" y="333235"/>
                  </a:lnTo>
                  <a:lnTo>
                    <a:pt x="192029" y="331426"/>
                  </a:lnTo>
                  <a:lnTo>
                    <a:pt x="193596" y="329219"/>
                  </a:lnTo>
                  <a:lnTo>
                    <a:pt x="195162" y="327012"/>
                  </a:lnTo>
                  <a:lnTo>
                    <a:pt x="196729" y="325436"/>
                  </a:lnTo>
                  <a:lnTo>
                    <a:pt x="198295" y="323608"/>
                  </a:lnTo>
                  <a:lnTo>
                    <a:pt x="199862" y="322350"/>
                  </a:lnTo>
                  <a:lnTo>
                    <a:pt x="201429" y="322350"/>
                  </a:lnTo>
                  <a:lnTo>
                    <a:pt x="202995" y="322770"/>
                  </a:lnTo>
                  <a:lnTo>
                    <a:pt x="204562" y="321675"/>
                  </a:lnTo>
                  <a:lnTo>
                    <a:pt x="206128" y="320442"/>
                  </a:lnTo>
                  <a:lnTo>
                    <a:pt x="207695" y="319460"/>
                  </a:lnTo>
                  <a:lnTo>
                    <a:pt x="209262" y="319545"/>
                  </a:lnTo>
                  <a:lnTo>
                    <a:pt x="210828" y="319631"/>
                  </a:lnTo>
                  <a:lnTo>
                    <a:pt x="212395" y="319716"/>
                  </a:lnTo>
                  <a:lnTo>
                    <a:pt x="213961" y="319802"/>
                  </a:lnTo>
                  <a:lnTo>
                    <a:pt x="215528" y="322028"/>
                  </a:lnTo>
                  <a:lnTo>
                    <a:pt x="217095" y="324923"/>
                  </a:lnTo>
                  <a:lnTo>
                    <a:pt x="218661" y="328670"/>
                  </a:lnTo>
                  <a:lnTo>
                    <a:pt x="220228" y="332416"/>
                  </a:lnTo>
                  <a:lnTo>
                    <a:pt x="221794" y="336162"/>
                  </a:lnTo>
                  <a:lnTo>
                    <a:pt x="223361" y="338919"/>
                  </a:lnTo>
                  <a:lnTo>
                    <a:pt x="224927" y="340360"/>
                  </a:lnTo>
                  <a:lnTo>
                    <a:pt x="226494" y="341800"/>
                  </a:lnTo>
                  <a:lnTo>
                    <a:pt x="228061" y="344854"/>
                  </a:lnTo>
                  <a:lnTo>
                    <a:pt x="229627" y="349100"/>
                  </a:lnTo>
                  <a:lnTo>
                    <a:pt x="231194" y="353347"/>
                  </a:lnTo>
                  <a:lnTo>
                    <a:pt x="232760" y="357240"/>
                  </a:lnTo>
                  <a:lnTo>
                    <a:pt x="234327" y="361133"/>
                  </a:lnTo>
                  <a:lnTo>
                    <a:pt x="235894" y="364628"/>
                  </a:lnTo>
                  <a:lnTo>
                    <a:pt x="237460" y="368122"/>
                  </a:lnTo>
                  <a:lnTo>
                    <a:pt x="239027" y="368542"/>
                  </a:lnTo>
                  <a:lnTo>
                    <a:pt x="240593" y="364900"/>
                  </a:lnTo>
                  <a:lnTo>
                    <a:pt x="242160" y="361949"/>
                  </a:lnTo>
                  <a:lnTo>
                    <a:pt x="243727" y="360777"/>
                  </a:lnTo>
                  <a:lnTo>
                    <a:pt x="245293" y="359200"/>
                  </a:lnTo>
                  <a:lnTo>
                    <a:pt x="246860" y="357541"/>
                  </a:lnTo>
                  <a:lnTo>
                    <a:pt x="248426" y="358896"/>
                  </a:lnTo>
                  <a:lnTo>
                    <a:pt x="249993" y="360671"/>
                  </a:lnTo>
                  <a:lnTo>
                    <a:pt x="251559" y="362445"/>
                  </a:lnTo>
                  <a:lnTo>
                    <a:pt x="253126" y="363801"/>
                  </a:lnTo>
                  <a:lnTo>
                    <a:pt x="254693" y="365156"/>
                  </a:lnTo>
                  <a:lnTo>
                    <a:pt x="256259" y="365214"/>
                  </a:lnTo>
                  <a:lnTo>
                    <a:pt x="257826" y="362907"/>
                  </a:lnTo>
                  <a:lnTo>
                    <a:pt x="259392" y="360601"/>
                  </a:lnTo>
                  <a:lnTo>
                    <a:pt x="260959" y="358296"/>
                  </a:lnTo>
                  <a:lnTo>
                    <a:pt x="262526" y="356522"/>
                  </a:lnTo>
                  <a:lnTo>
                    <a:pt x="264092" y="357878"/>
                  </a:lnTo>
                  <a:lnTo>
                    <a:pt x="265659" y="358346"/>
                  </a:lnTo>
                  <a:lnTo>
                    <a:pt x="267225" y="357572"/>
                  </a:lnTo>
                  <a:lnTo>
                    <a:pt x="268792" y="357572"/>
                  </a:lnTo>
                  <a:lnTo>
                    <a:pt x="270359" y="357420"/>
                  </a:lnTo>
                  <a:lnTo>
                    <a:pt x="271925" y="353779"/>
                  </a:lnTo>
                  <a:lnTo>
                    <a:pt x="273492" y="350284"/>
                  </a:lnTo>
                  <a:lnTo>
                    <a:pt x="275058" y="346789"/>
                  </a:lnTo>
                  <a:lnTo>
                    <a:pt x="276625" y="343545"/>
                  </a:lnTo>
                  <a:lnTo>
                    <a:pt x="278191" y="340553"/>
                  </a:lnTo>
                  <a:lnTo>
                    <a:pt x="279758" y="339209"/>
                  </a:lnTo>
                  <a:lnTo>
                    <a:pt x="281325" y="341281"/>
                  </a:lnTo>
                  <a:lnTo>
                    <a:pt x="282891" y="343352"/>
                  </a:lnTo>
                  <a:lnTo>
                    <a:pt x="284458" y="347292"/>
                  </a:lnTo>
                  <a:lnTo>
                    <a:pt x="286024" y="351769"/>
                  </a:lnTo>
                  <a:lnTo>
                    <a:pt x="287591" y="356246"/>
                  </a:lnTo>
                  <a:lnTo>
                    <a:pt x="289158" y="360092"/>
                  </a:lnTo>
                  <a:lnTo>
                    <a:pt x="290724" y="363938"/>
                  </a:lnTo>
                  <a:lnTo>
                    <a:pt x="292291" y="367534"/>
                  </a:lnTo>
                  <a:lnTo>
                    <a:pt x="293857" y="371129"/>
                  </a:lnTo>
                  <a:lnTo>
                    <a:pt x="295424" y="374724"/>
                  </a:lnTo>
                  <a:lnTo>
                    <a:pt x="296991" y="378571"/>
                  </a:lnTo>
                  <a:lnTo>
                    <a:pt x="298557" y="381566"/>
                  </a:lnTo>
                  <a:lnTo>
                    <a:pt x="300124" y="384310"/>
                  </a:lnTo>
                  <a:lnTo>
                    <a:pt x="301690" y="387055"/>
                  </a:lnTo>
                  <a:lnTo>
                    <a:pt x="303257" y="389709"/>
                  </a:lnTo>
                  <a:lnTo>
                    <a:pt x="304823" y="391949"/>
                  </a:lnTo>
                  <a:lnTo>
                    <a:pt x="306390" y="394190"/>
                  </a:lnTo>
                  <a:lnTo>
                    <a:pt x="307957" y="394380"/>
                  </a:lnTo>
                  <a:lnTo>
                    <a:pt x="309523" y="393377"/>
                  </a:lnTo>
                  <a:lnTo>
                    <a:pt x="311090" y="392373"/>
                  </a:lnTo>
                  <a:lnTo>
                    <a:pt x="312656" y="391975"/>
                  </a:lnTo>
                  <a:lnTo>
                    <a:pt x="314223" y="391577"/>
                  </a:lnTo>
                  <a:lnTo>
                    <a:pt x="315790" y="391577"/>
                  </a:lnTo>
                  <a:lnTo>
                    <a:pt x="317356" y="391974"/>
                  </a:lnTo>
                  <a:lnTo>
                    <a:pt x="318923" y="393063"/>
                  </a:lnTo>
                  <a:lnTo>
                    <a:pt x="320489" y="396306"/>
                  </a:lnTo>
                  <a:lnTo>
                    <a:pt x="322056" y="399550"/>
                  </a:lnTo>
                  <a:lnTo>
                    <a:pt x="323623" y="403192"/>
                  </a:lnTo>
                  <a:lnTo>
                    <a:pt x="325189" y="406834"/>
                  </a:lnTo>
                  <a:lnTo>
                    <a:pt x="326756" y="410077"/>
                  </a:lnTo>
                  <a:lnTo>
                    <a:pt x="328322" y="412968"/>
                  </a:lnTo>
                  <a:lnTo>
                    <a:pt x="329889" y="415437"/>
                  </a:lnTo>
                  <a:lnTo>
                    <a:pt x="331455" y="417907"/>
                  </a:lnTo>
                  <a:lnTo>
                    <a:pt x="333022" y="421151"/>
                  </a:lnTo>
                  <a:lnTo>
                    <a:pt x="334589" y="424394"/>
                  </a:lnTo>
                  <a:lnTo>
                    <a:pt x="336155" y="427730"/>
                  </a:lnTo>
                  <a:lnTo>
                    <a:pt x="337722" y="433430"/>
                  </a:lnTo>
                  <a:lnTo>
                    <a:pt x="339288" y="439130"/>
                  </a:lnTo>
                  <a:lnTo>
                    <a:pt x="340855" y="444829"/>
                  </a:lnTo>
                  <a:lnTo>
                    <a:pt x="342422" y="450770"/>
                  </a:lnTo>
                  <a:lnTo>
                    <a:pt x="343988" y="454433"/>
                  </a:lnTo>
                  <a:lnTo>
                    <a:pt x="345555" y="459486"/>
                  </a:lnTo>
                  <a:lnTo>
                    <a:pt x="347121" y="463908"/>
                  </a:lnTo>
                  <a:lnTo>
                    <a:pt x="348688" y="467976"/>
                  </a:lnTo>
                  <a:lnTo>
                    <a:pt x="350254" y="473029"/>
                  </a:lnTo>
                  <a:lnTo>
                    <a:pt x="351821" y="478479"/>
                  </a:lnTo>
                  <a:lnTo>
                    <a:pt x="353388" y="484182"/>
                  </a:lnTo>
                  <a:lnTo>
                    <a:pt x="354954" y="490734"/>
                  </a:lnTo>
                  <a:lnTo>
                    <a:pt x="356521" y="497036"/>
                  </a:lnTo>
                  <a:lnTo>
                    <a:pt x="358087" y="503338"/>
                  </a:lnTo>
                  <a:lnTo>
                    <a:pt x="359654" y="509184"/>
                  </a:lnTo>
                  <a:lnTo>
                    <a:pt x="361221" y="513039"/>
                  </a:lnTo>
                  <a:lnTo>
                    <a:pt x="362787" y="516894"/>
                  </a:lnTo>
                  <a:lnTo>
                    <a:pt x="364354" y="519952"/>
                  </a:lnTo>
                  <a:lnTo>
                    <a:pt x="365920" y="522159"/>
                  </a:lnTo>
                  <a:lnTo>
                    <a:pt x="367487" y="525217"/>
                  </a:lnTo>
                  <a:lnTo>
                    <a:pt x="369054" y="527424"/>
                  </a:lnTo>
                  <a:lnTo>
                    <a:pt x="370620" y="529630"/>
                  </a:lnTo>
                  <a:lnTo>
                    <a:pt x="372187" y="532089"/>
                  </a:lnTo>
                  <a:lnTo>
                    <a:pt x="373753" y="533916"/>
                  </a:lnTo>
                  <a:lnTo>
                    <a:pt x="375320" y="535339"/>
                  </a:lnTo>
                  <a:lnTo>
                    <a:pt x="376886" y="536511"/>
                  </a:lnTo>
                  <a:lnTo>
                    <a:pt x="378453" y="536909"/>
                  </a:lnTo>
                  <a:lnTo>
                    <a:pt x="380020" y="537912"/>
                  </a:lnTo>
                  <a:lnTo>
                    <a:pt x="381586" y="539335"/>
                  </a:lnTo>
                  <a:lnTo>
                    <a:pt x="383153" y="541163"/>
                  </a:lnTo>
                  <a:lnTo>
                    <a:pt x="384719" y="542586"/>
                  </a:lnTo>
                  <a:lnTo>
                    <a:pt x="386286" y="544009"/>
                  </a:lnTo>
                  <a:lnTo>
                    <a:pt x="387853" y="545433"/>
                  </a:lnTo>
                  <a:lnTo>
                    <a:pt x="389419" y="546856"/>
                  </a:lnTo>
                  <a:lnTo>
                    <a:pt x="390986" y="548280"/>
                  </a:lnTo>
                  <a:lnTo>
                    <a:pt x="392552" y="549452"/>
                  </a:lnTo>
                  <a:lnTo>
                    <a:pt x="394119" y="551028"/>
                  </a:lnTo>
                  <a:lnTo>
                    <a:pt x="395686" y="552604"/>
                  </a:lnTo>
                  <a:lnTo>
                    <a:pt x="397252" y="554413"/>
                  </a:lnTo>
                  <a:lnTo>
                    <a:pt x="398819" y="556222"/>
                  </a:lnTo>
                  <a:lnTo>
                    <a:pt x="400385" y="558429"/>
                  </a:lnTo>
                  <a:lnTo>
                    <a:pt x="401952" y="560636"/>
                  </a:lnTo>
                  <a:lnTo>
                    <a:pt x="403538" y="561824"/>
                  </a:lnTo>
                  <a:lnTo>
                    <a:pt x="421171" y="561824"/>
                  </a:lnTo>
                  <a:lnTo>
                    <a:pt x="422318" y="560783"/>
                  </a:lnTo>
                  <a:lnTo>
                    <a:pt x="423884" y="559360"/>
                  </a:lnTo>
                  <a:lnTo>
                    <a:pt x="425451" y="556902"/>
                  </a:lnTo>
                  <a:lnTo>
                    <a:pt x="427017" y="555074"/>
                  </a:lnTo>
                  <a:lnTo>
                    <a:pt x="428584" y="553246"/>
                  </a:lnTo>
                  <a:lnTo>
                    <a:pt x="430150" y="550351"/>
                  </a:lnTo>
                  <a:lnTo>
                    <a:pt x="431717" y="547893"/>
                  </a:lnTo>
                  <a:lnTo>
                    <a:pt x="433284" y="545435"/>
                  </a:lnTo>
                  <a:lnTo>
                    <a:pt x="434850" y="542126"/>
                  </a:lnTo>
                  <a:lnTo>
                    <a:pt x="436417" y="538816"/>
                  </a:lnTo>
                  <a:lnTo>
                    <a:pt x="437983" y="535508"/>
                  </a:lnTo>
                  <a:lnTo>
                    <a:pt x="439550" y="532450"/>
                  </a:lnTo>
                  <a:lnTo>
                    <a:pt x="441117" y="528594"/>
                  </a:lnTo>
                  <a:lnTo>
                    <a:pt x="442683" y="524739"/>
                  </a:lnTo>
                  <a:lnTo>
                    <a:pt x="444250" y="522079"/>
                  </a:lnTo>
                  <a:lnTo>
                    <a:pt x="445816" y="520624"/>
                  </a:lnTo>
                  <a:lnTo>
                    <a:pt x="447383" y="518318"/>
                  </a:lnTo>
                  <a:lnTo>
                    <a:pt x="448950" y="516863"/>
                  </a:lnTo>
                  <a:lnTo>
                    <a:pt x="450516" y="515408"/>
                  </a:lnTo>
                  <a:lnTo>
                    <a:pt x="452083" y="514374"/>
                  </a:lnTo>
                  <a:lnTo>
                    <a:pt x="453649" y="513969"/>
                  </a:lnTo>
                  <a:lnTo>
                    <a:pt x="455216" y="513549"/>
                  </a:lnTo>
                  <a:lnTo>
                    <a:pt x="456782" y="513130"/>
                  </a:lnTo>
                  <a:lnTo>
                    <a:pt x="458349" y="513484"/>
                  </a:lnTo>
                  <a:lnTo>
                    <a:pt x="459916" y="513484"/>
                  </a:lnTo>
                  <a:lnTo>
                    <a:pt x="461482" y="513064"/>
                  </a:lnTo>
                  <a:lnTo>
                    <a:pt x="463049" y="511886"/>
                  </a:lnTo>
                  <a:lnTo>
                    <a:pt x="464615" y="511112"/>
                  </a:lnTo>
                  <a:lnTo>
                    <a:pt x="466182" y="510692"/>
                  </a:lnTo>
                  <a:lnTo>
                    <a:pt x="467749" y="509918"/>
                  </a:lnTo>
                  <a:lnTo>
                    <a:pt x="469315" y="508745"/>
                  </a:lnTo>
                  <a:lnTo>
                    <a:pt x="470882" y="507573"/>
                  </a:lnTo>
                  <a:lnTo>
                    <a:pt x="472448" y="506799"/>
                  </a:lnTo>
                  <a:lnTo>
                    <a:pt x="474015" y="505975"/>
                  </a:lnTo>
                  <a:lnTo>
                    <a:pt x="475582" y="504797"/>
                  </a:lnTo>
                  <a:lnTo>
                    <a:pt x="477148" y="502987"/>
                  </a:lnTo>
                  <a:lnTo>
                    <a:pt x="478715" y="501179"/>
                  </a:lnTo>
                  <a:lnTo>
                    <a:pt x="480281" y="499370"/>
                  </a:lnTo>
                  <a:lnTo>
                    <a:pt x="481848" y="497561"/>
                  </a:lnTo>
                  <a:lnTo>
                    <a:pt x="483414" y="496382"/>
                  </a:lnTo>
                  <a:lnTo>
                    <a:pt x="484981" y="495963"/>
                  </a:lnTo>
                  <a:lnTo>
                    <a:pt x="486548" y="495963"/>
                  </a:lnTo>
                  <a:lnTo>
                    <a:pt x="488114" y="495963"/>
                  </a:lnTo>
                  <a:lnTo>
                    <a:pt x="489681" y="495609"/>
                  </a:lnTo>
                  <a:lnTo>
                    <a:pt x="491247" y="495255"/>
                  </a:lnTo>
                  <a:lnTo>
                    <a:pt x="492814" y="494900"/>
                  </a:lnTo>
                  <a:lnTo>
                    <a:pt x="494381" y="494900"/>
                  </a:lnTo>
                  <a:lnTo>
                    <a:pt x="495947" y="494503"/>
                  </a:lnTo>
                  <a:lnTo>
                    <a:pt x="497514" y="494251"/>
                  </a:lnTo>
                  <a:lnTo>
                    <a:pt x="499080" y="494000"/>
                  </a:lnTo>
                  <a:lnTo>
                    <a:pt x="500647" y="494251"/>
                  </a:lnTo>
                  <a:lnTo>
                    <a:pt x="502214" y="494900"/>
                  </a:lnTo>
                  <a:lnTo>
                    <a:pt x="503780" y="495549"/>
                  </a:lnTo>
                  <a:lnTo>
                    <a:pt x="505347" y="496198"/>
                  </a:lnTo>
                  <a:lnTo>
                    <a:pt x="506913" y="497201"/>
                  </a:lnTo>
                  <a:lnTo>
                    <a:pt x="508480" y="497851"/>
                  </a:lnTo>
                  <a:lnTo>
                    <a:pt x="510046" y="498937"/>
                  </a:lnTo>
                  <a:lnTo>
                    <a:pt x="511613" y="499586"/>
                  </a:lnTo>
                  <a:lnTo>
                    <a:pt x="513180" y="500589"/>
                  </a:lnTo>
                  <a:lnTo>
                    <a:pt x="514746" y="501592"/>
                  </a:lnTo>
                  <a:lnTo>
                    <a:pt x="516313" y="502595"/>
                  </a:lnTo>
                  <a:lnTo>
                    <a:pt x="517879" y="503598"/>
                  </a:lnTo>
                  <a:lnTo>
                    <a:pt x="519446" y="504350"/>
                  </a:lnTo>
                  <a:lnTo>
                    <a:pt x="521013" y="505102"/>
                  </a:lnTo>
                  <a:lnTo>
                    <a:pt x="522579" y="505855"/>
                  </a:lnTo>
                  <a:lnTo>
                    <a:pt x="524146" y="505855"/>
                  </a:lnTo>
                  <a:lnTo>
                    <a:pt x="525712" y="505102"/>
                  </a:lnTo>
                  <a:lnTo>
                    <a:pt x="527279" y="504350"/>
                  </a:lnTo>
                  <a:lnTo>
                    <a:pt x="528846" y="503598"/>
                  </a:lnTo>
                  <a:lnTo>
                    <a:pt x="530412" y="502595"/>
                  </a:lnTo>
                  <a:lnTo>
                    <a:pt x="531979" y="501171"/>
                  </a:lnTo>
                  <a:lnTo>
                    <a:pt x="533545" y="499748"/>
                  </a:lnTo>
                  <a:lnTo>
                    <a:pt x="535112" y="498745"/>
                  </a:lnTo>
                  <a:lnTo>
                    <a:pt x="536678" y="497305"/>
                  </a:lnTo>
                  <a:lnTo>
                    <a:pt x="538245" y="495865"/>
                  </a:lnTo>
                  <a:lnTo>
                    <a:pt x="539812" y="494425"/>
                  </a:lnTo>
                  <a:lnTo>
                    <a:pt x="541378" y="492985"/>
                  </a:lnTo>
                  <a:lnTo>
                    <a:pt x="542945" y="492336"/>
                  </a:lnTo>
                  <a:lnTo>
                    <a:pt x="544511" y="491686"/>
                  </a:lnTo>
                  <a:lnTo>
                    <a:pt x="546078" y="490934"/>
                  </a:lnTo>
                  <a:lnTo>
                    <a:pt x="547645" y="490536"/>
                  </a:lnTo>
                  <a:lnTo>
                    <a:pt x="549211" y="490536"/>
                  </a:lnTo>
                  <a:lnTo>
                    <a:pt x="550778" y="490536"/>
                  </a:lnTo>
                  <a:lnTo>
                    <a:pt x="552344" y="490137"/>
                  </a:lnTo>
                  <a:lnTo>
                    <a:pt x="553911" y="489385"/>
                  </a:lnTo>
                  <a:lnTo>
                    <a:pt x="555478" y="489385"/>
                  </a:lnTo>
                  <a:lnTo>
                    <a:pt x="557044" y="489385"/>
                  </a:lnTo>
                  <a:lnTo>
                    <a:pt x="558611" y="489385"/>
                  </a:lnTo>
                  <a:lnTo>
                    <a:pt x="560177" y="489386"/>
                  </a:lnTo>
                  <a:lnTo>
                    <a:pt x="561744" y="489386"/>
                  </a:lnTo>
                  <a:lnTo>
                    <a:pt x="563310" y="489386"/>
                  </a:lnTo>
                  <a:lnTo>
                    <a:pt x="564877" y="489032"/>
                  </a:lnTo>
                  <a:lnTo>
                    <a:pt x="566444" y="488280"/>
                  </a:lnTo>
                  <a:lnTo>
                    <a:pt x="568010" y="487528"/>
                  </a:lnTo>
                  <a:lnTo>
                    <a:pt x="569577" y="487129"/>
                  </a:lnTo>
                  <a:lnTo>
                    <a:pt x="571143" y="486732"/>
                  </a:lnTo>
                  <a:lnTo>
                    <a:pt x="572710" y="486732"/>
                  </a:lnTo>
                  <a:lnTo>
                    <a:pt x="574277" y="487085"/>
                  </a:lnTo>
                  <a:lnTo>
                    <a:pt x="575843" y="487837"/>
                  </a:lnTo>
                  <a:lnTo>
                    <a:pt x="577410" y="488841"/>
                  </a:lnTo>
                  <a:lnTo>
                    <a:pt x="578976" y="489490"/>
                  </a:lnTo>
                  <a:lnTo>
                    <a:pt x="580543" y="489888"/>
                  </a:lnTo>
                  <a:lnTo>
                    <a:pt x="582110" y="489888"/>
                  </a:lnTo>
                  <a:lnTo>
                    <a:pt x="583676" y="489888"/>
                  </a:lnTo>
                  <a:lnTo>
                    <a:pt x="585243" y="490242"/>
                  </a:lnTo>
                  <a:lnTo>
                    <a:pt x="586809" y="490242"/>
                  </a:lnTo>
                  <a:lnTo>
                    <a:pt x="588376" y="491016"/>
                  </a:lnTo>
                  <a:lnTo>
                    <a:pt x="589942" y="491791"/>
                  </a:lnTo>
                  <a:lnTo>
                    <a:pt x="591509" y="492969"/>
                  </a:lnTo>
                  <a:lnTo>
                    <a:pt x="593076" y="493390"/>
                  </a:lnTo>
                  <a:lnTo>
                    <a:pt x="594642" y="493809"/>
                  </a:lnTo>
                  <a:lnTo>
                    <a:pt x="596209" y="493809"/>
                  </a:lnTo>
                  <a:lnTo>
                    <a:pt x="597775" y="493455"/>
                  </a:lnTo>
                  <a:lnTo>
                    <a:pt x="599342" y="493101"/>
                  </a:lnTo>
                  <a:lnTo>
                    <a:pt x="600909" y="492747"/>
                  </a:lnTo>
                  <a:lnTo>
                    <a:pt x="602475" y="492393"/>
                  </a:lnTo>
                  <a:lnTo>
                    <a:pt x="604042" y="492747"/>
                  </a:lnTo>
                  <a:lnTo>
                    <a:pt x="605608" y="493499"/>
                  </a:lnTo>
                  <a:lnTo>
                    <a:pt x="607175" y="494251"/>
                  </a:lnTo>
                  <a:lnTo>
                    <a:pt x="608742" y="494649"/>
                  </a:lnTo>
                  <a:lnTo>
                    <a:pt x="610308" y="495299"/>
                  </a:lnTo>
                  <a:lnTo>
                    <a:pt x="611875" y="495550"/>
                  </a:lnTo>
                  <a:lnTo>
                    <a:pt x="613441" y="495800"/>
                  </a:lnTo>
                  <a:lnTo>
                    <a:pt x="615008" y="495111"/>
                  </a:lnTo>
                  <a:lnTo>
                    <a:pt x="616574" y="492304"/>
                  </a:lnTo>
                  <a:lnTo>
                    <a:pt x="618141" y="489497"/>
                  </a:lnTo>
                  <a:lnTo>
                    <a:pt x="619708" y="486690"/>
                  </a:lnTo>
                  <a:lnTo>
                    <a:pt x="621274" y="483883"/>
                  </a:lnTo>
                  <a:lnTo>
                    <a:pt x="622841" y="480640"/>
                  </a:lnTo>
                  <a:lnTo>
                    <a:pt x="624407" y="477396"/>
                  </a:lnTo>
                  <a:lnTo>
                    <a:pt x="625974" y="473901"/>
                  </a:lnTo>
                  <a:lnTo>
                    <a:pt x="627541" y="469231"/>
                  </a:lnTo>
                  <a:lnTo>
                    <a:pt x="629107" y="462489"/>
                  </a:lnTo>
                  <a:lnTo>
                    <a:pt x="630674" y="455748"/>
                  </a:lnTo>
                  <a:lnTo>
                    <a:pt x="632240" y="449006"/>
                  </a:lnTo>
                  <a:lnTo>
                    <a:pt x="633807" y="442264"/>
                  </a:lnTo>
                  <a:lnTo>
                    <a:pt x="635373" y="435125"/>
                  </a:lnTo>
                  <a:lnTo>
                    <a:pt x="636940" y="427985"/>
                  </a:lnTo>
                  <a:lnTo>
                    <a:pt x="638507" y="421378"/>
                  </a:lnTo>
                  <a:lnTo>
                    <a:pt x="640073" y="417048"/>
                  </a:lnTo>
                  <a:lnTo>
                    <a:pt x="641640" y="412719"/>
                  </a:lnTo>
                  <a:lnTo>
                    <a:pt x="643206" y="408389"/>
                  </a:lnTo>
                  <a:lnTo>
                    <a:pt x="644773" y="404059"/>
                  </a:lnTo>
                  <a:lnTo>
                    <a:pt x="646340" y="400127"/>
                  </a:lnTo>
                  <a:lnTo>
                    <a:pt x="647906" y="396195"/>
                  </a:lnTo>
                  <a:lnTo>
                    <a:pt x="649473" y="392263"/>
                  </a:lnTo>
                  <a:lnTo>
                    <a:pt x="651039" y="389534"/>
                  </a:lnTo>
                  <a:lnTo>
                    <a:pt x="652606" y="388885"/>
                  </a:lnTo>
                  <a:lnTo>
                    <a:pt x="654173" y="387882"/>
                  </a:lnTo>
                  <a:lnTo>
                    <a:pt x="655739" y="387130"/>
                  </a:lnTo>
                  <a:lnTo>
                    <a:pt x="657306" y="386378"/>
                  </a:lnTo>
                  <a:lnTo>
                    <a:pt x="658872" y="385980"/>
                  </a:lnTo>
                  <a:lnTo>
                    <a:pt x="660439" y="385582"/>
                  </a:lnTo>
                  <a:lnTo>
                    <a:pt x="662005" y="385184"/>
                  </a:lnTo>
                  <a:lnTo>
                    <a:pt x="663572" y="384786"/>
                  </a:lnTo>
                  <a:lnTo>
                    <a:pt x="665139" y="384034"/>
                  </a:lnTo>
                  <a:lnTo>
                    <a:pt x="666705" y="384453"/>
                  </a:lnTo>
                  <a:lnTo>
                    <a:pt x="668272" y="384454"/>
                  </a:lnTo>
                  <a:lnTo>
                    <a:pt x="669838" y="384858"/>
                  </a:lnTo>
                  <a:lnTo>
                    <a:pt x="671405" y="384858"/>
                  </a:lnTo>
                  <a:lnTo>
                    <a:pt x="672972" y="385262"/>
                  </a:lnTo>
                  <a:lnTo>
                    <a:pt x="674538" y="385262"/>
                  </a:lnTo>
                  <a:lnTo>
                    <a:pt x="676105" y="385682"/>
                  </a:lnTo>
                  <a:lnTo>
                    <a:pt x="677671" y="386456"/>
                  </a:lnTo>
                  <a:lnTo>
                    <a:pt x="679238" y="386810"/>
                  </a:lnTo>
                  <a:lnTo>
                    <a:pt x="680805" y="387989"/>
                  </a:lnTo>
                  <a:lnTo>
                    <a:pt x="682371" y="389798"/>
                  </a:lnTo>
                  <a:lnTo>
                    <a:pt x="683938" y="391253"/>
                  </a:lnTo>
                  <a:lnTo>
                    <a:pt x="685504" y="392708"/>
                  </a:lnTo>
                  <a:lnTo>
                    <a:pt x="687071" y="395014"/>
                  </a:lnTo>
                  <a:lnTo>
                    <a:pt x="688637" y="397674"/>
                  </a:lnTo>
                  <a:lnTo>
                    <a:pt x="690204" y="398852"/>
                  </a:lnTo>
                  <a:lnTo>
                    <a:pt x="691771" y="401059"/>
                  </a:lnTo>
                  <a:lnTo>
                    <a:pt x="693337" y="402636"/>
                  </a:lnTo>
                  <a:lnTo>
                    <a:pt x="694904" y="405154"/>
                  </a:lnTo>
                  <a:lnTo>
                    <a:pt x="696470" y="410225"/>
                  </a:lnTo>
                  <a:lnTo>
                    <a:pt x="698037" y="415296"/>
                  </a:lnTo>
                  <a:lnTo>
                    <a:pt x="699604" y="420368"/>
                  </a:lnTo>
                  <a:lnTo>
                    <a:pt x="701170" y="425439"/>
                  </a:lnTo>
                  <a:lnTo>
                    <a:pt x="702737" y="430510"/>
                  </a:lnTo>
                  <a:lnTo>
                    <a:pt x="704303" y="435177"/>
                  </a:lnTo>
                  <a:lnTo>
                    <a:pt x="705870" y="439070"/>
                  </a:lnTo>
                  <a:lnTo>
                    <a:pt x="707437" y="444492"/>
                  </a:lnTo>
                  <a:lnTo>
                    <a:pt x="709003" y="451986"/>
                  </a:lnTo>
                  <a:lnTo>
                    <a:pt x="710570" y="459125"/>
                  </a:lnTo>
                  <a:lnTo>
                    <a:pt x="712136" y="466265"/>
                  </a:lnTo>
                  <a:lnTo>
                    <a:pt x="713703" y="473405"/>
                  </a:lnTo>
                  <a:lnTo>
                    <a:pt x="715269" y="480147"/>
                  </a:lnTo>
                  <a:lnTo>
                    <a:pt x="716836" y="486888"/>
                  </a:lnTo>
                  <a:lnTo>
                    <a:pt x="718403" y="493097"/>
                  </a:lnTo>
                  <a:lnTo>
                    <a:pt x="719969" y="497028"/>
                  </a:lnTo>
                  <a:lnTo>
                    <a:pt x="721536" y="500960"/>
                  </a:lnTo>
                  <a:lnTo>
                    <a:pt x="723102" y="504892"/>
                  </a:lnTo>
                  <a:lnTo>
                    <a:pt x="724669" y="508823"/>
                  </a:lnTo>
                  <a:lnTo>
                    <a:pt x="726236" y="512755"/>
                  </a:lnTo>
                  <a:lnTo>
                    <a:pt x="727802" y="516436"/>
                  </a:lnTo>
                  <a:lnTo>
                    <a:pt x="729369" y="520116"/>
                  </a:lnTo>
                  <a:lnTo>
                    <a:pt x="730935" y="522158"/>
                  </a:lnTo>
                  <a:lnTo>
                    <a:pt x="732502" y="521721"/>
                  </a:lnTo>
                  <a:lnTo>
                    <a:pt x="734069" y="521284"/>
                  </a:lnTo>
                  <a:lnTo>
                    <a:pt x="735635" y="520596"/>
                  </a:lnTo>
                  <a:lnTo>
                    <a:pt x="737202" y="519908"/>
                  </a:lnTo>
                  <a:lnTo>
                    <a:pt x="738768" y="519220"/>
                  </a:lnTo>
                  <a:lnTo>
                    <a:pt x="740335" y="518533"/>
                  </a:lnTo>
                  <a:lnTo>
                    <a:pt x="741901" y="518281"/>
                  </a:lnTo>
                  <a:lnTo>
                    <a:pt x="743468" y="518030"/>
                  </a:lnTo>
                  <a:lnTo>
                    <a:pt x="745035" y="517779"/>
                  </a:lnTo>
                  <a:lnTo>
                    <a:pt x="746601" y="516356"/>
                  </a:lnTo>
                  <a:lnTo>
                    <a:pt x="748168" y="514933"/>
                  </a:lnTo>
                  <a:lnTo>
                    <a:pt x="749734" y="513356"/>
                  </a:lnTo>
                  <a:lnTo>
                    <a:pt x="751301" y="512178"/>
                  </a:lnTo>
                  <a:lnTo>
                    <a:pt x="752868" y="511773"/>
                  </a:lnTo>
                  <a:lnTo>
                    <a:pt x="754434" y="511774"/>
                  </a:lnTo>
                  <a:lnTo>
                    <a:pt x="756001" y="511774"/>
                  </a:lnTo>
                  <a:lnTo>
                    <a:pt x="757567" y="511774"/>
                  </a:lnTo>
                  <a:lnTo>
                    <a:pt x="759134" y="512194"/>
                  </a:lnTo>
                  <a:lnTo>
                    <a:pt x="760701" y="511789"/>
                  </a:lnTo>
                  <a:lnTo>
                    <a:pt x="762267" y="510755"/>
                  </a:lnTo>
                  <a:lnTo>
                    <a:pt x="763834" y="509720"/>
                  </a:lnTo>
                  <a:lnTo>
                    <a:pt x="765400" y="508265"/>
                  </a:lnTo>
                  <a:lnTo>
                    <a:pt x="766967" y="505959"/>
                  </a:lnTo>
                  <a:lnTo>
                    <a:pt x="768533" y="503653"/>
                  </a:lnTo>
                  <a:lnTo>
                    <a:pt x="770100" y="503249"/>
                  </a:lnTo>
                  <a:lnTo>
                    <a:pt x="771667" y="502618"/>
                  </a:lnTo>
                  <a:lnTo>
                    <a:pt x="773233" y="502214"/>
                  </a:lnTo>
                  <a:lnTo>
                    <a:pt x="774800" y="501389"/>
                  </a:lnTo>
                  <a:lnTo>
                    <a:pt x="776366" y="499812"/>
                  </a:lnTo>
                  <a:lnTo>
                    <a:pt x="777933" y="498235"/>
                  </a:lnTo>
                  <a:lnTo>
                    <a:pt x="779500" y="496658"/>
                  </a:lnTo>
                  <a:lnTo>
                    <a:pt x="781066" y="495480"/>
                  </a:lnTo>
                  <a:lnTo>
                    <a:pt x="782633" y="494301"/>
                  </a:lnTo>
                  <a:lnTo>
                    <a:pt x="784199" y="493527"/>
                  </a:lnTo>
                  <a:lnTo>
                    <a:pt x="785766" y="493528"/>
                  </a:lnTo>
                  <a:lnTo>
                    <a:pt x="787333" y="493173"/>
                  </a:lnTo>
                  <a:lnTo>
                    <a:pt x="788899" y="492820"/>
                  </a:lnTo>
                  <a:lnTo>
                    <a:pt x="790466" y="492820"/>
                  </a:lnTo>
                  <a:lnTo>
                    <a:pt x="792032" y="492820"/>
                  </a:lnTo>
                  <a:lnTo>
                    <a:pt x="793599" y="492820"/>
                  </a:lnTo>
                  <a:lnTo>
                    <a:pt x="795165" y="492819"/>
                  </a:lnTo>
                  <a:lnTo>
                    <a:pt x="796732" y="492819"/>
                  </a:lnTo>
                  <a:lnTo>
                    <a:pt x="798299" y="492819"/>
                  </a:lnTo>
                  <a:lnTo>
                    <a:pt x="799865" y="492818"/>
                  </a:lnTo>
                  <a:lnTo>
                    <a:pt x="801432" y="492818"/>
                  </a:lnTo>
                  <a:lnTo>
                    <a:pt x="802998" y="492818"/>
                  </a:lnTo>
                  <a:lnTo>
                    <a:pt x="804565" y="492567"/>
                  </a:lnTo>
                  <a:lnTo>
                    <a:pt x="806132" y="492316"/>
                  </a:lnTo>
                  <a:lnTo>
                    <a:pt x="807698" y="492316"/>
                  </a:lnTo>
                  <a:lnTo>
                    <a:pt x="809265" y="492316"/>
                  </a:lnTo>
                  <a:lnTo>
                    <a:pt x="810831" y="492753"/>
                  </a:lnTo>
                  <a:lnTo>
                    <a:pt x="812398" y="493190"/>
                  </a:lnTo>
                  <a:lnTo>
                    <a:pt x="813965" y="493627"/>
                  </a:lnTo>
                  <a:lnTo>
                    <a:pt x="815531" y="494064"/>
                  </a:lnTo>
                  <a:lnTo>
                    <a:pt x="817098" y="494065"/>
                  </a:lnTo>
                  <a:lnTo>
                    <a:pt x="818664" y="494065"/>
                  </a:lnTo>
                  <a:lnTo>
                    <a:pt x="820231" y="494065"/>
                  </a:lnTo>
                  <a:lnTo>
                    <a:pt x="821797" y="494065"/>
                  </a:lnTo>
                  <a:lnTo>
                    <a:pt x="823364" y="494064"/>
                  </a:lnTo>
                  <a:lnTo>
                    <a:pt x="824931" y="494064"/>
                  </a:lnTo>
                  <a:lnTo>
                    <a:pt x="826497" y="494315"/>
                  </a:lnTo>
                  <a:lnTo>
                    <a:pt x="828064" y="494566"/>
                  </a:lnTo>
                  <a:lnTo>
                    <a:pt x="829630" y="494565"/>
                  </a:lnTo>
                  <a:lnTo>
                    <a:pt x="831197" y="494167"/>
                  </a:lnTo>
                  <a:lnTo>
                    <a:pt x="832764" y="492995"/>
                  </a:lnTo>
                  <a:lnTo>
                    <a:pt x="834330" y="491823"/>
                  </a:lnTo>
                  <a:lnTo>
                    <a:pt x="835897" y="490651"/>
                  </a:lnTo>
                  <a:lnTo>
                    <a:pt x="837463" y="489479"/>
                  </a:lnTo>
                  <a:lnTo>
                    <a:pt x="839030" y="488307"/>
                  </a:lnTo>
                  <a:lnTo>
                    <a:pt x="840597" y="487135"/>
                  </a:lnTo>
                  <a:lnTo>
                    <a:pt x="842163" y="485963"/>
                  </a:lnTo>
                  <a:lnTo>
                    <a:pt x="843730" y="484791"/>
                  </a:lnTo>
                  <a:lnTo>
                    <a:pt x="845296" y="483788"/>
                  </a:lnTo>
                  <a:lnTo>
                    <a:pt x="846863" y="482785"/>
                  </a:lnTo>
                  <a:lnTo>
                    <a:pt x="848429" y="481782"/>
                  </a:lnTo>
                  <a:lnTo>
                    <a:pt x="849996" y="479922"/>
                  </a:lnTo>
                  <a:lnTo>
                    <a:pt x="851563" y="478094"/>
                  </a:lnTo>
                  <a:lnTo>
                    <a:pt x="853129" y="476671"/>
                  </a:lnTo>
                  <a:lnTo>
                    <a:pt x="854696" y="475667"/>
                  </a:lnTo>
                  <a:lnTo>
                    <a:pt x="856262" y="475416"/>
                  </a:lnTo>
                  <a:lnTo>
                    <a:pt x="857829" y="473895"/>
                  </a:lnTo>
                  <a:lnTo>
                    <a:pt x="859396" y="470022"/>
                  </a:lnTo>
                  <a:lnTo>
                    <a:pt x="860962" y="463968"/>
                  </a:lnTo>
                  <a:lnTo>
                    <a:pt x="862529" y="455909"/>
                  </a:lnTo>
                  <a:lnTo>
                    <a:pt x="864095" y="445161"/>
                  </a:lnTo>
                  <a:lnTo>
                    <a:pt x="865662" y="434412"/>
                  </a:lnTo>
                  <a:lnTo>
                    <a:pt x="867229" y="423663"/>
                  </a:lnTo>
                  <a:lnTo>
                    <a:pt x="868795" y="412914"/>
                  </a:lnTo>
                  <a:lnTo>
                    <a:pt x="870362" y="402165"/>
                  </a:lnTo>
                  <a:lnTo>
                    <a:pt x="871928" y="391417"/>
                  </a:lnTo>
                  <a:lnTo>
                    <a:pt x="873495" y="380668"/>
                  </a:lnTo>
                  <a:lnTo>
                    <a:pt x="875061" y="369919"/>
                  </a:lnTo>
                  <a:lnTo>
                    <a:pt x="876628" y="359170"/>
                  </a:lnTo>
                  <a:lnTo>
                    <a:pt x="878195" y="348422"/>
                  </a:lnTo>
                  <a:lnTo>
                    <a:pt x="879761" y="337673"/>
                  </a:lnTo>
                  <a:lnTo>
                    <a:pt x="881328" y="327642"/>
                  </a:lnTo>
                  <a:lnTo>
                    <a:pt x="882894" y="319257"/>
                  </a:lnTo>
                  <a:lnTo>
                    <a:pt x="884461" y="312767"/>
                  </a:lnTo>
                  <a:lnTo>
                    <a:pt x="886028" y="308493"/>
                  </a:lnTo>
                  <a:lnTo>
                    <a:pt x="887594" y="308056"/>
                  </a:lnTo>
                  <a:lnTo>
                    <a:pt x="889161" y="307619"/>
                  </a:lnTo>
                  <a:lnTo>
                    <a:pt x="890727" y="307182"/>
                  </a:lnTo>
                  <a:lnTo>
                    <a:pt x="892294" y="306745"/>
                  </a:lnTo>
                  <a:lnTo>
                    <a:pt x="893861" y="306308"/>
                  </a:lnTo>
                  <a:lnTo>
                    <a:pt x="895427" y="305871"/>
                  </a:lnTo>
                  <a:lnTo>
                    <a:pt x="896994" y="305871"/>
                  </a:lnTo>
                  <a:lnTo>
                    <a:pt x="898560" y="305871"/>
                  </a:lnTo>
                  <a:lnTo>
                    <a:pt x="900127" y="306308"/>
                  </a:lnTo>
                  <a:lnTo>
                    <a:pt x="901693" y="306309"/>
                  </a:lnTo>
                  <a:lnTo>
                    <a:pt x="903260" y="306309"/>
                  </a:lnTo>
                  <a:lnTo>
                    <a:pt x="904827" y="306309"/>
                  </a:lnTo>
                  <a:lnTo>
                    <a:pt x="906393" y="306309"/>
                  </a:lnTo>
                  <a:lnTo>
                    <a:pt x="907960" y="306309"/>
                  </a:lnTo>
                  <a:lnTo>
                    <a:pt x="909526" y="306309"/>
                  </a:lnTo>
                  <a:lnTo>
                    <a:pt x="911093" y="306309"/>
                  </a:lnTo>
                  <a:lnTo>
                    <a:pt x="912660" y="306309"/>
                  </a:lnTo>
                  <a:lnTo>
                    <a:pt x="914226" y="306309"/>
                  </a:lnTo>
                  <a:lnTo>
                    <a:pt x="915793" y="306308"/>
                  </a:lnTo>
                  <a:lnTo>
                    <a:pt x="917359" y="306308"/>
                  </a:lnTo>
                  <a:lnTo>
                    <a:pt x="918926" y="306308"/>
                  </a:lnTo>
                  <a:lnTo>
                    <a:pt x="920492" y="306705"/>
                  </a:lnTo>
                  <a:lnTo>
                    <a:pt x="922059" y="307877"/>
                  </a:lnTo>
                  <a:lnTo>
                    <a:pt x="923626" y="308629"/>
                  </a:lnTo>
                  <a:lnTo>
                    <a:pt x="925192" y="310053"/>
                  </a:lnTo>
                  <a:lnTo>
                    <a:pt x="926759" y="311476"/>
                  </a:lnTo>
                  <a:lnTo>
                    <a:pt x="928325" y="312899"/>
                  </a:lnTo>
                  <a:lnTo>
                    <a:pt x="929892" y="314759"/>
                  </a:lnTo>
                  <a:lnTo>
                    <a:pt x="931459" y="316587"/>
                  </a:lnTo>
                  <a:lnTo>
                    <a:pt x="933025" y="318415"/>
                  </a:lnTo>
                  <a:lnTo>
                    <a:pt x="934592" y="320242"/>
                  </a:lnTo>
                  <a:lnTo>
                    <a:pt x="936158" y="322070"/>
                  </a:lnTo>
                  <a:lnTo>
                    <a:pt x="937725" y="325168"/>
                  </a:lnTo>
                  <a:lnTo>
                    <a:pt x="939292" y="330616"/>
                  </a:lnTo>
                  <a:lnTo>
                    <a:pt x="940858" y="337848"/>
                  </a:lnTo>
                  <a:lnTo>
                    <a:pt x="942425" y="347086"/>
                  </a:lnTo>
                  <a:lnTo>
                    <a:pt x="943991" y="358608"/>
                  </a:lnTo>
                  <a:lnTo>
                    <a:pt x="945558" y="369357"/>
                  </a:lnTo>
                  <a:lnTo>
                    <a:pt x="947124" y="380107"/>
                  </a:lnTo>
                  <a:lnTo>
                    <a:pt x="948691" y="390458"/>
                  </a:lnTo>
                  <a:lnTo>
                    <a:pt x="950258" y="401206"/>
                  </a:lnTo>
                  <a:lnTo>
                    <a:pt x="951824" y="411956"/>
                  </a:lnTo>
                  <a:lnTo>
                    <a:pt x="953391" y="422705"/>
                  </a:lnTo>
                  <a:lnTo>
                    <a:pt x="954957" y="433454"/>
                  </a:lnTo>
                  <a:lnTo>
                    <a:pt x="956524" y="444203"/>
                  </a:lnTo>
                  <a:lnTo>
                    <a:pt x="958091" y="454952"/>
                  </a:lnTo>
                  <a:lnTo>
                    <a:pt x="959657" y="465701"/>
                  </a:lnTo>
                  <a:lnTo>
                    <a:pt x="961224" y="475732"/>
                  </a:lnTo>
                  <a:lnTo>
                    <a:pt x="962790" y="484117"/>
                  </a:lnTo>
                  <a:lnTo>
                    <a:pt x="964357" y="490858"/>
                  </a:lnTo>
                  <a:lnTo>
                    <a:pt x="965924" y="495383"/>
                  </a:lnTo>
                  <a:lnTo>
                    <a:pt x="967490" y="496071"/>
                  </a:lnTo>
                  <a:lnTo>
                    <a:pt x="969057" y="496758"/>
                  </a:lnTo>
                  <a:lnTo>
                    <a:pt x="970623" y="497447"/>
                  </a:lnTo>
                  <a:lnTo>
                    <a:pt x="972190" y="498887"/>
                  </a:lnTo>
                  <a:lnTo>
                    <a:pt x="973756" y="499973"/>
                  </a:lnTo>
                  <a:lnTo>
                    <a:pt x="975323" y="501413"/>
                  </a:lnTo>
                  <a:lnTo>
                    <a:pt x="976890" y="502500"/>
                  </a:lnTo>
                  <a:lnTo>
                    <a:pt x="978456" y="503940"/>
                  </a:lnTo>
                  <a:lnTo>
                    <a:pt x="980023" y="504943"/>
                  </a:lnTo>
                  <a:lnTo>
                    <a:pt x="981589" y="505947"/>
                  </a:lnTo>
                  <a:lnTo>
                    <a:pt x="983156" y="506950"/>
                  </a:lnTo>
                  <a:lnTo>
                    <a:pt x="984723" y="507953"/>
                  </a:lnTo>
                  <a:lnTo>
                    <a:pt x="986289" y="508705"/>
                  </a:lnTo>
                  <a:lnTo>
                    <a:pt x="987856" y="509457"/>
                  </a:lnTo>
                  <a:lnTo>
                    <a:pt x="989422" y="510209"/>
                  </a:lnTo>
                  <a:lnTo>
                    <a:pt x="990989" y="510961"/>
                  </a:lnTo>
                  <a:lnTo>
                    <a:pt x="992556" y="511714"/>
                  </a:lnTo>
                  <a:lnTo>
                    <a:pt x="994122" y="512466"/>
                  </a:lnTo>
                  <a:lnTo>
                    <a:pt x="995689" y="512466"/>
                  </a:lnTo>
                  <a:lnTo>
                    <a:pt x="997255" y="512466"/>
                  </a:lnTo>
                  <a:lnTo>
                    <a:pt x="998822" y="512466"/>
                  </a:lnTo>
                  <a:lnTo>
                    <a:pt x="1000388" y="512466"/>
                  </a:lnTo>
                  <a:lnTo>
                    <a:pt x="1001955" y="511294"/>
                  </a:lnTo>
                  <a:lnTo>
                    <a:pt x="1003522" y="510542"/>
                  </a:lnTo>
                  <a:lnTo>
                    <a:pt x="1005088" y="509370"/>
                  </a:lnTo>
                  <a:lnTo>
                    <a:pt x="1006655" y="508596"/>
                  </a:lnTo>
                  <a:lnTo>
                    <a:pt x="1008221" y="507303"/>
                  </a:lnTo>
                  <a:lnTo>
                    <a:pt x="1009788" y="503135"/>
                  </a:lnTo>
                  <a:lnTo>
                    <a:pt x="1011355" y="495903"/>
                  </a:lnTo>
                  <a:lnTo>
                    <a:pt x="1012921" y="488671"/>
                  </a:lnTo>
                  <a:lnTo>
                    <a:pt x="1014488" y="481439"/>
                  </a:lnTo>
                  <a:lnTo>
                    <a:pt x="1016054" y="474207"/>
                  </a:lnTo>
                  <a:lnTo>
                    <a:pt x="1017621" y="466975"/>
                  </a:lnTo>
                  <a:lnTo>
                    <a:pt x="1019188" y="459743"/>
                  </a:lnTo>
                  <a:lnTo>
                    <a:pt x="1020754" y="452511"/>
                  </a:lnTo>
                  <a:lnTo>
                    <a:pt x="1022321" y="445278"/>
                  </a:lnTo>
                  <a:lnTo>
                    <a:pt x="1023887" y="438451"/>
                  </a:lnTo>
                  <a:lnTo>
                    <a:pt x="1025454" y="432398"/>
                  </a:lnTo>
                  <a:lnTo>
                    <a:pt x="1027020" y="427118"/>
                  </a:lnTo>
                  <a:lnTo>
                    <a:pt x="1028587" y="422237"/>
                  </a:lnTo>
                  <a:lnTo>
                    <a:pt x="1030154" y="416957"/>
                  </a:lnTo>
                  <a:lnTo>
                    <a:pt x="1031720" y="412076"/>
                  </a:lnTo>
                  <a:lnTo>
                    <a:pt x="1033287" y="409758"/>
                  </a:lnTo>
                  <a:lnTo>
                    <a:pt x="1034853" y="410930"/>
                  </a:lnTo>
                  <a:lnTo>
                    <a:pt x="1036420" y="412102"/>
                  </a:lnTo>
                  <a:lnTo>
                    <a:pt x="1037987" y="413274"/>
                  </a:lnTo>
                  <a:lnTo>
                    <a:pt x="1039553" y="414446"/>
                  </a:lnTo>
                  <a:lnTo>
                    <a:pt x="1041120" y="415618"/>
                  </a:lnTo>
                  <a:lnTo>
                    <a:pt x="1042686" y="417195"/>
                  </a:lnTo>
                  <a:lnTo>
                    <a:pt x="1044253" y="418771"/>
                  </a:lnTo>
                  <a:lnTo>
                    <a:pt x="1045820" y="419943"/>
                  </a:lnTo>
                  <a:lnTo>
                    <a:pt x="1047386" y="420696"/>
                  </a:lnTo>
                  <a:lnTo>
                    <a:pt x="1048953" y="421448"/>
                  </a:lnTo>
                  <a:lnTo>
                    <a:pt x="1050519" y="421447"/>
                  </a:lnTo>
                  <a:lnTo>
                    <a:pt x="1052086" y="421093"/>
                  </a:lnTo>
                  <a:lnTo>
                    <a:pt x="1053652" y="421093"/>
                  </a:lnTo>
                  <a:lnTo>
                    <a:pt x="1055219" y="420739"/>
                  </a:lnTo>
                  <a:lnTo>
                    <a:pt x="1056786" y="421093"/>
                  </a:lnTo>
                  <a:lnTo>
                    <a:pt x="1058352" y="421093"/>
                  </a:lnTo>
                  <a:lnTo>
                    <a:pt x="1059919" y="421093"/>
                  </a:lnTo>
                  <a:lnTo>
                    <a:pt x="1061485" y="421093"/>
                  </a:lnTo>
                  <a:lnTo>
                    <a:pt x="1063052" y="421093"/>
                  </a:lnTo>
                  <a:lnTo>
                    <a:pt x="1064619" y="421093"/>
                  </a:lnTo>
                  <a:lnTo>
                    <a:pt x="1066185" y="420740"/>
                  </a:lnTo>
                  <a:lnTo>
                    <a:pt x="1067752" y="420385"/>
                  </a:lnTo>
                  <a:lnTo>
                    <a:pt x="1069318" y="420031"/>
                  </a:lnTo>
                  <a:lnTo>
                    <a:pt x="1070885" y="419677"/>
                  </a:lnTo>
                  <a:lnTo>
                    <a:pt x="1072452" y="419323"/>
                  </a:lnTo>
                  <a:lnTo>
                    <a:pt x="1074018" y="418969"/>
                  </a:lnTo>
                  <a:lnTo>
                    <a:pt x="1075585" y="418969"/>
                  </a:lnTo>
                  <a:lnTo>
                    <a:pt x="1077151" y="418718"/>
                  </a:lnTo>
                  <a:lnTo>
                    <a:pt x="1078718" y="418466"/>
                  </a:lnTo>
                  <a:lnTo>
                    <a:pt x="1080284" y="417380"/>
                  </a:lnTo>
                  <a:lnTo>
                    <a:pt x="1081851" y="416692"/>
                  </a:lnTo>
                  <a:lnTo>
                    <a:pt x="1083418" y="416004"/>
                  </a:lnTo>
                  <a:lnTo>
                    <a:pt x="1084984" y="415316"/>
                  </a:lnTo>
                  <a:lnTo>
                    <a:pt x="1086551" y="414667"/>
                  </a:lnTo>
                  <a:lnTo>
                    <a:pt x="1088117" y="414537"/>
                  </a:lnTo>
                  <a:lnTo>
                    <a:pt x="1089684" y="417533"/>
                  </a:lnTo>
                  <a:lnTo>
                    <a:pt x="1091251" y="423188"/>
                  </a:lnTo>
                  <a:lnTo>
                    <a:pt x="1092817" y="428843"/>
                  </a:lnTo>
                  <a:lnTo>
                    <a:pt x="1094384" y="434499"/>
                  </a:lnTo>
                  <a:lnTo>
                    <a:pt x="1095950" y="440154"/>
                  </a:lnTo>
                  <a:lnTo>
                    <a:pt x="1097517" y="445810"/>
                  </a:lnTo>
                  <a:lnTo>
                    <a:pt x="1099084" y="451465"/>
                  </a:lnTo>
                  <a:lnTo>
                    <a:pt x="1100650" y="457120"/>
                  </a:lnTo>
                  <a:lnTo>
                    <a:pt x="1102217" y="463174"/>
                  </a:lnTo>
                  <a:lnTo>
                    <a:pt x="1103783" y="469227"/>
                  </a:lnTo>
                  <a:lnTo>
                    <a:pt x="1105350" y="475281"/>
                  </a:lnTo>
                  <a:lnTo>
                    <a:pt x="1106916" y="480560"/>
                  </a:lnTo>
                  <a:lnTo>
                    <a:pt x="1108483" y="485839"/>
                  </a:lnTo>
                  <a:lnTo>
                    <a:pt x="1110050" y="491119"/>
                  </a:lnTo>
                  <a:lnTo>
                    <a:pt x="1111616" y="496000"/>
                  </a:lnTo>
                  <a:lnTo>
                    <a:pt x="1113183" y="498319"/>
                  </a:lnTo>
                  <a:lnTo>
                    <a:pt x="1114749" y="497545"/>
                  </a:lnTo>
                  <a:lnTo>
                    <a:pt x="1116316" y="496771"/>
                  </a:lnTo>
                  <a:lnTo>
                    <a:pt x="1117883" y="495997"/>
                  </a:lnTo>
                  <a:lnTo>
                    <a:pt x="1119449" y="495223"/>
                  </a:lnTo>
                  <a:lnTo>
                    <a:pt x="1121016" y="494449"/>
                  </a:lnTo>
                  <a:lnTo>
                    <a:pt x="1122582" y="493270"/>
                  </a:lnTo>
                  <a:lnTo>
                    <a:pt x="1124149" y="492092"/>
                  </a:lnTo>
                  <a:lnTo>
                    <a:pt x="1125716" y="490920"/>
                  </a:lnTo>
                  <a:lnTo>
                    <a:pt x="1127282" y="490167"/>
                  </a:lnTo>
                  <a:lnTo>
                    <a:pt x="1128849" y="489415"/>
                  </a:lnTo>
                  <a:lnTo>
                    <a:pt x="1130415" y="489416"/>
                  </a:lnTo>
                  <a:lnTo>
                    <a:pt x="1131982" y="489416"/>
                  </a:lnTo>
                  <a:lnTo>
                    <a:pt x="1133548" y="489018"/>
                  </a:lnTo>
                  <a:lnTo>
                    <a:pt x="1135115" y="488620"/>
                  </a:lnTo>
                  <a:lnTo>
                    <a:pt x="1136682" y="487617"/>
                  </a:lnTo>
                  <a:lnTo>
                    <a:pt x="1138248" y="486865"/>
                  </a:lnTo>
                  <a:lnTo>
                    <a:pt x="1139815" y="486511"/>
                  </a:lnTo>
                  <a:lnTo>
                    <a:pt x="1141381" y="487335"/>
                  </a:lnTo>
                  <a:lnTo>
                    <a:pt x="1142948" y="488160"/>
                  </a:lnTo>
                  <a:lnTo>
                    <a:pt x="1144515" y="488984"/>
                  </a:lnTo>
                  <a:lnTo>
                    <a:pt x="1146081" y="490162"/>
                  </a:lnTo>
                  <a:lnTo>
                    <a:pt x="1147648" y="491340"/>
                  </a:lnTo>
                  <a:lnTo>
                    <a:pt x="1149214" y="493149"/>
                  </a:lnTo>
                  <a:lnTo>
                    <a:pt x="1150781" y="494958"/>
                  </a:lnTo>
                  <a:lnTo>
                    <a:pt x="1152348" y="496767"/>
                  </a:lnTo>
                  <a:lnTo>
                    <a:pt x="1153914" y="498576"/>
                  </a:lnTo>
                  <a:lnTo>
                    <a:pt x="1155481" y="500783"/>
                  </a:lnTo>
                  <a:lnTo>
                    <a:pt x="1157047" y="503241"/>
                  </a:lnTo>
                  <a:lnTo>
                    <a:pt x="1158614" y="505699"/>
                  </a:lnTo>
                  <a:lnTo>
                    <a:pt x="1160180" y="508594"/>
                  </a:lnTo>
                  <a:lnTo>
                    <a:pt x="1161747" y="511489"/>
                  </a:lnTo>
                  <a:lnTo>
                    <a:pt x="1163314" y="513753"/>
                  </a:lnTo>
                  <a:lnTo>
                    <a:pt x="1164880" y="515193"/>
                  </a:lnTo>
                  <a:lnTo>
                    <a:pt x="1166447" y="516617"/>
                  </a:lnTo>
                  <a:lnTo>
                    <a:pt x="1168013" y="518040"/>
                  </a:lnTo>
                  <a:lnTo>
                    <a:pt x="1169580" y="519617"/>
                  </a:lnTo>
                  <a:lnTo>
                    <a:pt x="1171147" y="521194"/>
                  </a:lnTo>
                  <a:lnTo>
                    <a:pt x="1172713" y="523401"/>
                  </a:lnTo>
                  <a:lnTo>
                    <a:pt x="1174280" y="525608"/>
                  </a:lnTo>
                  <a:lnTo>
                    <a:pt x="1175846" y="527815"/>
                  </a:lnTo>
                  <a:lnTo>
                    <a:pt x="1177413" y="530022"/>
                  </a:lnTo>
                  <a:lnTo>
                    <a:pt x="1178979" y="532229"/>
                  </a:lnTo>
                  <a:lnTo>
                    <a:pt x="1180546" y="534436"/>
                  </a:lnTo>
                  <a:lnTo>
                    <a:pt x="1182113" y="536246"/>
                  </a:lnTo>
                  <a:lnTo>
                    <a:pt x="1183679" y="537424"/>
                  </a:lnTo>
                  <a:lnTo>
                    <a:pt x="1185246" y="538602"/>
                  </a:lnTo>
                  <a:lnTo>
                    <a:pt x="1186812" y="540411"/>
                  </a:lnTo>
                  <a:lnTo>
                    <a:pt x="1188379" y="542220"/>
                  </a:lnTo>
                  <a:lnTo>
                    <a:pt x="1189946" y="544029"/>
                  </a:lnTo>
                  <a:lnTo>
                    <a:pt x="1191512" y="546690"/>
                  </a:lnTo>
                  <a:lnTo>
                    <a:pt x="1193079" y="548498"/>
                  </a:lnTo>
                  <a:lnTo>
                    <a:pt x="1194645" y="550307"/>
                  </a:lnTo>
                  <a:lnTo>
                    <a:pt x="1196212" y="551486"/>
                  </a:lnTo>
                  <a:lnTo>
                    <a:pt x="1197779" y="553295"/>
                  </a:lnTo>
                  <a:lnTo>
                    <a:pt x="1199345" y="555104"/>
                  </a:lnTo>
                  <a:lnTo>
                    <a:pt x="1200912" y="556913"/>
                  </a:lnTo>
                  <a:lnTo>
                    <a:pt x="1202478" y="558722"/>
                  </a:lnTo>
                  <a:lnTo>
                    <a:pt x="1204045" y="560531"/>
                  </a:lnTo>
                  <a:lnTo>
                    <a:pt x="1204708" y="561824"/>
                  </a:lnTo>
                  <a:lnTo>
                    <a:pt x="1373367" y="561824"/>
                  </a:lnTo>
                  <a:lnTo>
                    <a:pt x="1374803" y="558391"/>
                  </a:lnTo>
                  <a:lnTo>
                    <a:pt x="1376370" y="554645"/>
                  </a:lnTo>
                  <a:lnTo>
                    <a:pt x="1377936" y="550899"/>
                  </a:lnTo>
                  <a:lnTo>
                    <a:pt x="1379503" y="547153"/>
                  </a:lnTo>
                  <a:lnTo>
                    <a:pt x="1381069" y="544258"/>
                  </a:lnTo>
                  <a:lnTo>
                    <a:pt x="1382636" y="541363"/>
                  </a:lnTo>
                  <a:lnTo>
                    <a:pt x="1384203" y="538468"/>
                  </a:lnTo>
                  <a:lnTo>
                    <a:pt x="1385769" y="536203"/>
                  </a:lnTo>
                  <a:lnTo>
                    <a:pt x="1387336" y="534376"/>
                  </a:lnTo>
                  <a:lnTo>
                    <a:pt x="1388902" y="533372"/>
                  </a:lnTo>
                  <a:lnTo>
                    <a:pt x="1390469" y="533121"/>
                  </a:lnTo>
                  <a:lnTo>
                    <a:pt x="1392035" y="532472"/>
                  </a:lnTo>
                  <a:lnTo>
                    <a:pt x="1393602" y="531469"/>
                  </a:lnTo>
                  <a:lnTo>
                    <a:pt x="1395169" y="530466"/>
                  </a:lnTo>
                  <a:lnTo>
                    <a:pt x="1396735" y="527280"/>
                  </a:lnTo>
                  <a:lnTo>
                    <a:pt x="1398302" y="522864"/>
                  </a:lnTo>
                  <a:lnTo>
                    <a:pt x="1399868" y="518847"/>
                  </a:lnTo>
                  <a:lnTo>
                    <a:pt x="1401435" y="514829"/>
                  </a:lnTo>
                  <a:lnTo>
                    <a:pt x="1403002" y="510811"/>
                  </a:lnTo>
                  <a:lnTo>
                    <a:pt x="1404568" y="506794"/>
                  </a:lnTo>
                  <a:lnTo>
                    <a:pt x="1406135" y="501741"/>
                  </a:lnTo>
                  <a:lnTo>
                    <a:pt x="1407701" y="496688"/>
                  </a:lnTo>
                  <a:lnTo>
                    <a:pt x="1409268" y="491636"/>
                  </a:lnTo>
                  <a:lnTo>
                    <a:pt x="1410835" y="485334"/>
                  </a:lnTo>
                  <a:lnTo>
                    <a:pt x="1412401" y="478235"/>
                  </a:lnTo>
                  <a:lnTo>
                    <a:pt x="1413968" y="471534"/>
                  </a:lnTo>
                  <a:lnTo>
                    <a:pt x="1415534" y="465630"/>
                  </a:lnTo>
                  <a:lnTo>
                    <a:pt x="1417101" y="459727"/>
                  </a:lnTo>
                  <a:lnTo>
                    <a:pt x="1418667" y="453294"/>
                  </a:lnTo>
                  <a:lnTo>
                    <a:pt x="1420234" y="446865"/>
                  </a:lnTo>
                  <a:lnTo>
                    <a:pt x="1421801" y="441812"/>
                  </a:lnTo>
                  <a:lnTo>
                    <a:pt x="1423367" y="436361"/>
                  </a:lnTo>
                  <a:lnTo>
                    <a:pt x="1424934" y="430060"/>
                  </a:lnTo>
                  <a:lnTo>
                    <a:pt x="1426500" y="423758"/>
                  </a:lnTo>
                  <a:lnTo>
                    <a:pt x="1428067" y="417854"/>
                  </a:lnTo>
                  <a:lnTo>
                    <a:pt x="1429634" y="412802"/>
                  </a:lnTo>
                  <a:lnTo>
                    <a:pt x="1431200" y="407749"/>
                  </a:lnTo>
                  <a:lnTo>
                    <a:pt x="1432767" y="402696"/>
                  </a:lnTo>
                  <a:lnTo>
                    <a:pt x="1434333" y="398679"/>
                  </a:lnTo>
                  <a:lnTo>
                    <a:pt x="1435900" y="396259"/>
                  </a:lnTo>
                  <a:lnTo>
                    <a:pt x="1437467" y="393435"/>
                  </a:lnTo>
                  <a:lnTo>
                    <a:pt x="1439033" y="392001"/>
                  </a:lnTo>
                  <a:lnTo>
                    <a:pt x="1440600" y="390567"/>
                  </a:lnTo>
                  <a:lnTo>
                    <a:pt x="1442166" y="389423"/>
                  </a:lnTo>
                  <a:lnTo>
                    <a:pt x="1443733" y="390602"/>
                  </a:lnTo>
                  <a:lnTo>
                    <a:pt x="1445299" y="392178"/>
                  </a:lnTo>
                  <a:lnTo>
                    <a:pt x="1446866" y="394385"/>
                  </a:lnTo>
                  <a:lnTo>
                    <a:pt x="1448433" y="396843"/>
                  </a:lnTo>
                  <a:lnTo>
                    <a:pt x="1449999" y="399738"/>
                  </a:lnTo>
                  <a:lnTo>
                    <a:pt x="1451566" y="403484"/>
                  </a:lnTo>
                  <a:lnTo>
                    <a:pt x="1453132" y="407231"/>
                  </a:lnTo>
                  <a:lnTo>
                    <a:pt x="1454699" y="410977"/>
                  </a:lnTo>
                  <a:lnTo>
                    <a:pt x="1456266" y="414723"/>
                  </a:lnTo>
                  <a:lnTo>
                    <a:pt x="1457832" y="419266"/>
                  </a:lnTo>
                  <a:lnTo>
                    <a:pt x="1459399" y="422161"/>
                  </a:lnTo>
                  <a:lnTo>
                    <a:pt x="1460965" y="425056"/>
                  </a:lnTo>
                  <a:lnTo>
                    <a:pt x="1462532" y="427951"/>
                  </a:lnTo>
                  <a:lnTo>
                    <a:pt x="1464098" y="430846"/>
                  </a:lnTo>
                  <a:lnTo>
                    <a:pt x="1465665" y="433741"/>
                  </a:lnTo>
                  <a:lnTo>
                    <a:pt x="1467232" y="436199"/>
                  </a:lnTo>
                  <a:lnTo>
                    <a:pt x="1468798" y="438658"/>
                  </a:lnTo>
                  <a:lnTo>
                    <a:pt x="1470365" y="440081"/>
                  </a:lnTo>
                  <a:lnTo>
                    <a:pt x="1471931" y="441504"/>
                  </a:lnTo>
                  <a:lnTo>
                    <a:pt x="1473498" y="443331"/>
                  </a:lnTo>
                  <a:lnTo>
                    <a:pt x="1475065" y="444755"/>
                  </a:lnTo>
                  <a:lnTo>
                    <a:pt x="1476631" y="447940"/>
                  </a:lnTo>
                  <a:lnTo>
                    <a:pt x="1478198" y="452760"/>
                  </a:lnTo>
                  <a:lnTo>
                    <a:pt x="1479764" y="457813"/>
                  </a:lnTo>
                  <a:lnTo>
                    <a:pt x="1481331" y="461831"/>
                  </a:lnTo>
                  <a:lnTo>
                    <a:pt x="1482898" y="465849"/>
                  </a:lnTo>
                  <a:lnTo>
                    <a:pt x="1484464" y="469866"/>
                  </a:lnTo>
                  <a:lnTo>
                    <a:pt x="1486031" y="473464"/>
                  </a:lnTo>
                  <a:lnTo>
                    <a:pt x="1487597" y="477062"/>
                  </a:lnTo>
                  <a:lnTo>
                    <a:pt x="1489164" y="481080"/>
                  </a:lnTo>
                  <a:lnTo>
                    <a:pt x="1490730" y="485496"/>
                  </a:lnTo>
                  <a:lnTo>
                    <a:pt x="1492297" y="489912"/>
                  </a:lnTo>
                  <a:lnTo>
                    <a:pt x="1493864" y="493929"/>
                  </a:lnTo>
                  <a:lnTo>
                    <a:pt x="1495430" y="498351"/>
                  </a:lnTo>
                  <a:lnTo>
                    <a:pt x="1496997" y="502369"/>
                  </a:lnTo>
                  <a:lnTo>
                    <a:pt x="1498563" y="506916"/>
                  </a:lnTo>
                  <a:lnTo>
                    <a:pt x="1500130" y="511890"/>
                  </a:lnTo>
                  <a:lnTo>
                    <a:pt x="1501697" y="515908"/>
                  </a:lnTo>
                  <a:lnTo>
                    <a:pt x="1503263" y="519904"/>
                  </a:lnTo>
                  <a:lnTo>
                    <a:pt x="1504830" y="524319"/>
                  </a:lnTo>
                  <a:lnTo>
                    <a:pt x="1506396" y="529139"/>
                  </a:lnTo>
                  <a:lnTo>
                    <a:pt x="1507963" y="533562"/>
                  </a:lnTo>
                  <a:lnTo>
                    <a:pt x="1509530" y="537984"/>
                  </a:lnTo>
                  <a:lnTo>
                    <a:pt x="1511096" y="542406"/>
                  </a:lnTo>
                  <a:lnTo>
                    <a:pt x="1512663" y="546424"/>
                  </a:lnTo>
                  <a:lnTo>
                    <a:pt x="1514229" y="550442"/>
                  </a:lnTo>
                  <a:lnTo>
                    <a:pt x="1515796" y="553281"/>
                  </a:lnTo>
                  <a:lnTo>
                    <a:pt x="1517362" y="556525"/>
                  </a:lnTo>
                  <a:lnTo>
                    <a:pt x="1518929" y="558314"/>
                  </a:lnTo>
                  <a:lnTo>
                    <a:pt x="1520496" y="560102"/>
                  </a:lnTo>
                  <a:lnTo>
                    <a:pt x="1522062" y="561246"/>
                  </a:lnTo>
                  <a:lnTo>
                    <a:pt x="1523629" y="560067"/>
                  </a:lnTo>
                  <a:lnTo>
                    <a:pt x="1525195" y="558491"/>
                  </a:lnTo>
                  <a:lnTo>
                    <a:pt x="1526762" y="556682"/>
                  </a:lnTo>
                  <a:lnTo>
                    <a:pt x="1528329" y="554474"/>
                  </a:lnTo>
                  <a:lnTo>
                    <a:pt x="1529895" y="552267"/>
                  </a:lnTo>
                  <a:lnTo>
                    <a:pt x="1531462" y="549209"/>
                  </a:lnTo>
                  <a:lnTo>
                    <a:pt x="1533028" y="546549"/>
                  </a:lnTo>
                  <a:lnTo>
                    <a:pt x="1534595" y="543889"/>
                  </a:lnTo>
                  <a:lnTo>
                    <a:pt x="1536162" y="541229"/>
                  </a:lnTo>
                  <a:lnTo>
                    <a:pt x="1537728" y="537772"/>
                  </a:lnTo>
                  <a:lnTo>
                    <a:pt x="1539295" y="535963"/>
                  </a:lnTo>
                  <a:lnTo>
                    <a:pt x="1540861" y="534154"/>
                  </a:lnTo>
                  <a:lnTo>
                    <a:pt x="1542428" y="532345"/>
                  </a:lnTo>
                  <a:lnTo>
                    <a:pt x="1543994" y="530536"/>
                  </a:lnTo>
                  <a:lnTo>
                    <a:pt x="1545561" y="529081"/>
                  </a:lnTo>
                  <a:lnTo>
                    <a:pt x="1547128" y="527626"/>
                  </a:lnTo>
                  <a:lnTo>
                    <a:pt x="1548694" y="526172"/>
                  </a:lnTo>
                  <a:lnTo>
                    <a:pt x="1550261" y="525398"/>
                  </a:lnTo>
                  <a:lnTo>
                    <a:pt x="1551827" y="524624"/>
                  </a:lnTo>
                  <a:lnTo>
                    <a:pt x="1553394" y="523047"/>
                  </a:lnTo>
                  <a:lnTo>
                    <a:pt x="1554961" y="521875"/>
                  </a:lnTo>
                  <a:lnTo>
                    <a:pt x="1556527" y="520047"/>
                  </a:lnTo>
                  <a:lnTo>
                    <a:pt x="1558094" y="518470"/>
                  </a:lnTo>
                  <a:lnTo>
                    <a:pt x="1559660" y="516263"/>
                  </a:lnTo>
                  <a:lnTo>
                    <a:pt x="1561227" y="515489"/>
                  </a:lnTo>
                  <a:lnTo>
                    <a:pt x="1562794" y="515069"/>
                  </a:lnTo>
                  <a:lnTo>
                    <a:pt x="1564360" y="514649"/>
                  </a:lnTo>
                  <a:lnTo>
                    <a:pt x="1565927" y="514649"/>
                  </a:lnTo>
                  <a:lnTo>
                    <a:pt x="1567493" y="514649"/>
                  </a:lnTo>
                  <a:lnTo>
                    <a:pt x="1569060" y="514230"/>
                  </a:lnTo>
                  <a:lnTo>
                    <a:pt x="1570626" y="514230"/>
                  </a:lnTo>
                  <a:lnTo>
                    <a:pt x="1572193" y="514230"/>
                  </a:lnTo>
                  <a:lnTo>
                    <a:pt x="1573760" y="514634"/>
                  </a:lnTo>
                  <a:lnTo>
                    <a:pt x="1575326" y="514634"/>
                  </a:lnTo>
                  <a:lnTo>
                    <a:pt x="1576893" y="515038"/>
                  </a:lnTo>
                  <a:lnTo>
                    <a:pt x="1578459" y="515442"/>
                  </a:lnTo>
                  <a:lnTo>
                    <a:pt x="1580026" y="516267"/>
                  </a:lnTo>
                  <a:lnTo>
                    <a:pt x="1581593" y="516672"/>
                  </a:lnTo>
                  <a:lnTo>
                    <a:pt x="1583159" y="517495"/>
                  </a:lnTo>
                  <a:lnTo>
                    <a:pt x="1584726" y="517496"/>
                  </a:lnTo>
                  <a:lnTo>
                    <a:pt x="1586292" y="516672"/>
                  </a:lnTo>
                  <a:lnTo>
                    <a:pt x="1587859" y="515847"/>
                  </a:lnTo>
                  <a:lnTo>
                    <a:pt x="1589426" y="515022"/>
                  </a:lnTo>
                  <a:lnTo>
                    <a:pt x="1590992" y="514198"/>
                  </a:lnTo>
                  <a:lnTo>
                    <a:pt x="1592559" y="513424"/>
                  </a:lnTo>
                  <a:lnTo>
                    <a:pt x="1594125" y="512252"/>
                  </a:lnTo>
                  <a:lnTo>
                    <a:pt x="1595692" y="511080"/>
                  </a:lnTo>
                  <a:lnTo>
                    <a:pt x="1597258" y="509657"/>
                  </a:lnTo>
                  <a:lnTo>
                    <a:pt x="1598825" y="508654"/>
                  </a:lnTo>
                  <a:lnTo>
                    <a:pt x="1600392" y="507650"/>
                  </a:lnTo>
                  <a:lnTo>
                    <a:pt x="1601958" y="507001"/>
                  </a:lnTo>
                  <a:lnTo>
                    <a:pt x="1603525" y="506352"/>
                  </a:lnTo>
                  <a:lnTo>
                    <a:pt x="1605091" y="505665"/>
                  </a:lnTo>
                  <a:lnTo>
                    <a:pt x="1606658" y="504578"/>
                  </a:lnTo>
                  <a:lnTo>
                    <a:pt x="1608225" y="503890"/>
                  </a:lnTo>
                  <a:lnTo>
                    <a:pt x="1609791" y="503202"/>
                  </a:lnTo>
                  <a:lnTo>
                    <a:pt x="1611358" y="502514"/>
                  </a:lnTo>
                  <a:lnTo>
                    <a:pt x="1612924" y="501428"/>
                  </a:lnTo>
                  <a:lnTo>
                    <a:pt x="1614491" y="501428"/>
                  </a:lnTo>
                  <a:lnTo>
                    <a:pt x="1616058" y="501428"/>
                  </a:lnTo>
                  <a:lnTo>
                    <a:pt x="1617624" y="501429"/>
                  </a:lnTo>
                  <a:lnTo>
                    <a:pt x="1619191" y="501429"/>
                  </a:lnTo>
                  <a:lnTo>
                    <a:pt x="1620757" y="501429"/>
                  </a:lnTo>
                  <a:lnTo>
                    <a:pt x="1622324" y="501783"/>
                  </a:lnTo>
                  <a:lnTo>
                    <a:pt x="1623890" y="502557"/>
                  </a:lnTo>
                  <a:lnTo>
                    <a:pt x="1625457" y="503381"/>
                  </a:lnTo>
                  <a:lnTo>
                    <a:pt x="1627024" y="504206"/>
                  </a:lnTo>
                  <a:lnTo>
                    <a:pt x="1628590" y="505030"/>
                  </a:lnTo>
                  <a:lnTo>
                    <a:pt x="1630157" y="506209"/>
                  </a:lnTo>
                  <a:lnTo>
                    <a:pt x="1631723" y="508869"/>
                  </a:lnTo>
                  <a:lnTo>
                    <a:pt x="1633290" y="512724"/>
                  </a:lnTo>
                  <a:lnTo>
                    <a:pt x="1634857" y="516579"/>
                  </a:lnTo>
                  <a:lnTo>
                    <a:pt x="1636423" y="520685"/>
                  </a:lnTo>
                  <a:lnTo>
                    <a:pt x="1637990" y="523743"/>
                  </a:lnTo>
                  <a:lnTo>
                    <a:pt x="1639556" y="526801"/>
                  </a:lnTo>
                  <a:lnTo>
                    <a:pt x="1641123" y="529462"/>
                  </a:lnTo>
                  <a:lnTo>
                    <a:pt x="1642690" y="531767"/>
                  </a:lnTo>
                  <a:lnTo>
                    <a:pt x="1644256" y="534073"/>
                  </a:lnTo>
                  <a:lnTo>
                    <a:pt x="1645823" y="536379"/>
                  </a:lnTo>
                  <a:lnTo>
                    <a:pt x="1647389" y="537833"/>
                  </a:lnTo>
                  <a:lnTo>
                    <a:pt x="1648956" y="539288"/>
                  </a:lnTo>
                  <a:lnTo>
                    <a:pt x="1650522" y="540323"/>
                  </a:lnTo>
                  <a:lnTo>
                    <a:pt x="1652089" y="541358"/>
                  </a:lnTo>
                  <a:lnTo>
                    <a:pt x="1653656" y="541988"/>
                  </a:lnTo>
                  <a:lnTo>
                    <a:pt x="1655222" y="540809"/>
                  </a:lnTo>
                  <a:lnTo>
                    <a:pt x="1656789" y="539233"/>
                  </a:lnTo>
                  <a:lnTo>
                    <a:pt x="1658355" y="537405"/>
                  </a:lnTo>
                  <a:lnTo>
                    <a:pt x="1659922" y="535577"/>
                  </a:lnTo>
                  <a:lnTo>
                    <a:pt x="1661489" y="533750"/>
                  </a:lnTo>
                  <a:lnTo>
                    <a:pt x="1663055" y="532173"/>
                  </a:lnTo>
                  <a:lnTo>
                    <a:pt x="1664622" y="531001"/>
                  </a:lnTo>
                  <a:lnTo>
                    <a:pt x="1666188" y="530249"/>
                  </a:lnTo>
                  <a:lnTo>
                    <a:pt x="1667755" y="529497"/>
                  </a:lnTo>
                  <a:lnTo>
                    <a:pt x="1669322" y="528745"/>
                  </a:lnTo>
                  <a:lnTo>
                    <a:pt x="1670888" y="527992"/>
                  </a:lnTo>
                  <a:lnTo>
                    <a:pt x="1672455" y="527594"/>
                  </a:lnTo>
                  <a:lnTo>
                    <a:pt x="1674021" y="527594"/>
                  </a:lnTo>
                  <a:lnTo>
                    <a:pt x="1675588" y="527992"/>
                  </a:lnTo>
                  <a:lnTo>
                    <a:pt x="1677154" y="528641"/>
                  </a:lnTo>
                  <a:lnTo>
                    <a:pt x="1678721" y="529291"/>
                  </a:lnTo>
                  <a:lnTo>
                    <a:pt x="1680288" y="529939"/>
                  </a:lnTo>
                  <a:lnTo>
                    <a:pt x="1681854" y="530589"/>
                  </a:lnTo>
                  <a:lnTo>
                    <a:pt x="1683421" y="531592"/>
                  </a:lnTo>
                  <a:lnTo>
                    <a:pt x="1684987" y="534487"/>
                  </a:lnTo>
                  <a:lnTo>
                    <a:pt x="1686554" y="536751"/>
                  </a:lnTo>
                  <a:lnTo>
                    <a:pt x="1688121" y="539016"/>
                  </a:lnTo>
                  <a:lnTo>
                    <a:pt x="1689687" y="540876"/>
                  </a:lnTo>
                  <a:lnTo>
                    <a:pt x="1691254" y="542736"/>
                  </a:lnTo>
                  <a:lnTo>
                    <a:pt x="1692820" y="544597"/>
                  </a:lnTo>
                  <a:lnTo>
                    <a:pt x="1694387" y="545371"/>
                  </a:lnTo>
                  <a:lnTo>
                    <a:pt x="1695954" y="546145"/>
                  </a:lnTo>
                  <a:lnTo>
                    <a:pt x="1697520" y="546919"/>
                  </a:lnTo>
                  <a:lnTo>
                    <a:pt x="1699087" y="547693"/>
                  </a:lnTo>
                  <a:lnTo>
                    <a:pt x="1700653" y="548467"/>
                  </a:lnTo>
                  <a:lnTo>
                    <a:pt x="1702220" y="548888"/>
                  </a:lnTo>
                  <a:lnTo>
                    <a:pt x="1703786" y="548888"/>
                  </a:lnTo>
                  <a:lnTo>
                    <a:pt x="1705353" y="548483"/>
                  </a:lnTo>
                  <a:lnTo>
                    <a:pt x="1706920" y="547659"/>
                  </a:lnTo>
                  <a:lnTo>
                    <a:pt x="1708486" y="545832"/>
                  </a:lnTo>
                  <a:lnTo>
                    <a:pt x="1710053" y="544004"/>
                  </a:lnTo>
                  <a:lnTo>
                    <a:pt x="1711619" y="540695"/>
                  </a:lnTo>
                  <a:lnTo>
                    <a:pt x="1713186" y="536589"/>
                  </a:lnTo>
                  <a:lnTo>
                    <a:pt x="1714753" y="532734"/>
                  </a:lnTo>
                  <a:lnTo>
                    <a:pt x="1716319" y="528878"/>
                  </a:lnTo>
                  <a:lnTo>
                    <a:pt x="1717886" y="526219"/>
                  </a:lnTo>
                  <a:lnTo>
                    <a:pt x="1719452" y="523559"/>
                  </a:lnTo>
                  <a:lnTo>
                    <a:pt x="1721019" y="521253"/>
                  </a:lnTo>
                  <a:lnTo>
                    <a:pt x="1722586" y="518947"/>
                  </a:lnTo>
                  <a:lnTo>
                    <a:pt x="1724152" y="517061"/>
                  </a:lnTo>
                  <a:lnTo>
                    <a:pt x="1725719" y="515175"/>
                  </a:lnTo>
                  <a:lnTo>
                    <a:pt x="1727285" y="514545"/>
                  </a:lnTo>
                  <a:lnTo>
                    <a:pt x="1728852" y="513914"/>
                  </a:lnTo>
                  <a:lnTo>
                    <a:pt x="1730418" y="513283"/>
                  </a:lnTo>
                  <a:lnTo>
                    <a:pt x="1731985" y="513283"/>
                  </a:lnTo>
                  <a:lnTo>
                    <a:pt x="1733552" y="513283"/>
                  </a:lnTo>
                  <a:lnTo>
                    <a:pt x="1735118" y="515943"/>
                  </a:lnTo>
                  <a:lnTo>
                    <a:pt x="1736685" y="519001"/>
                  </a:lnTo>
                  <a:lnTo>
                    <a:pt x="1738251" y="522310"/>
                  </a:lnTo>
                  <a:lnTo>
                    <a:pt x="1739818" y="525619"/>
                  </a:lnTo>
                  <a:lnTo>
                    <a:pt x="1741385" y="528928"/>
                  </a:lnTo>
                  <a:lnTo>
                    <a:pt x="1742951" y="531986"/>
                  </a:lnTo>
                  <a:lnTo>
                    <a:pt x="1744518" y="534193"/>
                  </a:lnTo>
                  <a:lnTo>
                    <a:pt x="1746084" y="536400"/>
                  </a:lnTo>
                  <a:lnTo>
                    <a:pt x="1747651" y="539458"/>
                  </a:lnTo>
                  <a:lnTo>
                    <a:pt x="1749217" y="542516"/>
                  </a:lnTo>
                  <a:lnTo>
                    <a:pt x="1750784" y="545574"/>
                  </a:lnTo>
                  <a:lnTo>
                    <a:pt x="1752351" y="548632"/>
                  </a:lnTo>
                  <a:lnTo>
                    <a:pt x="1753917" y="552487"/>
                  </a:lnTo>
                  <a:lnTo>
                    <a:pt x="1755484" y="555147"/>
                  </a:lnTo>
                  <a:lnTo>
                    <a:pt x="1757050" y="557808"/>
                  </a:lnTo>
                  <a:lnTo>
                    <a:pt x="1758617" y="559616"/>
                  </a:lnTo>
                  <a:lnTo>
                    <a:pt x="1760184" y="561425"/>
                  </a:lnTo>
                  <a:lnTo>
                    <a:pt x="1760529" y="561824"/>
                  </a:lnTo>
                  <a:lnTo>
                    <a:pt x="1777416" y="561792"/>
                  </a:lnTo>
                  <a:lnTo>
                    <a:pt x="1778983" y="560368"/>
                  </a:lnTo>
                  <a:lnTo>
                    <a:pt x="1780549" y="559196"/>
                  </a:lnTo>
                  <a:lnTo>
                    <a:pt x="1782116" y="558024"/>
                  </a:lnTo>
                  <a:lnTo>
                    <a:pt x="1783682" y="556852"/>
                  </a:lnTo>
                  <a:lnTo>
                    <a:pt x="1785249" y="555428"/>
                  </a:lnTo>
                  <a:lnTo>
                    <a:pt x="1786816" y="554425"/>
                  </a:lnTo>
                  <a:lnTo>
                    <a:pt x="1788382" y="554425"/>
                  </a:lnTo>
                  <a:lnTo>
                    <a:pt x="1789949" y="554425"/>
                  </a:lnTo>
                  <a:lnTo>
                    <a:pt x="1791515" y="554425"/>
                  </a:lnTo>
                  <a:lnTo>
                    <a:pt x="1793082" y="554425"/>
                  </a:lnTo>
                  <a:lnTo>
                    <a:pt x="1794649" y="554173"/>
                  </a:lnTo>
                  <a:lnTo>
                    <a:pt x="1796215" y="554926"/>
                  </a:lnTo>
                  <a:lnTo>
                    <a:pt x="1797782" y="555280"/>
                  </a:lnTo>
                  <a:lnTo>
                    <a:pt x="1799348" y="555634"/>
                  </a:lnTo>
                  <a:lnTo>
                    <a:pt x="1800915" y="555634"/>
                  </a:lnTo>
                  <a:lnTo>
                    <a:pt x="1802481" y="556054"/>
                  </a:lnTo>
                  <a:lnTo>
                    <a:pt x="1804048" y="556054"/>
                  </a:lnTo>
                  <a:lnTo>
                    <a:pt x="1805615" y="556055"/>
                  </a:lnTo>
                  <a:lnTo>
                    <a:pt x="1807181" y="556055"/>
                  </a:lnTo>
                  <a:lnTo>
                    <a:pt x="1808748" y="556685"/>
                  </a:lnTo>
                  <a:lnTo>
                    <a:pt x="1810314" y="557315"/>
                  </a:lnTo>
                  <a:lnTo>
                    <a:pt x="1811881" y="558167"/>
                  </a:lnTo>
                  <a:lnTo>
                    <a:pt x="1813448" y="559017"/>
                  </a:lnTo>
                  <a:lnTo>
                    <a:pt x="1815014" y="560601"/>
                  </a:lnTo>
                  <a:lnTo>
                    <a:pt x="1816224" y="561824"/>
                  </a:lnTo>
                  <a:lnTo>
                    <a:pt x="2053396" y="561824"/>
                  </a:lnTo>
                  <a:lnTo>
                    <a:pt x="2054702" y="556755"/>
                  </a:lnTo>
                  <a:lnTo>
                    <a:pt x="2056269" y="550676"/>
                  </a:lnTo>
                  <a:lnTo>
                    <a:pt x="2057835" y="546035"/>
                  </a:lnTo>
                  <a:lnTo>
                    <a:pt x="2059402" y="541792"/>
                  </a:lnTo>
                  <a:lnTo>
                    <a:pt x="2060968" y="538335"/>
                  </a:lnTo>
                  <a:lnTo>
                    <a:pt x="2062535" y="534445"/>
                  </a:lnTo>
                  <a:lnTo>
                    <a:pt x="2064102" y="530557"/>
                  </a:lnTo>
                  <a:lnTo>
                    <a:pt x="2065668" y="525901"/>
                  </a:lnTo>
                  <a:lnTo>
                    <a:pt x="2067235" y="522432"/>
                  </a:lnTo>
                  <a:lnTo>
                    <a:pt x="2068801" y="519749"/>
                  </a:lnTo>
                  <a:lnTo>
                    <a:pt x="2070368" y="518101"/>
                  </a:lnTo>
                  <a:lnTo>
                    <a:pt x="2071935" y="517250"/>
                  </a:lnTo>
                  <a:lnTo>
                    <a:pt x="2073501" y="515602"/>
                  </a:lnTo>
                  <a:lnTo>
                    <a:pt x="2075068" y="513955"/>
                  </a:lnTo>
                  <a:lnTo>
                    <a:pt x="2076634" y="513158"/>
                  </a:lnTo>
                  <a:lnTo>
                    <a:pt x="2078201" y="512306"/>
                  </a:lnTo>
                  <a:lnTo>
                    <a:pt x="2079768" y="511456"/>
                  </a:lnTo>
                  <a:lnTo>
                    <a:pt x="2081334" y="510605"/>
                  </a:lnTo>
                  <a:lnTo>
                    <a:pt x="2082901" y="510605"/>
                  </a:lnTo>
                  <a:lnTo>
                    <a:pt x="2084467" y="511235"/>
                  </a:lnTo>
                  <a:lnTo>
                    <a:pt x="2086034" y="512690"/>
                  </a:lnTo>
                  <a:lnTo>
                    <a:pt x="2087600" y="514499"/>
                  </a:lnTo>
                  <a:lnTo>
                    <a:pt x="2089167" y="516706"/>
                  </a:lnTo>
                  <a:lnTo>
                    <a:pt x="2090734" y="518515"/>
                  </a:lnTo>
                  <a:lnTo>
                    <a:pt x="2092300" y="521175"/>
                  </a:lnTo>
                  <a:lnTo>
                    <a:pt x="2093867" y="522984"/>
                  </a:lnTo>
                  <a:lnTo>
                    <a:pt x="2095433" y="524793"/>
                  </a:lnTo>
                  <a:lnTo>
                    <a:pt x="2097000" y="527852"/>
                  </a:lnTo>
                  <a:lnTo>
                    <a:pt x="2098567" y="531706"/>
                  </a:lnTo>
                  <a:lnTo>
                    <a:pt x="2100133" y="535561"/>
                  </a:lnTo>
                  <a:lnTo>
                    <a:pt x="2101700" y="539416"/>
                  </a:lnTo>
                  <a:lnTo>
                    <a:pt x="2103266" y="544058"/>
                  </a:lnTo>
                  <a:lnTo>
                    <a:pt x="2104833" y="548699"/>
                  </a:lnTo>
                  <a:lnTo>
                    <a:pt x="2106400" y="554527"/>
                  </a:lnTo>
                  <a:lnTo>
                    <a:pt x="2107966" y="560354"/>
                  </a:lnTo>
                  <a:lnTo>
                    <a:pt x="2108361" y="561824"/>
                  </a:lnTo>
                  <a:lnTo>
                    <a:pt x="2427430" y="561824"/>
                  </a:lnTo>
                  <a:lnTo>
                    <a:pt x="2427550" y="560351"/>
                  </a:lnTo>
                  <a:lnTo>
                    <a:pt x="2429117" y="542678"/>
                  </a:lnTo>
                  <a:lnTo>
                    <a:pt x="2430683" y="526941"/>
                  </a:lnTo>
                  <a:lnTo>
                    <a:pt x="2432250" y="512263"/>
                  </a:lnTo>
                  <a:lnTo>
                    <a:pt x="2433816" y="499898"/>
                  </a:lnTo>
                  <a:lnTo>
                    <a:pt x="2435383" y="489834"/>
                  </a:lnTo>
                  <a:lnTo>
                    <a:pt x="2436950" y="479770"/>
                  </a:lnTo>
                  <a:lnTo>
                    <a:pt x="2438516" y="468932"/>
                  </a:lnTo>
                  <a:lnTo>
                    <a:pt x="2440083" y="459944"/>
                  </a:lnTo>
                  <a:lnTo>
                    <a:pt x="2441649" y="454945"/>
                  </a:lnTo>
                  <a:lnTo>
                    <a:pt x="2443216" y="451329"/>
                  </a:lnTo>
                  <a:lnTo>
                    <a:pt x="2444783" y="449719"/>
                  </a:lnTo>
                  <a:lnTo>
                    <a:pt x="2446349" y="447559"/>
                  </a:lnTo>
                  <a:lnTo>
                    <a:pt x="2447916" y="446753"/>
                  </a:lnTo>
                  <a:lnTo>
                    <a:pt x="2449482" y="445528"/>
                  </a:lnTo>
                  <a:lnTo>
                    <a:pt x="2451049" y="443367"/>
                  </a:lnTo>
                  <a:lnTo>
                    <a:pt x="2452615" y="441207"/>
                  </a:lnTo>
                  <a:lnTo>
                    <a:pt x="2454182" y="439046"/>
                  </a:lnTo>
                  <a:lnTo>
                    <a:pt x="2455749" y="436886"/>
                  </a:lnTo>
                  <a:lnTo>
                    <a:pt x="2457315" y="435660"/>
                  </a:lnTo>
                  <a:lnTo>
                    <a:pt x="2458882" y="434080"/>
                  </a:lnTo>
                  <a:lnTo>
                    <a:pt x="2460448" y="432500"/>
                  </a:lnTo>
                  <a:lnTo>
                    <a:pt x="2462015" y="432175"/>
                  </a:lnTo>
                  <a:lnTo>
                    <a:pt x="2463582" y="435327"/>
                  </a:lnTo>
                  <a:lnTo>
                    <a:pt x="2465148" y="437462"/>
                  </a:lnTo>
                  <a:lnTo>
                    <a:pt x="2466715" y="439786"/>
                  </a:lnTo>
                  <a:lnTo>
                    <a:pt x="2468281" y="443819"/>
                  </a:lnTo>
                  <a:lnTo>
                    <a:pt x="2469848" y="448100"/>
                  </a:lnTo>
                  <a:lnTo>
                    <a:pt x="2471415" y="453011"/>
                  </a:lnTo>
                  <a:lnTo>
                    <a:pt x="2472981" y="457923"/>
                  </a:lnTo>
                  <a:lnTo>
                    <a:pt x="2474548" y="462204"/>
                  </a:lnTo>
                  <a:lnTo>
                    <a:pt x="2476114" y="466485"/>
                  </a:lnTo>
                  <a:lnTo>
                    <a:pt x="2477681" y="470765"/>
                  </a:lnTo>
                  <a:lnTo>
                    <a:pt x="2479247" y="474857"/>
                  </a:lnTo>
                  <a:lnTo>
                    <a:pt x="2480814" y="478531"/>
                  </a:lnTo>
                  <a:lnTo>
                    <a:pt x="2482381" y="482239"/>
                  </a:lnTo>
                  <a:lnTo>
                    <a:pt x="2483947" y="484165"/>
                  </a:lnTo>
                  <a:lnTo>
                    <a:pt x="2485514" y="485677"/>
                  </a:lnTo>
                  <a:lnTo>
                    <a:pt x="2487080" y="483633"/>
                  </a:lnTo>
                  <a:lnTo>
                    <a:pt x="2488647" y="481985"/>
                  </a:lnTo>
                  <a:lnTo>
                    <a:pt x="2490214" y="480337"/>
                  </a:lnTo>
                  <a:lnTo>
                    <a:pt x="2491780" y="476826"/>
                  </a:lnTo>
                  <a:lnTo>
                    <a:pt x="2493347" y="473385"/>
                  </a:lnTo>
                  <a:lnTo>
                    <a:pt x="2494913" y="469540"/>
                  </a:lnTo>
                  <a:lnTo>
                    <a:pt x="2496480" y="466731"/>
                  </a:lnTo>
                  <a:lnTo>
                    <a:pt x="2498047" y="463921"/>
                  </a:lnTo>
                  <a:lnTo>
                    <a:pt x="2499613" y="461516"/>
                  </a:lnTo>
                  <a:lnTo>
                    <a:pt x="2501180" y="459110"/>
                  </a:lnTo>
                  <a:lnTo>
                    <a:pt x="2502746" y="457941"/>
                  </a:lnTo>
                  <a:lnTo>
                    <a:pt x="2504313" y="455819"/>
                  </a:lnTo>
                  <a:lnTo>
                    <a:pt x="2505879" y="453655"/>
                  </a:lnTo>
                  <a:lnTo>
                    <a:pt x="2507446" y="454076"/>
                  </a:lnTo>
                  <a:lnTo>
                    <a:pt x="2509013" y="455254"/>
                  </a:lnTo>
                  <a:lnTo>
                    <a:pt x="2510579" y="457063"/>
                  </a:lnTo>
                  <a:lnTo>
                    <a:pt x="2512146" y="458872"/>
                  </a:lnTo>
                  <a:lnTo>
                    <a:pt x="2513712" y="459696"/>
                  </a:lnTo>
                  <a:lnTo>
                    <a:pt x="2515279" y="459697"/>
                  </a:lnTo>
                  <a:lnTo>
                    <a:pt x="2516846" y="459697"/>
                  </a:lnTo>
                  <a:lnTo>
                    <a:pt x="2518412" y="460471"/>
                  </a:lnTo>
                  <a:lnTo>
                    <a:pt x="2519979" y="460825"/>
                  </a:lnTo>
                  <a:lnTo>
                    <a:pt x="2521545" y="461599"/>
                  </a:lnTo>
                  <a:lnTo>
                    <a:pt x="2523112" y="461599"/>
                  </a:lnTo>
                  <a:lnTo>
                    <a:pt x="2524679" y="461599"/>
                  </a:lnTo>
                  <a:lnTo>
                    <a:pt x="2526245" y="461600"/>
                  </a:lnTo>
                  <a:lnTo>
                    <a:pt x="2527812" y="461600"/>
                  </a:lnTo>
                  <a:lnTo>
                    <a:pt x="2529378" y="462020"/>
                  </a:lnTo>
                  <a:lnTo>
                    <a:pt x="2530945" y="461600"/>
                  </a:lnTo>
                  <a:lnTo>
                    <a:pt x="2532511" y="460826"/>
                  </a:lnTo>
                  <a:lnTo>
                    <a:pt x="2534078" y="459654"/>
                  </a:lnTo>
                  <a:lnTo>
                    <a:pt x="2535645" y="458482"/>
                  </a:lnTo>
                  <a:lnTo>
                    <a:pt x="2537211" y="457729"/>
                  </a:lnTo>
                  <a:lnTo>
                    <a:pt x="2538778" y="457331"/>
                  </a:lnTo>
                  <a:lnTo>
                    <a:pt x="2540344" y="457331"/>
                  </a:lnTo>
                  <a:lnTo>
                    <a:pt x="2541911" y="456977"/>
                  </a:lnTo>
                  <a:lnTo>
                    <a:pt x="2543478" y="456977"/>
                  </a:lnTo>
                  <a:lnTo>
                    <a:pt x="2545044" y="456203"/>
                  </a:lnTo>
                  <a:lnTo>
                    <a:pt x="2546611" y="455849"/>
                  </a:lnTo>
                  <a:lnTo>
                    <a:pt x="2548177" y="455495"/>
                  </a:lnTo>
                  <a:lnTo>
                    <a:pt x="2549744" y="453918"/>
                  </a:lnTo>
                  <a:lnTo>
                    <a:pt x="2551311" y="452109"/>
                  </a:lnTo>
                  <a:lnTo>
                    <a:pt x="2552877" y="450300"/>
                  </a:lnTo>
                  <a:lnTo>
                    <a:pt x="2554444" y="449122"/>
                  </a:lnTo>
                  <a:lnTo>
                    <a:pt x="2556010" y="448297"/>
                  </a:lnTo>
                  <a:lnTo>
                    <a:pt x="2557577" y="447893"/>
                  </a:lnTo>
                  <a:lnTo>
                    <a:pt x="2559143" y="449268"/>
                  </a:lnTo>
                  <a:lnTo>
                    <a:pt x="2560710" y="452511"/>
                  </a:lnTo>
                  <a:lnTo>
                    <a:pt x="2562277" y="455931"/>
                  </a:lnTo>
                  <a:lnTo>
                    <a:pt x="2563843" y="461133"/>
                  </a:lnTo>
                  <a:lnTo>
                    <a:pt x="2565410" y="467186"/>
                  </a:lnTo>
                  <a:lnTo>
                    <a:pt x="2566976" y="473239"/>
                  </a:lnTo>
                  <a:lnTo>
                    <a:pt x="2568543" y="480144"/>
                  </a:lnTo>
                  <a:lnTo>
                    <a:pt x="2570110" y="487048"/>
                  </a:lnTo>
                  <a:lnTo>
                    <a:pt x="2571676" y="493953"/>
                  </a:lnTo>
                  <a:lnTo>
                    <a:pt x="2573243" y="501488"/>
                  </a:lnTo>
                  <a:lnTo>
                    <a:pt x="2574809" y="508576"/>
                  </a:lnTo>
                  <a:lnTo>
                    <a:pt x="2576376" y="515261"/>
                  </a:lnTo>
                  <a:lnTo>
                    <a:pt x="2577942" y="521944"/>
                  </a:lnTo>
                  <a:lnTo>
                    <a:pt x="2579509" y="528628"/>
                  </a:lnTo>
                  <a:lnTo>
                    <a:pt x="2581076" y="535312"/>
                  </a:lnTo>
                  <a:lnTo>
                    <a:pt x="2582642" y="540760"/>
                  </a:lnTo>
                  <a:lnTo>
                    <a:pt x="2584209" y="544408"/>
                  </a:lnTo>
                  <a:lnTo>
                    <a:pt x="2585775" y="548027"/>
                  </a:lnTo>
                  <a:lnTo>
                    <a:pt x="2587342" y="549062"/>
                  </a:lnTo>
                  <a:lnTo>
                    <a:pt x="2588909" y="549692"/>
                  </a:lnTo>
                  <a:lnTo>
                    <a:pt x="2590475" y="550543"/>
                  </a:lnTo>
                  <a:lnTo>
                    <a:pt x="2592042" y="550543"/>
                  </a:lnTo>
                  <a:lnTo>
                    <a:pt x="2593608" y="551173"/>
                  </a:lnTo>
                  <a:lnTo>
                    <a:pt x="2595175" y="552208"/>
                  </a:lnTo>
                  <a:lnTo>
                    <a:pt x="2596742" y="553243"/>
                  </a:lnTo>
                  <a:lnTo>
                    <a:pt x="2598308" y="554278"/>
                  </a:lnTo>
                  <a:lnTo>
                    <a:pt x="2599875" y="555733"/>
                  </a:lnTo>
                  <a:lnTo>
                    <a:pt x="2601441" y="556768"/>
                  </a:lnTo>
                  <a:lnTo>
                    <a:pt x="2603008" y="557803"/>
                  </a:lnTo>
                  <a:lnTo>
                    <a:pt x="2604574" y="558838"/>
                  </a:lnTo>
                  <a:lnTo>
                    <a:pt x="2606141" y="559873"/>
                  </a:lnTo>
                  <a:lnTo>
                    <a:pt x="2607708" y="560278"/>
                  </a:lnTo>
                  <a:lnTo>
                    <a:pt x="2609274" y="560278"/>
                  </a:lnTo>
                  <a:lnTo>
                    <a:pt x="2610841" y="560278"/>
                  </a:lnTo>
                  <a:lnTo>
                    <a:pt x="2612407" y="560632"/>
                  </a:lnTo>
                  <a:lnTo>
                    <a:pt x="2613974" y="560632"/>
                  </a:lnTo>
                  <a:lnTo>
                    <a:pt x="2615541" y="560632"/>
                  </a:lnTo>
                  <a:lnTo>
                    <a:pt x="2617107" y="560631"/>
                  </a:lnTo>
                  <a:lnTo>
                    <a:pt x="2618674" y="560631"/>
                  </a:lnTo>
                  <a:lnTo>
                    <a:pt x="2620240" y="560233"/>
                  </a:lnTo>
                  <a:lnTo>
                    <a:pt x="2621807" y="560233"/>
                  </a:lnTo>
                  <a:lnTo>
                    <a:pt x="2623374" y="559880"/>
                  </a:lnTo>
                  <a:lnTo>
                    <a:pt x="2624940" y="559880"/>
                  </a:lnTo>
                  <a:lnTo>
                    <a:pt x="2626507" y="559880"/>
                  </a:lnTo>
                  <a:lnTo>
                    <a:pt x="2628073" y="559231"/>
                  </a:lnTo>
                  <a:lnTo>
                    <a:pt x="2629640" y="558979"/>
                  </a:lnTo>
                  <a:lnTo>
                    <a:pt x="2631206" y="558331"/>
                  </a:lnTo>
                  <a:lnTo>
                    <a:pt x="2632773" y="557681"/>
                  </a:lnTo>
                  <a:lnTo>
                    <a:pt x="2634340" y="557033"/>
                  </a:lnTo>
                  <a:lnTo>
                    <a:pt x="2635906" y="556029"/>
                  </a:lnTo>
                  <a:lnTo>
                    <a:pt x="2637473" y="554606"/>
                  </a:lnTo>
                  <a:lnTo>
                    <a:pt x="2639039" y="553029"/>
                  </a:lnTo>
                  <a:lnTo>
                    <a:pt x="2640606" y="551220"/>
                  </a:lnTo>
                  <a:lnTo>
                    <a:pt x="2642173" y="550185"/>
                  </a:lnTo>
                  <a:lnTo>
                    <a:pt x="2643739" y="549151"/>
                  </a:lnTo>
                  <a:lnTo>
                    <a:pt x="2645306" y="547696"/>
                  </a:lnTo>
                  <a:lnTo>
                    <a:pt x="2646872" y="547065"/>
                  </a:lnTo>
                  <a:lnTo>
                    <a:pt x="2648439" y="545584"/>
                  </a:lnTo>
                  <a:lnTo>
                    <a:pt x="2650006" y="544102"/>
                  </a:lnTo>
                  <a:lnTo>
                    <a:pt x="2651572" y="543251"/>
                  </a:lnTo>
                  <a:lnTo>
                    <a:pt x="2653139" y="542401"/>
                  </a:lnTo>
                  <a:lnTo>
                    <a:pt x="2654705" y="543252"/>
                  </a:lnTo>
                  <a:lnTo>
                    <a:pt x="2656272" y="544900"/>
                  </a:lnTo>
                  <a:lnTo>
                    <a:pt x="2657838" y="547335"/>
                  </a:lnTo>
                  <a:lnTo>
                    <a:pt x="2659405" y="549769"/>
                  </a:lnTo>
                  <a:lnTo>
                    <a:pt x="2660972" y="552204"/>
                  </a:lnTo>
                  <a:lnTo>
                    <a:pt x="2662538" y="553852"/>
                  </a:lnTo>
                  <a:lnTo>
                    <a:pt x="2664105" y="556130"/>
                  </a:lnTo>
                  <a:lnTo>
                    <a:pt x="2665671" y="557778"/>
                  </a:lnTo>
                  <a:lnTo>
                    <a:pt x="2667238" y="559426"/>
                  </a:lnTo>
                  <a:lnTo>
                    <a:pt x="2668805" y="561074"/>
                  </a:lnTo>
                  <a:lnTo>
                    <a:pt x="2670371" y="561074"/>
                  </a:lnTo>
                  <a:lnTo>
                    <a:pt x="2671085" y="561824"/>
                  </a:lnTo>
                  <a:lnTo>
                    <a:pt x="2921540" y="561824"/>
                  </a:lnTo>
                  <a:lnTo>
                    <a:pt x="2922592" y="555222"/>
                  </a:lnTo>
                  <a:lnTo>
                    <a:pt x="2924158" y="546447"/>
                  </a:lnTo>
                  <a:lnTo>
                    <a:pt x="2925725" y="539027"/>
                  </a:lnTo>
                  <a:lnTo>
                    <a:pt x="2927292" y="532678"/>
                  </a:lnTo>
                  <a:lnTo>
                    <a:pt x="2928858" y="525320"/>
                  </a:lnTo>
                  <a:lnTo>
                    <a:pt x="2930425" y="520118"/>
                  </a:lnTo>
                  <a:lnTo>
                    <a:pt x="2931991" y="517394"/>
                  </a:lnTo>
                  <a:lnTo>
                    <a:pt x="2933558" y="515435"/>
                  </a:lnTo>
                  <a:lnTo>
                    <a:pt x="2935125" y="516136"/>
                  </a:lnTo>
                  <a:lnTo>
                    <a:pt x="2936691" y="515506"/>
                  </a:lnTo>
                  <a:lnTo>
                    <a:pt x="2938258" y="514875"/>
                  </a:lnTo>
                  <a:lnTo>
                    <a:pt x="2939824" y="512989"/>
                  </a:lnTo>
                  <a:lnTo>
                    <a:pt x="2941391" y="511954"/>
                  </a:lnTo>
                  <a:lnTo>
                    <a:pt x="2942957" y="510919"/>
                  </a:lnTo>
                  <a:lnTo>
                    <a:pt x="2944524" y="509110"/>
                  </a:lnTo>
                  <a:lnTo>
                    <a:pt x="2946091" y="508793"/>
                  </a:lnTo>
                  <a:lnTo>
                    <a:pt x="2947657" y="509775"/>
                  </a:lnTo>
                  <a:lnTo>
                    <a:pt x="2949224" y="510126"/>
                  </a:lnTo>
                  <a:lnTo>
                    <a:pt x="2950790" y="509627"/>
                  </a:lnTo>
                  <a:lnTo>
                    <a:pt x="2952357" y="511512"/>
                  </a:lnTo>
                  <a:lnTo>
                    <a:pt x="2953924" y="513460"/>
                  </a:lnTo>
                  <a:lnTo>
                    <a:pt x="2955490" y="514133"/>
                  </a:lnTo>
                  <a:lnTo>
                    <a:pt x="2957057" y="514067"/>
                  </a:lnTo>
                  <a:lnTo>
                    <a:pt x="2958623" y="514002"/>
                  </a:lnTo>
                  <a:lnTo>
                    <a:pt x="2960190" y="513937"/>
                  </a:lnTo>
                  <a:lnTo>
                    <a:pt x="2961757" y="513075"/>
                  </a:lnTo>
                  <a:lnTo>
                    <a:pt x="2963323" y="513009"/>
                  </a:lnTo>
                  <a:lnTo>
                    <a:pt x="2964890" y="511360"/>
                  </a:lnTo>
                  <a:lnTo>
                    <a:pt x="2966456" y="509962"/>
                  </a:lnTo>
                  <a:lnTo>
                    <a:pt x="2968023" y="509351"/>
                  </a:lnTo>
                  <a:lnTo>
                    <a:pt x="2969589" y="505568"/>
                  </a:lnTo>
                  <a:lnTo>
                    <a:pt x="2971156" y="500927"/>
                  </a:lnTo>
                  <a:lnTo>
                    <a:pt x="2972723" y="497072"/>
                  </a:lnTo>
                  <a:lnTo>
                    <a:pt x="2974289" y="493217"/>
                  </a:lnTo>
                  <a:lnTo>
                    <a:pt x="2975856" y="489361"/>
                  </a:lnTo>
                  <a:lnTo>
                    <a:pt x="2977422" y="484720"/>
                  </a:lnTo>
                  <a:lnTo>
                    <a:pt x="2978989" y="480078"/>
                  </a:lnTo>
                  <a:lnTo>
                    <a:pt x="2980556" y="474649"/>
                  </a:lnTo>
                  <a:lnTo>
                    <a:pt x="2982122" y="470007"/>
                  </a:lnTo>
                  <a:lnTo>
                    <a:pt x="2983689" y="465764"/>
                  </a:lnTo>
                  <a:lnTo>
                    <a:pt x="2985255" y="461520"/>
                  </a:lnTo>
                  <a:lnTo>
                    <a:pt x="2986822" y="457277"/>
                  </a:lnTo>
                  <a:lnTo>
                    <a:pt x="2988389" y="454971"/>
                  </a:lnTo>
                  <a:lnTo>
                    <a:pt x="2989955" y="452311"/>
                  </a:lnTo>
                  <a:lnTo>
                    <a:pt x="2991522" y="451947"/>
                  </a:lnTo>
                  <a:lnTo>
                    <a:pt x="2993088" y="451302"/>
                  </a:lnTo>
                  <a:lnTo>
                    <a:pt x="2994655" y="450656"/>
                  </a:lnTo>
                  <a:lnTo>
                    <a:pt x="2996221" y="450431"/>
                  </a:lnTo>
                  <a:lnTo>
                    <a:pt x="2997788" y="450609"/>
                  </a:lnTo>
                  <a:lnTo>
                    <a:pt x="2999355" y="451575"/>
                  </a:lnTo>
                  <a:lnTo>
                    <a:pt x="3000921" y="453170"/>
                  </a:lnTo>
                  <a:lnTo>
                    <a:pt x="3002488" y="453979"/>
                  </a:lnTo>
                  <a:lnTo>
                    <a:pt x="3004054" y="454945"/>
                  </a:lnTo>
                  <a:lnTo>
                    <a:pt x="3005621" y="456540"/>
                  </a:lnTo>
                  <a:lnTo>
                    <a:pt x="3007188" y="458136"/>
                  </a:lnTo>
                  <a:lnTo>
                    <a:pt x="3008754" y="461874"/>
                  </a:lnTo>
                  <a:lnTo>
                    <a:pt x="3010321" y="467927"/>
                  </a:lnTo>
                  <a:lnTo>
                    <a:pt x="3011887" y="473981"/>
                  </a:lnTo>
                  <a:lnTo>
                    <a:pt x="3013454" y="480034"/>
                  </a:lnTo>
                  <a:lnTo>
                    <a:pt x="3015021" y="484225"/>
                  </a:lnTo>
                  <a:lnTo>
                    <a:pt x="3016587" y="488950"/>
                  </a:lnTo>
                  <a:lnTo>
                    <a:pt x="3018154" y="494473"/>
                  </a:lnTo>
                  <a:lnTo>
                    <a:pt x="3019720" y="500399"/>
                  </a:lnTo>
                  <a:lnTo>
                    <a:pt x="3021287" y="505529"/>
                  </a:lnTo>
                  <a:lnTo>
                    <a:pt x="3022853" y="510659"/>
                  </a:lnTo>
                  <a:lnTo>
                    <a:pt x="3024420" y="517360"/>
                  </a:lnTo>
                  <a:lnTo>
                    <a:pt x="3025987" y="525496"/>
                  </a:lnTo>
                  <a:lnTo>
                    <a:pt x="3027553" y="533632"/>
                  </a:lnTo>
                  <a:lnTo>
                    <a:pt x="3029120" y="540982"/>
                  </a:lnTo>
                  <a:lnTo>
                    <a:pt x="3030686" y="548331"/>
                  </a:lnTo>
                  <a:lnTo>
                    <a:pt x="3032253" y="553296"/>
                  </a:lnTo>
                  <a:lnTo>
                    <a:pt x="3033820" y="556605"/>
                  </a:lnTo>
                  <a:lnTo>
                    <a:pt x="3035386" y="560711"/>
                  </a:lnTo>
                  <a:lnTo>
                    <a:pt x="3035811" y="561824"/>
                  </a:lnTo>
                  <a:lnTo>
                    <a:pt x="3170168" y="561824"/>
                  </a:lnTo>
                  <a:lnTo>
                    <a:pt x="3171679" y="540593"/>
                  </a:lnTo>
                  <a:lnTo>
                    <a:pt x="3173246" y="520184"/>
                  </a:lnTo>
                  <a:lnTo>
                    <a:pt x="3174812" y="501486"/>
                  </a:lnTo>
                  <a:lnTo>
                    <a:pt x="3176379" y="484166"/>
                  </a:lnTo>
                  <a:lnTo>
                    <a:pt x="3177946" y="467953"/>
                  </a:lnTo>
                  <a:lnTo>
                    <a:pt x="3179512" y="454228"/>
                  </a:lnTo>
                  <a:lnTo>
                    <a:pt x="3181079" y="438622"/>
                  </a:lnTo>
                  <a:lnTo>
                    <a:pt x="3182645" y="418694"/>
                  </a:lnTo>
                  <a:lnTo>
                    <a:pt x="3184212" y="398144"/>
                  </a:lnTo>
                  <a:lnTo>
                    <a:pt x="3185779" y="376468"/>
                  </a:lnTo>
                  <a:lnTo>
                    <a:pt x="3187345" y="354102"/>
                  </a:lnTo>
                  <a:lnTo>
                    <a:pt x="3188912" y="331714"/>
                  </a:lnTo>
                  <a:lnTo>
                    <a:pt x="3190478" y="311977"/>
                  </a:lnTo>
                  <a:lnTo>
                    <a:pt x="3192045" y="292206"/>
                  </a:lnTo>
                  <a:lnTo>
                    <a:pt x="3193612" y="272623"/>
                  </a:lnTo>
                  <a:lnTo>
                    <a:pt x="3195178" y="252087"/>
                  </a:lnTo>
                  <a:lnTo>
                    <a:pt x="3196745" y="233756"/>
                  </a:lnTo>
                  <a:lnTo>
                    <a:pt x="3198311" y="215208"/>
                  </a:lnTo>
                  <a:lnTo>
                    <a:pt x="3199878" y="194756"/>
                  </a:lnTo>
                  <a:lnTo>
                    <a:pt x="3201444" y="175108"/>
                  </a:lnTo>
                  <a:lnTo>
                    <a:pt x="3203011" y="153558"/>
                  </a:lnTo>
                  <a:lnTo>
                    <a:pt x="3204578" y="130543"/>
                  </a:lnTo>
                  <a:lnTo>
                    <a:pt x="3206144" y="112744"/>
                  </a:lnTo>
                  <a:lnTo>
                    <a:pt x="3207711" y="91934"/>
                  </a:lnTo>
                  <a:lnTo>
                    <a:pt x="3209277" y="72352"/>
                  </a:lnTo>
                  <a:lnTo>
                    <a:pt x="3210844" y="57098"/>
                  </a:lnTo>
                  <a:lnTo>
                    <a:pt x="3212411" y="44066"/>
                  </a:lnTo>
                  <a:lnTo>
                    <a:pt x="3213977" y="31664"/>
                  </a:lnTo>
                  <a:lnTo>
                    <a:pt x="3215544" y="21849"/>
                  </a:lnTo>
                  <a:lnTo>
                    <a:pt x="3217110" y="13417"/>
                  </a:lnTo>
                  <a:lnTo>
                    <a:pt x="3218677" y="8028"/>
                  </a:lnTo>
                  <a:lnTo>
                    <a:pt x="3220244" y="7818"/>
                  </a:lnTo>
                  <a:lnTo>
                    <a:pt x="3221810" y="4256"/>
                  </a:lnTo>
                  <a:lnTo>
                    <a:pt x="3223377" y="3513"/>
                  </a:lnTo>
                  <a:lnTo>
                    <a:pt x="3224943" y="0"/>
                  </a:lnTo>
                  <a:lnTo>
                    <a:pt x="3226510" y="196"/>
                  </a:lnTo>
                  <a:lnTo>
                    <a:pt x="3228076" y="5768"/>
                  </a:lnTo>
                  <a:lnTo>
                    <a:pt x="3229643" y="12871"/>
                  </a:lnTo>
                  <a:lnTo>
                    <a:pt x="3231210" y="20731"/>
                  </a:lnTo>
                  <a:lnTo>
                    <a:pt x="3232776" y="29426"/>
                  </a:lnTo>
                  <a:lnTo>
                    <a:pt x="3234343" y="38410"/>
                  </a:lnTo>
                  <a:lnTo>
                    <a:pt x="3235909" y="48868"/>
                  </a:lnTo>
                  <a:lnTo>
                    <a:pt x="3237476" y="59767"/>
                  </a:lnTo>
                  <a:lnTo>
                    <a:pt x="3239043" y="70007"/>
                  </a:lnTo>
                  <a:lnTo>
                    <a:pt x="3240609" y="77391"/>
                  </a:lnTo>
                  <a:lnTo>
                    <a:pt x="3242176" y="83290"/>
                  </a:lnTo>
                  <a:lnTo>
                    <a:pt x="3243742" y="87810"/>
                  </a:lnTo>
                  <a:lnTo>
                    <a:pt x="3245309" y="93735"/>
                  </a:lnTo>
                  <a:lnTo>
                    <a:pt x="3246876" y="102975"/>
                  </a:lnTo>
                  <a:lnTo>
                    <a:pt x="3248442" y="113456"/>
                  </a:lnTo>
                  <a:lnTo>
                    <a:pt x="3250009" y="122709"/>
                  </a:lnTo>
                  <a:lnTo>
                    <a:pt x="3251575" y="130097"/>
                  </a:lnTo>
                  <a:lnTo>
                    <a:pt x="3253142" y="135882"/>
                  </a:lnTo>
                  <a:lnTo>
                    <a:pt x="3254708" y="144674"/>
                  </a:lnTo>
                  <a:lnTo>
                    <a:pt x="3256275" y="152699"/>
                  </a:lnTo>
                  <a:lnTo>
                    <a:pt x="3257842" y="160901"/>
                  </a:lnTo>
                  <a:lnTo>
                    <a:pt x="3259408" y="168438"/>
                  </a:lnTo>
                  <a:lnTo>
                    <a:pt x="3260975" y="175976"/>
                  </a:lnTo>
                  <a:lnTo>
                    <a:pt x="3262541" y="187329"/>
                  </a:lnTo>
                  <a:lnTo>
                    <a:pt x="3264108" y="202266"/>
                  </a:lnTo>
                  <a:lnTo>
                    <a:pt x="3265675" y="217266"/>
                  </a:lnTo>
                  <a:lnTo>
                    <a:pt x="3267241" y="234766"/>
                  </a:lnTo>
                  <a:lnTo>
                    <a:pt x="3268808" y="252373"/>
                  </a:lnTo>
                  <a:lnTo>
                    <a:pt x="3270374" y="268686"/>
                  </a:lnTo>
                  <a:lnTo>
                    <a:pt x="3271941" y="285000"/>
                  </a:lnTo>
                  <a:lnTo>
                    <a:pt x="3273508" y="301720"/>
                  </a:lnTo>
                  <a:lnTo>
                    <a:pt x="3275074" y="318034"/>
                  </a:lnTo>
                  <a:lnTo>
                    <a:pt x="3276641" y="333717"/>
                  </a:lnTo>
                  <a:lnTo>
                    <a:pt x="3278207" y="347198"/>
                  </a:lnTo>
                  <a:lnTo>
                    <a:pt x="3279774" y="360673"/>
                  </a:lnTo>
                  <a:lnTo>
                    <a:pt x="3281340" y="375530"/>
                  </a:lnTo>
                  <a:lnTo>
                    <a:pt x="3282907" y="391586"/>
                  </a:lnTo>
                  <a:lnTo>
                    <a:pt x="3284474" y="409107"/>
                  </a:lnTo>
                  <a:lnTo>
                    <a:pt x="3286040" y="423094"/>
                  </a:lnTo>
                  <a:lnTo>
                    <a:pt x="3287607" y="438747"/>
                  </a:lnTo>
                  <a:lnTo>
                    <a:pt x="3289173" y="453503"/>
                  </a:lnTo>
                  <a:lnTo>
                    <a:pt x="3290740" y="465972"/>
                  </a:lnTo>
                  <a:lnTo>
                    <a:pt x="3292307" y="471721"/>
                  </a:lnTo>
                  <a:lnTo>
                    <a:pt x="3293873" y="472572"/>
                  </a:lnTo>
                  <a:lnTo>
                    <a:pt x="3295440" y="471117"/>
                  </a:lnTo>
                  <a:lnTo>
                    <a:pt x="3297006" y="469662"/>
                  </a:lnTo>
                  <a:lnTo>
                    <a:pt x="3298573" y="468838"/>
                  </a:lnTo>
                  <a:lnTo>
                    <a:pt x="3300140" y="468158"/>
                  </a:lnTo>
                  <a:lnTo>
                    <a:pt x="3301706" y="469561"/>
                  </a:lnTo>
                  <a:lnTo>
                    <a:pt x="3303273" y="471891"/>
                  </a:lnTo>
                  <a:lnTo>
                    <a:pt x="3304839" y="472861"/>
                  </a:lnTo>
                  <a:lnTo>
                    <a:pt x="3306406" y="472104"/>
                  </a:lnTo>
                  <a:lnTo>
                    <a:pt x="3307972" y="469420"/>
                  </a:lnTo>
                  <a:lnTo>
                    <a:pt x="3309539" y="466356"/>
                  </a:lnTo>
                  <a:lnTo>
                    <a:pt x="3311106" y="463708"/>
                  </a:lnTo>
                  <a:lnTo>
                    <a:pt x="3312672" y="461462"/>
                  </a:lnTo>
                  <a:lnTo>
                    <a:pt x="3314239" y="458401"/>
                  </a:lnTo>
                  <a:lnTo>
                    <a:pt x="3315805" y="454527"/>
                  </a:lnTo>
                  <a:lnTo>
                    <a:pt x="3317372" y="450708"/>
                  </a:lnTo>
                  <a:lnTo>
                    <a:pt x="3318939" y="447548"/>
                  </a:lnTo>
                  <a:lnTo>
                    <a:pt x="3320505" y="445239"/>
                  </a:lnTo>
                  <a:lnTo>
                    <a:pt x="3322072" y="443727"/>
                  </a:lnTo>
                  <a:lnTo>
                    <a:pt x="3323638" y="443833"/>
                  </a:lnTo>
                  <a:lnTo>
                    <a:pt x="3325205" y="445734"/>
                  </a:lnTo>
                  <a:lnTo>
                    <a:pt x="3326772" y="445405"/>
                  </a:lnTo>
                  <a:lnTo>
                    <a:pt x="3328338" y="447117"/>
                  </a:lnTo>
                  <a:lnTo>
                    <a:pt x="3329905" y="448409"/>
                  </a:lnTo>
                  <a:lnTo>
                    <a:pt x="3331471" y="449700"/>
                  </a:lnTo>
                  <a:lnTo>
                    <a:pt x="3333038" y="450993"/>
                  </a:lnTo>
                  <a:lnTo>
                    <a:pt x="3334604" y="448924"/>
                  </a:lnTo>
                  <a:lnTo>
                    <a:pt x="3336171" y="446775"/>
                  </a:lnTo>
                  <a:lnTo>
                    <a:pt x="3337738" y="444169"/>
                  </a:lnTo>
                  <a:lnTo>
                    <a:pt x="3339304" y="442682"/>
                  </a:lnTo>
                  <a:lnTo>
                    <a:pt x="3340871" y="441194"/>
                  </a:lnTo>
                  <a:lnTo>
                    <a:pt x="3342437" y="438254"/>
                  </a:lnTo>
                  <a:lnTo>
                    <a:pt x="3344004" y="435595"/>
                  </a:lnTo>
                  <a:lnTo>
                    <a:pt x="3345571" y="432252"/>
                  </a:lnTo>
                  <a:lnTo>
                    <a:pt x="3347137" y="424618"/>
                  </a:lnTo>
                  <a:lnTo>
                    <a:pt x="3348704" y="415312"/>
                  </a:lnTo>
                  <a:lnTo>
                    <a:pt x="3350270" y="403620"/>
                  </a:lnTo>
                  <a:lnTo>
                    <a:pt x="3351837" y="389291"/>
                  </a:lnTo>
                  <a:lnTo>
                    <a:pt x="3353404" y="374962"/>
                  </a:lnTo>
                  <a:lnTo>
                    <a:pt x="3354970" y="360633"/>
                  </a:lnTo>
                  <a:lnTo>
                    <a:pt x="3356537" y="345950"/>
                  </a:lnTo>
                  <a:lnTo>
                    <a:pt x="3358103" y="333470"/>
                  </a:lnTo>
                  <a:lnTo>
                    <a:pt x="3359670" y="320146"/>
                  </a:lnTo>
                  <a:lnTo>
                    <a:pt x="3361236" y="305040"/>
                  </a:lnTo>
                  <a:lnTo>
                    <a:pt x="3362803" y="288302"/>
                  </a:lnTo>
                  <a:lnTo>
                    <a:pt x="3364370" y="271684"/>
                  </a:lnTo>
                  <a:lnTo>
                    <a:pt x="3365936" y="254740"/>
                  </a:lnTo>
                  <a:lnTo>
                    <a:pt x="3367503" y="237784"/>
                  </a:lnTo>
                  <a:lnTo>
                    <a:pt x="3369069" y="221856"/>
                  </a:lnTo>
                  <a:lnTo>
                    <a:pt x="3370636" y="207811"/>
                  </a:lnTo>
                  <a:lnTo>
                    <a:pt x="3372203" y="200233"/>
                  </a:lnTo>
                  <a:lnTo>
                    <a:pt x="3373769" y="197728"/>
                  </a:lnTo>
                  <a:lnTo>
                    <a:pt x="3375336" y="199535"/>
                  </a:lnTo>
                  <a:lnTo>
                    <a:pt x="3376902" y="201341"/>
                  </a:lnTo>
                  <a:lnTo>
                    <a:pt x="3378469" y="203148"/>
                  </a:lnTo>
                  <a:lnTo>
                    <a:pt x="3380036" y="204954"/>
                  </a:lnTo>
                  <a:lnTo>
                    <a:pt x="3381602" y="207659"/>
                  </a:lnTo>
                  <a:lnTo>
                    <a:pt x="3383169" y="210941"/>
                  </a:lnTo>
                  <a:lnTo>
                    <a:pt x="3384735" y="217274"/>
                  </a:lnTo>
                  <a:lnTo>
                    <a:pt x="3386302" y="223053"/>
                  </a:lnTo>
                  <a:lnTo>
                    <a:pt x="3387868" y="228648"/>
                  </a:lnTo>
                  <a:lnTo>
                    <a:pt x="3389435" y="230399"/>
                  </a:lnTo>
                  <a:lnTo>
                    <a:pt x="3391002" y="231438"/>
                  </a:lnTo>
                  <a:lnTo>
                    <a:pt x="3392568" y="232477"/>
                  </a:lnTo>
                  <a:lnTo>
                    <a:pt x="3394135" y="233198"/>
                  </a:lnTo>
                  <a:lnTo>
                    <a:pt x="3395701" y="234733"/>
                  </a:lnTo>
                  <a:lnTo>
                    <a:pt x="3397268" y="235141"/>
                  </a:lnTo>
                  <a:lnTo>
                    <a:pt x="3398835" y="235549"/>
                  </a:lnTo>
                  <a:lnTo>
                    <a:pt x="3400401" y="237963"/>
                  </a:lnTo>
                  <a:lnTo>
                    <a:pt x="3401968" y="239461"/>
                  </a:lnTo>
                  <a:lnTo>
                    <a:pt x="3403534" y="239657"/>
                  </a:lnTo>
                  <a:lnTo>
                    <a:pt x="3405101" y="237660"/>
                  </a:lnTo>
                  <a:lnTo>
                    <a:pt x="3406667" y="235472"/>
                  </a:lnTo>
                  <a:lnTo>
                    <a:pt x="3408234" y="230002"/>
                  </a:lnTo>
                  <a:lnTo>
                    <a:pt x="3409801" y="227170"/>
                  </a:lnTo>
                  <a:lnTo>
                    <a:pt x="3411367" y="224532"/>
                  </a:lnTo>
                  <a:lnTo>
                    <a:pt x="3412934" y="225456"/>
                  </a:lnTo>
                  <a:lnTo>
                    <a:pt x="3414500" y="227262"/>
                  </a:lnTo>
                  <a:lnTo>
                    <a:pt x="3416067" y="229069"/>
                  </a:lnTo>
                  <a:lnTo>
                    <a:pt x="3417634" y="230478"/>
                  </a:lnTo>
                  <a:lnTo>
                    <a:pt x="3419200" y="229474"/>
                  </a:lnTo>
                  <a:lnTo>
                    <a:pt x="3420767" y="228472"/>
                  </a:lnTo>
                  <a:lnTo>
                    <a:pt x="3422333" y="227468"/>
                  </a:lnTo>
                  <a:lnTo>
                    <a:pt x="3423900" y="223221"/>
                  </a:lnTo>
                  <a:lnTo>
                    <a:pt x="3425467" y="220212"/>
                  </a:lnTo>
                  <a:lnTo>
                    <a:pt x="3427033" y="219209"/>
                  </a:lnTo>
                  <a:lnTo>
                    <a:pt x="3428600" y="217786"/>
                  </a:lnTo>
                  <a:lnTo>
                    <a:pt x="3430166" y="216952"/>
                  </a:lnTo>
                  <a:lnTo>
                    <a:pt x="3431733" y="218756"/>
                  </a:lnTo>
                  <a:lnTo>
                    <a:pt x="3433299" y="220559"/>
                  </a:lnTo>
                  <a:lnTo>
                    <a:pt x="3434866" y="222362"/>
                  </a:lnTo>
                  <a:lnTo>
                    <a:pt x="3436433" y="224520"/>
                  </a:lnTo>
                  <a:lnTo>
                    <a:pt x="3437999" y="223434"/>
                  </a:lnTo>
                  <a:lnTo>
                    <a:pt x="3439566" y="221758"/>
                  </a:lnTo>
                  <a:lnTo>
                    <a:pt x="3441132" y="218698"/>
                  </a:lnTo>
                  <a:lnTo>
                    <a:pt x="3442699" y="218566"/>
                  </a:lnTo>
                  <a:lnTo>
                    <a:pt x="3444266" y="218314"/>
                  </a:lnTo>
                  <a:lnTo>
                    <a:pt x="3445832" y="218063"/>
                  </a:lnTo>
                  <a:lnTo>
                    <a:pt x="3447399" y="218063"/>
                  </a:lnTo>
                  <a:lnTo>
                    <a:pt x="3448965" y="218063"/>
                  </a:lnTo>
                  <a:lnTo>
                    <a:pt x="3450532" y="218063"/>
                  </a:lnTo>
                  <a:lnTo>
                    <a:pt x="3452099" y="218314"/>
                  </a:lnTo>
                  <a:lnTo>
                    <a:pt x="3453665" y="218512"/>
                  </a:lnTo>
                  <a:lnTo>
                    <a:pt x="3455232" y="216705"/>
                  </a:lnTo>
                  <a:lnTo>
                    <a:pt x="3456798" y="215319"/>
                  </a:lnTo>
                  <a:lnTo>
                    <a:pt x="3458365" y="213933"/>
                  </a:lnTo>
                  <a:lnTo>
                    <a:pt x="3459931" y="212546"/>
                  </a:lnTo>
                  <a:lnTo>
                    <a:pt x="3461498" y="213718"/>
                  </a:lnTo>
                  <a:lnTo>
                    <a:pt x="3463065" y="215550"/>
                  </a:lnTo>
                  <a:lnTo>
                    <a:pt x="3464631" y="219545"/>
                  </a:lnTo>
                  <a:lnTo>
                    <a:pt x="3466198" y="224111"/>
                  </a:lnTo>
                  <a:lnTo>
                    <a:pt x="3467764" y="229266"/>
                  </a:lnTo>
                  <a:lnTo>
                    <a:pt x="3469331" y="237858"/>
                  </a:lnTo>
                  <a:lnTo>
                    <a:pt x="3470898" y="246744"/>
                  </a:lnTo>
                  <a:lnTo>
                    <a:pt x="3472464" y="255630"/>
                  </a:lnTo>
                  <a:lnTo>
                    <a:pt x="3474031" y="264516"/>
                  </a:lnTo>
                  <a:lnTo>
                    <a:pt x="3475597" y="273402"/>
                  </a:lnTo>
                  <a:lnTo>
                    <a:pt x="3477164" y="281536"/>
                  </a:lnTo>
                  <a:lnTo>
                    <a:pt x="3478731" y="289670"/>
                  </a:lnTo>
                  <a:lnTo>
                    <a:pt x="3480297" y="297804"/>
                  </a:lnTo>
                  <a:lnTo>
                    <a:pt x="3481864" y="306853"/>
                  </a:lnTo>
                  <a:lnTo>
                    <a:pt x="3483430" y="317203"/>
                  </a:lnTo>
                  <a:lnTo>
                    <a:pt x="3484997" y="327953"/>
                  </a:lnTo>
                  <a:lnTo>
                    <a:pt x="3486563" y="338701"/>
                  </a:lnTo>
                  <a:lnTo>
                    <a:pt x="3488130" y="349450"/>
                  </a:lnTo>
                  <a:lnTo>
                    <a:pt x="3489697" y="357584"/>
                  </a:lnTo>
                  <a:lnTo>
                    <a:pt x="3491263" y="365921"/>
                  </a:lnTo>
                  <a:lnTo>
                    <a:pt x="3492830" y="370698"/>
                  </a:lnTo>
                  <a:lnTo>
                    <a:pt x="3494396" y="374590"/>
                  </a:lnTo>
                  <a:lnTo>
                    <a:pt x="3495963" y="378483"/>
                  </a:lnTo>
                  <a:lnTo>
                    <a:pt x="3497530" y="382376"/>
                  </a:lnTo>
                  <a:lnTo>
                    <a:pt x="3499096" y="386268"/>
                  </a:lnTo>
                  <a:lnTo>
                    <a:pt x="3500663" y="390161"/>
                  </a:lnTo>
                  <a:lnTo>
                    <a:pt x="3502229" y="394054"/>
                  </a:lnTo>
                  <a:lnTo>
                    <a:pt x="3503796" y="397549"/>
                  </a:lnTo>
                  <a:lnTo>
                    <a:pt x="3505363" y="400203"/>
                  </a:lnTo>
                  <a:lnTo>
                    <a:pt x="3506929" y="400853"/>
                  </a:lnTo>
                  <a:lnTo>
                    <a:pt x="3508496" y="401856"/>
                  </a:lnTo>
                  <a:lnTo>
                    <a:pt x="3510062" y="402942"/>
                  </a:lnTo>
                  <a:lnTo>
                    <a:pt x="3511629" y="404028"/>
                  </a:lnTo>
                  <a:lnTo>
                    <a:pt x="3513195" y="405114"/>
                  </a:lnTo>
                  <a:lnTo>
                    <a:pt x="3514762" y="405802"/>
                  </a:lnTo>
                  <a:lnTo>
                    <a:pt x="3516329" y="406490"/>
                  </a:lnTo>
                  <a:lnTo>
                    <a:pt x="3517895" y="410422"/>
                  </a:lnTo>
                  <a:lnTo>
                    <a:pt x="3519462" y="415342"/>
                  </a:lnTo>
                  <a:lnTo>
                    <a:pt x="3521028" y="422045"/>
                  </a:lnTo>
                  <a:lnTo>
                    <a:pt x="3522595" y="428747"/>
                  </a:lnTo>
                  <a:lnTo>
                    <a:pt x="3524162" y="435450"/>
                  </a:lnTo>
                  <a:lnTo>
                    <a:pt x="3525728" y="442152"/>
                  </a:lnTo>
                  <a:lnTo>
                    <a:pt x="3527295" y="448604"/>
                  </a:lnTo>
                  <a:lnTo>
                    <a:pt x="3528861" y="454658"/>
                  </a:lnTo>
                  <a:lnTo>
                    <a:pt x="3530428" y="460711"/>
                  </a:lnTo>
                  <a:lnTo>
                    <a:pt x="3531995" y="466513"/>
                  </a:lnTo>
                  <a:lnTo>
                    <a:pt x="3533561" y="471563"/>
                  </a:lnTo>
                  <a:lnTo>
                    <a:pt x="3535128" y="476613"/>
                  </a:lnTo>
                  <a:lnTo>
                    <a:pt x="3536694" y="481243"/>
                  </a:lnTo>
                  <a:lnTo>
                    <a:pt x="3538261" y="485873"/>
                  </a:lnTo>
                  <a:lnTo>
                    <a:pt x="3539827" y="490504"/>
                  </a:lnTo>
                  <a:lnTo>
                    <a:pt x="3541394" y="492575"/>
                  </a:lnTo>
                  <a:lnTo>
                    <a:pt x="3542961" y="493987"/>
                  </a:lnTo>
                  <a:lnTo>
                    <a:pt x="3544527" y="493987"/>
                  </a:lnTo>
                  <a:lnTo>
                    <a:pt x="3546094" y="493987"/>
                  </a:lnTo>
                  <a:lnTo>
                    <a:pt x="3547660" y="494392"/>
                  </a:lnTo>
                  <a:lnTo>
                    <a:pt x="3549227" y="494796"/>
                  </a:lnTo>
                  <a:lnTo>
                    <a:pt x="3550794" y="495621"/>
                  </a:lnTo>
                  <a:lnTo>
                    <a:pt x="3552360" y="496445"/>
                  </a:lnTo>
                  <a:lnTo>
                    <a:pt x="3553927" y="497270"/>
                  </a:lnTo>
                  <a:lnTo>
                    <a:pt x="3555493" y="498725"/>
                  </a:lnTo>
                  <a:lnTo>
                    <a:pt x="3557060" y="501783"/>
                  </a:lnTo>
                  <a:lnTo>
                    <a:pt x="3558627" y="505638"/>
                  </a:lnTo>
                  <a:lnTo>
                    <a:pt x="3560193" y="509493"/>
                  </a:lnTo>
                  <a:lnTo>
                    <a:pt x="3561760" y="514134"/>
                  </a:lnTo>
                  <a:lnTo>
                    <a:pt x="3563326" y="518776"/>
                  </a:lnTo>
                  <a:lnTo>
                    <a:pt x="3564893" y="524603"/>
                  </a:lnTo>
                  <a:lnTo>
                    <a:pt x="3566459" y="528847"/>
                  </a:lnTo>
                  <a:lnTo>
                    <a:pt x="3568026" y="532304"/>
                  </a:lnTo>
                  <a:lnTo>
                    <a:pt x="3569593" y="536159"/>
                  </a:lnTo>
                  <a:lnTo>
                    <a:pt x="3571159" y="538819"/>
                  </a:lnTo>
                  <a:lnTo>
                    <a:pt x="3572726" y="541479"/>
                  </a:lnTo>
                  <a:lnTo>
                    <a:pt x="3574292" y="544936"/>
                  </a:lnTo>
                  <a:lnTo>
                    <a:pt x="3575859" y="548393"/>
                  </a:lnTo>
                  <a:lnTo>
                    <a:pt x="3577426" y="551850"/>
                  </a:lnTo>
                  <a:lnTo>
                    <a:pt x="3578992" y="554510"/>
                  </a:lnTo>
                  <a:lnTo>
                    <a:pt x="3580559" y="556319"/>
                  </a:lnTo>
                  <a:lnTo>
                    <a:pt x="3582125" y="557498"/>
                  </a:lnTo>
                  <a:lnTo>
                    <a:pt x="3583692" y="559705"/>
                  </a:lnTo>
                  <a:lnTo>
                    <a:pt x="3585259" y="560884"/>
                  </a:lnTo>
                  <a:lnTo>
                    <a:pt x="3586509" y="561824"/>
                  </a:lnTo>
                  <a:lnTo>
                    <a:pt x="3733270" y="561824"/>
                  </a:lnTo>
                  <a:lnTo>
                    <a:pt x="3734084" y="556456"/>
                  </a:lnTo>
                  <a:lnTo>
                    <a:pt x="3735651" y="546124"/>
                  </a:lnTo>
                  <a:lnTo>
                    <a:pt x="3737218" y="535232"/>
                  </a:lnTo>
                  <a:lnTo>
                    <a:pt x="3738784" y="523546"/>
                  </a:lnTo>
                  <a:lnTo>
                    <a:pt x="3740351" y="511651"/>
                  </a:lnTo>
                  <a:lnTo>
                    <a:pt x="3741917" y="496362"/>
                  </a:lnTo>
                  <a:lnTo>
                    <a:pt x="3743484" y="486047"/>
                  </a:lnTo>
                  <a:lnTo>
                    <a:pt x="3745050" y="474564"/>
                  </a:lnTo>
                  <a:lnTo>
                    <a:pt x="3746617" y="466339"/>
                  </a:lnTo>
                  <a:lnTo>
                    <a:pt x="3748184" y="460930"/>
                  </a:lnTo>
                  <a:lnTo>
                    <a:pt x="3749750" y="455795"/>
                  </a:lnTo>
                  <a:lnTo>
                    <a:pt x="3751317" y="451378"/>
                  </a:lnTo>
                  <a:lnTo>
                    <a:pt x="3752883" y="447870"/>
                  </a:lnTo>
                  <a:lnTo>
                    <a:pt x="3754450" y="446344"/>
                  </a:lnTo>
                  <a:lnTo>
                    <a:pt x="3756017" y="445557"/>
                  </a:lnTo>
                  <a:lnTo>
                    <a:pt x="3757583" y="445557"/>
                  </a:lnTo>
                  <a:lnTo>
                    <a:pt x="3759150" y="445557"/>
                  </a:lnTo>
                  <a:lnTo>
                    <a:pt x="3760716" y="443285"/>
                  </a:lnTo>
                  <a:lnTo>
                    <a:pt x="3762283" y="440838"/>
                  </a:lnTo>
                  <a:lnTo>
                    <a:pt x="3763850" y="438445"/>
                  </a:lnTo>
                  <a:lnTo>
                    <a:pt x="3765416" y="434351"/>
                  </a:lnTo>
                  <a:lnTo>
                    <a:pt x="3766983" y="430852"/>
                  </a:lnTo>
                  <a:lnTo>
                    <a:pt x="3768549" y="428192"/>
                  </a:lnTo>
                  <a:lnTo>
                    <a:pt x="3770116" y="425985"/>
                  </a:lnTo>
                  <a:lnTo>
                    <a:pt x="3771682" y="422927"/>
                  </a:lnTo>
                  <a:lnTo>
                    <a:pt x="3773249" y="419617"/>
                  </a:lnTo>
                  <a:lnTo>
                    <a:pt x="3774816" y="418793"/>
                  </a:lnTo>
                  <a:lnTo>
                    <a:pt x="3776382" y="420865"/>
                  </a:lnTo>
                  <a:lnTo>
                    <a:pt x="3777949" y="422936"/>
                  </a:lnTo>
                  <a:lnTo>
                    <a:pt x="3779515" y="426178"/>
                  </a:lnTo>
                  <a:lnTo>
                    <a:pt x="3781082" y="431052"/>
                  </a:lnTo>
                  <a:lnTo>
                    <a:pt x="3782649" y="435297"/>
                  </a:lnTo>
                  <a:lnTo>
                    <a:pt x="3784215" y="439541"/>
                  </a:lnTo>
                  <a:lnTo>
                    <a:pt x="3785782" y="444140"/>
                  </a:lnTo>
                  <a:lnTo>
                    <a:pt x="3787348" y="448738"/>
                  </a:lnTo>
                  <a:lnTo>
                    <a:pt x="3788915" y="452906"/>
                  </a:lnTo>
                  <a:lnTo>
                    <a:pt x="3790482" y="454304"/>
                  </a:lnTo>
                  <a:lnTo>
                    <a:pt x="3792048" y="456888"/>
                  </a:lnTo>
                  <a:lnTo>
                    <a:pt x="3793615" y="457153"/>
                  </a:lnTo>
                  <a:lnTo>
                    <a:pt x="3795181" y="457419"/>
                  </a:lnTo>
                  <a:lnTo>
                    <a:pt x="3796748" y="456613"/>
                  </a:lnTo>
                  <a:lnTo>
                    <a:pt x="3798314" y="455123"/>
                  </a:lnTo>
                  <a:lnTo>
                    <a:pt x="3799881" y="452698"/>
                  </a:lnTo>
                  <a:lnTo>
                    <a:pt x="3801448" y="451057"/>
                  </a:lnTo>
                  <a:lnTo>
                    <a:pt x="3803014" y="452175"/>
                  </a:lnTo>
                  <a:lnTo>
                    <a:pt x="3804581" y="451048"/>
                  </a:lnTo>
                  <a:lnTo>
                    <a:pt x="3806147" y="449920"/>
                  </a:lnTo>
                  <a:lnTo>
                    <a:pt x="3807714" y="450151"/>
                  </a:lnTo>
                  <a:lnTo>
                    <a:pt x="3809281" y="451356"/>
                  </a:lnTo>
                  <a:lnTo>
                    <a:pt x="3810847" y="454046"/>
                  </a:lnTo>
                  <a:lnTo>
                    <a:pt x="3812414" y="456317"/>
                  </a:lnTo>
                  <a:lnTo>
                    <a:pt x="3813980" y="460858"/>
                  </a:lnTo>
                  <a:lnTo>
                    <a:pt x="3815547" y="465399"/>
                  </a:lnTo>
                  <a:lnTo>
                    <a:pt x="3817114" y="471294"/>
                  </a:lnTo>
                  <a:lnTo>
                    <a:pt x="3818680" y="477189"/>
                  </a:lnTo>
                  <a:lnTo>
                    <a:pt x="3820247" y="483084"/>
                  </a:lnTo>
                  <a:lnTo>
                    <a:pt x="3821813" y="488979"/>
                  </a:lnTo>
                  <a:lnTo>
                    <a:pt x="3823380" y="493971"/>
                  </a:lnTo>
                  <a:lnTo>
                    <a:pt x="3824946" y="500131"/>
                  </a:lnTo>
                  <a:lnTo>
                    <a:pt x="3826513" y="503278"/>
                  </a:lnTo>
                  <a:lnTo>
                    <a:pt x="3828080" y="505983"/>
                  </a:lnTo>
                  <a:lnTo>
                    <a:pt x="3829646" y="508687"/>
                  </a:lnTo>
                  <a:lnTo>
                    <a:pt x="3831213" y="511125"/>
                  </a:lnTo>
                  <a:lnTo>
                    <a:pt x="3832779" y="512405"/>
                  </a:lnTo>
                  <a:lnTo>
                    <a:pt x="3834346" y="511542"/>
                  </a:lnTo>
                  <a:lnTo>
                    <a:pt x="3835913" y="510930"/>
                  </a:lnTo>
                  <a:lnTo>
                    <a:pt x="3837479" y="510319"/>
                  </a:lnTo>
                  <a:lnTo>
                    <a:pt x="3839046" y="510460"/>
                  </a:lnTo>
                  <a:lnTo>
                    <a:pt x="3840612" y="511020"/>
                  </a:lnTo>
                  <a:lnTo>
                    <a:pt x="3842179" y="511986"/>
                  </a:lnTo>
                  <a:lnTo>
                    <a:pt x="3843746" y="514378"/>
                  </a:lnTo>
                  <a:lnTo>
                    <a:pt x="3845312" y="517622"/>
                  </a:lnTo>
                  <a:lnTo>
                    <a:pt x="3846879" y="520270"/>
                  </a:lnTo>
                  <a:lnTo>
                    <a:pt x="3848445" y="522079"/>
                  </a:lnTo>
                  <a:lnTo>
                    <a:pt x="3850012" y="525137"/>
                  </a:lnTo>
                  <a:lnTo>
                    <a:pt x="3851578" y="528195"/>
                  </a:lnTo>
                  <a:lnTo>
                    <a:pt x="3853145" y="531504"/>
                  </a:lnTo>
                  <a:lnTo>
                    <a:pt x="3854712" y="535359"/>
                  </a:lnTo>
                  <a:lnTo>
                    <a:pt x="3856278" y="539214"/>
                  </a:lnTo>
                  <a:lnTo>
                    <a:pt x="3857845" y="543069"/>
                  </a:lnTo>
                  <a:lnTo>
                    <a:pt x="3859411" y="546924"/>
                  </a:lnTo>
                  <a:lnTo>
                    <a:pt x="3860978" y="550381"/>
                  </a:lnTo>
                  <a:lnTo>
                    <a:pt x="3862545" y="553041"/>
                  </a:lnTo>
                  <a:lnTo>
                    <a:pt x="3864111" y="554850"/>
                  </a:lnTo>
                  <a:lnTo>
                    <a:pt x="3865678" y="556305"/>
                  </a:lnTo>
                  <a:lnTo>
                    <a:pt x="3867244" y="557129"/>
                  </a:lnTo>
                  <a:lnTo>
                    <a:pt x="3868811" y="557534"/>
                  </a:lnTo>
                  <a:lnTo>
                    <a:pt x="3870378" y="558569"/>
                  </a:lnTo>
                  <a:lnTo>
                    <a:pt x="3871944" y="559604"/>
                  </a:lnTo>
                  <a:lnTo>
                    <a:pt x="3873511" y="560639"/>
                  </a:lnTo>
                  <a:lnTo>
                    <a:pt x="3875077" y="561674"/>
                  </a:lnTo>
                  <a:lnTo>
                    <a:pt x="3875305" y="561824"/>
                  </a:lnTo>
                  <a:lnTo>
                    <a:pt x="3883394" y="561824"/>
                  </a:lnTo>
                  <a:lnTo>
                    <a:pt x="3884477" y="561254"/>
                  </a:lnTo>
                  <a:lnTo>
                    <a:pt x="3886043" y="560430"/>
                  </a:lnTo>
                  <a:lnTo>
                    <a:pt x="3887610" y="559605"/>
                  </a:lnTo>
                  <a:lnTo>
                    <a:pt x="3889177" y="559185"/>
                  </a:lnTo>
                  <a:lnTo>
                    <a:pt x="3890743" y="558765"/>
                  </a:lnTo>
                  <a:lnTo>
                    <a:pt x="3892310" y="559185"/>
                  </a:lnTo>
                  <a:lnTo>
                    <a:pt x="3893876" y="558411"/>
                  </a:lnTo>
                  <a:lnTo>
                    <a:pt x="3895443" y="557239"/>
                  </a:lnTo>
                  <a:lnTo>
                    <a:pt x="3897010" y="555816"/>
                  </a:lnTo>
                  <a:lnTo>
                    <a:pt x="3898576" y="554393"/>
                  </a:lnTo>
                  <a:lnTo>
                    <a:pt x="3900143" y="552970"/>
                  </a:lnTo>
                  <a:lnTo>
                    <a:pt x="3901709" y="551546"/>
                  </a:lnTo>
                  <a:lnTo>
                    <a:pt x="3903276" y="550543"/>
                  </a:lnTo>
                  <a:lnTo>
                    <a:pt x="3904842" y="549540"/>
                  </a:lnTo>
                  <a:lnTo>
                    <a:pt x="3906409" y="549540"/>
                  </a:lnTo>
                  <a:lnTo>
                    <a:pt x="3907976" y="549540"/>
                  </a:lnTo>
                  <a:lnTo>
                    <a:pt x="3909542" y="549540"/>
                  </a:lnTo>
                  <a:lnTo>
                    <a:pt x="3911109" y="549540"/>
                  </a:lnTo>
                  <a:lnTo>
                    <a:pt x="3912675" y="549791"/>
                  </a:lnTo>
                  <a:lnTo>
                    <a:pt x="3914242" y="550043"/>
                  </a:lnTo>
                  <a:lnTo>
                    <a:pt x="3915809" y="549791"/>
                  </a:lnTo>
                  <a:lnTo>
                    <a:pt x="3917375" y="549791"/>
                  </a:lnTo>
                  <a:lnTo>
                    <a:pt x="3918942" y="549039"/>
                  </a:lnTo>
                  <a:lnTo>
                    <a:pt x="3920508" y="547866"/>
                  </a:lnTo>
                  <a:lnTo>
                    <a:pt x="3922075" y="546290"/>
                  </a:lnTo>
                  <a:lnTo>
                    <a:pt x="3923642" y="544083"/>
                  </a:lnTo>
                  <a:lnTo>
                    <a:pt x="3925208" y="542628"/>
                  </a:lnTo>
                  <a:lnTo>
                    <a:pt x="3926775" y="541173"/>
                  </a:lnTo>
                  <a:lnTo>
                    <a:pt x="3928341" y="539718"/>
                  </a:lnTo>
                  <a:lnTo>
                    <a:pt x="3929908" y="537058"/>
                  </a:lnTo>
                  <a:lnTo>
                    <a:pt x="3931474" y="534398"/>
                  </a:lnTo>
                  <a:lnTo>
                    <a:pt x="3933041" y="531739"/>
                  </a:lnTo>
                  <a:lnTo>
                    <a:pt x="3934608" y="528282"/>
                  </a:lnTo>
                  <a:lnTo>
                    <a:pt x="3936174" y="525599"/>
                  </a:lnTo>
                  <a:lnTo>
                    <a:pt x="3937741" y="523320"/>
                  </a:lnTo>
                  <a:lnTo>
                    <a:pt x="3939307" y="521042"/>
                  </a:lnTo>
                  <a:lnTo>
                    <a:pt x="3940874" y="518359"/>
                  </a:lnTo>
                  <a:lnTo>
                    <a:pt x="3942441" y="516473"/>
                  </a:lnTo>
                  <a:lnTo>
                    <a:pt x="3944007" y="515438"/>
                  </a:lnTo>
                  <a:lnTo>
                    <a:pt x="3945574" y="514403"/>
                  </a:lnTo>
                  <a:lnTo>
                    <a:pt x="3947140" y="513999"/>
                  </a:lnTo>
                  <a:lnTo>
                    <a:pt x="3948707" y="512820"/>
                  </a:lnTo>
                  <a:lnTo>
                    <a:pt x="3950274" y="511011"/>
                  </a:lnTo>
                  <a:lnTo>
                    <a:pt x="3951840" y="509557"/>
                  </a:lnTo>
                  <a:lnTo>
                    <a:pt x="3953407" y="508102"/>
                  </a:lnTo>
                  <a:lnTo>
                    <a:pt x="3954973" y="506647"/>
                  </a:lnTo>
                  <a:lnTo>
                    <a:pt x="3956540" y="505192"/>
                  </a:lnTo>
                  <a:lnTo>
                    <a:pt x="3958106" y="504788"/>
                  </a:lnTo>
                  <a:lnTo>
                    <a:pt x="3959673" y="504014"/>
                  </a:lnTo>
                  <a:lnTo>
                    <a:pt x="3961240" y="502842"/>
                  </a:lnTo>
                  <a:lnTo>
                    <a:pt x="3962806" y="502090"/>
                  </a:lnTo>
                  <a:lnTo>
                    <a:pt x="3964373" y="501338"/>
                  </a:lnTo>
                  <a:lnTo>
                    <a:pt x="3965939" y="500586"/>
                  </a:lnTo>
                  <a:lnTo>
                    <a:pt x="3967506" y="499833"/>
                  </a:lnTo>
                  <a:lnTo>
                    <a:pt x="3969073" y="499081"/>
                  </a:lnTo>
                  <a:lnTo>
                    <a:pt x="3970639" y="496483"/>
                  </a:lnTo>
                  <a:lnTo>
                    <a:pt x="3972206" y="492068"/>
                  </a:lnTo>
                  <a:lnTo>
                    <a:pt x="3973772" y="488426"/>
                  </a:lnTo>
                  <a:lnTo>
                    <a:pt x="3975339" y="484931"/>
                  </a:lnTo>
                  <a:lnTo>
                    <a:pt x="3976905" y="481938"/>
                  </a:lnTo>
                  <a:lnTo>
                    <a:pt x="3978472" y="478946"/>
                  </a:lnTo>
                  <a:lnTo>
                    <a:pt x="3980039" y="475953"/>
                  </a:lnTo>
                  <a:lnTo>
                    <a:pt x="3981605" y="472709"/>
                  </a:lnTo>
                  <a:lnTo>
                    <a:pt x="3983172" y="468406"/>
                  </a:lnTo>
                  <a:lnTo>
                    <a:pt x="3984738" y="462603"/>
                  </a:lnTo>
                  <a:lnTo>
                    <a:pt x="3986305" y="456549"/>
                  </a:lnTo>
                  <a:lnTo>
                    <a:pt x="3987872" y="450496"/>
                  </a:lnTo>
                  <a:lnTo>
                    <a:pt x="3989438" y="444442"/>
                  </a:lnTo>
                  <a:lnTo>
                    <a:pt x="3991005" y="438388"/>
                  </a:lnTo>
                  <a:lnTo>
                    <a:pt x="3992571" y="432335"/>
                  </a:lnTo>
                  <a:lnTo>
                    <a:pt x="3994138" y="428178"/>
                  </a:lnTo>
                  <a:lnTo>
                    <a:pt x="3995705" y="425583"/>
                  </a:lnTo>
                  <a:lnTo>
                    <a:pt x="3997271" y="423512"/>
                  </a:lnTo>
                  <a:lnTo>
                    <a:pt x="3998838" y="421440"/>
                  </a:lnTo>
                  <a:lnTo>
                    <a:pt x="4000404" y="419369"/>
                  </a:lnTo>
                  <a:lnTo>
                    <a:pt x="4001971" y="418332"/>
                  </a:lnTo>
                  <a:lnTo>
                    <a:pt x="4003537" y="417296"/>
                  </a:lnTo>
                  <a:lnTo>
                    <a:pt x="4005104" y="415507"/>
                  </a:lnTo>
                  <a:lnTo>
                    <a:pt x="4006671" y="414486"/>
                  </a:lnTo>
                  <a:lnTo>
                    <a:pt x="4008237" y="415941"/>
                  </a:lnTo>
                  <a:lnTo>
                    <a:pt x="4009804" y="417750"/>
                  </a:lnTo>
                  <a:lnTo>
                    <a:pt x="4011370" y="419559"/>
                  </a:lnTo>
                  <a:lnTo>
                    <a:pt x="4012937" y="421368"/>
                  </a:lnTo>
                  <a:lnTo>
                    <a:pt x="4014504" y="424028"/>
                  </a:lnTo>
                  <a:lnTo>
                    <a:pt x="4016070" y="426711"/>
                  </a:lnTo>
                  <a:lnTo>
                    <a:pt x="4017637" y="428192"/>
                  </a:lnTo>
                  <a:lnTo>
                    <a:pt x="4019203" y="430470"/>
                  </a:lnTo>
                  <a:lnTo>
                    <a:pt x="4020770" y="432356"/>
                  </a:lnTo>
                  <a:lnTo>
                    <a:pt x="4022337" y="434242"/>
                  </a:lnTo>
                  <a:lnTo>
                    <a:pt x="4023903" y="436129"/>
                  </a:lnTo>
                  <a:lnTo>
                    <a:pt x="4025470" y="437164"/>
                  </a:lnTo>
                  <a:lnTo>
                    <a:pt x="4027036" y="438199"/>
                  </a:lnTo>
                  <a:lnTo>
                    <a:pt x="4028603" y="440008"/>
                  </a:lnTo>
                  <a:lnTo>
                    <a:pt x="4030169" y="441817"/>
                  </a:lnTo>
                  <a:lnTo>
                    <a:pt x="4031736" y="442642"/>
                  </a:lnTo>
                  <a:lnTo>
                    <a:pt x="4033303" y="444096"/>
                  </a:lnTo>
                  <a:lnTo>
                    <a:pt x="4034869" y="446403"/>
                  </a:lnTo>
                  <a:lnTo>
                    <a:pt x="4036436" y="449505"/>
                  </a:lnTo>
                  <a:lnTo>
                    <a:pt x="4038002" y="452975"/>
                  </a:lnTo>
                  <a:lnTo>
                    <a:pt x="4039569" y="458405"/>
                  </a:lnTo>
                  <a:lnTo>
                    <a:pt x="4041136" y="464232"/>
                  </a:lnTo>
                  <a:lnTo>
                    <a:pt x="4042702" y="470059"/>
                  </a:lnTo>
                  <a:lnTo>
                    <a:pt x="4044269" y="477020"/>
                  </a:lnTo>
                  <a:lnTo>
                    <a:pt x="4045835" y="483980"/>
                  </a:lnTo>
                  <a:lnTo>
                    <a:pt x="4047402" y="490941"/>
                  </a:lnTo>
                  <a:lnTo>
                    <a:pt x="4048969" y="497901"/>
                  </a:lnTo>
                  <a:lnTo>
                    <a:pt x="4050535" y="506707"/>
                  </a:lnTo>
                  <a:lnTo>
                    <a:pt x="4052102" y="516911"/>
                  </a:lnTo>
                  <a:lnTo>
                    <a:pt x="4053668" y="527115"/>
                  </a:lnTo>
                  <a:lnTo>
                    <a:pt x="4055235" y="536211"/>
                  </a:lnTo>
                  <a:lnTo>
                    <a:pt x="4056801" y="543172"/>
                  </a:lnTo>
                  <a:lnTo>
                    <a:pt x="4058368" y="548999"/>
                  </a:lnTo>
                  <a:lnTo>
                    <a:pt x="4059935" y="553048"/>
                  </a:lnTo>
                  <a:lnTo>
                    <a:pt x="4061501" y="554344"/>
                  </a:lnTo>
                  <a:lnTo>
                    <a:pt x="4063068" y="555052"/>
                  </a:lnTo>
                  <a:lnTo>
                    <a:pt x="4064634" y="557259"/>
                  </a:lnTo>
                  <a:lnTo>
                    <a:pt x="4066201" y="559466"/>
                  </a:lnTo>
                  <a:lnTo>
                    <a:pt x="4067768" y="561042"/>
                  </a:lnTo>
                  <a:lnTo>
                    <a:pt x="4068323" y="561824"/>
                  </a:lnTo>
                  <a:lnTo>
                    <a:pt x="4076164" y="561824"/>
                  </a:lnTo>
                  <a:lnTo>
                    <a:pt x="4077167" y="559645"/>
                  </a:lnTo>
                  <a:lnTo>
                    <a:pt x="4078734" y="557200"/>
                  </a:lnTo>
                  <a:lnTo>
                    <a:pt x="4080300" y="557073"/>
                  </a:lnTo>
                  <a:lnTo>
                    <a:pt x="4081867" y="555911"/>
                  </a:lnTo>
                  <a:lnTo>
                    <a:pt x="4083433" y="555282"/>
                  </a:lnTo>
                  <a:lnTo>
                    <a:pt x="4085000" y="556930"/>
                  </a:lnTo>
                  <a:lnTo>
                    <a:pt x="4086567" y="558596"/>
                  </a:lnTo>
                  <a:lnTo>
                    <a:pt x="4088133" y="558973"/>
                  </a:lnTo>
                  <a:lnTo>
                    <a:pt x="4089700" y="559350"/>
                  </a:lnTo>
                  <a:lnTo>
                    <a:pt x="4091266" y="557585"/>
                  </a:lnTo>
                  <a:lnTo>
                    <a:pt x="4092833" y="555152"/>
                  </a:lnTo>
                  <a:lnTo>
                    <a:pt x="4094400" y="551868"/>
                  </a:lnTo>
                  <a:lnTo>
                    <a:pt x="4095966" y="548242"/>
                  </a:lnTo>
                  <a:lnTo>
                    <a:pt x="4097533" y="546582"/>
                  </a:lnTo>
                  <a:lnTo>
                    <a:pt x="4099099" y="544125"/>
                  </a:lnTo>
                  <a:lnTo>
                    <a:pt x="4100666" y="542465"/>
                  </a:lnTo>
                  <a:lnTo>
                    <a:pt x="4102233" y="540804"/>
                  </a:lnTo>
                  <a:lnTo>
                    <a:pt x="4103799" y="540330"/>
                  </a:lnTo>
                  <a:lnTo>
                    <a:pt x="4105366" y="542911"/>
                  </a:lnTo>
                  <a:lnTo>
                    <a:pt x="4106932" y="545492"/>
                  </a:lnTo>
                  <a:lnTo>
                    <a:pt x="4108499" y="548073"/>
                  </a:lnTo>
                  <a:lnTo>
                    <a:pt x="4110065" y="549582"/>
                  </a:lnTo>
                  <a:lnTo>
                    <a:pt x="4111632" y="550589"/>
                  </a:lnTo>
                  <a:lnTo>
                    <a:pt x="4113199" y="550966"/>
                  </a:lnTo>
                  <a:lnTo>
                    <a:pt x="4114765" y="551571"/>
                  </a:lnTo>
                  <a:lnTo>
                    <a:pt x="4116332" y="551432"/>
                  </a:lnTo>
                  <a:lnTo>
                    <a:pt x="4117898" y="552933"/>
                  </a:lnTo>
                  <a:lnTo>
                    <a:pt x="4119465" y="556979"/>
                  </a:lnTo>
                  <a:lnTo>
                    <a:pt x="4120444" y="561824"/>
                  </a:lnTo>
                  <a:lnTo>
                    <a:pt x="4227428" y="561824"/>
                  </a:lnTo>
                  <a:lnTo>
                    <a:pt x="4227560" y="560595"/>
                  </a:lnTo>
                  <a:lnTo>
                    <a:pt x="4229126" y="549685"/>
                  </a:lnTo>
                  <a:lnTo>
                    <a:pt x="4230693" y="543230"/>
                  </a:lnTo>
                  <a:lnTo>
                    <a:pt x="4232259" y="537846"/>
                  </a:lnTo>
                  <a:lnTo>
                    <a:pt x="4233826" y="534782"/>
                  </a:lnTo>
                  <a:lnTo>
                    <a:pt x="4235392" y="532099"/>
                  </a:lnTo>
                  <a:lnTo>
                    <a:pt x="4236959" y="530213"/>
                  </a:lnTo>
                  <a:lnTo>
                    <a:pt x="4238526" y="527907"/>
                  </a:lnTo>
                  <a:lnTo>
                    <a:pt x="4240092" y="526021"/>
                  </a:lnTo>
                  <a:lnTo>
                    <a:pt x="4241659" y="524135"/>
                  </a:lnTo>
                  <a:lnTo>
                    <a:pt x="4243225" y="522680"/>
                  </a:lnTo>
                  <a:lnTo>
                    <a:pt x="4244792" y="520871"/>
                  </a:lnTo>
                  <a:lnTo>
                    <a:pt x="4246359" y="521269"/>
                  </a:lnTo>
                  <a:lnTo>
                    <a:pt x="4247925" y="521269"/>
                  </a:lnTo>
                  <a:lnTo>
                    <a:pt x="4249492" y="521269"/>
                  </a:lnTo>
                  <a:lnTo>
                    <a:pt x="4251058" y="521269"/>
                  </a:lnTo>
                  <a:lnTo>
                    <a:pt x="4252625" y="520871"/>
                  </a:lnTo>
                  <a:lnTo>
                    <a:pt x="4254192" y="520473"/>
                  </a:lnTo>
                  <a:lnTo>
                    <a:pt x="4255758" y="520075"/>
                  </a:lnTo>
                  <a:lnTo>
                    <a:pt x="4257325" y="519677"/>
                  </a:lnTo>
                  <a:lnTo>
                    <a:pt x="4258891" y="519677"/>
                  </a:lnTo>
                  <a:lnTo>
                    <a:pt x="4260458" y="519677"/>
                  </a:lnTo>
                  <a:lnTo>
                    <a:pt x="4262024" y="520074"/>
                  </a:lnTo>
                  <a:lnTo>
                    <a:pt x="4263591" y="520074"/>
                  </a:lnTo>
                  <a:lnTo>
                    <a:pt x="4265158" y="520074"/>
                  </a:lnTo>
                  <a:lnTo>
                    <a:pt x="4266724" y="520074"/>
                  </a:lnTo>
                  <a:lnTo>
                    <a:pt x="4268291" y="520074"/>
                  </a:lnTo>
                  <a:lnTo>
                    <a:pt x="4269857" y="520074"/>
                  </a:lnTo>
                  <a:lnTo>
                    <a:pt x="4271424" y="520074"/>
                  </a:lnTo>
                  <a:lnTo>
                    <a:pt x="4272991" y="520074"/>
                  </a:lnTo>
                  <a:lnTo>
                    <a:pt x="4274557" y="520848"/>
                  </a:lnTo>
                  <a:lnTo>
                    <a:pt x="4276124" y="522020"/>
                  </a:lnTo>
                  <a:lnTo>
                    <a:pt x="4277690" y="523829"/>
                  </a:lnTo>
                  <a:lnTo>
                    <a:pt x="4279257" y="525284"/>
                  </a:lnTo>
                  <a:lnTo>
                    <a:pt x="4280824" y="526739"/>
                  </a:lnTo>
                  <a:lnTo>
                    <a:pt x="4282390" y="528194"/>
                  </a:lnTo>
                  <a:lnTo>
                    <a:pt x="4283957" y="529648"/>
                  </a:lnTo>
                  <a:lnTo>
                    <a:pt x="4285523" y="531103"/>
                  </a:lnTo>
                  <a:lnTo>
                    <a:pt x="4287090" y="532138"/>
                  </a:lnTo>
                  <a:lnTo>
                    <a:pt x="4288656" y="530233"/>
                  </a:lnTo>
                  <a:lnTo>
                    <a:pt x="4290223" y="528024"/>
                  </a:lnTo>
                  <a:lnTo>
                    <a:pt x="4291790" y="525411"/>
                  </a:lnTo>
                  <a:lnTo>
                    <a:pt x="4293356" y="522798"/>
                  </a:lnTo>
                  <a:lnTo>
                    <a:pt x="4294923" y="519555"/>
                  </a:lnTo>
                  <a:lnTo>
                    <a:pt x="4296489" y="516941"/>
                  </a:lnTo>
                  <a:lnTo>
                    <a:pt x="4298056" y="513698"/>
                  </a:lnTo>
                  <a:lnTo>
                    <a:pt x="4299623" y="510050"/>
                  </a:lnTo>
                  <a:lnTo>
                    <a:pt x="4301189" y="505230"/>
                  </a:lnTo>
                  <a:lnTo>
                    <a:pt x="4302756" y="498946"/>
                  </a:lnTo>
                  <a:lnTo>
                    <a:pt x="4304322" y="491315"/>
                  </a:lnTo>
                  <a:lnTo>
                    <a:pt x="4305889" y="483055"/>
                  </a:lnTo>
                  <a:lnTo>
                    <a:pt x="4307456" y="474795"/>
                  </a:lnTo>
                  <a:lnTo>
                    <a:pt x="4309022" y="466534"/>
                  </a:lnTo>
                  <a:lnTo>
                    <a:pt x="4310589" y="458904"/>
                  </a:lnTo>
                  <a:lnTo>
                    <a:pt x="4312155" y="454537"/>
                  </a:lnTo>
                  <a:lnTo>
                    <a:pt x="4313722" y="450469"/>
                  </a:lnTo>
                  <a:lnTo>
                    <a:pt x="4315288" y="446805"/>
                  </a:lnTo>
                  <a:lnTo>
                    <a:pt x="4316855" y="443966"/>
                  </a:lnTo>
                  <a:lnTo>
                    <a:pt x="4318422" y="441547"/>
                  </a:lnTo>
                  <a:lnTo>
                    <a:pt x="4319988" y="439338"/>
                  </a:lnTo>
                  <a:lnTo>
                    <a:pt x="4321555" y="436499"/>
                  </a:lnTo>
                  <a:lnTo>
                    <a:pt x="4323121" y="434710"/>
                  </a:lnTo>
                  <a:lnTo>
                    <a:pt x="4324688" y="433276"/>
                  </a:lnTo>
                  <a:lnTo>
                    <a:pt x="4326255" y="433892"/>
                  </a:lnTo>
                  <a:lnTo>
                    <a:pt x="4327821" y="435701"/>
                  </a:lnTo>
                  <a:lnTo>
                    <a:pt x="4329388" y="438759"/>
                  </a:lnTo>
                  <a:lnTo>
                    <a:pt x="4330954" y="441816"/>
                  </a:lnTo>
                  <a:lnTo>
                    <a:pt x="4332521" y="444875"/>
                  </a:lnTo>
                  <a:lnTo>
                    <a:pt x="4334088" y="447933"/>
                  </a:lnTo>
                  <a:lnTo>
                    <a:pt x="4335654" y="450139"/>
                  </a:lnTo>
                  <a:lnTo>
                    <a:pt x="4337221" y="452347"/>
                  </a:lnTo>
                  <a:lnTo>
                    <a:pt x="4338787" y="455405"/>
                  </a:lnTo>
                  <a:lnTo>
                    <a:pt x="4340354" y="457612"/>
                  </a:lnTo>
                  <a:lnTo>
                    <a:pt x="4341920" y="459421"/>
                  </a:lnTo>
                  <a:lnTo>
                    <a:pt x="4343487" y="461628"/>
                  </a:lnTo>
                  <a:lnTo>
                    <a:pt x="4345054" y="463835"/>
                  </a:lnTo>
                  <a:lnTo>
                    <a:pt x="4346620" y="466893"/>
                  </a:lnTo>
                  <a:lnTo>
                    <a:pt x="4348187" y="469951"/>
                  </a:lnTo>
                  <a:lnTo>
                    <a:pt x="4349753" y="473010"/>
                  </a:lnTo>
                  <a:lnTo>
                    <a:pt x="4351320" y="476319"/>
                  </a:lnTo>
                  <a:lnTo>
                    <a:pt x="4352887" y="479377"/>
                  </a:lnTo>
                  <a:lnTo>
                    <a:pt x="4354453" y="481263"/>
                  </a:lnTo>
                  <a:lnTo>
                    <a:pt x="4356020" y="483946"/>
                  </a:lnTo>
                  <a:lnTo>
                    <a:pt x="4357586" y="485594"/>
                  </a:lnTo>
                  <a:lnTo>
                    <a:pt x="4359153" y="486444"/>
                  </a:lnTo>
                  <a:lnTo>
                    <a:pt x="4360720" y="487295"/>
                  </a:lnTo>
                  <a:lnTo>
                    <a:pt x="4362286" y="488146"/>
                  </a:lnTo>
                  <a:lnTo>
                    <a:pt x="4363853" y="488998"/>
                  </a:lnTo>
                  <a:lnTo>
                    <a:pt x="4365419" y="488997"/>
                  </a:lnTo>
                  <a:lnTo>
                    <a:pt x="4366986" y="488997"/>
                  </a:lnTo>
                  <a:lnTo>
                    <a:pt x="4368552" y="491938"/>
                  </a:lnTo>
                  <a:lnTo>
                    <a:pt x="4370119" y="494551"/>
                  </a:lnTo>
                  <a:lnTo>
                    <a:pt x="4371686" y="496760"/>
                  </a:lnTo>
                  <a:lnTo>
                    <a:pt x="4373252" y="498969"/>
                  </a:lnTo>
                  <a:lnTo>
                    <a:pt x="4374819" y="501582"/>
                  </a:lnTo>
                  <a:lnTo>
                    <a:pt x="4376385" y="504195"/>
                  </a:lnTo>
                  <a:lnTo>
                    <a:pt x="4377952" y="508473"/>
                  </a:lnTo>
                  <a:lnTo>
                    <a:pt x="4379519" y="512121"/>
                  </a:lnTo>
                  <a:lnTo>
                    <a:pt x="4381085" y="516942"/>
                  </a:lnTo>
                  <a:lnTo>
                    <a:pt x="4382652" y="524261"/>
                  </a:lnTo>
                  <a:lnTo>
                    <a:pt x="4384218" y="532522"/>
                  </a:lnTo>
                  <a:lnTo>
                    <a:pt x="4385785" y="540782"/>
                  </a:lnTo>
                  <a:lnTo>
                    <a:pt x="4387352" y="549042"/>
                  </a:lnTo>
                  <a:lnTo>
                    <a:pt x="4388918" y="558153"/>
                  </a:lnTo>
                  <a:lnTo>
                    <a:pt x="4389614" y="561824"/>
                  </a:lnTo>
                  <a:lnTo>
                    <a:pt x="4437358" y="561824"/>
                  </a:lnTo>
                  <a:lnTo>
                    <a:pt x="4437482" y="561499"/>
                  </a:lnTo>
                  <a:lnTo>
                    <a:pt x="4439049" y="557753"/>
                  </a:lnTo>
                  <a:lnTo>
                    <a:pt x="4440616" y="554007"/>
                  </a:lnTo>
                  <a:lnTo>
                    <a:pt x="4442182" y="550261"/>
                  </a:lnTo>
                  <a:lnTo>
                    <a:pt x="4443749" y="546515"/>
                  </a:lnTo>
                  <a:lnTo>
                    <a:pt x="4445315" y="543620"/>
                  </a:lnTo>
                  <a:lnTo>
                    <a:pt x="4446882" y="540725"/>
                  </a:lnTo>
                  <a:lnTo>
                    <a:pt x="4448448" y="537830"/>
                  </a:lnTo>
                  <a:lnTo>
                    <a:pt x="4450015" y="536003"/>
                  </a:lnTo>
                  <a:lnTo>
                    <a:pt x="4451582" y="534579"/>
                  </a:lnTo>
                  <a:lnTo>
                    <a:pt x="4453148" y="533156"/>
                  </a:lnTo>
                  <a:lnTo>
                    <a:pt x="4454715" y="531329"/>
                  </a:lnTo>
                  <a:lnTo>
                    <a:pt x="4456281" y="529501"/>
                  </a:lnTo>
                  <a:lnTo>
                    <a:pt x="4457848" y="527043"/>
                  </a:lnTo>
                  <a:lnTo>
                    <a:pt x="4459415" y="525215"/>
                  </a:lnTo>
                  <a:lnTo>
                    <a:pt x="4460981" y="524036"/>
                  </a:lnTo>
                  <a:lnTo>
                    <a:pt x="4462548" y="522227"/>
                  </a:lnTo>
                  <a:lnTo>
                    <a:pt x="4464114" y="520773"/>
                  </a:lnTo>
                  <a:lnTo>
                    <a:pt x="4465681" y="519737"/>
                  </a:lnTo>
                  <a:lnTo>
                    <a:pt x="4467248" y="518703"/>
                  </a:lnTo>
                  <a:lnTo>
                    <a:pt x="4468814" y="517221"/>
                  </a:lnTo>
                  <a:lnTo>
                    <a:pt x="4470381" y="516590"/>
                  </a:lnTo>
                  <a:lnTo>
                    <a:pt x="4471947" y="515960"/>
                  </a:lnTo>
                  <a:lnTo>
                    <a:pt x="4473514" y="514478"/>
                  </a:lnTo>
                  <a:lnTo>
                    <a:pt x="4475080" y="513627"/>
                  </a:lnTo>
                  <a:lnTo>
                    <a:pt x="4476647" y="512776"/>
                  </a:lnTo>
                  <a:lnTo>
                    <a:pt x="4478214" y="512776"/>
                  </a:lnTo>
                  <a:lnTo>
                    <a:pt x="4479780" y="512776"/>
                  </a:lnTo>
                  <a:lnTo>
                    <a:pt x="4481347" y="513406"/>
                  </a:lnTo>
                  <a:lnTo>
                    <a:pt x="4482913" y="514036"/>
                  </a:lnTo>
                  <a:lnTo>
                    <a:pt x="4484480" y="514666"/>
                  </a:lnTo>
                  <a:lnTo>
                    <a:pt x="4486047" y="515701"/>
                  </a:lnTo>
                  <a:lnTo>
                    <a:pt x="4487613" y="516736"/>
                  </a:lnTo>
                  <a:lnTo>
                    <a:pt x="4489180" y="516736"/>
                  </a:lnTo>
                  <a:lnTo>
                    <a:pt x="4490746" y="515543"/>
                  </a:lnTo>
                  <a:lnTo>
                    <a:pt x="4492313" y="512704"/>
                  </a:lnTo>
                  <a:lnTo>
                    <a:pt x="4493880" y="508627"/>
                  </a:lnTo>
                  <a:lnTo>
                    <a:pt x="4495446" y="504055"/>
                  </a:lnTo>
                  <a:lnTo>
                    <a:pt x="4497013" y="499037"/>
                  </a:lnTo>
                  <a:lnTo>
                    <a:pt x="4498579" y="494018"/>
                  </a:lnTo>
                  <a:lnTo>
                    <a:pt x="4500146" y="489000"/>
                  </a:lnTo>
                  <a:lnTo>
                    <a:pt x="4501712" y="485252"/>
                  </a:lnTo>
                  <a:lnTo>
                    <a:pt x="4503279" y="481504"/>
                  </a:lnTo>
                  <a:lnTo>
                    <a:pt x="4504846" y="478554"/>
                  </a:lnTo>
                  <a:lnTo>
                    <a:pt x="4506412" y="476390"/>
                  </a:lnTo>
                  <a:lnTo>
                    <a:pt x="4507979" y="475411"/>
                  </a:lnTo>
                  <a:lnTo>
                    <a:pt x="4509545" y="474769"/>
                  </a:lnTo>
                  <a:lnTo>
                    <a:pt x="4511112" y="473871"/>
                  </a:lnTo>
                  <a:lnTo>
                    <a:pt x="4512679" y="475250"/>
                  </a:lnTo>
                  <a:lnTo>
                    <a:pt x="4514245" y="476738"/>
                  </a:lnTo>
                  <a:lnTo>
                    <a:pt x="4515812" y="481574"/>
                  </a:lnTo>
                  <a:lnTo>
                    <a:pt x="4517378" y="487988"/>
                  </a:lnTo>
                  <a:lnTo>
                    <a:pt x="4518945" y="495740"/>
                  </a:lnTo>
                  <a:lnTo>
                    <a:pt x="4520511" y="503492"/>
                  </a:lnTo>
                  <a:lnTo>
                    <a:pt x="4522078" y="511244"/>
                  </a:lnTo>
                  <a:lnTo>
                    <a:pt x="4523645" y="518996"/>
                  </a:lnTo>
                  <a:lnTo>
                    <a:pt x="4525211" y="526748"/>
                  </a:lnTo>
                  <a:lnTo>
                    <a:pt x="4526778" y="536459"/>
                  </a:lnTo>
                  <a:lnTo>
                    <a:pt x="4528344" y="549371"/>
                  </a:lnTo>
                  <a:lnTo>
                    <a:pt x="4529911" y="560395"/>
                  </a:lnTo>
                  <a:lnTo>
                    <a:pt x="4530074" y="561824"/>
                  </a:lnTo>
                  <a:lnTo>
                    <a:pt x="4686536" y="561824"/>
                  </a:lnTo>
                  <a:lnTo>
                    <a:pt x="4686570" y="561655"/>
                  </a:lnTo>
                  <a:lnTo>
                    <a:pt x="4688136" y="553677"/>
                  </a:lnTo>
                  <a:lnTo>
                    <a:pt x="4689703" y="549540"/>
                  </a:lnTo>
                  <a:lnTo>
                    <a:pt x="4691270" y="546455"/>
                  </a:lnTo>
                  <a:lnTo>
                    <a:pt x="4692836" y="543372"/>
                  </a:lnTo>
                  <a:lnTo>
                    <a:pt x="4694403" y="539436"/>
                  </a:lnTo>
                  <a:lnTo>
                    <a:pt x="4695969" y="532777"/>
                  </a:lnTo>
                  <a:lnTo>
                    <a:pt x="4697536" y="528024"/>
                  </a:lnTo>
                  <a:lnTo>
                    <a:pt x="4699103" y="524404"/>
                  </a:lnTo>
                  <a:lnTo>
                    <a:pt x="4700669" y="521969"/>
                  </a:lnTo>
                  <a:lnTo>
                    <a:pt x="4702236" y="518348"/>
                  </a:lnTo>
                  <a:lnTo>
                    <a:pt x="4703802" y="515579"/>
                  </a:lnTo>
                  <a:lnTo>
                    <a:pt x="4705369" y="515579"/>
                  </a:lnTo>
                  <a:lnTo>
                    <a:pt x="4706935" y="515579"/>
                  </a:lnTo>
                  <a:lnTo>
                    <a:pt x="4708502" y="515579"/>
                  </a:lnTo>
                  <a:lnTo>
                    <a:pt x="4710069" y="515579"/>
                  </a:lnTo>
                  <a:lnTo>
                    <a:pt x="4711635" y="515579"/>
                  </a:lnTo>
                  <a:lnTo>
                    <a:pt x="4713202" y="515579"/>
                  </a:lnTo>
                  <a:lnTo>
                    <a:pt x="4714768" y="516376"/>
                  </a:lnTo>
                  <a:lnTo>
                    <a:pt x="4716335" y="517227"/>
                  </a:lnTo>
                  <a:lnTo>
                    <a:pt x="4717902" y="520168"/>
                  </a:lnTo>
                  <a:lnTo>
                    <a:pt x="4719468" y="523412"/>
                  </a:lnTo>
                  <a:lnTo>
                    <a:pt x="4721035" y="526655"/>
                  </a:lnTo>
                  <a:lnTo>
                    <a:pt x="4722601" y="530303"/>
                  </a:lnTo>
                  <a:lnTo>
                    <a:pt x="4724168" y="533143"/>
                  </a:lnTo>
                  <a:lnTo>
                    <a:pt x="4725735" y="536386"/>
                  </a:lnTo>
                  <a:lnTo>
                    <a:pt x="4727301" y="539210"/>
                  </a:lnTo>
                  <a:lnTo>
                    <a:pt x="4728868" y="542034"/>
                  </a:lnTo>
                  <a:lnTo>
                    <a:pt x="4730434" y="544858"/>
                  </a:lnTo>
                  <a:lnTo>
                    <a:pt x="4732001" y="547277"/>
                  </a:lnTo>
                  <a:lnTo>
                    <a:pt x="4733567" y="548712"/>
                  </a:lnTo>
                  <a:lnTo>
                    <a:pt x="4735134" y="551316"/>
                  </a:lnTo>
                  <a:lnTo>
                    <a:pt x="4736701" y="555162"/>
                  </a:lnTo>
                  <a:lnTo>
                    <a:pt x="4738267" y="558757"/>
                  </a:lnTo>
                  <a:lnTo>
                    <a:pt x="4739604" y="561824"/>
                  </a:lnTo>
                  <a:lnTo>
                    <a:pt x="4756492" y="561824"/>
                  </a:lnTo>
                  <a:lnTo>
                    <a:pt x="4757066" y="561508"/>
                  </a:lnTo>
                  <a:lnTo>
                    <a:pt x="4758633" y="559408"/>
                  </a:lnTo>
                  <a:lnTo>
                    <a:pt x="4760199" y="555301"/>
                  </a:lnTo>
                  <a:lnTo>
                    <a:pt x="4761766" y="551195"/>
                  </a:lnTo>
                  <a:lnTo>
                    <a:pt x="4763333" y="547738"/>
                  </a:lnTo>
                  <a:lnTo>
                    <a:pt x="4764899" y="544282"/>
                  </a:lnTo>
                  <a:lnTo>
                    <a:pt x="4766466" y="541179"/>
                  </a:lnTo>
                  <a:lnTo>
                    <a:pt x="4768032" y="538076"/>
                  </a:lnTo>
                  <a:lnTo>
                    <a:pt x="4769599" y="534973"/>
                  </a:lnTo>
                  <a:lnTo>
                    <a:pt x="4771166" y="532667"/>
                  </a:lnTo>
                  <a:lnTo>
                    <a:pt x="4772732" y="530361"/>
                  </a:lnTo>
                  <a:lnTo>
                    <a:pt x="4774299" y="528906"/>
                  </a:lnTo>
                  <a:lnTo>
                    <a:pt x="4775865" y="527871"/>
                  </a:lnTo>
                  <a:lnTo>
                    <a:pt x="4777432" y="526836"/>
                  </a:lnTo>
                  <a:lnTo>
                    <a:pt x="4778999" y="525381"/>
                  </a:lnTo>
                  <a:lnTo>
                    <a:pt x="4780565" y="523927"/>
                  </a:lnTo>
                  <a:lnTo>
                    <a:pt x="4782132" y="522891"/>
                  </a:lnTo>
                  <a:lnTo>
                    <a:pt x="4783698" y="521006"/>
                  </a:lnTo>
                  <a:lnTo>
                    <a:pt x="4785265" y="519120"/>
                  </a:lnTo>
                  <a:lnTo>
                    <a:pt x="4786831" y="516459"/>
                  </a:lnTo>
                  <a:lnTo>
                    <a:pt x="4788398" y="513799"/>
                  </a:lnTo>
                  <a:lnTo>
                    <a:pt x="4789965" y="510741"/>
                  </a:lnTo>
                  <a:lnTo>
                    <a:pt x="4791531" y="507683"/>
                  </a:lnTo>
                  <a:lnTo>
                    <a:pt x="4793098" y="504625"/>
                  </a:lnTo>
                  <a:lnTo>
                    <a:pt x="4794664" y="500770"/>
                  </a:lnTo>
                  <a:lnTo>
                    <a:pt x="4796231" y="497712"/>
                  </a:lnTo>
                  <a:lnTo>
                    <a:pt x="4797798" y="495505"/>
                  </a:lnTo>
                  <a:lnTo>
                    <a:pt x="4799364" y="493677"/>
                  </a:lnTo>
                  <a:lnTo>
                    <a:pt x="4800931" y="492101"/>
                  </a:lnTo>
                  <a:lnTo>
                    <a:pt x="4802497" y="490922"/>
                  </a:lnTo>
                  <a:lnTo>
                    <a:pt x="4804064" y="490148"/>
                  </a:lnTo>
                  <a:lnTo>
                    <a:pt x="4805630" y="488975"/>
                  </a:lnTo>
                  <a:lnTo>
                    <a:pt x="4807197" y="488223"/>
                  </a:lnTo>
                  <a:lnTo>
                    <a:pt x="4808764" y="487471"/>
                  </a:lnTo>
                  <a:lnTo>
                    <a:pt x="4810330" y="486719"/>
                  </a:lnTo>
                  <a:lnTo>
                    <a:pt x="4811897" y="485966"/>
                  </a:lnTo>
                  <a:lnTo>
                    <a:pt x="4813463" y="485568"/>
                  </a:lnTo>
                  <a:lnTo>
                    <a:pt x="4815030" y="485170"/>
                  </a:lnTo>
                  <a:lnTo>
                    <a:pt x="4816597" y="485170"/>
                  </a:lnTo>
                  <a:lnTo>
                    <a:pt x="4818163" y="486594"/>
                  </a:lnTo>
                  <a:lnTo>
                    <a:pt x="4819730" y="488421"/>
                  </a:lnTo>
                  <a:lnTo>
                    <a:pt x="4821296" y="491316"/>
                  </a:lnTo>
                  <a:lnTo>
                    <a:pt x="4822863" y="496646"/>
                  </a:lnTo>
                  <a:lnTo>
                    <a:pt x="4824430" y="501975"/>
                  </a:lnTo>
                  <a:lnTo>
                    <a:pt x="4825996" y="507305"/>
                  </a:lnTo>
                  <a:lnTo>
                    <a:pt x="4827563" y="512634"/>
                  </a:lnTo>
                  <a:lnTo>
                    <a:pt x="4829129" y="517964"/>
                  </a:lnTo>
                  <a:lnTo>
                    <a:pt x="4830696" y="523294"/>
                  </a:lnTo>
                  <a:lnTo>
                    <a:pt x="4832262" y="528623"/>
                  </a:lnTo>
                  <a:lnTo>
                    <a:pt x="4833829" y="533953"/>
                  </a:lnTo>
                  <a:lnTo>
                    <a:pt x="4835396" y="538846"/>
                  </a:lnTo>
                  <a:lnTo>
                    <a:pt x="4836962" y="543738"/>
                  </a:lnTo>
                  <a:lnTo>
                    <a:pt x="4838529" y="549817"/>
                  </a:lnTo>
                  <a:lnTo>
                    <a:pt x="4840095" y="557029"/>
                  </a:lnTo>
                  <a:lnTo>
                    <a:pt x="4841137" y="561824"/>
                  </a:lnTo>
                  <a:lnTo>
                    <a:pt x="4942856" y="561824"/>
                  </a:lnTo>
                  <a:lnTo>
                    <a:pt x="4943490" y="559946"/>
                  </a:lnTo>
                  <a:lnTo>
                    <a:pt x="4945057" y="556090"/>
                  </a:lnTo>
                  <a:lnTo>
                    <a:pt x="4946623" y="551984"/>
                  </a:lnTo>
                  <a:lnTo>
                    <a:pt x="4948190" y="547878"/>
                  </a:lnTo>
                  <a:lnTo>
                    <a:pt x="4949757" y="544569"/>
                  </a:lnTo>
                  <a:lnTo>
                    <a:pt x="4951323" y="540823"/>
                  </a:lnTo>
                  <a:lnTo>
                    <a:pt x="4952890" y="537077"/>
                  </a:lnTo>
                  <a:lnTo>
                    <a:pt x="4954456" y="532534"/>
                  </a:lnTo>
                  <a:lnTo>
                    <a:pt x="4956023" y="528788"/>
                  </a:lnTo>
                  <a:lnTo>
                    <a:pt x="4957590" y="525042"/>
                  </a:lnTo>
                  <a:lnTo>
                    <a:pt x="4959156" y="521296"/>
                  </a:lnTo>
                  <a:lnTo>
                    <a:pt x="4960723" y="518401"/>
                  </a:lnTo>
                  <a:lnTo>
                    <a:pt x="4962289" y="516961"/>
                  </a:lnTo>
                  <a:lnTo>
                    <a:pt x="4963856" y="516524"/>
                  </a:lnTo>
                  <a:lnTo>
                    <a:pt x="4965422" y="516087"/>
                  </a:lnTo>
                  <a:lnTo>
                    <a:pt x="4966989" y="515399"/>
                  </a:lnTo>
                  <a:lnTo>
                    <a:pt x="4968556" y="514711"/>
                  </a:lnTo>
                  <a:lnTo>
                    <a:pt x="4970122" y="513625"/>
                  </a:lnTo>
                  <a:lnTo>
                    <a:pt x="4971689" y="512185"/>
                  </a:lnTo>
                  <a:lnTo>
                    <a:pt x="4973255" y="510745"/>
                  </a:lnTo>
                  <a:lnTo>
                    <a:pt x="4974822" y="507850"/>
                  </a:lnTo>
                  <a:lnTo>
                    <a:pt x="4976389" y="504954"/>
                  </a:lnTo>
                  <a:lnTo>
                    <a:pt x="4977955" y="502496"/>
                  </a:lnTo>
                  <a:lnTo>
                    <a:pt x="4979522" y="500038"/>
                  </a:lnTo>
                  <a:lnTo>
                    <a:pt x="4981088" y="496729"/>
                  </a:lnTo>
                  <a:lnTo>
                    <a:pt x="4982655" y="493420"/>
                  </a:lnTo>
                  <a:lnTo>
                    <a:pt x="4984222" y="490111"/>
                  </a:lnTo>
                  <a:lnTo>
                    <a:pt x="4985788" y="486802"/>
                  </a:lnTo>
                  <a:lnTo>
                    <a:pt x="4987355" y="483744"/>
                  </a:lnTo>
                  <a:lnTo>
                    <a:pt x="4988921" y="481084"/>
                  </a:lnTo>
                  <a:lnTo>
                    <a:pt x="4990488" y="479629"/>
                  </a:lnTo>
                  <a:lnTo>
                    <a:pt x="4992054" y="478174"/>
                  </a:lnTo>
                  <a:lnTo>
                    <a:pt x="4993621" y="476719"/>
                  </a:lnTo>
                  <a:lnTo>
                    <a:pt x="4995188" y="475895"/>
                  </a:lnTo>
                  <a:lnTo>
                    <a:pt x="4996754" y="474440"/>
                  </a:lnTo>
                  <a:lnTo>
                    <a:pt x="4998321" y="474440"/>
                  </a:lnTo>
                  <a:lnTo>
                    <a:pt x="4999887" y="474794"/>
                  </a:lnTo>
                  <a:lnTo>
                    <a:pt x="5001454" y="474794"/>
                  </a:lnTo>
                  <a:lnTo>
                    <a:pt x="5003021" y="474793"/>
                  </a:lnTo>
                  <a:lnTo>
                    <a:pt x="5004587" y="475192"/>
                  </a:lnTo>
                  <a:lnTo>
                    <a:pt x="5006154" y="475590"/>
                  </a:lnTo>
                  <a:lnTo>
                    <a:pt x="5007720" y="475590"/>
                  </a:lnTo>
                  <a:lnTo>
                    <a:pt x="5009287" y="475590"/>
                  </a:lnTo>
                  <a:lnTo>
                    <a:pt x="5010854" y="475191"/>
                  </a:lnTo>
                  <a:lnTo>
                    <a:pt x="5012420" y="474793"/>
                  </a:lnTo>
                  <a:lnTo>
                    <a:pt x="5013987" y="474144"/>
                  </a:lnTo>
                  <a:lnTo>
                    <a:pt x="5015553" y="473495"/>
                  </a:lnTo>
                  <a:lnTo>
                    <a:pt x="5017120" y="473097"/>
                  </a:lnTo>
                  <a:lnTo>
                    <a:pt x="5018686" y="472699"/>
                  </a:lnTo>
                  <a:lnTo>
                    <a:pt x="5020253" y="472699"/>
                  </a:lnTo>
                  <a:lnTo>
                    <a:pt x="5021820" y="472699"/>
                  </a:lnTo>
                  <a:lnTo>
                    <a:pt x="5023386" y="472699"/>
                  </a:lnTo>
                  <a:lnTo>
                    <a:pt x="5024953" y="472698"/>
                  </a:lnTo>
                  <a:lnTo>
                    <a:pt x="5026519" y="472949"/>
                  </a:lnTo>
                  <a:lnTo>
                    <a:pt x="5028086" y="473200"/>
                  </a:lnTo>
                  <a:lnTo>
                    <a:pt x="5029653" y="473451"/>
                  </a:lnTo>
                  <a:lnTo>
                    <a:pt x="5031219" y="474139"/>
                  </a:lnTo>
                  <a:lnTo>
                    <a:pt x="5032786" y="474827"/>
                  </a:lnTo>
                  <a:lnTo>
                    <a:pt x="5034352" y="475515"/>
                  </a:lnTo>
                  <a:lnTo>
                    <a:pt x="5035919" y="475953"/>
                  </a:lnTo>
                  <a:lnTo>
                    <a:pt x="5037486" y="476640"/>
                  </a:lnTo>
                  <a:lnTo>
                    <a:pt x="5039052" y="477328"/>
                  </a:lnTo>
                  <a:lnTo>
                    <a:pt x="5040619" y="477765"/>
                  </a:lnTo>
                  <a:lnTo>
                    <a:pt x="5042185" y="478202"/>
                  </a:lnTo>
                  <a:lnTo>
                    <a:pt x="5043752" y="478639"/>
                  </a:lnTo>
                  <a:lnTo>
                    <a:pt x="5045318" y="479076"/>
                  </a:lnTo>
                  <a:lnTo>
                    <a:pt x="5046885" y="479513"/>
                  </a:lnTo>
                  <a:lnTo>
                    <a:pt x="5048452" y="479950"/>
                  </a:lnTo>
                  <a:lnTo>
                    <a:pt x="5050018" y="480638"/>
                  </a:lnTo>
                  <a:lnTo>
                    <a:pt x="5051585" y="481326"/>
                  </a:lnTo>
                  <a:lnTo>
                    <a:pt x="5053151" y="482014"/>
                  </a:lnTo>
                  <a:lnTo>
                    <a:pt x="5054718" y="482702"/>
                  </a:lnTo>
                  <a:lnTo>
                    <a:pt x="5056285" y="483390"/>
                  </a:lnTo>
                  <a:lnTo>
                    <a:pt x="5057851" y="483641"/>
                  </a:lnTo>
                  <a:lnTo>
                    <a:pt x="5059418" y="483892"/>
                  </a:lnTo>
                  <a:lnTo>
                    <a:pt x="5060984" y="483892"/>
                  </a:lnTo>
                  <a:lnTo>
                    <a:pt x="5062551" y="483892"/>
                  </a:lnTo>
                  <a:lnTo>
                    <a:pt x="5064118" y="483893"/>
                  </a:lnTo>
                  <a:lnTo>
                    <a:pt x="5065684" y="483893"/>
                  </a:lnTo>
                  <a:lnTo>
                    <a:pt x="5067251" y="483642"/>
                  </a:lnTo>
                  <a:lnTo>
                    <a:pt x="5068817" y="482993"/>
                  </a:lnTo>
                  <a:lnTo>
                    <a:pt x="5070384" y="481990"/>
                  </a:lnTo>
                  <a:lnTo>
                    <a:pt x="5071950" y="480986"/>
                  </a:lnTo>
                  <a:lnTo>
                    <a:pt x="5073517" y="479984"/>
                  </a:lnTo>
                  <a:lnTo>
                    <a:pt x="5075084" y="478980"/>
                  </a:lnTo>
                  <a:lnTo>
                    <a:pt x="5076650" y="477977"/>
                  </a:lnTo>
                  <a:lnTo>
                    <a:pt x="5078217" y="476974"/>
                  </a:lnTo>
                  <a:lnTo>
                    <a:pt x="5079783" y="475971"/>
                  </a:lnTo>
                  <a:lnTo>
                    <a:pt x="5081350" y="475322"/>
                  </a:lnTo>
                  <a:lnTo>
                    <a:pt x="5082917" y="474672"/>
                  </a:lnTo>
                  <a:lnTo>
                    <a:pt x="5084483" y="474023"/>
                  </a:lnTo>
                  <a:lnTo>
                    <a:pt x="5086050" y="473374"/>
                  </a:lnTo>
                  <a:lnTo>
                    <a:pt x="5087616" y="472725"/>
                  </a:lnTo>
                  <a:lnTo>
                    <a:pt x="5089183" y="472327"/>
                  </a:lnTo>
                  <a:lnTo>
                    <a:pt x="5090749" y="472327"/>
                  </a:lnTo>
                  <a:lnTo>
                    <a:pt x="5092316" y="472327"/>
                  </a:lnTo>
                  <a:lnTo>
                    <a:pt x="5093883" y="472578"/>
                  </a:lnTo>
                  <a:lnTo>
                    <a:pt x="5095449" y="472829"/>
                  </a:lnTo>
                  <a:lnTo>
                    <a:pt x="5097016" y="472578"/>
                  </a:lnTo>
                  <a:lnTo>
                    <a:pt x="5098582" y="472327"/>
                  </a:lnTo>
                  <a:lnTo>
                    <a:pt x="5100149" y="472076"/>
                  </a:lnTo>
                  <a:lnTo>
                    <a:pt x="5101716" y="471825"/>
                  </a:lnTo>
                  <a:lnTo>
                    <a:pt x="5103282" y="471574"/>
                  </a:lnTo>
                  <a:lnTo>
                    <a:pt x="5104849" y="471323"/>
                  </a:lnTo>
                  <a:lnTo>
                    <a:pt x="5106415" y="471072"/>
                  </a:lnTo>
                  <a:lnTo>
                    <a:pt x="5107982" y="470820"/>
                  </a:lnTo>
                  <a:lnTo>
                    <a:pt x="5109549" y="470569"/>
                  </a:lnTo>
                  <a:lnTo>
                    <a:pt x="5111115" y="470318"/>
                  </a:lnTo>
                  <a:lnTo>
                    <a:pt x="5112682" y="469630"/>
                  </a:lnTo>
                  <a:lnTo>
                    <a:pt x="5114248" y="468942"/>
                  </a:lnTo>
                  <a:lnTo>
                    <a:pt x="5115815" y="468505"/>
                  </a:lnTo>
                  <a:lnTo>
                    <a:pt x="5117381" y="467817"/>
                  </a:lnTo>
                  <a:lnTo>
                    <a:pt x="5118948" y="467129"/>
                  </a:lnTo>
                  <a:lnTo>
                    <a:pt x="5120515" y="466692"/>
                  </a:lnTo>
                  <a:lnTo>
                    <a:pt x="5122081" y="466255"/>
                  </a:lnTo>
                  <a:lnTo>
                    <a:pt x="5123648" y="465819"/>
                  </a:lnTo>
                  <a:lnTo>
                    <a:pt x="5125214" y="465382"/>
                  </a:lnTo>
                  <a:lnTo>
                    <a:pt x="5126781" y="464945"/>
                  </a:lnTo>
                  <a:lnTo>
                    <a:pt x="5128348" y="464508"/>
                  </a:lnTo>
                  <a:lnTo>
                    <a:pt x="5129914" y="463820"/>
                  </a:lnTo>
                  <a:lnTo>
                    <a:pt x="5131481" y="463132"/>
                  </a:lnTo>
                  <a:lnTo>
                    <a:pt x="5133047" y="462444"/>
                  </a:lnTo>
                  <a:lnTo>
                    <a:pt x="5134614" y="461757"/>
                  </a:lnTo>
                  <a:lnTo>
                    <a:pt x="5136181" y="461069"/>
                  </a:lnTo>
                  <a:lnTo>
                    <a:pt x="5137747" y="460381"/>
                  </a:lnTo>
                  <a:lnTo>
                    <a:pt x="5139314" y="459693"/>
                  </a:lnTo>
                  <a:lnTo>
                    <a:pt x="5140880" y="459256"/>
                  </a:lnTo>
                  <a:lnTo>
                    <a:pt x="5142447" y="458819"/>
                  </a:lnTo>
                  <a:lnTo>
                    <a:pt x="5144013" y="458382"/>
                  </a:lnTo>
                  <a:lnTo>
                    <a:pt x="5145580" y="457945"/>
                  </a:lnTo>
                  <a:lnTo>
                    <a:pt x="5147147" y="457508"/>
                  </a:lnTo>
                  <a:lnTo>
                    <a:pt x="5148713" y="457071"/>
                  </a:lnTo>
                  <a:lnTo>
                    <a:pt x="5150280" y="456634"/>
                  </a:lnTo>
                  <a:lnTo>
                    <a:pt x="5151846" y="456197"/>
                  </a:lnTo>
                  <a:lnTo>
                    <a:pt x="5153413" y="455760"/>
                  </a:lnTo>
                  <a:lnTo>
                    <a:pt x="5154980" y="455760"/>
                  </a:lnTo>
                  <a:lnTo>
                    <a:pt x="5156546" y="455760"/>
                  </a:lnTo>
                  <a:lnTo>
                    <a:pt x="5158113" y="455760"/>
                  </a:lnTo>
                  <a:lnTo>
                    <a:pt x="5159679" y="455760"/>
                  </a:lnTo>
                  <a:lnTo>
                    <a:pt x="5161246" y="455760"/>
                  </a:lnTo>
                  <a:lnTo>
                    <a:pt x="5162813" y="456011"/>
                  </a:lnTo>
                  <a:lnTo>
                    <a:pt x="5164379" y="456262"/>
                  </a:lnTo>
                  <a:lnTo>
                    <a:pt x="5165946" y="456513"/>
                  </a:lnTo>
                  <a:lnTo>
                    <a:pt x="5167512" y="457516"/>
                  </a:lnTo>
                  <a:lnTo>
                    <a:pt x="5169079" y="458688"/>
                  </a:lnTo>
                  <a:lnTo>
                    <a:pt x="5170645" y="460264"/>
                  </a:lnTo>
                  <a:lnTo>
                    <a:pt x="5172212" y="462471"/>
                  </a:lnTo>
                  <a:lnTo>
                    <a:pt x="5173779" y="464678"/>
                  </a:lnTo>
                  <a:lnTo>
                    <a:pt x="5175345" y="466885"/>
                  </a:lnTo>
                  <a:lnTo>
                    <a:pt x="5176912" y="469343"/>
                  </a:lnTo>
                  <a:lnTo>
                    <a:pt x="5178478" y="471801"/>
                  </a:lnTo>
                  <a:lnTo>
                    <a:pt x="5180045" y="474259"/>
                  </a:lnTo>
                  <a:lnTo>
                    <a:pt x="5181612" y="476717"/>
                  </a:lnTo>
                  <a:lnTo>
                    <a:pt x="5183178" y="479175"/>
                  </a:lnTo>
                  <a:lnTo>
                    <a:pt x="5184745" y="481633"/>
                  </a:lnTo>
                  <a:lnTo>
                    <a:pt x="5186311" y="483460"/>
                  </a:lnTo>
                  <a:lnTo>
                    <a:pt x="5187878" y="485288"/>
                  </a:lnTo>
                  <a:lnTo>
                    <a:pt x="5189445" y="487115"/>
                  </a:lnTo>
                  <a:lnTo>
                    <a:pt x="5191011" y="488118"/>
                  </a:lnTo>
                  <a:lnTo>
                    <a:pt x="5192578" y="489204"/>
                  </a:lnTo>
                  <a:lnTo>
                    <a:pt x="5194144" y="489893"/>
                  </a:lnTo>
                  <a:lnTo>
                    <a:pt x="5195711" y="490330"/>
                  </a:lnTo>
                  <a:lnTo>
                    <a:pt x="5197277" y="490767"/>
                  </a:lnTo>
                  <a:lnTo>
                    <a:pt x="5198844" y="491204"/>
                  </a:lnTo>
                  <a:lnTo>
                    <a:pt x="5200411" y="491641"/>
                  </a:lnTo>
                  <a:lnTo>
                    <a:pt x="5201977" y="491641"/>
                  </a:lnTo>
                  <a:lnTo>
                    <a:pt x="5203544" y="491641"/>
                  </a:lnTo>
                  <a:lnTo>
                    <a:pt x="5205110" y="491641"/>
                  </a:lnTo>
                  <a:lnTo>
                    <a:pt x="5206677" y="491641"/>
                  </a:lnTo>
                  <a:lnTo>
                    <a:pt x="5208244" y="491641"/>
                  </a:lnTo>
                  <a:lnTo>
                    <a:pt x="5209810" y="492078"/>
                  </a:lnTo>
                  <a:lnTo>
                    <a:pt x="5211377" y="492515"/>
                  </a:lnTo>
                  <a:lnTo>
                    <a:pt x="5212943" y="492952"/>
                  </a:lnTo>
                  <a:lnTo>
                    <a:pt x="5214510" y="493389"/>
                  </a:lnTo>
                  <a:lnTo>
                    <a:pt x="5216077" y="493826"/>
                  </a:lnTo>
                  <a:lnTo>
                    <a:pt x="5217643" y="494264"/>
                  </a:lnTo>
                  <a:lnTo>
                    <a:pt x="5219210" y="494700"/>
                  </a:lnTo>
                  <a:lnTo>
                    <a:pt x="5220776" y="495137"/>
                  </a:lnTo>
                  <a:lnTo>
                    <a:pt x="5222343" y="495826"/>
                  </a:lnTo>
                  <a:lnTo>
                    <a:pt x="5223909" y="496513"/>
                  </a:lnTo>
                  <a:lnTo>
                    <a:pt x="5225476" y="497599"/>
                  </a:lnTo>
                  <a:lnTo>
                    <a:pt x="5227043" y="498686"/>
                  </a:lnTo>
                  <a:lnTo>
                    <a:pt x="5228609" y="499772"/>
                  </a:lnTo>
                  <a:lnTo>
                    <a:pt x="5230176" y="500858"/>
                  </a:lnTo>
                  <a:lnTo>
                    <a:pt x="5231742" y="502298"/>
                  </a:lnTo>
                  <a:lnTo>
                    <a:pt x="5233309" y="503739"/>
                  </a:lnTo>
                  <a:lnTo>
                    <a:pt x="5234876" y="504742"/>
                  </a:lnTo>
                  <a:lnTo>
                    <a:pt x="5236442" y="505543"/>
                  </a:lnTo>
                  <a:lnTo>
                    <a:pt x="5238009" y="504758"/>
                  </a:lnTo>
                  <a:lnTo>
                    <a:pt x="5239575" y="504823"/>
                  </a:lnTo>
                  <a:lnTo>
                    <a:pt x="5241142" y="505685"/>
                  </a:lnTo>
                  <a:lnTo>
                    <a:pt x="5242709" y="506297"/>
                  </a:lnTo>
                  <a:lnTo>
                    <a:pt x="5244275" y="506908"/>
                  </a:lnTo>
                  <a:lnTo>
                    <a:pt x="5245842" y="507519"/>
                  </a:lnTo>
                  <a:lnTo>
                    <a:pt x="5247408" y="508165"/>
                  </a:lnTo>
                  <a:lnTo>
                    <a:pt x="5248975" y="508390"/>
                  </a:lnTo>
                  <a:lnTo>
                    <a:pt x="5250541" y="508211"/>
                  </a:lnTo>
                  <a:lnTo>
                    <a:pt x="5252108" y="507402"/>
                  </a:lnTo>
                  <a:lnTo>
                    <a:pt x="5253675" y="506593"/>
                  </a:lnTo>
                  <a:lnTo>
                    <a:pt x="5255241" y="505191"/>
                  </a:lnTo>
                  <a:lnTo>
                    <a:pt x="5256808" y="500785"/>
                  </a:lnTo>
                  <a:lnTo>
                    <a:pt x="5258374" y="497166"/>
                  </a:lnTo>
                  <a:lnTo>
                    <a:pt x="5259941" y="493565"/>
                  </a:lnTo>
                  <a:lnTo>
                    <a:pt x="5261508" y="491970"/>
                  </a:lnTo>
                  <a:lnTo>
                    <a:pt x="5263074" y="489577"/>
                  </a:lnTo>
                  <a:lnTo>
                    <a:pt x="5264641" y="487184"/>
                  </a:lnTo>
                  <a:lnTo>
                    <a:pt x="5266207" y="485422"/>
                  </a:lnTo>
                  <a:lnTo>
                    <a:pt x="5267774" y="483659"/>
                  </a:lnTo>
                  <a:lnTo>
                    <a:pt x="5269341" y="481897"/>
                  </a:lnTo>
                  <a:lnTo>
                    <a:pt x="5270907" y="480108"/>
                  </a:lnTo>
                  <a:lnTo>
                    <a:pt x="5272474" y="478043"/>
                  </a:lnTo>
                  <a:lnTo>
                    <a:pt x="5274040" y="477006"/>
                  </a:lnTo>
                  <a:lnTo>
                    <a:pt x="5275607" y="476221"/>
                  </a:lnTo>
                  <a:lnTo>
                    <a:pt x="5277173" y="475436"/>
                  </a:lnTo>
                  <a:lnTo>
                    <a:pt x="5278740" y="475261"/>
                  </a:lnTo>
                  <a:lnTo>
                    <a:pt x="5280307" y="477718"/>
                  </a:lnTo>
                  <a:lnTo>
                    <a:pt x="5281873" y="479983"/>
                  </a:lnTo>
                  <a:lnTo>
                    <a:pt x="5283440" y="482248"/>
                  </a:lnTo>
                  <a:lnTo>
                    <a:pt x="5285006" y="484108"/>
                  </a:lnTo>
                  <a:lnTo>
                    <a:pt x="5286573" y="485549"/>
                  </a:lnTo>
                  <a:lnTo>
                    <a:pt x="5288140" y="486989"/>
                  </a:lnTo>
                  <a:lnTo>
                    <a:pt x="5289706" y="487638"/>
                  </a:lnTo>
                  <a:lnTo>
                    <a:pt x="5291273" y="488641"/>
                  </a:lnTo>
                  <a:lnTo>
                    <a:pt x="5292839" y="489644"/>
                  </a:lnTo>
                  <a:lnTo>
                    <a:pt x="5294406" y="490648"/>
                  </a:lnTo>
                  <a:lnTo>
                    <a:pt x="5295973" y="491651"/>
                  </a:lnTo>
                  <a:lnTo>
                    <a:pt x="5297539" y="491902"/>
                  </a:lnTo>
                  <a:lnTo>
                    <a:pt x="5299106" y="491902"/>
                  </a:lnTo>
                  <a:lnTo>
                    <a:pt x="5300672" y="491902"/>
                  </a:lnTo>
                  <a:lnTo>
                    <a:pt x="5302239" y="491651"/>
                  </a:lnTo>
                  <a:lnTo>
                    <a:pt x="5303805" y="491400"/>
                  </a:lnTo>
                  <a:lnTo>
                    <a:pt x="5305372" y="490750"/>
                  </a:lnTo>
                  <a:lnTo>
                    <a:pt x="5306939" y="490101"/>
                  </a:lnTo>
                  <a:lnTo>
                    <a:pt x="5308505" y="489452"/>
                  </a:lnTo>
                  <a:lnTo>
                    <a:pt x="5310072" y="488803"/>
                  </a:lnTo>
                  <a:lnTo>
                    <a:pt x="5311638" y="487799"/>
                  </a:lnTo>
                  <a:lnTo>
                    <a:pt x="5313205" y="486796"/>
                  </a:lnTo>
                  <a:lnTo>
                    <a:pt x="5314772" y="485356"/>
                  </a:lnTo>
                  <a:lnTo>
                    <a:pt x="5316338" y="484118"/>
                  </a:lnTo>
                  <a:lnTo>
                    <a:pt x="5317905" y="484466"/>
                  </a:lnTo>
                  <a:lnTo>
                    <a:pt x="5319471" y="483964"/>
                  </a:lnTo>
                  <a:lnTo>
                    <a:pt x="5321038" y="482665"/>
                  </a:lnTo>
                  <a:lnTo>
                    <a:pt x="5322605" y="481366"/>
                  </a:lnTo>
                  <a:lnTo>
                    <a:pt x="5324171" y="480066"/>
                  </a:lnTo>
                  <a:lnTo>
                    <a:pt x="5325738" y="478767"/>
                  </a:lnTo>
                  <a:lnTo>
                    <a:pt x="5327304" y="476681"/>
                  </a:lnTo>
                  <a:lnTo>
                    <a:pt x="5328871" y="475032"/>
                  </a:lnTo>
                  <a:lnTo>
                    <a:pt x="5330437" y="473383"/>
                  </a:lnTo>
                  <a:lnTo>
                    <a:pt x="5332004" y="471734"/>
                  </a:lnTo>
                  <a:lnTo>
                    <a:pt x="5333571" y="470086"/>
                  </a:lnTo>
                  <a:lnTo>
                    <a:pt x="5335137" y="469280"/>
                  </a:lnTo>
                  <a:lnTo>
                    <a:pt x="5336704" y="471479"/>
                  </a:lnTo>
                  <a:lnTo>
                    <a:pt x="5338270" y="472891"/>
                  </a:lnTo>
                  <a:lnTo>
                    <a:pt x="5339837" y="474285"/>
                  </a:lnTo>
                  <a:lnTo>
                    <a:pt x="5341404" y="473674"/>
                  </a:lnTo>
                  <a:lnTo>
                    <a:pt x="5342970" y="474258"/>
                  </a:lnTo>
                  <a:lnTo>
                    <a:pt x="5344537" y="474841"/>
                  </a:lnTo>
                  <a:lnTo>
                    <a:pt x="5346103" y="475425"/>
                  </a:lnTo>
                  <a:lnTo>
                    <a:pt x="5347670" y="476363"/>
                  </a:lnTo>
                  <a:lnTo>
                    <a:pt x="5349236" y="477301"/>
                  </a:lnTo>
                  <a:lnTo>
                    <a:pt x="5350803" y="479510"/>
                  </a:lnTo>
                  <a:lnTo>
                    <a:pt x="5352370" y="481929"/>
                  </a:lnTo>
                  <a:lnTo>
                    <a:pt x="5353936" y="483717"/>
                  </a:lnTo>
                  <a:lnTo>
                    <a:pt x="5355503" y="485506"/>
                  </a:lnTo>
                  <a:lnTo>
                    <a:pt x="5357069" y="487294"/>
                  </a:lnTo>
                  <a:lnTo>
                    <a:pt x="5358636" y="488119"/>
                  </a:lnTo>
                  <a:lnTo>
                    <a:pt x="5360203" y="486310"/>
                  </a:lnTo>
                  <a:lnTo>
                    <a:pt x="5361769" y="485485"/>
                  </a:lnTo>
                  <a:lnTo>
                    <a:pt x="5363336" y="484661"/>
                  </a:lnTo>
                  <a:lnTo>
                    <a:pt x="5364902" y="484241"/>
                  </a:lnTo>
                  <a:lnTo>
                    <a:pt x="5366469" y="483887"/>
                  </a:lnTo>
                  <a:lnTo>
                    <a:pt x="5368036" y="483533"/>
                  </a:lnTo>
                  <a:lnTo>
                    <a:pt x="5369602" y="483533"/>
                  </a:lnTo>
                  <a:lnTo>
                    <a:pt x="5371169" y="482781"/>
                  </a:lnTo>
                  <a:lnTo>
                    <a:pt x="5372735" y="482029"/>
                  </a:lnTo>
                  <a:lnTo>
                    <a:pt x="5374302" y="481026"/>
                  </a:lnTo>
                  <a:lnTo>
                    <a:pt x="5375868" y="480023"/>
                  </a:lnTo>
                  <a:lnTo>
                    <a:pt x="5377435" y="479772"/>
                  </a:lnTo>
                  <a:lnTo>
                    <a:pt x="5379002" y="479772"/>
                  </a:lnTo>
                  <a:lnTo>
                    <a:pt x="5380568" y="479772"/>
                  </a:lnTo>
                  <a:lnTo>
                    <a:pt x="5382135" y="479772"/>
                  </a:lnTo>
                  <a:lnTo>
                    <a:pt x="5383701" y="479772"/>
                  </a:lnTo>
                  <a:lnTo>
                    <a:pt x="5385268" y="479335"/>
                  </a:lnTo>
                  <a:lnTo>
                    <a:pt x="5386835" y="478898"/>
                  </a:lnTo>
                  <a:lnTo>
                    <a:pt x="5388401" y="478461"/>
                  </a:lnTo>
                  <a:lnTo>
                    <a:pt x="5389968" y="478024"/>
                  </a:lnTo>
                  <a:lnTo>
                    <a:pt x="5391534" y="477587"/>
                  </a:lnTo>
                  <a:lnTo>
                    <a:pt x="5393101" y="477150"/>
                  </a:lnTo>
                  <a:lnTo>
                    <a:pt x="5394668" y="477150"/>
                  </a:lnTo>
                  <a:lnTo>
                    <a:pt x="5396234" y="477150"/>
                  </a:lnTo>
                  <a:lnTo>
                    <a:pt x="5397801" y="477150"/>
                  </a:lnTo>
                  <a:lnTo>
                    <a:pt x="5399367" y="477150"/>
                  </a:lnTo>
                  <a:lnTo>
                    <a:pt x="5400934" y="477150"/>
                  </a:lnTo>
                  <a:lnTo>
                    <a:pt x="5402500" y="477150"/>
                  </a:lnTo>
                  <a:lnTo>
                    <a:pt x="5404067" y="477150"/>
                  </a:lnTo>
                  <a:lnTo>
                    <a:pt x="5405634" y="477150"/>
                  </a:lnTo>
                  <a:lnTo>
                    <a:pt x="5407200" y="477150"/>
                  </a:lnTo>
                  <a:lnTo>
                    <a:pt x="5408767" y="476713"/>
                  </a:lnTo>
                  <a:lnTo>
                    <a:pt x="5410333" y="476276"/>
                  </a:lnTo>
                  <a:lnTo>
                    <a:pt x="5411900" y="475840"/>
                  </a:lnTo>
                  <a:lnTo>
                    <a:pt x="5413467" y="475403"/>
                  </a:lnTo>
                  <a:lnTo>
                    <a:pt x="5415033" y="474715"/>
                  </a:lnTo>
                  <a:lnTo>
                    <a:pt x="5416600" y="474027"/>
                  </a:lnTo>
                  <a:lnTo>
                    <a:pt x="5418166" y="473339"/>
                  </a:lnTo>
                  <a:lnTo>
                    <a:pt x="5419733" y="472651"/>
                  </a:lnTo>
                  <a:lnTo>
                    <a:pt x="5421300" y="471963"/>
                  </a:lnTo>
                  <a:lnTo>
                    <a:pt x="5422866" y="470877"/>
                  </a:lnTo>
                  <a:lnTo>
                    <a:pt x="5424433" y="469790"/>
                  </a:lnTo>
                  <a:lnTo>
                    <a:pt x="5425999" y="468704"/>
                  </a:lnTo>
                  <a:lnTo>
                    <a:pt x="5427566" y="467701"/>
                  </a:lnTo>
                  <a:lnTo>
                    <a:pt x="5429132" y="466698"/>
                  </a:lnTo>
                  <a:lnTo>
                    <a:pt x="5430699" y="465274"/>
                  </a:lnTo>
                  <a:lnTo>
                    <a:pt x="5432266" y="464271"/>
                  </a:lnTo>
                  <a:lnTo>
                    <a:pt x="5433832" y="463268"/>
                  </a:lnTo>
                  <a:lnTo>
                    <a:pt x="5435399" y="462516"/>
                  </a:lnTo>
                  <a:lnTo>
                    <a:pt x="5436965" y="462162"/>
                  </a:lnTo>
                  <a:lnTo>
                    <a:pt x="5438532" y="462516"/>
                  </a:lnTo>
                  <a:lnTo>
                    <a:pt x="5440099" y="463290"/>
                  </a:lnTo>
                  <a:lnTo>
                    <a:pt x="5441665" y="463709"/>
                  </a:lnTo>
                  <a:lnTo>
                    <a:pt x="5443232" y="464534"/>
                  </a:lnTo>
                  <a:lnTo>
                    <a:pt x="5444798" y="465358"/>
                  </a:lnTo>
                  <a:lnTo>
                    <a:pt x="5446365" y="466536"/>
                  </a:lnTo>
                  <a:lnTo>
                    <a:pt x="5447932" y="467715"/>
                  </a:lnTo>
                  <a:lnTo>
                    <a:pt x="5449498" y="468893"/>
                  </a:lnTo>
                  <a:lnTo>
                    <a:pt x="5451065" y="470065"/>
                  </a:lnTo>
                  <a:lnTo>
                    <a:pt x="5452631" y="471237"/>
                  </a:lnTo>
                  <a:lnTo>
                    <a:pt x="5454198" y="472660"/>
                  </a:lnTo>
                  <a:lnTo>
                    <a:pt x="5455764" y="474084"/>
                  </a:lnTo>
                  <a:lnTo>
                    <a:pt x="5457331" y="475507"/>
                  </a:lnTo>
                  <a:lnTo>
                    <a:pt x="5458898" y="476510"/>
                  </a:lnTo>
                  <a:lnTo>
                    <a:pt x="5460464" y="477159"/>
                  </a:lnTo>
                  <a:lnTo>
                    <a:pt x="5462031" y="477410"/>
                  </a:lnTo>
                  <a:lnTo>
                    <a:pt x="5463597" y="478059"/>
                  </a:lnTo>
                  <a:lnTo>
                    <a:pt x="5465164" y="479145"/>
                  </a:lnTo>
                  <a:lnTo>
                    <a:pt x="5466731" y="479833"/>
                  </a:lnTo>
                  <a:lnTo>
                    <a:pt x="5468297" y="480521"/>
                  </a:lnTo>
                  <a:lnTo>
                    <a:pt x="5469864" y="481209"/>
                  </a:lnTo>
                  <a:lnTo>
                    <a:pt x="5471430" y="481897"/>
                  </a:lnTo>
                  <a:lnTo>
                    <a:pt x="5472997" y="482585"/>
                  </a:lnTo>
                  <a:lnTo>
                    <a:pt x="5474564" y="483273"/>
                  </a:lnTo>
                  <a:lnTo>
                    <a:pt x="5476130" y="483961"/>
                  </a:lnTo>
                  <a:lnTo>
                    <a:pt x="5477697" y="485047"/>
                  </a:lnTo>
                  <a:lnTo>
                    <a:pt x="5479263" y="486907"/>
                  </a:lnTo>
                  <a:lnTo>
                    <a:pt x="5480830" y="489172"/>
                  </a:lnTo>
                  <a:lnTo>
                    <a:pt x="5482396" y="492067"/>
                  </a:lnTo>
                  <a:lnTo>
                    <a:pt x="5483963" y="495813"/>
                  </a:lnTo>
                  <a:lnTo>
                    <a:pt x="5485530" y="499559"/>
                  </a:lnTo>
                  <a:lnTo>
                    <a:pt x="5487096" y="503306"/>
                  </a:lnTo>
                  <a:lnTo>
                    <a:pt x="5488663" y="507052"/>
                  </a:lnTo>
                  <a:lnTo>
                    <a:pt x="5490229" y="510798"/>
                  </a:lnTo>
                  <a:lnTo>
                    <a:pt x="5491796" y="514544"/>
                  </a:lnTo>
                  <a:lnTo>
                    <a:pt x="5493363" y="518290"/>
                  </a:lnTo>
                  <a:lnTo>
                    <a:pt x="5494929" y="522037"/>
                  </a:lnTo>
                  <a:lnTo>
                    <a:pt x="5496496" y="526580"/>
                  </a:lnTo>
                  <a:lnTo>
                    <a:pt x="5498062" y="531123"/>
                  </a:lnTo>
                  <a:lnTo>
                    <a:pt x="5499629" y="536452"/>
                  </a:lnTo>
                  <a:lnTo>
                    <a:pt x="5501196" y="541782"/>
                  </a:lnTo>
                  <a:lnTo>
                    <a:pt x="5502762" y="546325"/>
                  </a:lnTo>
                  <a:lnTo>
                    <a:pt x="5504329" y="550071"/>
                  </a:lnTo>
                  <a:lnTo>
                    <a:pt x="5505895" y="553817"/>
                  </a:lnTo>
                  <a:lnTo>
                    <a:pt x="5507462" y="556276"/>
                  </a:lnTo>
                  <a:lnTo>
                    <a:pt x="5509028" y="558103"/>
                  </a:lnTo>
                  <a:lnTo>
                    <a:pt x="5510595" y="559527"/>
                  </a:lnTo>
                  <a:lnTo>
                    <a:pt x="5512162" y="560950"/>
                  </a:lnTo>
                  <a:lnTo>
                    <a:pt x="5513124" y="561824"/>
                  </a:lnTo>
                  <a:lnTo>
                    <a:pt x="5521941" y="561824"/>
                  </a:lnTo>
                  <a:lnTo>
                    <a:pt x="5523128" y="560108"/>
                  </a:lnTo>
                  <a:lnTo>
                    <a:pt x="5524694" y="557844"/>
                  </a:lnTo>
                  <a:lnTo>
                    <a:pt x="5526261" y="555579"/>
                  </a:lnTo>
                  <a:lnTo>
                    <a:pt x="5527828" y="553314"/>
                  </a:lnTo>
                  <a:lnTo>
                    <a:pt x="5529394" y="551050"/>
                  </a:lnTo>
                  <a:lnTo>
                    <a:pt x="5530961" y="549189"/>
                  </a:lnTo>
                  <a:lnTo>
                    <a:pt x="5532527" y="547329"/>
                  </a:lnTo>
                  <a:lnTo>
                    <a:pt x="5534094" y="545469"/>
                  </a:lnTo>
                  <a:lnTo>
                    <a:pt x="5535660" y="543609"/>
                  </a:lnTo>
                  <a:lnTo>
                    <a:pt x="5537227" y="541749"/>
                  </a:lnTo>
                  <a:lnTo>
                    <a:pt x="5538794" y="540309"/>
                  </a:lnTo>
                  <a:lnTo>
                    <a:pt x="5540360" y="539223"/>
                  </a:lnTo>
                  <a:lnTo>
                    <a:pt x="5541927" y="538535"/>
                  </a:lnTo>
                  <a:lnTo>
                    <a:pt x="5543493" y="537449"/>
                  </a:lnTo>
                  <a:lnTo>
                    <a:pt x="5545060" y="536363"/>
                  </a:lnTo>
                  <a:lnTo>
                    <a:pt x="5546627" y="535675"/>
                  </a:lnTo>
                  <a:lnTo>
                    <a:pt x="5548193" y="534987"/>
                  </a:lnTo>
                  <a:lnTo>
                    <a:pt x="5549760" y="534299"/>
                  </a:lnTo>
                  <a:lnTo>
                    <a:pt x="5551326" y="533611"/>
                  </a:lnTo>
                  <a:lnTo>
                    <a:pt x="5552893" y="533360"/>
                  </a:lnTo>
                  <a:lnTo>
                    <a:pt x="5554460" y="533109"/>
                  </a:lnTo>
                  <a:lnTo>
                    <a:pt x="5556026" y="533507"/>
                  </a:lnTo>
                  <a:lnTo>
                    <a:pt x="5557593" y="533507"/>
                  </a:lnTo>
                  <a:lnTo>
                    <a:pt x="5559159" y="532733"/>
                  </a:lnTo>
                  <a:lnTo>
                    <a:pt x="5560726" y="531554"/>
                  </a:lnTo>
                  <a:lnTo>
                    <a:pt x="5562292" y="529745"/>
                  </a:lnTo>
                  <a:lnTo>
                    <a:pt x="5563859" y="527085"/>
                  </a:lnTo>
                  <a:lnTo>
                    <a:pt x="5565426" y="524425"/>
                  </a:lnTo>
                  <a:lnTo>
                    <a:pt x="5566992" y="522119"/>
                  </a:lnTo>
                  <a:lnTo>
                    <a:pt x="5568559" y="519813"/>
                  </a:lnTo>
                  <a:lnTo>
                    <a:pt x="5570125" y="517927"/>
                  </a:lnTo>
                  <a:lnTo>
                    <a:pt x="5571692" y="516041"/>
                  </a:lnTo>
                  <a:lnTo>
                    <a:pt x="5573259" y="514155"/>
                  </a:lnTo>
                  <a:lnTo>
                    <a:pt x="5574825" y="512269"/>
                  </a:lnTo>
                  <a:lnTo>
                    <a:pt x="5576392" y="509166"/>
                  </a:lnTo>
                  <a:lnTo>
                    <a:pt x="5577958" y="506063"/>
                  </a:lnTo>
                  <a:lnTo>
                    <a:pt x="5579525" y="502174"/>
                  </a:lnTo>
                  <a:lnTo>
                    <a:pt x="5581092" y="499739"/>
                  </a:lnTo>
                  <a:lnTo>
                    <a:pt x="5582658" y="498942"/>
                  </a:lnTo>
                  <a:lnTo>
                    <a:pt x="5584225" y="498942"/>
                  </a:lnTo>
                  <a:lnTo>
                    <a:pt x="5585791" y="498942"/>
                  </a:lnTo>
                  <a:lnTo>
                    <a:pt x="5587358" y="499793"/>
                  </a:lnTo>
                  <a:lnTo>
                    <a:pt x="5588924" y="501274"/>
                  </a:lnTo>
                  <a:lnTo>
                    <a:pt x="5590491" y="503160"/>
                  </a:lnTo>
                  <a:lnTo>
                    <a:pt x="5592058" y="505047"/>
                  </a:lnTo>
                  <a:lnTo>
                    <a:pt x="5593624" y="506933"/>
                  </a:lnTo>
                  <a:lnTo>
                    <a:pt x="5595191" y="509616"/>
                  </a:lnTo>
                  <a:lnTo>
                    <a:pt x="5596757" y="512298"/>
                  </a:lnTo>
                  <a:lnTo>
                    <a:pt x="5598324" y="515401"/>
                  </a:lnTo>
                  <a:lnTo>
                    <a:pt x="5599891" y="519645"/>
                  </a:lnTo>
                  <a:lnTo>
                    <a:pt x="5601457" y="525472"/>
                  </a:lnTo>
                  <a:lnTo>
                    <a:pt x="5603024" y="530802"/>
                  </a:lnTo>
                  <a:lnTo>
                    <a:pt x="5604590" y="535345"/>
                  </a:lnTo>
                  <a:lnTo>
                    <a:pt x="5606157" y="539091"/>
                  </a:lnTo>
                  <a:lnTo>
                    <a:pt x="5607724" y="542837"/>
                  </a:lnTo>
                  <a:lnTo>
                    <a:pt x="5609290" y="546583"/>
                  </a:lnTo>
                  <a:lnTo>
                    <a:pt x="5610857" y="549478"/>
                  </a:lnTo>
                  <a:lnTo>
                    <a:pt x="5612423" y="552373"/>
                  </a:lnTo>
                  <a:lnTo>
                    <a:pt x="5613990" y="555268"/>
                  </a:lnTo>
                  <a:lnTo>
                    <a:pt x="5615556" y="558163"/>
                  </a:lnTo>
                  <a:lnTo>
                    <a:pt x="5617088" y="561824"/>
                  </a:lnTo>
                  <a:lnTo>
                    <a:pt x="5688931" y="561824"/>
                  </a:lnTo>
                  <a:lnTo>
                    <a:pt x="5689186" y="561583"/>
                  </a:lnTo>
                  <a:lnTo>
                    <a:pt x="5690753" y="560953"/>
                  </a:lnTo>
                  <a:lnTo>
                    <a:pt x="5692319" y="559917"/>
                  </a:lnTo>
                  <a:lnTo>
                    <a:pt x="5693886" y="558883"/>
                  </a:lnTo>
                  <a:lnTo>
                    <a:pt x="5695452" y="557847"/>
                  </a:lnTo>
                  <a:lnTo>
                    <a:pt x="5697019" y="555961"/>
                  </a:lnTo>
                  <a:lnTo>
                    <a:pt x="5698586" y="555331"/>
                  </a:lnTo>
                  <a:lnTo>
                    <a:pt x="5700152" y="553850"/>
                  </a:lnTo>
                  <a:lnTo>
                    <a:pt x="5701719" y="552368"/>
                  </a:lnTo>
                  <a:lnTo>
                    <a:pt x="5703285" y="551517"/>
                  </a:lnTo>
                  <a:lnTo>
                    <a:pt x="5704852" y="550482"/>
                  </a:lnTo>
                  <a:lnTo>
                    <a:pt x="5706419" y="549027"/>
                  </a:lnTo>
                  <a:lnTo>
                    <a:pt x="5707985" y="548203"/>
                  </a:lnTo>
                  <a:lnTo>
                    <a:pt x="5709552" y="546626"/>
                  </a:lnTo>
                  <a:lnTo>
                    <a:pt x="5711118" y="544419"/>
                  </a:lnTo>
                  <a:lnTo>
                    <a:pt x="5712685" y="541361"/>
                  </a:lnTo>
                  <a:lnTo>
                    <a:pt x="5714251" y="538303"/>
                  </a:lnTo>
                  <a:lnTo>
                    <a:pt x="5715818" y="535643"/>
                  </a:lnTo>
                  <a:lnTo>
                    <a:pt x="5717385" y="532983"/>
                  </a:lnTo>
                  <a:lnTo>
                    <a:pt x="5718951" y="530323"/>
                  </a:lnTo>
                  <a:lnTo>
                    <a:pt x="5720518" y="528514"/>
                  </a:lnTo>
                  <a:lnTo>
                    <a:pt x="5722084" y="526705"/>
                  </a:lnTo>
                  <a:lnTo>
                    <a:pt x="5723651" y="525527"/>
                  </a:lnTo>
                  <a:lnTo>
                    <a:pt x="5725218" y="524348"/>
                  </a:lnTo>
                  <a:lnTo>
                    <a:pt x="5726784" y="523574"/>
                  </a:lnTo>
                  <a:lnTo>
                    <a:pt x="5728351" y="523154"/>
                  </a:lnTo>
                  <a:lnTo>
                    <a:pt x="5729917" y="522734"/>
                  </a:lnTo>
                  <a:lnTo>
                    <a:pt x="5731484" y="523138"/>
                  </a:lnTo>
                  <a:lnTo>
                    <a:pt x="5733051" y="523543"/>
                  </a:lnTo>
                  <a:lnTo>
                    <a:pt x="5734617" y="523947"/>
                  </a:lnTo>
                  <a:lnTo>
                    <a:pt x="5736184" y="525126"/>
                  </a:lnTo>
                  <a:lnTo>
                    <a:pt x="5737750" y="526304"/>
                  </a:lnTo>
                  <a:lnTo>
                    <a:pt x="5739317" y="527483"/>
                  </a:lnTo>
                  <a:lnTo>
                    <a:pt x="5740883" y="528938"/>
                  </a:lnTo>
                  <a:lnTo>
                    <a:pt x="5742450" y="532041"/>
                  </a:lnTo>
                  <a:lnTo>
                    <a:pt x="5744017" y="535144"/>
                  </a:lnTo>
                  <a:lnTo>
                    <a:pt x="5745583" y="538247"/>
                  </a:lnTo>
                  <a:lnTo>
                    <a:pt x="5747150" y="541350"/>
                  </a:lnTo>
                  <a:lnTo>
                    <a:pt x="5748716" y="544453"/>
                  </a:lnTo>
                  <a:lnTo>
                    <a:pt x="5750283" y="547556"/>
                  </a:lnTo>
                  <a:lnTo>
                    <a:pt x="5751850" y="549862"/>
                  </a:lnTo>
                  <a:lnTo>
                    <a:pt x="5753416" y="552168"/>
                  </a:lnTo>
                  <a:lnTo>
                    <a:pt x="5754983" y="553622"/>
                  </a:lnTo>
                  <a:lnTo>
                    <a:pt x="5756549" y="555928"/>
                  </a:lnTo>
                  <a:lnTo>
                    <a:pt x="5758116" y="558588"/>
                  </a:lnTo>
                  <a:lnTo>
                    <a:pt x="5759683" y="561248"/>
                  </a:lnTo>
                  <a:lnTo>
                    <a:pt x="5760161" y="561824"/>
                  </a:lnTo>
                  <a:lnTo>
                    <a:pt x="5769100" y="561824"/>
                  </a:lnTo>
                  <a:lnTo>
                    <a:pt x="5770649" y="560660"/>
                  </a:lnTo>
                  <a:lnTo>
                    <a:pt x="5772215" y="559488"/>
                  </a:lnTo>
                  <a:lnTo>
                    <a:pt x="5773782" y="558316"/>
                  </a:lnTo>
                  <a:lnTo>
                    <a:pt x="5775348" y="557144"/>
                  </a:lnTo>
                  <a:lnTo>
                    <a:pt x="5776915" y="556724"/>
                  </a:lnTo>
                  <a:lnTo>
                    <a:pt x="5778482" y="555900"/>
                  </a:lnTo>
                  <a:lnTo>
                    <a:pt x="5780048" y="554721"/>
                  </a:lnTo>
                  <a:lnTo>
                    <a:pt x="5781615" y="553543"/>
                  </a:lnTo>
                  <a:lnTo>
                    <a:pt x="5783181" y="551734"/>
                  </a:lnTo>
                  <a:lnTo>
                    <a:pt x="5784748" y="550562"/>
                  </a:lnTo>
                  <a:lnTo>
                    <a:pt x="5786315" y="549810"/>
                  </a:lnTo>
                  <a:lnTo>
                    <a:pt x="5787881" y="549456"/>
                  </a:lnTo>
                  <a:lnTo>
                    <a:pt x="5789448" y="549853"/>
                  </a:lnTo>
                  <a:lnTo>
                    <a:pt x="5791014" y="550251"/>
                  </a:lnTo>
                  <a:lnTo>
                    <a:pt x="5792581" y="550649"/>
                  </a:lnTo>
                  <a:lnTo>
                    <a:pt x="5794147" y="551047"/>
                  </a:lnTo>
                  <a:lnTo>
                    <a:pt x="5795714" y="551047"/>
                  </a:lnTo>
                  <a:lnTo>
                    <a:pt x="5797281" y="551047"/>
                  </a:lnTo>
                  <a:lnTo>
                    <a:pt x="5798847" y="551047"/>
                  </a:lnTo>
                  <a:lnTo>
                    <a:pt x="5800414" y="550398"/>
                  </a:lnTo>
                  <a:lnTo>
                    <a:pt x="5801980" y="549749"/>
                  </a:lnTo>
                  <a:lnTo>
                    <a:pt x="5803547" y="549100"/>
                  </a:lnTo>
                  <a:lnTo>
                    <a:pt x="5805114" y="548451"/>
                  </a:lnTo>
                  <a:lnTo>
                    <a:pt x="5806680" y="547802"/>
                  </a:lnTo>
                  <a:lnTo>
                    <a:pt x="5808247" y="546798"/>
                  </a:lnTo>
                  <a:lnTo>
                    <a:pt x="5809813" y="545795"/>
                  </a:lnTo>
                  <a:lnTo>
                    <a:pt x="5811380" y="543531"/>
                  </a:lnTo>
                  <a:lnTo>
                    <a:pt x="5812947" y="541266"/>
                  </a:lnTo>
                  <a:lnTo>
                    <a:pt x="5814513" y="539002"/>
                  </a:lnTo>
                  <a:lnTo>
                    <a:pt x="5816080" y="536737"/>
                  </a:lnTo>
                  <a:lnTo>
                    <a:pt x="5817646" y="534472"/>
                  </a:lnTo>
                  <a:lnTo>
                    <a:pt x="5819213" y="532208"/>
                  </a:lnTo>
                  <a:lnTo>
                    <a:pt x="5820779" y="529313"/>
                  </a:lnTo>
                  <a:lnTo>
                    <a:pt x="5822346" y="524770"/>
                  </a:lnTo>
                  <a:lnTo>
                    <a:pt x="5823913" y="520227"/>
                  </a:lnTo>
                  <a:lnTo>
                    <a:pt x="5825479" y="515684"/>
                  </a:lnTo>
                  <a:lnTo>
                    <a:pt x="5827046" y="511141"/>
                  </a:lnTo>
                  <a:lnTo>
                    <a:pt x="5828612" y="506597"/>
                  </a:lnTo>
                  <a:lnTo>
                    <a:pt x="5830179" y="502054"/>
                  </a:lnTo>
                  <a:lnTo>
                    <a:pt x="5831746" y="498308"/>
                  </a:lnTo>
                  <a:lnTo>
                    <a:pt x="5833312" y="494562"/>
                  </a:lnTo>
                  <a:lnTo>
                    <a:pt x="5834879" y="491667"/>
                  </a:lnTo>
                  <a:lnTo>
                    <a:pt x="5836445" y="488357"/>
                  </a:lnTo>
                  <a:lnTo>
                    <a:pt x="5838012" y="485048"/>
                  </a:lnTo>
                  <a:lnTo>
                    <a:pt x="5839579" y="481990"/>
                  </a:lnTo>
                  <a:lnTo>
                    <a:pt x="5841145" y="479331"/>
                  </a:lnTo>
                  <a:lnTo>
                    <a:pt x="5842712" y="476671"/>
                  </a:lnTo>
                  <a:lnTo>
                    <a:pt x="5844278" y="474862"/>
                  </a:lnTo>
                  <a:lnTo>
                    <a:pt x="5845845" y="474508"/>
                  </a:lnTo>
                  <a:lnTo>
                    <a:pt x="5847411" y="474508"/>
                  </a:lnTo>
                  <a:lnTo>
                    <a:pt x="5848978" y="474508"/>
                  </a:lnTo>
                  <a:lnTo>
                    <a:pt x="5850545" y="474508"/>
                  </a:lnTo>
                  <a:lnTo>
                    <a:pt x="5852111" y="474906"/>
                  </a:lnTo>
                  <a:lnTo>
                    <a:pt x="5853678" y="475658"/>
                  </a:lnTo>
                  <a:lnTo>
                    <a:pt x="5855244" y="476410"/>
                  </a:lnTo>
                  <a:lnTo>
                    <a:pt x="5856811" y="476410"/>
                  </a:lnTo>
                  <a:lnTo>
                    <a:pt x="5858378" y="476410"/>
                  </a:lnTo>
                  <a:lnTo>
                    <a:pt x="5859944" y="477184"/>
                  </a:lnTo>
                  <a:lnTo>
                    <a:pt x="5861511" y="477958"/>
                  </a:lnTo>
                  <a:lnTo>
                    <a:pt x="5863077" y="478312"/>
                  </a:lnTo>
                  <a:lnTo>
                    <a:pt x="5864644" y="478710"/>
                  </a:lnTo>
                  <a:lnTo>
                    <a:pt x="5866211" y="479108"/>
                  </a:lnTo>
                  <a:lnTo>
                    <a:pt x="5867777" y="479882"/>
                  </a:lnTo>
                  <a:lnTo>
                    <a:pt x="5869344" y="480656"/>
                  </a:lnTo>
                  <a:lnTo>
                    <a:pt x="5870910" y="481431"/>
                  </a:lnTo>
                  <a:lnTo>
                    <a:pt x="5872477" y="482608"/>
                  </a:lnTo>
                  <a:lnTo>
                    <a:pt x="5874043" y="484417"/>
                  </a:lnTo>
                  <a:lnTo>
                    <a:pt x="5875610" y="486226"/>
                  </a:lnTo>
                  <a:lnTo>
                    <a:pt x="5877177" y="488035"/>
                  </a:lnTo>
                  <a:lnTo>
                    <a:pt x="5878743" y="489844"/>
                  </a:lnTo>
                  <a:lnTo>
                    <a:pt x="5880310" y="492302"/>
                  </a:lnTo>
                  <a:lnTo>
                    <a:pt x="5881876" y="495612"/>
                  </a:lnTo>
                  <a:lnTo>
                    <a:pt x="5883443" y="498069"/>
                  </a:lnTo>
                  <a:lnTo>
                    <a:pt x="5885010" y="500527"/>
                  </a:lnTo>
                  <a:lnTo>
                    <a:pt x="5886576" y="502986"/>
                  </a:lnTo>
                  <a:lnTo>
                    <a:pt x="5888143" y="505444"/>
                  </a:lnTo>
                  <a:lnTo>
                    <a:pt x="5889709" y="508753"/>
                  </a:lnTo>
                  <a:lnTo>
                    <a:pt x="5891276" y="511648"/>
                  </a:lnTo>
                  <a:lnTo>
                    <a:pt x="5892843" y="514543"/>
                  </a:lnTo>
                  <a:lnTo>
                    <a:pt x="5894409" y="517438"/>
                  </a:lnTo>
                  <a:lnTo>
                    <a:pt x="5895976" y="519702"/>
                  </a:lnTo>
                  <a:lnTo>
                    <a:pt x="5897542" y="521562"/>
                  </a:lnTo>
                  <a:lnTo>
                    <a:pt x="5899109" y="523423"/>
                  </a:lnTo>
                  <a:lnTo>
                    <a:pt x="5900675" y="525283"/>
                  </a:lnTo>
                  <a:lnTo>
                    <a:pt x="5902242" y="526723"/>
                  </a:lnTo>
                  <a:lnTo>
                    <a:pt x="5903809" y="528583"/>
                  </a:lnTo>
                  <a:lnTo>
                    <a:pt x="5905375" y="530024"/>
                  </a:lnTo>
                  <a:lnTo>
                    <a:pt x="5906942" y="531464"/>
                  </a:lnTo>
                  <a:lnTo>
                    <a:pt x="5908508" y="533324"/>
                  </a:lnTo>
                  <a:lnTo>
                    <a:pt x="5910075" y="535589"/>
                  </a:lnTo>
                  <a:lnTo>
                    <a:pt x="5911642" y="537449"/>
                  </a:lnTo>
                  <a:lnTo>
                    <a:pt x="5913208" y="538889"/>
                  </a:lnTo>
                  <a:lnTo>
                    <a:pt x="5914775" y="541153"/>
                  </a:lnTo>
                  <a:lnTo>
                    <a:pt x="5916341" y="542981"/>
                  </a:lnTo>
                  <a:lnTo>
                    <a:pt x="5917908" y="545439"/>
                  </a:lnTo>
                  <a:lnTo>
                    <a:pt x="5919474" y="547646"/>
                  </a:lnTo>
                  <a:lnTo>
                    <a:pt x="5921041" y="548825"/>
                  </a:lnTo>
                  <a:lnTo>
                    <a:pt x="5922608" y="550633"/>
                  </a:lnTo>
                  <a:lnTo>
                    <a:pt x="5924174" y="552443"/>
                  </a:lnTo>
                  <a:lnTo>
                    <a:pt x="5925741" y="554252"/>
                  </a:lnTo>
                  <a:lnTo>
                    <a:pt x="5927307" y="556061"/>
                  </a:lnTo>
                  <a:lnTo>
                    <a:pt x="5928874" y="557870"/>
                  </a:lnTo>
                  <a:lnTo>
                    <a:pt x="5930441" y="560530"/>
                  </a:lnTo>
                  <a:lnTo>
                    <a:pt x="5931027" y="561824"/>
                  </a:lnTo>
                  <a:lnTo>
                    <a:pt x="6061639" y="561824"/>
                  </a:lnTo>
                  <a:lnTo>
                    <a:pt x="6062034" y="560910"/>
                  </a:lnTo>
                  <a:lnTo>
                    <a:pt x="6063601" y="556659"/>
                  </a:lnTo>
                  <a:lnTo>
                    <a:pt x="6065167" y="553039"/>
                  </a:lnTo>
                  <a:lnTo>
                    <a:pt x="6066734" y="549974"/>
                  </a:lnTo>
                  <a:lnTo>
                    <a:pt x="6068300" y="547539"/>
                  </a:lnTo>
                  <a:lnTo>
                    <a:pt x="6069867" y="545105"/>
                  </a:lnTo>
                  <a:lnTo>
                    <a:pt x="6071434" y="542671"/>
                  </a:lnTo>
                  <a:lnTo>
                    <a:pt x="6073000" y="539050"/>
                  </a:lnTo>
                  <a:lnTo>
                    <a:pt x="6074567" y="536616"/>
                  </a:lnTo>
                  <a:lnTo>
                    <a:pt x="6076133" y="534182"/>
                  </a:lnTo>
                  <a:lnTo>
                    <a:pt x="6077700" y="532533"/>
                  </a:lnTo>
                  <a:lnTo>
                    <a:pt x="6079266" y="531052"/>
                  </a:lnTo>
                  <a:lnTo>
                    <a:pt x="6080833" y="530017"/>
                  </a:lnTo>
                  <a:lnTo>
                    <a:pt x="6082400" y="530017"/>
                  </a:lnTo>
                  <a:lnTo>
                    <a:pt x="6083966" y="530437"/>
                  </a:lnTo>
                  <a:lnTo>
                    <a:pt x="6085533" y="531211"/>
                  </a:lnTo>
                  <a:lnTo>
                    <a:pt x="6087099" y="531565"/>
                  </a:lnTo>
                  <a:lnTo>
                    <a:pt x="6088666" y="531211"/>
                  </a:lnTo>
                  <a:lnTo>
                    <a:pt x="6090233" y="532036"/>
                  </a:lnTo>
                  <a:lnTo>
                    <a:pt x="6091799" y="532035"/>
                  </a:lnTo>
                  <a:lnTo>
                    <a:pt x="6093366" y="532440"/>
                  </a:lnTo>
                  <a:lnTo>
                    <a:pt x="6094932" y="533475"/>
                  </a:lnTo>
                  <a:lnTo>
                    <a:pt x="6096499" y="535284"/>
                  </a:lnTo>
                  <a:lnTo>
                    <a:pt x="6098066" y="536462"/>
                  </a:lnTo>
                  <a:lnTo>
                    <a:pt x="6099632" y="538039"/>
                  </a:lnTo>
                  <a:lnTo>
                    <a:pt x="6101199" y="539615"/>
                  </a:lnTo>
                  <a:lnTo>
                    <a:pt x="6102765" y="540794"/>
                  </a:lnTo>
                  <a:lnTo>
                    <a:pt x="6104332" y="542603"/>
                  </a:lnTo>
                  <a:lnTo>
                    <a:pt x="6105898" y="544412"/>
                  </a:lnTo>
                  <a:lnTo>
                    <a:pt x="6107465" y="546221"/>
                  </a:lnTo>
                  <a:lnTo>
                    <a:pt x="6109032" y="548030"/>
                  </a:lnTo>
                  <a:lnTo>
                    <a:pt x="6110598" y="550690"/>
                  </a:lnTo>
                  <a:lnTo>
                    <a:pt x="6112165" y="553748"/>
                  </a:lnTo>
                  <a:lnTo>
                    <a:pt x="6113731" y="556806"/>
                  </a:lnTo>
                  <a:lnTo>
                    <a:pt x="6115298" y="559864"/>
                  </a:lnTo>
                  <a:lnTo>
                    <a:pt x="6116046" y="56182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3789215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3789293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3789215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2026-03-09T12:27:13Z</dcterms:modified>
  <cp:category/>
</cp:coreProperties>
</file>