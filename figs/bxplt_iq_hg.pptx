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405236" y="2996980"/>
              <a:ext cx="73465" cy="40905"/>
            </a:xfrm>
            <a:custGeom>
              <a:avLst/>
              <a:pathLst>
                <a:path w="73465" h="40905">
                  <a:moveTo>
                    <a:pt x="0" y="40905"/>
                  </a:moveTo>
                  <a:lnTo>
                    <a:pt x="73465" y="4090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05236" y="3021429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41969" y="3037885"/>
              <a:ext cx="0" cy="19071"/>
            </a:xfrm>
            <a:custGeom>
              <a:avLst/>
              <a:pathLst>
                <a:path w="0" h="19071">
                  <a:moveTo>
                    <a:pt x="0" y="1907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41969" y="2935819"/>
              <a:ext cx="0" cy="61160"/>
            </a:xfrm>
            <a:custGeom>
              <a:avLst/>
              <a:pathLst>
                <a:path w="0" h="61160">
                  <a:moveTo>
                    <a:pt x="0" y="0"/>
                  </a:moveTo>
                  <a:lnTo>
                    <a:pt x="0" y="6116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423602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423602" y="293581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405236" y="2996980"/>
              <a:ext cx="73465" cy="40905"/>
            </a:xfrm>
            <a:custGeom>
              <a:avLst/>
              <a:pathLst>
                <a:path w="73465" h="40905">
                  <a:moveTo>
                    <a:pt x="0" y="40905"/>
                  </a:moveTo>
                  <a:lnTo>
                    <a:pt x="73465" y="4090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1895005" y="2881158"/>
              <a:ext cx="73465" cy="143301"/>
            </a:xfrm>
            <a:custGeom>
              <a:avLst/>
              <a:pathLst>
                <a:path w="73465" h="143301">
                  <a:moveTo>
                    <a:pt x="0" y="143301"/>
                  </a:moveTo>
                  <a:lnTo>
                    <a:pt x="73465" y="14330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895005" y="299117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931737" y="3024460"/>
              <a:ext cx="0" cy="32497"/>
            </a:xfrm>
            <a:custGeom>
              <a:avLst/>
              <a:pathLst>
                <a:path w="0" h="32497">
                  <a:moveTo>
                    <a:pt x="0" y="3249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931737" y="288115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913371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913371" y="288115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1895005" y="2881158"/>
              <a:ext cx="73465" cy="143301"/>
            </a:xfrm>
            <a:custGeom>
              <a:avLst/>
              <a:pathLst>
                <a:path w="73465" h="143301">
                  <a:moveTo>
                    <a:pt x="0" y="143301"/>
                  </a:moveTo>
                  <a:lnTo>
                    <a:pt x="73465" y="14330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2384773" y="2446944"/>
              <a:ext cx="73465" cy="566495"/>
            </a:xfrm>
            <a:custGeom>
              <a:avLst/>
              <a:pathLst>
                <a:path w="73465" h="566495">
                  <a:moveTo>
                    <a:pt x="0" y="566495"/>
                  </a:moveTo>
                  <a:lnTo>
                    <a:pt x="73465" y="56649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384773" y="2889516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421506" y="3013440"/>
              <a:ext cx="0" cy="43517"/>
            </a:xfrm>
            <a:custGeom>
              <a:avLst/>
              <a:pathLst>
                <a:path w="0" h="43517">
                  <a:moveTo>
                    <a:pt x="0" y="435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421506" y="2254633"/>
              <a:ext cx="0" cy="192310"/>
            </a:xfrm>
            <a:custGeom>
              <a:avLst/>
              <a:pathLst>
                <a:path w="0" h="192310">
                  <a:moveTo>
                    <a:pt x="0" y="0"/>
                  </a:moveTo>
                  <a:lnTo>
                    <a:pt x="0" y="1923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403139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403139" y="225463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2384773" y="2446944"/>
              <a:ext cx="73465" cy="566495"/>
            </a:xfrm>
            <a:custGeom>
              <a:avLst/>
              <a:pathLst>
                <a:path w="73465" h="566495">
                  <a:moveTo>
                    <a:pt x="0" y="566495"/>
                  </a:moveTo>
                  <a:lnTo>
                    <a:pt x="73465" y="56649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2874541" y="2389082"/>
              <a:ext cx="73465" cy="495309"/>
            </a:xfrm>
            <a:custGeom>
              <a:avLst/>
              <a:pathLst>
                <a:path w="73465" h="495309">
                  <a:moveTo>
                    <a:pt x="0" y="495309"/>
                  </a:moveTo>
                  <a:lnTo>
                    <a:pt x="73465" y="49530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874541" y="2470484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911274" y="2884392"/>
              <a:ext cx="0" cy="172565"/>
            </a:xfrm>
            <a:custGeom>
              <a:avLst/>
              <a:pathLst>
                <a:path w="0" h="172565">
                  <a:moveTo>
                    <a:pt x="0" y="17256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2911274" y="2282135"/>
              <a:ext cx="0" cy="106947"/>
            </a:xfrm>
            <a:custGeom>
              <a:avLst/>
              <a:pathLst>
                <a:path w="0" h="106947">
                  <a:moveTo>
                    <a:pt x="0" y="0"/>
                  </a:moveTo>
                  <a:lnTo>
                    <a:pt x="0" y="1069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2892908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892908" y="228213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2874541" y="2389082"/>
              <a:ext cx="73465" cy="495309"/>
            </a:xfrm>
            <a:custGeom>
              <a:avLst/>
              <a:pathLst>
                <a:path w="73465" h="495309">
                  <a:moveTo>
                    <a:pt x="0" y="495309"/>
                  </a:moveTo>
                  <a:lnTo>
                    <a:pt x="73465" y="49530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3364310" y="2360780"/>
              <a:ext cx="73465" cy="184614"/>
            </a:xfrm>
            <a:custGeom>
              <a:avLst/>
              <a:pathLst>
                <a:path w="73465" h="184614">
                  <a:moveTo>
                    <a:pt x="0" y="184614"/>
                  </a:moveTo>
                  <a:lnTo>
                    <a:pt x="73465" y="18461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364310" y="240398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401043" y="2545394"/>
              <a:ext cx="0" cy="14669"/>
            </a:xfrm>
            <a:custGeom>
              <a:avLst/>
              <a:pathLst>
                <a:path w="0" h="14669">
                  <a:moveTo>
                    <a:pt x="0" y="146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3401043" y="2285555"/>
              <a:ext cx="0" cy="75224"/>
            </a:xfrm>
            <a:custGeom>
              <a:avLst/>
              <a:pathLst>
                <a:path w="0" h="75224">
                  <a:moveTo>
                    <a:pt x="0" y="0"/>
                  </a:moveTo>
                  <a:lnTo>
                    <a:pt x="0" y="752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3382676" y="256006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3382676" y="228555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3364310" y="2360780"/>
              <a:ext cx="73465" cy="184614"/>
            </a:xfrm>
            <a:custGeom>
              <a:avLst/>
              <a:pathLst>
                <a:path w="73465" h="184614">
                  <a:moveTo>
                    <a:pt x="0" y="184614"/>
                  </a:moveTo>
                  <a:lnTo>
                    <a:pt x="73465" y="18461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3854078" y="2389956"/>
              <a:ext cx="73465" cy="41527"/>
            </a:xfrm>
            <a:custGeom>
              <a:avLst/>
              <a:pathLst>
                <a:path w="73465" h="41527">
                  <a:moveTo>
                    <a:pt x="0" y="41527"/>
                  </a:moveTo>
                  <a:lnTo>
                    <a:pt x="73465" y="4152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854078" y="2408204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3890811" y="2431484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3890811" y="2371709"/>
              <a:ext cx="0" cy="18247"/>
            </a:xfrm>
            <a:custGeom>
              <a:avLst/>
              <a:pathLst>
                <a:path w="0" h="18247">
                  <a:moveTo>
                    <a:pt x="0" y="0"/>
                  </a:moveTo>
                  <a:lnTo>
                    <a:pt x="0" y="182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3872445" y="245476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872445" y="237170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3854078" y="2389956"/>
              <a:ext cx="73465" cy="41527"/>
            </a:xfrm>
            <a:custGeom>
              <a:avLst/>
              <a:pathLst>
                <a:path w="73465" h="41527">
                  <a:moveTo>
                    <a:pt x="0" y="41527"/>
                  </a:moveTo>
                  <a:lnTo>
                    <a:pt x="73465" y="4152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1441969" y="3089050"/>
              <a:ext cx="2448842" cy="0"/>
            </a:xfrm>
            <a:custGeom>
              <a:avLst/>
              <a:pathLst>
                <a:path w="2448842" h="0">
                  <a:moveTo>
                    <a:pt x="0" y="0"/>
                  </a:moveTo>
                  <a:lnTo>
                    <a:pt x="244884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441969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1931737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421506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911274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3401043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3890811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3"/>
            <p:cNvSpPr/>
            <p:nvPr/>
          </p:nvSpPr>
          <p:spPr>
            <a:xfrm>
              <a:off x="1171351" y="3249492"/>
              <a:ext cx="541235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(1.5,4.5]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2211231" y="3249492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(5,5.5]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3190768" y="3249492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(6,6.5]</a:t>
              </a:r>
            </a:p>
          </p:txBody>
        </p:sp>
        <p:sp>
          <p:nvSpPr>
            <p:cNvPr id="57" name="pl56"/>
            <p:cNvSpPr/>
            <p:nvPr/>
          </p:nvSpPr>
          <p:spPr>
            <a:xfrm>
              <a:off x="1079540" y="2357095"/>
              <a:ext cx="0" cy="598419"/>
            </a:xfrm>
            <a:custGeom>
              <a:avLst/>
              <a:pathLst>
                <a:path w="0" h="598419">
                  <a:moveTo>
                    <a:pt x="0" y="59841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1003645" y="295551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1003645" y="280590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003645" y="265630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003645" y="250670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003645" y="235709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2"/>
            <p:cNvSpPr/>
            <p:nvPr/>
          </p:nvSpPr>
          <p:spPr>
            <a:xfrm rot="-5400000">
              <a:off x="811046" y="2909408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64" name="tx63"/>
            <p:cNvSpPr/>
            <p:nvPr/>
          </p:nvSpPr>
          <p:spPr>
            <a:xfrm rot="-5400000">
              <a:off x="809317" y="2608469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65" name="tx64"/>
            <p:cNvSpPr/>
            <p:nvPr/>
          </p:nvSpPr>
          <p:spPr>
            <a:xfrm rot="-5400000">
              <a:off x="809317" y="2309259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941701" y="1815574"/>
              <a:ext cx="3449377" cy="1511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iq_hg, tss = 1, cor train = 0.329,cor test 0.36</a:t>
              </a:r>
            </a:p>
          </p:txBody>
        </p:sp>
        <p:sp>
          <p:nvSpPr>
            <p:cNvPr id="67" name="pg66"/>
            <p:cNvSpPr/>
            <p:nvPr/>
          </p:nvSpPr>
          <p:spPr>
            <a:xfrm>
              <a:off x="10795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1503190" y="2997035"/>
              <a:ext cx="73465" cy="43646"/>
            </a:xfrm>
            <a:custGeom>
              <a:avLst/>
              <a:pathLst>
                <a:path w="73465" h="43646">
                  <a:moveTo>
                    <a:pt x="0" y="43646"/>
                  </a:moveTo>
                  <a:lnTo>
                    <a:pt x="73465" y="4364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503190" y="302435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1539922" y="3040681"/>
              <a:ext cx="0" cy="16275"/>
            </a:xfrm>
            <a:custGeom>
              <a:avLst/>
              <a:pathLst>
                <a:path w="0" h="16275">
                  <a:moveTo>
                    <a:pt x="0" y="1627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539922" y="2931609"/>
              <a:ext cx="0" cy="65426"/>
            </a:xfrm>
            <a:custGeom>
              <a:avLst/>
              <a:pathLst>
                <a:path w="0" h="65426">
                  <a:moveTo>
                    <a:pt x="0" y="0"/>
                  </a:moveTo>
                  <a:lnTo>
                    <a:pt x="0" y="654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521556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521556" y="293160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1503190" y="2997035"/>
              <a:ext cx="73465" cy="43646"/>
            </a:xfrm>
            <a:custGeom>
              <a:avLst/>
              <a:pathLst>
                <a:path w="73465" h="43646">
                  <a:moveTo>
                    <a:pt x="0" y="43646"/>
                  </a:moveTo>
                  <a:lnTo>
                    <a:pt x="73465" y="4364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1992958" y="2541797"/>
              <a:ext cx="73465" cy="479551"/>
            </a:xfrm>
            <a:custGeom>
              <a:avLst/>
              <a:pathLst>
                <a:path w="73465" h="479551">
                  <a:moveTo>
                    <a:pt x="0" y="479551"/>
                  </a:moveTo>
                  <a:lnTo>
                    <a:pt x="73465" y="47955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1992958" y="2978376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2029691" y="3021348"/>
              <a:ext cx="0" cy="35608"/>
            </a:xfrm>
            <a:custGeom>
              <a:avLst/>
              <a:pathLst>
                <a:path w="0" h="35608">
                  <a:moveTo>
                    <a:pt x="0" y="3560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2029691" y="2302548"/>
              <a:ext cx="0" cy="239248"/>
            </a:xfrm>
            <a:custGeom>
              <a:avLst/>
              <a:pathLst>
                <a:path w="0" h="239248">
                  <a:moveTo>
                    <a:pt x="0" y="0"/>
                  </a:moveTo>
                  <a:lnTo>
                    <a:pt x="0" y="2392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2011325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2011325" y="230254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1992958" y="2541797"/>
              <a:ext cx="73465" cy="479551"/>
            </a:xfrm>
            <a:custGeom>
              <a:avLst/>
              <a:pathLst>
                <a:path w="73465" h="479551">
                  <a:moveTo>
                    <a:pt x="0" y="479551"/>
                  </a:moveTo>
                  <a:lnTo>
                    <a:pt x="73465" y="47955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1"/>
            <p:cNvSpPr/>
            <p:nvPr/>
          </p:nvSpPr>
          <p:spPr>
            <a:xfrm>
              <a:off x="2482727" y="2424854"/>
              <a:ext cx="73465" cy="571563"/>
            </a:xfrm>
            <a:custGeom>
              <a:avLst/>
              <a:pathLst>
                <a:path w="73465" h="571563">
                  <a:moveTo>
                    <a:pt x="0" y="571563"/>
                  </a:moveTo>
                  <a:lnTo>
                    <a:pt x="73465" y="57156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2482727" y="252178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2519459" y="2996417"/>
              <a:ext cx="0" cy="60539"/>
            </a:xfrm>
            <a:custGeom>
              <a:avLst/>
              <a:pathLst>
                <a:path w="0" h="60539">
                  <a:moveTo>
                    <a:pt x="0" y="605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2519459" y="2320181"/>
              <a:ext cx="0" cy="104672"/>
            </a:xfrm>
            <a:custGeom>
              <a:avLst/>
              <a:pathLst>
                <a:path w="0" h="104672">
                  <a:moveTo>
                    <a:pt x="0" y="0"/>
                  </a:moveTo>
                  <a:lnTo>
                    <a:pt x="0" y="10467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2501093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2501093" y="232018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2482727" y="2424854"/>
              <a:ext cx="73465" cy="571563"/>
            </a:xfrm>
            <a:custGeom>
              <a:avLst/>
              <a:pathLst>
                <a:path w="73465" h="571563">
                  <a:moveTo>
                    <a:pt x="0" y="571563"/>
                  </a:moveTo>
                  <a:lnTo>
                    <a:pt x="73465" y="57156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2972495" y="2380586"/>
              <a:ext cx="73465" cy="192297"/>
            </a:xfrm>
            <a:custGeom>
              <a:avLst/>
              <a:pathLst>
                <a:path w="73465" h="192297">
                  <a:moveTo>
                    <a:pt x="0" y="192297"/>
                  </a:moveTo>
                  <a:lnTo>
                    <a:pt x="73465" y="19229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2972495" y="245011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3009228" y="257288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3009228" y="2315199"/>
              <a:ext cx="0" cy="65386"/>
            </a:xfrm>
            <a:custGeom>
              <a:avLst/>
              <a:pathLst>
                <a:path w="0" h="65386">
                  <a:moveTo>
                    <a:pt x="0" y="0"/>
                  </a:moveTo>
                  <a:lnTo>
                    <a:pt x="0" y="6538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2990861" y="257288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2990861" y="231519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4"/>
            <p:cNvSpPr/>
            <p:nvPr/>
          </p:nvSpPr>
          <p:spPr>
            <a:xfrm>
              <a:off x="2972495" y="2380586"/>
              <a:ext cx="73465" cy="192297"/>
            </a:xfrm>
            <a:custGeom>
              <a:avLst/>
              <a:pathLst>
                <a:path w="73465" h="192297">
                  <a:moveTo>
                    <a:pt x="0" y="192297"/>
                  </a:moveTo>
                  <a:lnTo>
                    <a:pt x="73465" y="19229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3462264" y="2323703"/>
              <a:ext cx="73465" cy="139922"/>
            </a:xfrm>
            <a:custGeom>
              <a:avLst/>
              <a:pathLst>
                <a:path w="73465" h="139922">
                  <a:moveTo>
                    <a:pt x="0" y="139922"/>
                  </a:moveTo>
                  <a:lnTo>
                    <a:pt x="73465" y="13992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3462264" y="235138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3498996" y="2463626"/>
              <a:ext cx="0" cy="31274"/>
            </a:xfrm>
            <a:custGeom>
              <a:avLst/>
              <a:pathLst>
                <a:path w="0" h="31274">
                  <a:moveTo>
                    <a:pt x="0" y="3127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3498996" y="2304991"/>
              <a:ext cx="0" cy="18711"/>
            </a:xfrm>
            <a:custGeom>
              <a:avLst/>
              <a:pathLst>
                <a:path w="0" h="18711">
                  <a:moveTo>
                    <a:pt x="0" y="0"/>
                  </a:moveTo>
                  <a:lnTo>
                    <a:pt x="0" y="1871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3480630" y="249490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3480630" y="230499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1"/>
            <p:cNvSpPr/>
            <p:nvPr/>
          </p:nvSpPr>
          <p:spPr>
            <a:xfrm>
              <a:off x="3462264" y="2323703"/>
              <a:ext cx="73465" cy="139922"/>
            </a:xfrm>
            <a:custGeom>
              <a:avLst/>
              <a:pathLst>
                <a:path w="73465" h="139922">
                  <a:moveTo>
                    <a:pt x="0" y="139922"/>
                  </a:moveTo>
                  <a:lnTo>
                    <a:pt x="73465" y="13992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3952032" y="2385248"/>
              <a:ext cx="73465" cy="369791"/>
            </a:xfrm>
            <a:custGeom>
              <a:avLst/>
              <a:pathLst>
                <a:path w="73465" h="369791">
                  <a:moveTo>
                    <a:pt x="0" y="369791"/>
                  </a:moveTo>
                  <a:lnTo>
                    <a:pt x="73465" y="36979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3952032" y="242637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3988765" y="2755039"/>
              <a:ext cx="0" cy="301917"/>
            </a:xfrm>
            <a:custGeom>
              <a:avLst/>
              <a:pathLst>
                <a:path w="0" h="301917">
                  <a:moveTo>
                    <a:pt x="0" y="3019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3988765" y="2370863"/>
              <a:ext cx="0" cy="14384"/>
            </a:xfrm>
            <a:custGeom>
              <a:avLst/>
              <a:pathLst>
                <a:path w="0" h="14384">
                  <a:moveTo>
                    <a:pt x="0" y="0"/>
                  </a:moveTo>
                  <a:lnTo>
                    <a:pt x="0" y="143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3970398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3970398" y="237086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3952032" y="2385248"/>
              <a:ext cx="73465" cy="369791"/>
            </a:xfrm>
            <a:custGeom>
              <a:avLst/>
              <a:pathLst>
                <a:path w="73465" h="369791">
                  <a:moveTo>
                    <a:pt x="0" y="369791"/>
                  </a:moveTo>
                  <a:lnTo>
                    <a:pt x="73465" y="36979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079540" y="2357095"/>
              <a:ext cx="0" cy="598419"/>
            </a:xfrm>
            <a:custGeom>
              <a:avLst/>
              <a:pathLst>
                <a:path w="0" h="598419">
                  <a:moveTo>
                    <a:pt x="0" y="59841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1003645" y="295551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1003645" y="2805909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1003645" y="265630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1003645" y="250670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1003645" y="235709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5"/>
            <p:cNvSpPr/>
            <p:nvPr/>
          </p:nvSpPr>
          <p:spPr>
            <a:xfrm rot="-5400000">
              <a:off x="811046" y="2909408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17" name="tx116"/>
            <p:cNvSpPr/>
            <p:nvPr/>
          </p:nvSpPr>
          <p:spPr>
            <a:xfrm rot="-5400000">
              <a:off x="809317" y="2608469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18" name="tx117"/>
            <p:cNvSpPr/>
            <p:nvPr/>
          </p:nvSpPr>
          <p:spPr>
            <a:xfrm rot="-5400000">
              <a:off x="809317" y="2309259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19" name="pg118"/>
            <p:cNvSpPr/>
            <p:nvPr/>
          </p:nvSpPr>
          <p:spPr>
            <a:xfrm>
              <a:off x="10795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19"/>
            <p:cNvSpPr/>
            <p:nvPr/>
          </p:nvSpPr>
          <p:spPr>
            <a:xfrm>
              <a:off x="1405236" y="4598079"/>
              <a:ext cx="73465" cy="55444"/>
            </a:xfrm>
            <a:custGeom>
              <a:avLst/>
              <a:pathLst>
                <a:path w="73465" h="55444">
                  <a:moveTo>
                    <a:pt x="0" y="55444"/>
                  </a:moveTo>
                  <a:lnTo>
                    <a:pt x="73465" y="5544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1405236" y="4622368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1441969" y="4653524"/>
              <a:ext cx="0" cy="83093"/>
            </a:xfrm>
            <a:custGeom>
              <a:avLst/>
              <a:pathLst>
                <a:path w="0" h="83093">
                  <a:moveTo>
                    <a:pt x="0" y="830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1441969" y="4529550"/>
              <a:ext cx="0" cy="68528"/>
            </a:xfrm>
            <a:custGeom>
              <a:avLst/>
              <a:pathLst>
                <a:path w="0" h="68528">
                  <a:moveTo>
                    <a:pt x="0" y="0"/>
                  </a:moveTo>
                  <a:lnTo>
                    <a:pt x="0" y="685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1423602" y="473661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1423602" y="452955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5"/>
            <p:cNvSpPr/>
            <p:nvPr/>
          </p:nvSpPr>
          <p:spPr>
            <a:xfrm>
              <a:off x="1405236" y="4598079"/>
              <a:ext cx="73465" cy="55444"/>
            </a:xfrm>
            <a:custGeom>
              <a:avLst/>
              <a:pathLst>
                <a:path w="73465" h="55444">
                  <a:moveTo>
                    <a:pt x="0" y="55444"/>
                  </a:moveTo>
                  <a:lnTo>
                    <a:pt x="73465" y="5544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6"/>
            <p:cNvSpPr/>
            <p:nvPr/>
          </p:nvSpPr>
          <p:spPr>
            <a:xfrm>
              <a:off x="1895005" y="4617163"/>
              <a:ext cx="73465" cy="138685"/>
            </a:xfrm>
            <a:custGeom>
              <a:avLst/>
              <a:pathLst>
                <a:path w="73465" h="138685">
                  <a:moveTo>
                    <a:pt x="0" y="138685"/>
                  </a:moveTo>
                  <a:lnTo>
                    <a:pt x="73465" y="13868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pl127"/>
            <p:cNvSpPr/>
            <p:nvPr/>
          </p:nvSpPr>
          <p:spPr>
            <a:xfrm>
              <a:off x="1895005" y="4656645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8"/>
            <p:cNvSpPr/>
            <p:nvPr/>
          </p:nvSpPr>
          <p:spPr>
            <a:xfrm>
              <a:off x="1931737" y="4755849"/>
              <a:ext cx="0" cy="206111"/>
            </a:xfrm>
            <a:custGeom>
              <a:avLst/>
              <a:pathLst>
                <a:path w="0" h="206111">
                  <a:moveTo>
                    <a:pt x="0" y="20611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0" name="pl129"/>
            <p:cNvSpPr/>
            <p:nvPr/>
          </p:nvSpPr>
          <p:spPr>
            <a:xfrm>
              <a:off x="1931737" y="4517615"/>
              <a:ext cx="0" cy="99548"/>
            </a:xfrm>
            <a:custGeom>
              <a:avLst/>
              <a:pathLst>
                <a:path w="0" h="99548">
                  <a:moveTo>
                    <a:pt x="0" y="0"/>
                  </a:moveTo>
                  <a:lnTo>
                    <a:pt x="0" y="995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1913371" y="496196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1"/>
            <p:cNvSpPr/>
            <p:nvPr/>
          </p:nvSpPr>
          <p:spPr>
            <a:xfrm>
              <a:off x="1913371" y="451761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2"/>
            <p:cNvSpPr/>
            <p:nvPr/>
          </p:nvSpPr>
          <p:spPr>
            <a:xfrm>
              <a:off x="1895005" y="4617163"/>
              <a:ext cx="73465" cy="138685"/>
            </a:xfrm>
            <a:custGeom>
              <a:avLst/>
              <a:pathLst>
                <a:path w="73465" h="138685">
                  <a:moveTo>
                    <a:pt x="0" y="138685"/>
                  </a:moveTo>
                  <a:lnTo>
                    <a:pt x="73465" y="13868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3"/>
            <p:cNvSpPr/>
            <p:nvPr/>
          </p:nvSpPr>
          <p:spPr>
            <a:xfrm>
              <a:off x="2384773" y="4631571"/>
              <a:ext cx="73465" cy="419690"/>
            </a:xfrm>
            <a:custGeom>
              <a:avLst/>
              <a:pathLst>
                <a:path w="73465" h="419690">
                  <a:moveTo>
                    <a:pt x="0" y="419690"/>
                  </a:moveTo>
                  <a:lnTo>
                    <a:pt x="73465" y="41969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2384773" y="4753048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2421506" y="5051262"/>
              <a:ext cx="0" cy="228060"/>
            </a:xfrm>
            <a:custGeom>
              <a:avLst/>
              <a:pathLst>
                <a:path w="0" h="228060">
                  <a:moveTo>
                    <a:pt x="0" y="22806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2421506" y="4537821"/>
              <a:ext cx="0" cy="93750"/>
            </a:xfrm>
            <a:custGeom>
              <a:avLst/>
              <a:pathLst>
                <a:path w="0" h="93750">
                  <a:moveTo>
                    <a:pt x="0" y="0"/>
                  </a:moveTo>
                  <a:lnTo>
                    <a:pt x="0" y="937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2403139" y="5279322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2403139" y="453782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39"/>
            <p:cNvSpPr/>
            <p:nvPr/>
          </p:nvSpPr>
          <p:spPr>
            <a:xfrm>
              <a:off x="2384773" y="4631571"/>
              <a:ext cx="73465" cy="419690"/>
            </a:xfrm>
            <a:custGeom>
              <a:avLst/>
              <a:pathLst>
                <a:path w="73465" h="419690">
                  <a:moveTo>
                    <a:pt x="0" y="419690"/>
                  </a:moveTo>
                  <a:lnTo>
                    <a:pt x="73465" y="41969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0"/>
            <p:cNvSpPr/>
            <p:nvPr/>
          </p:nvSpPr>
          <p:spPr>
            <a:xfrm>
              <a:off x="2874541" y="4740430"/>
              <a:ext cx="73465" cy="377560"/>
            </a:xfrm>
            <a:custGeom>
              <a:avLst/>
              <a:pathLst>
                <a:path w="73465" h="377560">
                  <a:moveTo>
                    <a:pt x="0" y="377560"/>
                  </a:moveTo>
                  <a:lnTo>
                    <a:pt x="73465" y="37756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2874541" y="502849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2911274" y="5117991"/>
              <a:ext cx="0" cy="189453"/>
            </a:xfrm>
            <a:custGeom>
              <a:avLst/>
              <a:pathLst>
                <a:path w="0" h="189453">
                  <a:moveTo>
                    <a:pt x="0" y="18945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2911274" y="4589191"/>
              <a:ext cx="0" cy="151239"/>
            </a:xfrm>
            <a:custGeom>
              <a:avLst/>
              <a:pathLst>
                <a:path w="0" h="151239">
                  <a:moveTo>
                    <a:pt x="0" y="0"/>
                  </a:moveTo>
                  <a:lnTo>
                    <a:pt x="0" y="1512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2892908" y="530744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2892908" y="458919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6"/>
            <p:cNvSpPr/>
            <p:nvPr/>
          </p:nvSpPr>
          <p:spPr>
            <a:xfrm>
              <a:off x="2874541" y="4740430"/>
              <a:ext cx="73465" cy="377560"/>
            </a:xfrm>
            <a:custGeom>
              <a:avLst/>
              <a:pathLst>
                <a:path w="73465" h="377560">
                  <a:moveTo>
                    <a:pt x="0" y="377560"/>
                  </a:moveTo>
                  <a:lnTo>
                    <a:pt x="73465" y="37756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7"/>
            <p:cNvSpPr/>
            <p:nvPr/>
          </p:nvSpPr>
          <p:spPr>
            <a:xfrm>
              <a:off x="3364310" y="4967695"/>
              <a:ext cx="73465" cy="151488"/>
            </a:xfrm>
            <a:custGeom>
              <a:avLst/>
              <a:pathLst>
                <a:path w="73465" h="151488">
                  <a:moveTo>
                    <a:pt x="0" y="151488"/>
                  </a:moveTo>
                  <a:lnTo>
                    <a:pt x="73465" y="15148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3364310" y="5083467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3401043" y="5119184"/>
              <a:ext cx="0" cy="200754"/>
            </a:xfrm>
            <a:custGeom>
              <a:avLst/>
              <a:pathLst>
                <a:path w="0" h="200754">
                  <a:moveTo>
                    <a:pt x="0" y="20075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3401043" y="4897555"/>
              <a:ext cx="0" cy="70139"/>
            </a:xfrm>
            <a:custGeom>
              <a:avLst/>
              <a:pathLst>
                <a:path w="0" h="70139">
                  <a:moveTo>
                    <a:pt x="0" y="0"/>
                  </a:moveTo>
                  <a:lnTo>
                    <a:pt x="0" y="701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3382676" y="531993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3382676" y="489755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3"/>
            <p:cNvSpPr/>
            <p:nvPr/>
          </p:nvSpPr>
          <p:spPr>
            <a:xfrm>
              <a:off x="3364310" y="4967695"/>
              <a:ext cx="73465" cy="151488"/>
            </a:xfrm>
            <a:custGeom>
              <a:avLst/>
              <a:pathLst>
                <a:path w="73465" h="151488">
                  <a:moveTo>
                    <a:pt x="0" y="151488"/>
                  </a:moveTo>
                  <a:lnTo>
                    <a:pt x="73465" y="15148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4"/>
            <p:cNvSpPr/>
            <p:nvPr/>
          </p:nvSpPr>
          <p:spPr>
            <a:xfrm>
              <a:off x="3854078" y="5046080"/>
              <a:ext cx="73465" cy="73376"/>
            </a:xfrm>
            <a:custGeom>
              <a:avLst/>
              <a:pathLst>
                <a:path w="73465" h="73376">
                  <a:moveTo>
                    <a:pt x="0" y="73376"/>
                  </a:moveTo>
                  <a:lnTo>
                    <a:pt x="73465" y="7337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3854078" y="5076194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3890811" y="5119456"/>
              <a:ext cx="0" cy="43262"/>
            </a:xfrm>
            <a:custGeom>
              <a:avLst/>
              <a:pathLst>
                <a:path w="0" h="43262">
                  <a:moveTo>
                    <a:pt x="0" y="4326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3890811" y="5015966"/>
              <a:ext cx="0" cy="30113"/>
            </a:xfrm>
            <a:custGeom>
              <a:avLst/>
              <a:pathLst>
                <a:path w="0" h="30113">
                  <a:moveTo>
                    <a:pt x="0" y="0"/>
                  </a:moveTo>
                  <a:lnTo>
                    <a:pt x="0" y="301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3872445" y="516271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3872445" y="501596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0"/>
            <p:cNvSpPr/>
            <p:nvPr/>
          </p:nvSpPr>
          <p:spPr>
            <a:xfrm>
              <a:off x="3854078" y="5046080"/>
              <a:ext cx="73465" cy="73376"/>
            </a:xfrm>
            <a:custGeom>
              <a:avLst/>
              <a:pathLst>
                <a:path w="73465" h="73376">
                  <a:moveTo>
                    <a:pt x="0" y="73376"/>
                  </a:moveTo>
                  <a:lnTo>
                    <a:pt x="73465" y="7337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1441969" y="5352031"/>
              <a:ext cx="2448842" cy="0"/>
            </a:xfrm>
            <a:custGeom>
              <a:avLst/>
              <a:pathLst>
                <a:path w="2448842" h="0">
                  <a:moveTo>
                    <a:pt x="0" y="0"/>
                  </a:moveTo>
                  <a:lnTo>
                    <a:pt x="244884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1441969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1931737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4"/>
            <p:cNvSpPr/>
            <p:nvPr/>
          </p:nvSpPr>
          <p:spPr>
            <a:xfrm>
              <a:off x="2421506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5"/>
            <p:cNvSpPr/>
            <p:nvPr/>
          </p:nvSpPr>
          <p:spPr>
            <a:xfrm>
              <a:off x="2911274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6"/>
            <p:cNvSpPr/>
            <p:nvPr/>
          </p:nvSpPr>
          <p:spPr>
            <a:xfrm>
              <a:off x="3401043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7"/>
            <p:cNvSpPr/>
            <p:nvPr/>
          </p:nvSpPr>
          <p:spPr>
            <a:xfrm>
              <a:off x="3890811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168"/>
            <p:cNvSpPr/>
            <p:nvPr/>
          </p:nvSpPr>
          <p:spPr>
            <a:xfrm>
              <a:off x="1171351" y="5512474"/>
              <a:ext cx="541235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(1.5,4.5]</a:t>
              </a:r>
            </a:p>
          </p:txBody>
        </p:sp>
        <p:sp>
          <p:nvSpPr>
            <p:cNvPr id="170" name="tx169"/>
            <p:cNvSpPr/>
            <p:nvPr/>
          </p:nvSpPr>
          <p:spPr>
            <a:xfrm>
              <a:off x="2211231" y="5512474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(5,5.5]</a:t>
              </a:r>
            </a:p>
          </p:txBody>
        </p:sp>
        <p:sp>
          <p:nvSpPr>
            <p:cNvPr id="171" name="tx170"/>
            <p:cNvSpPr/>
            <p:nvPr/>
          </p:nvSpPr>
          <p:spPr>
            <a:xfrm>
              <a:off x="3190768" y="5512474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(6,6.5]</a:t>
              </a:r>
            </a:p>
          </p:txBody>
        </p:sp>
        <p:sp>
          <p:nvSpPr>
            <p:cNvPr id="172" name="pl171"/>
            <p:cNvSpPr/>
            <p:nvPr/>
          </p:nvSpPr>
          <p:spPr>
            <a:xfrm>
              <a:off x="1079540" y="4562680"/>
              <a:ext cx="0" cy="661630"/>
            </a:xfrm>
            <a:custGeom>
              <a:avLst/>
              <a:pathLst>
                <a:path w="0" h="661630">
                  <a:moveTo>
                    <a:pt x="0" y="66163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2"/>
            <p:cNvSpPr/>
            <p:nvPr/>
          </p:nvSpPr>
          <p:spPr>
            <a:xfrm>
              <a:off x="1003645" y="522431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3"/>
            <p:cNvSpPr/>
            <p:nvPr/>
          </p:nvSpPr>
          <p:spPr>
            <a:xfrm>
              <a:off x="1003645" y="5058903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1003645" y="489349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1003645" y="472808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1003645" y="456268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tx177"/>
            <p:cNvSpPr/>
            <p:nvPr/>
          </p:nvSpPr>
          <p:spPr>
            <a:xfrm rot="-5400000">
              <a:off x="788224" y="5178204"/>
              <a:ext cx="126121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179" name="tx178"/>
            <p:cNvSpPr/>
            <p:nvPr/>
          </p:nvSpPr>
          <p:spPr>
            <a:xfrm rot="-5400000">
              <a:off x="809317" y="4845659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80" name="tx179"/>
            <p:cNvSpPr/>
            <p:nvPr/>
          </p:nvSpPr>
          <p:spPr>
            <a:xfrm rot="-5400000">
              <a:off x="811046" y="4516574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81" name="tx180"/>
            <p:cNvSpPr/>
            <p:nvPr/>
          </p:nvSpPr>
          <p:spPr>
            <a:xfrm>
              <a:off x="838642" y="4078556"/>
              <a:ext cx="3655495" cy="1511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iq_hg, tss = 1, cor train = -0.297,cor test -0.291</a:t>
              </a:r>
            </a:p>
          </p:txBody>
        </p:sp>
        <p:sp>
          <p:nvSpPr>
            <p:cNvPr id="182" name="pg181"/>
            <p:cNvSpPr/>
            <p:nvPr/>
          </p:nvSpPr>
          <p:spPr>
            <a:xfrm>
              <a:off x="1079540" y="4485522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1503190" y="4595031"/>
              <a:ext cx="73465" cy="51380"/>
            </a:xfrm>
            <a:custGeom>
              <a:avLst/>
              <a:pathLst>
                <a:path w="73465" h="51380">
                  <a:moveTo>
                    <a:pt x="0" y="51380"/>
                  </a:moveTo>
                  <a:lnTo>
                    <a:pt x="73465" y="5138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pl183"/>
            <p:cNvSpPr/>
            <p:nvPr/>
          </p:nvSpPr>
          <p:spPr>
            <a:xfrm>
              <a:off x="1503190" y="4616211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4"/>
            <p:cNvSpPr/>
            <p:nvPr/>
          </p:nvSpPr>
          <p:spPr>
            <a:xfrm>
              <a:off x="1539922" y="4646411"/>
              <a:ext cx="0" cy="76809"/>
            </a:xfrm>
            <a:custGeom>
              <a:avLst/>
              <a:pathLst>
                <a:path w="0" h="76809">
                  <a:moveTo>
                    <a:pt x="0" y="7680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1539922" y="4521856"/>
              <a:ext cx="0" cy="73175"/>
            </a:xfrm>
            <a:custGeom>
              <a:avLst/>
              <a:pathLst>
                <a:path w="0" h="73175">
                  <a:moveTo>
                    <a:pt x="0" y="0"/>
                  </a:moveTo>
                  <a:lnTo>
                    <a:pt x="0" y="731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1521556" y="472322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1521556" y="452185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8"/>
            <p:cNvSpPr/>
            <p:nvPr/>
          </p:nvSpPr>
          <p:spPr>
            <a:xfrm>
              <a:off x="1503190" y="4595031"/>
              <a:ext cx="73465" cy="51380"/>
            </a:xfrm>
            <a:custGeom>
              <a:avLst/>
              <a:pathLst>
                <a:path w="73465" h="51380">
                  <a:moveTo>
                    <a:pt x="0" y="51380"/>
                  </a:moveTo>
                  <a:lnTo>
                    <a:pt x="73465" y="5138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89"/>
            <p:cNvSpPr/>
            <p:nvPr/>
          </p:nvSpPr>
          <p:spPr>
            <a:xfrm>
              <a:off x="1992958" y="4612426"/>
              <a:ext cx="73465" cy="332771"/>
            </a:xfrm>
            <a:custGeom>
              <a:avLst/>
              <a:pathLst>
                <a:path w="73465" h="332771">
                  <a:moveTo>
                    <a:pt x="0" y="332771"/>
                  </a:moveTo>
                  <a:lnTo>
                    <a:pt x="73465" y="33277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pl190"/>
            <p:cNvSpPr/>
            <p:nvPr/>
          </p:nvSpPr>
          <p:spPr>
            <a:xfrm>
              <a:off x="1992958" y="4664376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1"/>
            <p:cNvSpPr/>
            <p:nvPr/>
          </p:nvSpPr>
          <p:spPr>
            <a:xfrm>
              <a:off x="2029691" y="4945198"/>
              <a:ext cx="0" cy="348763"/>
            </a:xfrm>
            <a:custGeom>
              <a:avLst/>
              <a:pathLst>
                <a:path w="0" h="348763">
                  <a:moveTo>
                    <a:pt x="0" y="34876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3" name="pl192"/>
            <p:cNvSpPr/>
            <p:nvPr/>
          </p:nvSpPr>
          <p:spPr>
            <a:xfrm>
              <a:off x="2029691" y="4535165"/>
              <a:ext cx="0" cy="77261"/>
            </a:xfrm>
            <a:custGeom>
              <a:avLst/>
              <a:pathLst>
                <a:path w="0" h="77261">
                  <a:moveTo>
                    <a:pt x="0" y="0"/>
                  </a:moveTo>
                  <a:lnTo>
                    <a:pt x="0" y="772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2011325" y="529396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4"/>
            <p:cNvSpPr/>
            <p:nvPr/>
          </p:nvSpPr>
          <p:spPr>
            <a:xfrm>
              <a:off x="2011325" y="453516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5"/>
            <p:cNvSpPr/>
            <p:nvPr/>
          </p:nvSpPr>
          <p:spPr>
            <a:xfrm>
              <a:off x="1992958" y="4612426"/>
              <a:ext cx="73465" cy="332771"/>
            </a:xfrm>
            <a:custGeom>
              <a:avLst/>
              <a:pathLst>
                <a:path w="73465" h="332771">
                  <a:moveTo>
                    <a:pt x="0" y="332771"/>
                  </a:moveTo>
                  <a:lnTo>
                    <a:pt x="73465" y="33277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6"/>
            <p:cNvSpPr/>
            <p:nvPr/>
          </p:nvSpPr>
          <p:spPr>
            <a:xfrm>
              <a:off x="2482727" y="4645814"/>
              <a:ext cx="73465" cy="428382"/>
            </a:xfrm>
            <a:custGeom>
              <a:avLst/>
              <a:pathLst>
                <a:path w="73465" h="428382">
                  <a:moveTo>
                    <a:pt x="0" y="428382"/>
                  </a:moveTo>
                  <a:lnTo>
                    <a:pt x="73465" y="42838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2482727" y="498386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2519459" y="5074196"/>
              <a:ext cx="0" cy="194157"/>
            </a:xfrm>
            <a:custGeom>
              <a:avLst/>
              <a:pathLst>
                <a:path w="0" h="194157">
                  <a:moveTo>
                    <a:pt x="0" y="19415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2519459" y="4547342"/>
              <a:ext cx="0" cy="98471"/>
            </a:xfrm>
            <a:custGeom>
              <a:avLst/>
              <a:pathLst>
                <a:path w="0" h="98471">
                  <a:moveTo>
                    <a:pt x="0" y="0"/>
                  </a:moveTo>
                  <a:lnTo>
                    <a:pt x="0" y="984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2501093" y="526835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2501093" y="4547342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2"/>
            <p:cNvSpPr/>
            <p:nvPr/>
          </p:nvSpPr>
          <p:spPr>
            <a:xfrm>
              <a:off x="2482727" y="4645814"/>
              <a:ext cx="73465" cy="428382"/>
            </a:xfrm>
            <a:custGeom>
              <a:avLst/>
              <a:pathLst>
                <a:path w="73465" h="428382">
                  <a:moveTo>
                    <a:pt x="0" y="428382"/>
                  </a:moveTo>
                  <a:lnTo>
                    <a:pt x="73465" y="428382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3"/>
            <p:cNvSpPr/>
            <p:nvPr/>
          </p:nvSpPr>
          <p:spPr>
            <a:xfrm>
              <a:off x="2972495" y="4960484"/>
              <a:ext cx="73465" cy="197144"/>
            </a:xfrm>
            <a:custGeom>
              <a:avLst/>
              <a:pathLst>
                <a:path w="73465" h="197144">
                  <a:moveTo>
                    <a:pt x="0" y="197144"/>
                  </a:moveTo>
                  <a:lnTo>
                    <a:pt x="73465" y="19714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2972495" y="503631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3009228" y="5157629"/>
              <a:ext cx="0" cy="91964"/>
            </a:xfrm>
            <a:custGeom>
              <a:avLst/>
              <a:pathLst>
                <a:path w="0" h="91964">
                  <a:moveTo>
                    <a:pt x="0" y="9196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3009228" y="496048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2990861" y="524959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2990861" y="496048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09"/>
            <p:cNvSpPr/>
            <p:nvPr/>
          </p:nvSpPr>
          <p:spPr>
            <a:xfrm>
              <a:off x="2972495" y="4960484"/>
              <a:ext cx="73465" cy="197144"/>
            </a:xfrm>
            <a:custGeom>
              <a:avLst/>
              <a:pathLst>
                <a:path w="73465" h="197144">
                  <a:moveTo>
                    <a:pt x="0" y="197144"/>
                  </a:moveTo>
                  <a:lnTo>
                    <a:pt x="73465" y="19714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0"/>
            <p:cNvSpPr/>
            <p:nvPr/>
          </p:nvSpPr>
          <p:spPr>
            <a:xfrm>
              <a:off x="3462264" y="5038201"/>
              <a:ext cx="73465" cy="134771"/>
            </a:xfrm>
            <a:custGeom>
              <a:avLst/>
              <a:pathLst>
                <a:path w="73465" h="134771">
                  <a:moveTo>
                    <a:pt x="0" y="134771"/>
                  </a:moveTo>
                  <a:lnTo>
                    <a:pt x="73465" y="13477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pl211"/>
            <p:cNvSpPr/>
            <p:nvPr/>
          </p:nvSpPr>
          <p:spPr>
            <a:xfrm>
              <a:off x="3462264" y="5077575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3498996" y="5172972"/>
              <a:ext cx="0" cy="95818"/>
            </a:xfrm>
            <a:custGeom>
              <a:avLst/>
              <a:pathLst>
                <a:path w="0" h="95818">
                  <a:moveTo>
                    <a:pt x="0" y="9581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3498996" y="5035463"/>
              <a:ext cx="0" cy="2737"/>
            </a:xfrm>
            <a:custGeom>
              <a:avLst/>
              <a:pathLst>
                <a:path w="0" h="2737">
                  <a:moveTo>
                    <a:pt x="0" y="0"/>
                  </a:moveTo>
                  <a:lnTo>
                    <a:pt x="0" y="273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3480630" y="526879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5"/>
            <p:cNvSpPr/>
            <p:nvPr/>
          </p:nvSpPr>
          <p:spPr>
            <a:xfrm>
              <a:off x="3480630" y="503546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6"/>
            <p:cNvSpPr/>
            <p:nvPr/>
          </p:nvSpPr>
          <p:spPr>
            <a:xfrm>
              <a:off x="3462264" y="5038201"/>
              <a:ext cx="73465" cy="134771"/>
            </a:xfrm>
            <a:custGeom>
              <a:avLst/>
              <a:pathLst>
                <a:path w="73465" h="134771">
                  <a:moveTo>
                    <a:pt x="0" y="134771"/>
                  </a:moveTo>
                  <a:lnTo>
                    <a:pt x="73465" y="13477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7"/>
            <p:cNvSpPr/>
            <p:nvPr/>
          </p:nvSpPr>
          <p:spPr>
            <a:xfrm>
              <a:off x="3952032" y="4814468"/>
              <a:ext cx="73465" cy="353261"/>
            </a:xfrm>
            <a:custGeom>
              <a:avLst/>
              <a:pathLst>
                <a:path w="73465" h="353261">
                  <a:moveTo>
                    <a:pt x="0" y="353261"/>
                  </a:moveTo>
                  <a:lnTo>
                    <a:pt x="73465" y="35326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3952032" y="5080859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3988765" y="5167729"/>
              <a:ext cx="0" cy="37012"/>
            </a:xfrm>
            <a:custGeom>
              <a:avLst/>
              <a:pathLst>
                <a:path w="0" h="37012">
                  <a:moveTo>
                    <a:pt x="0" y="3701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3988765" y="4597935"/>
              <a:ext cx="0" cy="216532"/>
            </a:xfrm>
            <a:custGeom>
              <a:avLst/>
              <a:pathLst>
                <a:path w="0" h="216532">
                  <a:moveTo>
                    <a:pt x="0" y="0"/>
                  </a:moveTo>
                  <a:lnTo>
                    <a:pt x="0" y="21653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2" name="pl221"/>
            <p:cNvSpPr/>
            <p:nvPr/>
          </p:nvSpPr>
          <p:spPr>
            <a:xfrm>
              <a:off x="3970398" y="5204742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3970398" y="459793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3"/>
            <p:cNvSpPr/>
            <p:nvPr/>
          </p:nvSpPr>
          <p:spPr>
            <a:xfrm>
              <a:off x="3952032" y="4814468"/>
              <a:ext cx="73465" cy="353261"/>
            </a:xfrm>
            <a:custGeom>
              <a:avLst/>
              <a:pathLst>
                <a:path w="73465" h="353261">
                  <a:moveTo>
                    <a:pt x="0" y="353261"/>
                  </a:moveTo>
                  <a:lnTo>
                    <a:pt x="73465" y="35326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1079540" y="4562680"/>
              <a:ext cx="0" cy="661630"/>
            </a:xfrm>
            <a:custGeom>
              <a:avLst/>
              <a:pathLst>
                <a:path w="0" h="661630">
                  <a:moveTo>
                    <a:pt x="0" y="66163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1003645" y="522431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1003645" y="5058903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1003645" y="489349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1003645" y="472808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1003645" y="456268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tx230"/>
            <p:cNvSpPr/>
            <p:nvPr/>
          </p:nvSpPr>
          <p:spPr>
            <a:xfrm rot="-5400000">
              <a:off x="788224" y="5178204"/>
              <a:ext cx="126121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232" name="tx231"/>
            <p:cNvSpPr/>
            <p:nvPr/>
          </p:nvSpPr>
          <p:spPr>
            <a:xfrm rot="-5400000">
              <a:off x="809317" y="4845659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33" name="tx232"/>
            <p:cNvSpPr/>
            <p:nvPr/>
          </p:nvSpPr>
          <p:spPr>
            <a:xfrm rot="-5400000">
              <a:off x="811046" y="4516574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234" name="pg233"/>
            <p:cNvSpPr/>
            <p:nvPr/>
          </p:nvSpPr>
          <p:spPr>
            <a:xfrm>
              <a:off x="1079540" y="4485522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4"/>
            <p:cNvSpPr/>
            <p:nvPr/>
          </p:nvSpPr>
          <p:spPr>
            <a:xfrm>
              <a:off x="5520036" y="2921732"/>
              <a:ext cx="73465" cy="110197"/>
            </a:xfrm>
            <a:custGeom>
              <a:avLst/>
              <a:pathLst>
                <a:path w="73465" h="110197">
                  <a:moveTo>
                    <a:pt x="0" y="110197"/>
                  </a:moveTo>
                  <a:lnTo>
                    <a:pt x="73465" y="11019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235"/>
            <p:cNvSpPr/>
            <p:nvPr/>
          </p:nvSpPr>
          <p:spPr>
            <a:xfrm>
              <a:off x="5520036" y="300194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6"/>
            <p:cNvSpPr/>
            <p:nvPr/>
          </p:nvSpPr>
          <p:spPr>
            <a:xfrm>
              <a:off x="5556769" y="3031930"/>
              <a:ext cx="0" cy="25027"/>
            </a:xfrm>
            <a:custGeom>
              <a:avLst/>
              <a:pathLst>
                <a:path w="0" h="25027">
                  <a:moveTo>
                    <a:pt x="0" y="2502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8" name="pl237"/>
            <p:cNvSpPr/>
            <p:nvPr/>
          </p:nvSpPr>
          <p:spPr>
            <a:xfrm>
              <a:off x="5556769" y="2891648"/>
              <a:ext cx="0" cy="30083"/>
            </a:xfrm>
            <a:custGeom>
              <a:avLst/>
              <a:pathLst>
                <a:path w="0" h="30083">
                  <a:moveTo>
                    <a:pt x="0" y="0"/>
                  </a:moveTo>
                  <a:lnTo>
                    <a:pt x="0" y="300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9" name="pl238"/>
            <p:cNvSpPr/>
            <p:nvPr/>
          </p:nvSpPr>
          <p:spPr>
            <a:xfrm>
              <a:off x="5538402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39"/>
            <p:cNvSpPr/>
            <p:nvPr/>
          </p:nvSpPr>
          <p:spPr>
            <a:xfrm>
              <a:off x="5538402" y="289164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0"/>
            <p:cNvSpPr/>
            <p:nvPr/>
          </p:nvSpPr>
          <p:spPr>
            <a:xfrm>
              <a:off x="5520036" y="2921732"/>
              <a:ext cx="73465" cy="110197"/>
            </a:xfrm>
            <a:custGeom>
              <a:avLst/>
              <a:pathLst>
                <a:path w="73465" h="110197">
                  <a:moveTo>
                    <a:pt x="0" y="110197"/>
                  </a:moveTo>
                  <a:lnTo>
                    <a:pt x="73465" y="11019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1"/>
            <p:cNvSpPr/>
            <p:nvPr/>
          </p:nvSpPr>
          <p:spPr>
            <a:xfrm>
              <a:off x="6009805" y="2445122"/>
              <a:ext cx="73465" cy="547928"/>
            </a:xfrm>
            <a:custGeom>
              <a:avLst/>
              <a:pathLst>
                <a:path w="73465" h="547928">
                  <a:moveTo>
                    <a:pt x="0" y="547928"/>
                  </a:moveTo>
                  <a:lnTo>
                    <a:pt x="73465" y="54792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pl242"/>
            <p:cNvSpPr/>
            <p:nvPr/>
          </p:nvSpPr>
          <p:spPr>
            <a:xfrm>
              <a:off x="6009805" y="2555326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3"/>
            <p:cNvSpPr/>
            <p:nvPr/>
          </p:nvSpPr>
          <p:spPr>
            <a:xfrm>
              <a:off x="6046537" y="2993050"/>
              <a:ext cx="0" cy="63906"/>
            </a:xfrm>
            <a:custGeom>
              <a:avLst/>
              <a:pathLst>
                <a:path w="0" h="63906">
                  <a:moveTo>
                    <a:pt x="0" y="639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5" name="pl244"/>
            <p:cNvSpPr/>
            <p:nvPr/>
          </p:nvSpPr>
          <p:spPr>
            <a:xfrm>
              <a:off x="6046537" y="2299020"/>
              <a:ext cx="0" cy="146101"/>
            </a:xfrm>
            <a:custGeom>
              <a:avLst/>
              <a:pathLst>
                <a:path w="0" h="146101">
                  <a:moveTo>
                    <a:pt x="0" y="0"/>
                  </a:moveTo>
                  <a:lnTo>
                    <a:pt x="0" y="1461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6" name="pl245"/>
            <p:cNvSpPr/>
            <p:nvPr/>
          </p:nvSpPr>
          <p:spPr>
            <a:xfrm>
              <a:off x="6028171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6"/>
            <p:cNvSpPr/>
            <p:nvPr/>
          </p:nvSpPr>
          <p:spPr>
            <a:xfrm>
              <a:off x="6028171" y="229902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7"/>
            <p:cNvSpPr/>
            <p:nvPr/>
          </p:nvSpPr>
          <p:spPr>
            <a:xfrm>
              <a:off x="6009805" y="2445122"/>
              <a:ext cx="73465" cy="547928"/>
            </a:xfrm>
            <a:custGeom>
              <a:avLst/>
              <a:pathLst>
                <a:path w="73465" h="547928">
                  <a:moveTo>
                    <a:pt x="0" y="547928"/>
                  </a:moveTo>
                  <a:lnTo>
                    <a:pt x="73465" y="54792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8"/>
            <p:cNvSpPr/>
            <p:nvPr/>
          </p:nvSpPr>
          <p:spPr>
            <a:xfrm>
              <a:off x="6499573" y="2410399"/>
              <a:ext cx="73465" cy="192468"/>
            </a:xfrm>
            <a:custGeom>
              <a:avLst/>
              <a:pathLst>
                <a:path w="73465" h="192468">
                  <a:moveTo>
                    <a:pt x="0" y="192468"/>
                  </a:moveTo>
                  <a:lnTo>
                    <a:pt x="73465" y="19246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pl249"/>
            <p:cNvSpPr/>
            <p:nvPr/>
          </p:nvSpPr>
          <p:spPr>
            <a:xfrm>
              <a:off x="6499573" y="249085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0"/>
            <p:cNvSpPr/>
            <p:nvPr/>
          </p:nvSpPr>
          <p:spPr>
            <a:xfrm>
              <a:off x="6536306" y="2602868"/>
              <a:ext cx="0" cy="1875"/>
            </a:xfrm>
            <a:custGeom>
              <a:avLst/>
              <a:pathLst>
                <a:path w="0" h="1875">
                  <a:moveTo>
                    <a:pt x="0" y="187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2" name="pl251"/>
            <p:cNvSpPr/>
            <p:nvPr/>
          </p:nvSpPr>
          <p:spPr>
            <a:xfrm>
              <a:off x="6536306" y="2254633"/>
              <a:ext cx="0" cy="155766"/>
            </a:xfrm>
            <a:custGeom>
              <a:avLst/>
              <a:pathLst>
                <a:path w="0" h="155766">
                  <a:moveTo>
                    <a:pt x="0" y="0"/>
                  </a:moveTo>
                  <a:lnTo>
                    <a:pt x="0" y="1557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3" name="pl252"/>
            <p:cNvSpPr/>
            <p:nvPr/>
          </p:nvSpPr>
          <p:spPr>
            <a:xfrm>
              <a:off x="6517939" y="260474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3"/>
            <p:cNvSpPr/>
            <p:nvPr/>
          </p:nvSpPr>
          <p:spPr>
            <a:xfrm>
              <a:off x="6517939" y="225463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4"/>
            <p:cNvSpPr/>
            <p:nvPr/>
          </p:nvSpPr>
          <p:spPr>
            <a:xfrm>
              <a:off x="6499573" y="2410399"/>
              <a:ext cx="73465" cy="192468"/>
            </a:xfrm>
            <a:custGeom>
              <a:avLst/>
              <a:pathLst>
                <a:path w="73465" h="192468">
                  <a:moveTo>
                    <a:pt x="0" y="192468"/>
                  </a:moveTo>
                  <a:lnTo>
                    <a:pt x="73465" y="19246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5"/>
            <p:cNvSpPr/>
            <p:nvPr/>
          </p:nvSpPr>
          <p:spPr>
            <a:xfrm>
              <a:off x="6989341" y="2386216"/>
              <a:ext cx="73465" cy="150258"/>
            </a:xfrm>
            <a:custGeom>
              <a:avLst/>
              <a:pathLst>
                <a:path w="73465" h="150258">
                  <a:moveTo>
                    <a:pt x="0" y="150258"/>
                  </a:moveTo>
                  <a:lnTo>
                    <a:pt x="73465" y="15025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pl256"/>
            <p:cNvSpPr/>
            <p:nvPr/>
          </p:nvSpPr>
          <p:spPr>
            <a:xfrm>
              <a:off x="6989341" y="243744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7"/>
            <p:cNvSpPr/>
            <p:nvPr/>
          </p:nvSpPr>
          <p:spPr>
            <a:xfrm>
              <a:off x="7026074" y="2536474"/>
              <a:ext cx="0" cy="69903"/>
            </a:xfrm>
            <a:custGeom>
              <a:avLst/>
              <a:pathLst>
                <a:path w="0" h="69903">
                  <a:moveTo>
                    <a:pt x="0" y="6990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9" name="pl258"/>
            <p:cNvSpPr/>
            <p:nvPr/>
          </p:nvSpPr>
          <p:spPr>
            <a:xfrm>
              <a:off x="7026074" y="2279995"/>
              <a:ext cx="0" cy="106221"/>
            </a:xfrm>
            <a:custGeom>
              <a:avLst/>
              <a:pathLst>
                <a:path w="0" h="106221">
                  <a:moveTo>
                    <a:pt x="0" y="0"/>
                  </a:moveTo>
                  <a:lnTo>
                    <a:pt x="0" y="10622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0" name="pl259"/>
            <p:cNvSpPr/>
            <p:nvPr/>
          </p:nvSpPr>
          <p:spPr>
            <a:xfrm>
              <a:off x="7007708" y="260637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0"/>
            <p:cNvSpPr/>
            <p:nvPr/>
          </p:nvSpPr>
          <p:spPr>
            <a:xfrm>
              <a:off x="7007708" y="227999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1"/>
            <p:cNvSpPr/>
            <p:nvPr/>
          </p:nvSpPr>
          <p:spPr>
            <a:xfrm>
              <a:off x="6989341" y="2386216"/>
              <a:ext cx="73465" cy="150258"/>
            </a:xfrm>
            <a:custGeom>
              <a:avLst/>
              <a:pathLst>
                <a:path w="73465" h="150258">
                  <a:moveTo>
                    <a:pt x="0" y="150258"/>
                  </a:moveTo>
                  <a:lnTo>
                    <a:pt x="73465" y="15025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2"/>
            <p:cNvSpPr/>
            <p:nvPr/>
          </p:nvSpPr>
          <p:spPr>
            <a:xfrm>
              <a:off x="7479110" y="2367044"/>
              <a:ext cx="73465" cy="133584"/>
            </a:xfrm>
            <a:custGeom>
              <a:avLst/>
              <a:pathLst>
                <a:path w="73465" h="133584">
                  <a:moveTo>
                    <a:pt x="0" y="133584"/>
                  </a:moveTo>
                  <a:lnTo>
                    <a:pt x="73465" y="13358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pl263"/>
            <p:cNvSpPr/>
            <p:nvPr/>
          </p:nvSpPr>
          <p:spPr>
            <a:xfrm>
              <a:off x="7479110" y="2407331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4"/>
            <p:cNvSpPr/>
            <p:nvPr/>
          </p:nvSpPr>
          <p:spPr>
            <a:xfrm>
              <a:off x="7515843" y="2500629"/>
              <a:ext cx="0" cy="104877"/>
            </a:xfrm>
            <a:custGeom>
              <a:avLst/>
              <a:pathLst>
                <a:path w="0" h="104877">
                  <a:moveTo>
                    <a:pt x="0" y="1048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6" name="pl265"/>
            <p:cNvSpPr/>
            <p:nvPr/>
          </p:nvSpPr>
          <p:spPr>
            <a:xfrm>
              <a:off x="7515843" y="2261796"/>
              <a:ext cx="0" cy="105248"/>
            </a:xfrm>
            <a:custGeom>
              <a:avLst/>
              <a:pathLst>
                <a:path w="0" h="105248">
                  <a:moveTo>
                    <a:pt x="0" y="0"/>
                  </a:moveTo>
                  <a:lnTo>
                    <a:pt x="0" y="1052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7" name="pl266"/>
            <p:cNvSpPr/>
            <p:nvPr/>
          </p:nvSpPr>
          <p:spPr>
            <a:xfrm>
              <a:off x="7497476" y="260550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7"/>
            <p:cNvSpPr/>
            <p:nvPr/>
          </p:nvSpPr>
          <p:spPr>
            <a:xfrm>
              <a:off x="7497476" y="226179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8"/>
            <p:cNvSpPr/>
            <p:nvPr/>
          </p:nvSpPr>
          <p:spPr>
            <a:xfrm>
              <a:off x="7479110" y="2367044"/>
              <a:ext cx="73465" cy="133584"/>
            </a:xfrm>
            <a:custGeom>
              <a:avLst/>
              <a:pathLst>
                <a:path w="73465" h="133584">
                  <a:moveTo>
                    <a:pt x="0" y="133584"/>
                  </a:moveTo>
                  <a:lnTo>
                    <a:pt x="73465" y="13358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69"/>
            <p:cNvSpPr/>
            <p:nvPr/>
          </p:nvSpPr>
          <p:spPr>
            <a:xfrm>
              <a:off x="7968878" y="2381921"/>
              <a:ext cx="73465" cy="102981"/>
            </a:xfrm>
            <a:custGeom>
              <a:avLst/>
              <a:pathLst>
                <a:path w="73465" h="102981">
                  <a:moveTo>
                    <a:pt x="0" y="102981"/>
                  </a:moveTo>
                  <a:lnTo>
                    <a:pt x="73465" y="10298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7968878" y="242191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8005611" y="2484903"/>
              <a:ext cx="0" cy="93677"/>
            </a:xfrm>
            <a:custGeom>
              <a:avLst/>
              <a:pathLst>
                <a:path w="0" h="93677">
                  <a:moveTo>
                    <a:pt x="0" y="936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3" name="pl272"/>
            <p:cNvSpPr/>
            <p:nvPr/>
          </p:nvSpPr>
          <p:spPr>
            <a:xfrm>
              <a:off x="8005611" y="2304211"/>
              <a:ext cx="0" cy="77710"/>
            </a:xfrm>
            <a:custGeom>
              <a:avLst/>
              <a:pathLst>
                <a:path w="0" h="77710">
                  <a:moveTo>
                    <a:pt x="0" y="0"/>
                  </a:moveTo>
                  <a:lnTo>
                    <a:pt x="0" y="7771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7987245" y="257858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7987245" y="230421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5"/>
            <p:cNvSpPr/>
            <p:nvPr/>
          </p:nvSpPr>
          <p:spPr>
            <a:xfrm>
              <a:off x="7968878" y="2381921"/>
              <a:ext cx="73465" cy="102981"/>
            </a:xfrm>
            <a:custGeom>
              <a:avLst/>
              <a:pathLst>
                <a:path w="73465" h="102981">
                  <a:moveTo>
                    <a:pt x="0" y="102981"/>
                  </a:moveTo>
                  <a:lnTo>
                    <a:pt x="73465" y="10298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5556769" y="3089050"/>
              <a:ext cx="2448842" cy="0"/>
            </a:xfrm>
            <a:custGeom>
              <a:avLst/>
              <a:pathLst>
                <a:path w="2448842" h="0">
                  <a:moveTo>
                    <a:pt x="0" y="0"/>
                  </a:moveTo>
                  <a:lnTo>
                    <a:pt x="244884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5556769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6046537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6536306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7026074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7515843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8005611" y="3089050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tx283"/>
            <p:cNvSpPr/>
            <p:nvPr/>
          </p:nvSpPr>
          <p:spPr>
            <a:xfrm>
              <a:off x="5286151" y="3249492"/>
              <a:ext cx="541235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(1.5,4.5]</a:t>
              </a:r>
            </a:p>
          </p:txBody>
        </p:sp>
        <p:sp>
          <p:nvSpPr>
            <p:cNvPr id="285" name="tx284"/>
            <p:cNvSpPr/>
            <p:nvPr/>
          </p:nvSpPr>
          <p:spPr>
            <a:xfrm>
              <a:off x="6326031" y="3249492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(5,5.5]</a:t>
              </a:r>
            </a:p>
          </p:txBody>
        </p:sp>
        <p:sp>
          <p:nvSpPr>
            <p:cNvPr id="286" name="tx285"/>
            <p:cNvSpPr/>
            <p:nvPr/>
          </p:nvSpPr>
          <p:spPr>
            <a:xfrm>
              <a:off x="7305568" y="3249492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(6,6.5]</a:t>
              </a:r>
            </a:p>
          </p:txBody>
        </p:sp>
        <p:sp>
          <p:nvSpPr>
            <p:cNvPr id="287" name="pl286"/>
            <p:cNvSpPr/>
            <p:nvPr/>
          </p:nvSpPr>
          <p:spPr>
            <a:xfrm>
              <a:off x="5194340" y="2254366"/>
              <a:ext cx="0" cy="706745"/>
            </a:xfrm>
            <a:custGeom>
              <a:avLst/>
              <a:pathLst>
                <a:path w="0" h="706745">
                  <a:moveTo>
                    <a:pt x="0" y="70674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7"/>
            <p:cNvSpPr/>
            <p:nvPr/>
          </p:nvSpPr>
          <p:spPr>
            <a:xfrm>
              <a:off x="5118445" y="2961112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8"/>
            <p:cNvSpPr/>
            <p:nvPr/>
          </p:nvSpPr>
          <p:spPr>
            <a:xfrm>
              <a:off x="5118445" y="2819763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89"/>
            <p:cNvSpPr/>
            <p:nvPr/>
          </p:nvSpPr>
          <p:spPr>
            <a:xfrm>
              <a:off x="5118445" y="267841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0"/>
            <p:cNvSpPr/>
            <p:nvPr/>
          </p:nvSpPr>
          <p:spPr>
            <a:xfrm>
              <a:off x="5118445" y="253706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1"/>
            <p:cNvSpPr/>
            <p:nvPr/>
          </p:nvSpPr>
          <p:spPr>
            <a:xfrm>
              <a:off x="5118445" y="239571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2"/>
            <p:cNvSpPr/>
            <p:nvPr/>
          </p:nvSpPr>
          <p:spPr>
            <a:xfrm>
              <a:off x="5118445" y="225436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tx293"/>
            <p:cNvSpPr/>
            <p:nvPr/>
          </p:nvSpPr>
          <p:spPr>
            <a:xfrm rot="-5400000">
              <a:off x="4925846" y="2915006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295" name="tx294"/>
            <p:cNvSpPr/>
            <p:nvPr/>
          </p:nvSpPr>
          <p:spPr>
            <a:xfrm rot="-5400000">
              <a:off x="4924117" y="2630578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96" name="tx295"/>
            <p:cNvSpPr/>
            <p:nvPr/>
          </p:nvSpPr>
          <p:spPr>
            <a:xfrm rot="-5400000">
              <a:off x="4924117" y="2347879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97" name="tx296"/>
            <p:cNvSpPr/>
            <p:nvPr/>
          </p:nvSpPr>
          <p:spPr>
            <a:xfrm>
              <a:off x="5008214" y="1815574"/>
              <a:ext cx="3545951" cy="1511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iq_hg, tss = 0, cor train = 0.571,cor test 0.533</a:t>
              </a:r>
            </a:p>
          </p:txBody>
        </p:sp>
        <p:sp>
          <p:nvSpPr>
            <p:cNvPr id="298" name="pg297"/>
            <p:cNvSpPr/>
            <p:nvPr/>
          </p:nvSpPr>
          <p:spPr>
            <a:xfrm>
              <a:off x="51943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8"/>
            <p:cNvSpPr/>
            <p:nvPr/>
          </p:nvSpPr>
          <p:spPr>
            <a:xfrm>
              <a:off x="5617990" y="2602654"/>
              <a:ext cx="73465" cy="426431"/>
            </a:xfrm>
            <a:custGeom>
              <a:avLst/>
              <a:pathLst>
                <a:path w="73465" h="426431">
                  <a:moveTo>
                    <a:pt x="0" y="426431"/>
                  </a:moveTo>
                  <a:lnTo>
                    <a:pt x="73465" y="42643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pl299"/>
            <p:cNvSpPr/>
            <p:nvPr/>
          </p:nvSpPr>
          <p:spPr>
            <a:xfrm>
              <a:off x="5617990" y="2997038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0"/>
            <p:cNvSpPr/>
            <p:nvPr/>
          </p:nvSpPr>
          <p:spPr>
            <a:xfrm>
              <a:off x="5654722" y="3029086"/>
              <a:ext cx="0" cy="27871"/>
            </a:xfrm>
            <a:custGeom>
              <a:avLst/>
              <a:pathLst>
                <a:path w="0" h="27871">
                  <a:moveTo>
                    <a:pt x="0" y="2787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2" name="pl301"/>
            <p:cNvSpPr/>
            <p:nvPr/>
          </p:nvSpPr>
          <p:spPr>
            <a:xfrm>
              <a:off x="5654722" y="2301324"/>
              <a:ext cx="0" cy="301330"/>
            </a:xfrm>
            <a:custGeom>
              <a:avLst/>
              <a:pathLst>
                <a:path w="0" h="301330">
                  <a:moveTo>
                    <a:pt x="0" y="0"/>
                  </a:moveTo>
                  <a:lnTo>
                    <a:pt x="0" y="30133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3" name="pl302"/>
            <p:cNvSpPr/>
            <p:nvPr/>
          </p:nvSpPr>
          <p:spPr>
            <a:xfrm>
              <a:off x="5636356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3"/>
            <p:cNvSpPr/>
            <p:nvPr/>
          </p:nvSpPr>
          <p:spPr>
            <a:xfrm>
              <a:off x="5636356" y="230132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4"/>
            <p:cNvSpPr/>
            <p:nvPr/>
          </p:nvSpPr>
          <p:spPr>
            <a:xfrm>
              <a:off x="5617990" y="2602654"/>
              <a:ext cx="73465" cy="426431"/>
            </a:xfrm>
            <a:custGeom>
              <a:avLst/>
              <a:pathLst>
                <a:path w="73465" h="426431">
                  <a:moveTo>
                    <a:pt x="0" y="426431"/>
                  </a:moveTo>
                  <a:lnTo>
                    <a:pt x="73465" y="426431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5"/>
            <p:cNvSpPr/>
            <p:nvPr/>
          </p:nvSpPr>
          <p:spPr>
            <a:xfrm>
              <a:off x="6107758" y="2413527"/>
              <a:ext cx="73465" cy="532494"/>
            </a:xfrm>
            <a:custGeom>
              <a:avLst/>
              <a:pathLst>
                <a:path w="73465" h="532494">
                  <a:moveTo>
                    <a:pt x="0" y="532494"/>
                  </a:moveTo>
                  <a:lnTo>
                    <a:pt x="73465" y="53249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pl306"/>
            <p:cNvSpPr/>
            <p:nvPr/>
          </p:nvSpPr>
          <p:spPr>
            <a:xfrm>
              <a:off x="6107758" y="248311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6144491" y="2946022"/>
              <a:ext cx="0" cy="110935"/>
            </a:xfrm>
            <a:custGeom>
              <a:avLst/>
              <a:pathLst>
                <a:path w="0" h="110935">
                  <a:moveTo>
                    <a:pt x="0" y="1109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6144491" y="2301973"/>
              <a:ext cx="0" cy="111553"/>
            </a:xfrm>
            <a:custGeom>
              <a:avLst/>
              <a:pathLst>
                <a:path w="0" h="111553">
                  <a:moveTo>
                    <a:pt x="0" y="0"/>
                  </a:moveTo>
                  <a:lnTo>
                    <a:pt x="0" y="1115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6126125" y="305695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0"/>
            <p:cNvSpPr/>
            <p:nvPr/>
          </p:nvSpPr>
          <p:spPr>
            <a:xfrm>
              <a:off x="6126125" y="230197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1"/>
            <p:cNvSpPr/>
            <p:nvPr/>
          </p:nvSpPr>
          <p:spPr>
            <a:xfrm>
              <a:off x="6107758" y="2413527"/>
              <a:ext cx="73465" cy="532494"/>
            </a:xfrm>
            <a:custGeom>
              <a:avLst/>
              <a:pathLst>
                <a:path w="73465" h="532494">
                  <a:moveTo>
                    <a:pt x="0" y="532494"/>
                  </a:moveTo>
                  <a:lnTo>
                    <a:pt x="73465" y="53249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2"/>
            <p:cNvSpPr/>
            <p:nvPr/>
          </p:nvSpPr>
          <p:spPr>
            <a:xfrm>
              <a:off x="6597527" y="2389291"/>
              <a:ext cx="73465" cy="153538"/>
            </a:xfrm>
            <a:custGeom>
              <a:avLst/>
              <a:pathLst>
                <a:path w="73465" h="153538">
                  <a:moveTo>
                    <a:pt x="0" y="153538"/>
                  </a:moveTo>
                  <a:lnTo>
                    <a:pt x="73465" y="15353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pl313"/>
            <p:cNvSpPr/>
            <p:nvPr/>
          </p:nvSpPr>
          <p:spPr>
            <a:xfrm>
              <a:off x="6597527" y="244849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4"/>
            <p:cNvSpPr/>
            <p:nvPr/>
          </p:nvSpPr>
          <p:spPr>
            <a:xfrm>
              <a:off x="6634259" y="2542829"/>
              <a:ext cx="0" cy="42021"/>
            </a:xfrm>
            <a:custGeom>
              <a:avLst/>
              <a:pathLst>
                <a:path w="0" h="42021">
                  <a:moveTo>
                    <a:pt x="0" y="420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6" name="pl315"/>
            <p:cNvSpPr/>
            <p:nvPr/>
          </p:nvSpPr>
          <p:spPr>
            <a:xfrm>
              <a:off x="6634259" y="2300326"/>
              <a:ext cx="0" cy="88964"/>
            </a:xfrm>
            <a:custGeom>
              <a:avLst/>
              <a:pathLst>
                <a:path w="0" h="88964">
                  <a:moveTo>
                    <a:pt x="0" y="0"/>
                  </a:moveTo>
                  <a:lnTo>
                    <a:pt x="0" y="889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7" name="pl316"/>
            <p:cNvSpPr/>
            <p:nvPr/>
          </p:nvSpPr>
          <p:spPr>
            <a:xfrm>
              <a:off x="6615893" y="258485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7"/>
            <p:cNvSpPr/>
            <p:nvPr/>
          </p:nvSpPr>
          <p:spPr>
            <a:xfrm>
              <a:off x="6615893" y="230032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8"/>
            <p:cNvSpPr/>
            <p:nvPr/>
          </p:nvSpPr>
          <p:spPr>
            <a:xfrm>
              <a:off x="6597527" y="2389291"/>
              <a:ext cx="73465" cy="153538"/>
            </a:xfrm>
            <a:custGeom>
              <a:avLst/>
              <a:pathLst>
                <a:path w="73465" h="153538">
                  <a:moveTo>
                    <a:pt x="0" y="153538"/>
                  </a:moveTo>
                  <a:lnTo>
                    <a:pt x="73465" y="15353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19"/>
            <p:cNvSpPr/>
            <p:nvPr/>
          </p:nvSpPr>
          <p:spPr>
            <a:xfrm>
              <a:off x="7087295" y="2385176"/>
              <a:ext cx="73465" cy="143677"/>
            </a:xfrm>
            <a:custGeom>
              <a:avLst/>
              <a:pathLst>
                <a:path w="73465" h="143677">
                  <a:moveTo>
                    <a:pt x="0" y="143677"/>
                  </a:moveTo>
                  <a:lnTo>
                    <a:pt x="73465" y="14367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pl320"/>
            <p:cNvSpPr/>
            <p:nvPr/>
          </p:nvSpPr>
          <p:spPr>
            <a:xfrm>
              <a:off x="7087295" y="245357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1"/>
            <p:cNvSpPr/>
            <p:nvPr/>
          </p:nvSpPr>
          <p:spPr>
            <a:xfrm>
              <a:off x="7124028" y="2528854"/>
              <a:ext cx="0" cy="67330"/>
            </a:xfrm>
            <a:custGeom>
              <a:avLst/>
              <a:pathLst>
                <a:path w="0" h="67330">
                  <a:moveTo>
                    <a:pt x="0" y="6733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23" name="pl322"/>
            <p:cNvSpPr/>
            <p:nvPr/>
          </p:nvSpPr>
          <p:spPr>
            <a:xfrm>
              <a:off x="7124028" y="2303148"/>
              <a:ext cx="0" cy="82028"/>
            </a:xfrm>
            <a:custGeom>
              <a:avLst/>
              <a:pathLst>
                <a:path w="0" h="82028">
                  <a:moveTo>
                    <a:pt x="0" y="0"/>
                  </a:moveTo>
                  <a:lnTo>
                    <a:pt x="0" y="8202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24" name="pl323"/>
            <p:cNvSpPr/>
            <p:nvPr/>
          </p:nvSpPr>
          <p:spPr>
            <a:xfrm>
              <a:off x="7105661" y="259618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4"/>
            <p:cNvSpPr/>
            <p:nvPr/>
          </p:nvSpPr>
          <p:spPr>
            <a:xfrm>
              <a:off x="7105661" y="230314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5"/>
            <p:cNvSpPr/>
            <p:nvPr/>
          </p:nvSpPr>
          <p:spPr>
            <a:xfrm>
              <a:off x="7087295" y="2385176"/>
              <a:ext cx="73465" cy="143677"/>
            </a:xfrm>
            <a:custGeom>
              <a:avLst/>
              <a:pathLst>
                <a:path w="73465" h="143677">
                  <a:moveTo>
                    <a:pt x="0" y="143677"/>
                  </a:moveTo>
                  <a:lnTo>
                    <a:pt x="73465" y="14367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6"/>
            <p:cNvSpPr/>
            <p:nvPr/>
          </p:nvSpPr>
          <p:spPr>
            <a:xfrm>
              <a:off x="7577064" y="2390796"/>
              <a:ext cx="73465" cy="175366"/>
            </a:xfrm>
            <a:custGeom>
              <a:avLst/>
              <a:pathLst>
                <a:path w="73465" h="175366">
                  <a:moveTo>
                    <a:pt x="0" y="175366"/>
                  </a:moveTo>
                  <a:lnTo>
                    <a:pt x="73465" y="17536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pl327"/>
            <p:cNvSpPr/>
            <p:nvPr/>
          </p:nvSpPr>
          <p:spPr>
            <a:xfrm>
              <a:off x="7577064" y="243938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8"/>
            <p:cNvSpPr/>
            <p:nvPr/>
          </p:nvSpPr>
          <p:spPr>
            <a:xfrm>
              <a:off x="7613796" y="2566162"/>
              <a:ext cx="0" cy="39001"/>
            </a:xfrm>
            <a:custGeom>
              <a:avLst/>
              <a:pathLst>
                <a:path w="0" h="39001">
                  <a:moveTo>
                    <a:pt x="0" y="3900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30" name="pl329"/>
            <p:cNvSpPr/>
            <p:nvPr/>
          </p:nvSpPr>
          <p:spPr>
            <a:xfrm>
              <a:off x="7613796" y="2328133"/>
              <a:ext cx="0" cy="62662"/>
            </a:xfrm>
            <a:custGeom>
              <a:avLst/>
              <a:pathLst>
                <a:path w="0" h="62662">
                  <a:moveTo>
                    <a:pt x="0" y="0"/>
                  </a:moveTo>
                  <a:lnTo>
                    <a:pt x="0" y="6266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31" name="pl330"/>
            <p:cNvSpPr/>
            <p:nvPr/>
          </p:nvSpPr>
          <p:spPr>
            <a:xfrm>
              <a:off x="7595430" y="260516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1"/>
            <p:cNvSpPr/>
            <p:nvPr/>
          </p:nvSpPr>
          <p:spPr>
            <a:xfrm>
              <a:off x="7595430" y="232813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2"/>
            <p:cNvSpPr/>
            <p:nvPr/>
          </p:nvSpPr>
          <p:spPr>
            <a:xfrm>
              <a:off x="7577064" y="2390796"/>
              <a:ext cx="73465" cy="175366"/>
            </a:xfrm>
            <a:custGeom>
              <a:avLst/>
              <a:pathLst>
                <a:path w="73465" h="175366">
                  <a:moveTo>
                    <a:pt x="0" y="175366"/>
                  </a:moveTo>
                  <a:lnTo>
                    <a:pt x="73465" y="175366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3"/>
            <p:cNvSpPr/>
            <p:nvPr/>
          </p:nvSpPr>
          <p:spPr>
            <a:xfrm>
              <a:off x="8066832" y="2368845"/>
              <a:ext cx="73465" cy="63630"/>
            </a:xfrm>
            <a:custGeom>
              <a:avLst/>
              <a:pathLst>
                <a:path w="73465" h="63630">
                  <a:moveTo>
                    <a:pt x="0" y="63630"/>
                  </a:moveTo>
                  <a:lnTo>
                    <a:pt x="73465" y="6363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pl334"/>
            <p:cNvSpPr/>
            <p:nvPr/>
          </p:nvSpPr>
          <p:spPr>
            <a:xfrm>
              <a:off x="8066832" y="241430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5"/>
            <p:cNvSpPr/>
            <p:nvPr/>
          </p:nvSpPr>
          <p:spPr>
            <a:xfrm>
              <a:off x="8103565" y="2432476"/>
              <a:ext cx="0" cy="25665"/>
            </a:xfrm>
            <a:custGeom>
              <a:avLst/>
              <a:pathLst>
                <a:path w="0" h="25665">
                  <a:moveTo>
                    <a:pt x="0" y="2566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37" name="pl336"/>
            <p:cNvSpPr/>
            <p:nvPr/>
          </p:nvSpPr>
          <p:spPr>
            <a:xfrm>
              <a:off x="8103565" y="2334120"/>
              <a:ext cx="0" cy="34724"/>
            </a:xfrm>
            <a:custGeom>
              <a:avLst/>
              <a:pathLst>
                <a:path w="0" h="34724">
                  <a:moveTo>
                    <a:pt x="0" y="0"/>
                  </a:moveTo>
                  <a:lnTo>
                    <a:pt x="0" y="347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38" name="pl337"/>
            <p:cNvSpPr/>
            <p:nvPr/>
          </p:nvSpPr>
          <p:spPr>
            <a:xfrm>
              <a:off x="8085198" y="245814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8"/>
            <p:cNvSpPr/>
            <p:nvPr/>
          </p:nvSpPr>
          <p:spPr>
            <a:xfrm>
              <a:off x="8085198" y="2334120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39"/>
            <p:cNvSpPr/>
            <p:nvPr/>
          </p:nvSpPr>
          <p:spPr>
            <a:xfrm>
              <a:off x="8066832" y="2368845"/>
              <a:ext cx="73465" cy="63630"/>
            </a:xfrm>
            <a:custGeom>
              <a:avLst/>
              <a:pathLst>
                <a:path w="73465" h="63630">
                  <a:moveTo>
                    <a:pt x="0" y="63630"/>
                  </a:moveTo>
                  <a:lnTo>
                    <a:pt x="73465" y="6363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0"/>
            <p:cNvSpPr/>
            <p:nvPr/>
          </p:nvSpPr>
          <p:spPr>
            <a:xfrm>
              <a:off x="5194340" y="2254366"/>
              <a:ext cx="0" cy="706745"/>
            </a:xfrm>
            <a:custGeom>
              <a:avLst/>
              <a:pathLst>
                <a:path w="0" h="706745">
                  <a:moveTo>
                    <a:pt x="0" y="70674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1"/>
            <p:cNvSpPr/>
            <p:nvPr/>
          </p:nvSpPr>
          <p:spPr>
            <a:xfrm>
              <a:off x="5118445" y="2961112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2"/>
            <p:cNvSpPr/>
            <p:nvPr/>
          </p:nvSpPr>
          <p:spPr>
            <a:xfrm>
              <a:off x="5118445" y="2819763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3"/>
            <p:cNvSpPr/>
            <p:nvPr/>
          </p:nvSpPr>
          <p:spPr>
            <a:xfrm>
              <a:off x="5118445" y="2678414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4"/>
            <p:cNvSpPr/>
            <p:nvPr/>
          </p:nvSpPr>
          <p:spPr>
            <a:xfrm>
              <a:off x="5118445" y="253706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5"/>
            <p:cNvSpPr/>
            <p:nvPr/>
          </p:nvSpPr>
          <p:spPr>
            <a:xfrm>
              <a:off x="5118445" y="2395715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6"/>
            <p:cNvSpPr/>
            <p:nvPr/>
          </p:nvSpPr>
          <p:spPr>
            <a:xfrm>
              <a:off x="5118445" y="225436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tx347"/>
            <p:cNvSpPr/>
            <p:nvPr/>
          </p:nvSpPr>
          <p:spPr>
            <a:xfrm rot="-5400000">
              <a:off x="4925846" y="2915006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349" name="tx348"/>
            <p:cNvSpPr/>
            <p:nvPr/>
          </p:nvSpPr>
          <p:spPr>
            <a:xfrm rot="-5400000">
              <a:off x="4924117" y="2630578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350" name="tx349"/>
            <p:cNvSpPr/>
            <p:nvPr/>
          </p:nvSpPr>
          <p:spPr>
            <a:xfrm rot="-5400000">
              <a:off x="4924117" y="2347879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351" name="pg350"/>
            <p:cNvSpPr/>
            <p:nvPr/>
          </p:nvSpPr>
          <p:spPr>
            <a:xfrm>
              <a:off x="5194340" y="2222540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1"/>
            <p:cNvSpPr/>
            <p:nvPr/>
          </p:nvSpPr>
          <p:spPr>
            <a:xfrm>
              <a:off x="5520036" y="4620841"/>
              <a:ext cx="73465" cy="98048"/>
            </a:xfrm>
            <a:custGeom>
              <a:avLst/>
              <a:pathLst>
                <a:path w="73465" h="98048">
                  <a:moveTo>
                    <a:pt x="0" y="98048"/>
                  </a:moveTo>
                  <a:lnTo>
                    <a:pt x="73465" y="9804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pl352"/>
            <p:cNvSpPr/>
            <p:nvPr/>
          </p:nvSpPr>
          <p:spPr>
            <a:xfrm>
              <a:off x="5520036" y="466293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3"/>
            <p:cNvSpPr/>
            <p:nvPr/>
          </p:nvSpPr>
          <p:spPr>
            <a:xfrm>
              <a:off x="5556769" y="4718890"/>
              <a:ext cx="0" cy="34174"/>
            </a:xfrm>
            <a:custGeom>
              <a:avLst/>
              <a:pathLst>
                <a:path w="0" h="34174">
                  <a:moveTo>
                    <a:pt x="0" y="3417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5" name="pl354"/>
            <p:cNvSpPr/>
            <p:nvPr/>
          </p:nvSpPr>
          <p:spPr>
            <a:xfrm>
              <a:off x="5556769" y="4541139"/>
              <a:ext cx="0" cy="79702"/>
            </a:xfrm>
            <a:custGeom>
              <a:avLst/>
              <a:pathLst>
                <a:path w="0" h="79702">
                  <a:moveTo>
                    <a:pt x="0" y="0"/>
                  </a:moveTo>
                  <a:lnTo>
                    <a:pt x="0" y="7970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6" name="pl355"/>
            <p:cNvSpPr/>
            <p:nvPr/>
          </p:nvSpPr>
          <p:spPr>
            <a:xfrm>
              <a:off x="5538402" y="475306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6"/>
            <p:cNvSpPr/>
            <p:nvPr/>
          </p:nvSpPr>
          <p:spPr>
            <a:xfrm>
              <a:off x="5538402" y="454113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7"/>
            <p:cNvSpPr/>
            <p:nvPr/>
          </p:nvSpPr>
          <p:spPr>
            <a:xfrm>
              <a:off x="5520036" y="4620841"/>
              <a:ext cx="73465" cy="98048"/>
            </a:xfrm>
            <a:custGeom>
              <a:avLst/>
              <a:pathLst>
                <a:path w="73465" h="98048">
                  <a:moveTo>
                    <a:pt x="0" y="98048"/>
                  </a:moveTo>
                  <a:lnTo>
                    <a:pt x="73465" y="9804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8"/>
            <p:cNvSpPr/>
            <p:nvPr/>
          </p:nvSpPr>
          <p:spPr>
            <a:xfrm>
              <a:off x="6009805" y="4664210"/>
              <a:ext cx="73465" cy="457009"/>
            </a:xfrm>
            <a:custGeom>
              <a:avLst/>
              <a:pathLst>
                <a:path w="73465" h="457009">
                  <a:moveTo>
                    <a:pt x="0" y="457009"/>
                  </a:moveTo>
                  <a:lnTo>
                    <a:pt x="73465" y="45700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pl359"/>
            <p:cNvSpPr/>
            <p:nvPr/>
          </p:nvSpPr>
          <p:spPr>
            <a:xfrm>
              <a:off x="6009805" y="5000829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0"/>
            <p:cNvSpPr/>
            <p:nvPr/>
          </p:nvSpPr>
          <p:spPr>
            <a:xfrm>
              <a:off x="6046537" y="5121219"/>
              <a:ext cx="0" cy="198719"/>
            </a:xfrm>
            <a:custGeom>
              <a:avLst/>
              <a:pathLst>
                <a:path w="0" h="198719">
                  <a:moveTo>
                    <a:pt x="0" y="19871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2" name="pl361"/>
            <p:cNvSpPr/>
            <p:nvPr/>
          </p:nvSpPr>
          <p:spPr>
            <a:xfrm>
              <a:off x="6046537" y="4525562"/>
              <a:ext cx="0" cy="138648"/>
            </a:xfrm>
            <a:custGeom>
              <a:avLst/>
              <a:pathLst>
                <a:path w="0" h="138648">
                  <a:moveTo>
                    <a:pt x="0" y="0"/>
                  </a:moveTo>
                  <a:lnTo>
                    <a:pt x="0" y="1386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3" name="pl362"/>
            <p:cNvSpPr/>
            <p:nvPr/>
          </p:nvSpPr>
          <p:spPr>
            <a:xfrm>
              <a:off x="6028171" y="531993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3"/>
            <p:cNvSpPr/>
            <p:nvPr/>
          </p:nvSpPr>
          <p:spPr>
            <a:xfrm>
              <a:off x="6028171" y="4525562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4"/>
            <p:cNvSpPr/>
            <p:nvPr/>
          </p:nvSpPr>
          <p:spPr>
            <a:xfrm>
              <a:off x="6009805" y="4664210"/>
              <a:ext cx="73465" cy="457009"/>
            </a:xfrm>
            <a:custGeom>
              <a:avLst/>
              <a:pathLst>
                <a:path w="73465" h="457009">
                  <a:moveTo>
                    <a:pt x="0" y="457009"/>
                  </a:moveTo>
                  <a:lnTo>
                    <a:pt x="73465" y="45700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5"/>
            <p:cNvSpPr/>
            <p:nvPr/>
          </p:nvSpPr>
          <p:spPr>
            <a:xfrm>
              <a:off x="6499573" y="4899270"/>
              <a:ext cx="73465" cy="262228"/>
            </a:xfrm>
            <a:custGeom>
              <a:avLst/>
              <a:pathLst>
                <a:path w="73465" h="262228">
                  <a:moveTo>
                    <a:pt x="0" y="262228"/>
                  </a:moveTo>
                  <a:lnTo>
                    <a:pt x="73465" y="26222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pl366"/>
            <p:cNvSpPr/>
            <p:nvPr/>
          </p:nvSpPr>
          <p:spPr>
            <a:xfrm>
              <a:off x="6499573" y="5069408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7"/>
            <p:cNvSpPr/>
            <p:nvPr/>
          </p:nvSpPr>
          <p:spPr>
            <a:xfrm>
              <a:off x="6536306" y="5161498"/>
              <a:ext cx="0" cy="145060"/>
            </a:xfrm>
            <a:custGeom>
              <a:avLst/>
              <a:pathLst>
                <a:path w="0" h="145060">
                  <a:moveTo>
                    <a:pt x="0" y="14506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9" name="pl368"/>
            <p:cNvSpPr/>
            <p:nvPr/>
          </p:nvSpPr>
          <p:spPr>
            <a:xfrm>
              <a:off x="6536306" y="4517615"/>
              <a:ext cx="0" cy="381654"/>
            </a:xfrm>
            <a:custGeom>
              <a:avLst/>
              <a:pathLst>
                <a:path w="0" h="381654">
                  <a:moveTo>
                    <a:pt x="0" y="0"/>
                  </a:moveTo>
                  <a:lnTo>
                    <a:pt x="0" y="3816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0" name="pl369"/>
            <p:cNvSpPr/>
            <p:nvPr/>
          </p:nvSpPr>
          <p:spPr>
            <a:xfrm>
              <a:off x="6517939" y="530655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0"/>
            <p:cNvSpPr/>
            <p:nvPr/>
          </p:nvSpPr>
          <p:spPr>
            <a:xfrm>
              <a:off x="6517939" y="4517615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1"/>
            <p:cNvSpPr/>
            <p:nvPr/>
          </p:nvSpPr>
          <p:spPr>
            <a:xfrm>
              <a:off x="6499573" y="4899270"/>
              <a:ext cx="73465" cy="262228"/>
            </a:xfrm>
            <a:custGeom>
              <a:avLst/>
              <a:pathLst>
                <a:path w="73465" h="262228">
                  <a:moveTo>
                    <a:pt x="0" y="262228"/>
                  </a:moveTo>
                  <a:lnTo>
                    <a:pt x="73465" y="26222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2"/>
            <p:cNvSpPr/>
            <p:nvPr/>
          </p:nvSpPr>
          <p:spPr>
            <a:xfrm>
              <a:off x="6989341" y="5032408"/>
              <a:ext cx="73465" cy="159475"/>
            </a:xfrm>
            <a:custGeom>
              <a:avLst/>
              <a:pathLst>
                <a:path w="73465" h="159475">
                  <a:moveTo>
                    <a:pt x="0" y="159475"/>
                  </a:moveTo>
                  <a:lnTo>
                    <a:pt x="73465" y="15947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pl373"/>
            <p:cNvSpPr/>
            <p:nvPr/>
          </p:nvSpPr>
          <p:spPr>
            <a:xfrm>
              <a:off x="6989341" y="511687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4"/>
            <p:cNvSpPr/>
            <p:nvPr/>
          </p:nvSpPr>
          <p:spPr>
            <a:xfrm>
              <a:off x="7026074" y="5191883"/>
              <a:ext cx="0" cy="115584"/>
            </a:xfrm>
            <a:custGeom>
              <a:avLst/>
              <a:pathLst>
                <a:path w="0" h="115584">
                  <a:moveTo>
                    <a:pt x="0" y="11558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6" name="pl375"/>
            <p:cNvSpPr/>
            <p:nvPr/>
          </p:nvSpPr>
          <p:spPr>
            <a:xfrm>
              <a:off x="7026074" y="4866154"/>
              <a:ext cx="0" cy="166253"/>
            </a:xfrm>
            <a:custGeom>
              <a:avLst/>
              <a:pathLst>
                <a:path w="0" h="166253">
                  <a:moveTo>
                    <a:pt x="0" y="0"/>
                  </a:moveTo>
                  <a:lnTo>
                    <a:pt x="0" y="16625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7" name="pl376"/>
            <p:cNvSpPr/>
            <p:nvPr/>
          </p:nvSpPr>
          <p:spPr>
            <a:xfrm>
              <a:off x="7007708" y="530746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7"/>
            <p:cNvSpPr/>
            <p:nvPr/>
          </p:nvSpPr>
          <p:spPr>
            <a:xfrm>
              <a:off x="7007708" y="486615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8"/>
            <p:cNvSpPr/>
            <p:nvPr/>
          </p:nvSpPr>
          <p:spPr>
            <a:xfrm>
              <a:off x="6989341" y="5032408"/>
              <a:ext cx="73465" cy="159475"/>
            </a:xfrm>
            <a:custGeom>
              <a:avLst/>
              <a:pathLst>
                <a:path w="73465" h="159475">
                  <a:moveTo>
                    <a:pt x="0" y="159475"/>
                  </a:moveTo>
                  <a:lnTo>
                    <a:pt x="73465" y="159475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79"/>
            <p:cNvSpPr/>
            <p:nvPr/>
          </p:nvSpPr>
          <p:spPr>
            <a:xfrm>
              <a:off x="7479110" y="5086744"/>
              <a:ext cx="73465" cy="142358"/>
            </a:xfrm>
            <a:custGeom>
              <a:avLst/>
              <a:pathLst>
                <a:path w="73465" h="142358">
                  <a:moveTo>
                    <a:pt x="0" y="142358"/>
                  </a:moveTo>
                  <a:lnTo>
                    <a:pt x="73465" y="14235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pl380"/>
            <p:cNvSpPr/>
            <p:nvPr/>
          </p:nvSpPr>
          <p:spPr>
            <a:xfrm>
              <a:off x="7479110" y="5161444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1"/>
            <p:cNvSpPr/>
            <p:nvPr/>
          </p:nvSpPr>
          <p:spPr>
            <a:xfrm>
              <a:off x="7515843" y="5229102"/>
              <a:ext cx="0" cy="81181"/>
            </a:xfrm>
            <a:custGeom>
              <a:avLst/>
              <a:pathLst>
                <a:path w="0" h="81181">
                  <a:moveTo>
                    <a:pt x="0" y="8118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3" name="pl382"/>
            <p:cNvSpPr/>
            <p:nvPr/>
          </p:nvSpPr>
          <p:spPr>
            <a:xfrm>
              <a:off x="7515843" y="4909044"/>
              <a:ext cx="0" cy="177699"/>
            </a:xfrm>
            <a:custGeom>
              <a:avLst/>
              <a:pathLst>
                <a:path w="0" h="177699">
                  <a:moveTo>
                    <a:pt x="0" y="0"/>
                  </a:moveTo>
                  <a:lnTo>
                    <a:pt x="0" y="1776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4" name="pl383"/>
            <p:cNvSpPr/>
            <p:nvPr/>
          </p:nvSpPr>
          <p:spPr>
            <a:xfrm>
              <a:off x="7497476" y="531028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4"/>
            <p:cNvSpPr/>
            <p:nvPr/>
          </p:nvSpPr>
          <p:spPr>
            <a:xfrm>
              <a:off x="7497476" y="490904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5"/>
            <p:cNvSpPr/>
            <p:nvPr/>
          </p:nvSpPr>
          <p:spPr>
            <a:xfrm>
              <a:off x="7479110" y="5086744"/>
              <a:ext cx="73465" cy="142358"/>
            </a:xfrm>
            <a:custGeom>
              <a:avLst/>
              <a:pathLst>
                <a:path w="73465" h="142358">
                  <a:moveTo>
                    <a:pt x="0" y="142358"/>
                  </a:moveTo>
                  <a:lnTo>
                    <a:pt x="73465" y="14235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6"/>
            <p:cNvSpPr/>
            <p:nvPr/>
          </p:nvSpPr>
          <p:spPr>
            <a:xfrm>
              <a:off x="7968878" y="5060430"/>
              <a:ext cx="73465" cy="154817"/>
            </a:xfrm>
            <a:custGeom>
              <a:avLst/>
              <a:pathLst>
                <a:path w="73465" h="154817">
                  <a:moveTo>
                    <a:pt x="0" y="154817"/>
                  </a:moveTo>
                  <a:lnTo>
                    <a:pt x="73465" y="15481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pl387"/>
            <p:cNvSpPr/>
            <p:nvPr/>
          </p:nvSpPr>
          <p:spPr>
            <a:xfrm>
              <a:off x="7968878" y="5176449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8"/>
            <p:cNvSpPr/>
            <p:nvPr/>
          </p:nvSpPr>
          <p:spPr>
            <a:xfrm>
              <a:off x="8005611" y="5215248"/>
              <a:ext cx="0" cy="91194"/>
            </a:xfrm>
            <a:custGeom>
              <a:avLst/>
              <a:pathLst>
                <a:path w="0" h="91194">
                  <a:moveTo>
                    <a:pt x="0" y="9119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0" name="pl389"/>
            <p:cNvSpPr/>
            <p:nvPr/>
          </p:nvSpPr>
          <p:spPr>
            <a:xfrm>
              <a:off x="8005611" y="4917549"/>
              <a:ext cx="0" cy="142881"/>
            </a:xfrm>
            <a:custGeom>
              <a:avLst/>
              <a:pathLst>
                <a:path w="0" h="142881">
                  <a:moveTo>
                    <a:pt x="0" y="0"/>
                  </a:moveTo>
                  <a:lnTo>
                    <a:pt x="0" y="1428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1" name="pl390"/>
            <p:cNvSpPr/>
            <p:nvPr/>
          </p:nvSpPr>
          <p:spPr>
            <a:xfrm>
              <a:off x="7987245" y="530644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1"/>
            <p:cNvSpPr/>
            <p:nvPr/>
          </p:nvSpPr>
          <p:spPr>
            <a:xfrm>
              <a:off x="7987245" y="4917549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2"/>
            <p:cNvSpPr/>
            <p:nvPr/>
          </p:nvSpPr>
          <p:spPr>
            <a:xfrm>
              <a:off x="7968878" y="5060430"/>
              <a:ext cx="73465" cy="154817"/>
            </a:xfrm>
            <a:custGeom>
              <a:avLst/>
              <a:pathLst>
                <a:path w="73465" h="154817">
                  <a:moveTo>
                    <a:pt x="0" y="154817"/>
                  </a:moveTo>
                  <a:lnTo>
                    <a:pt x="73465" y="15481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3"/>
            <p:cNvSpPr/>
            <p:nvPr/>
          </p:nvSpPr>
          <p:spPr>
            <a:xfrm>
              <a:off x="5556769" y="5352031"/>
              <a:ext cx="2448842" cy="0"/>
            </a:xfrm>
            <a:custGeom>
              <a:avLst/>
              <a:pathLst>
                <a:path w="2448842" h="0">
                  <a:moveTo>
                    <a:pt x="0" y="0"/>
                  </a:moveTo>
                  <a:lnTo>
                    <a:pt x="244884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4"/>
            <p:cNvSpPr/>
            <p:nvPr/>
          </p:nvSpPr>
          <p:spPr>
            <a:xfrm>
              <a:off x="5556769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5"/>
            <p:cNvSpPr/>
            <p:nvPr/>
          </p:nvSpPr>
          <p:spPr>
            <a:xfrm>
              <a:off x="6046537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6"/>
            <p:cNvSpPr/>
            <p:nvPr/>
          </p:nvSpPr>
          <p:spPr>
            <a:xfrm>
              <a:off x="6536306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7"/>
            <p:cNvSpPr/>
            <p:nvPr/>
          </p:nvSpPr>
          <p:spPr>
            <a:xfrm>
              <a:off x="7026074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8"/>
            <p:cNvSpPr/>
            <p:nvPr/>
          </p:nvSpPr>
          <p:spPr>
            <a:xfrm>
              <a:off x="7515843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399"/>
            <p:cNvSpPr/>
            <p:nvPr/>
          </p:nvSpPr>
          <p:spPr>
            <a:xfrm>
              <a:off x="8005611" y="5352031"/>
              <a:ext cx="0" cy="75895"/>
            </a:xfrm>
            <a:custGeom>
              <a:avLst/>
              <a:pathLst>
                <a:path w="0" h="75895">
                  <a:moveTo>
                    <a:pt x="0" y="0"/>
                  </a:moveTo>
                  <a:lnTo>
                    <a:pt x="0" y="758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tx400"/>
            <p:cNvSpPr/>
            <p:nvPr/>
          </p:nvSpPr>
          <p:spPr>
            <a:xfrm>
              <a:off x="5286151" y="5512474"/>
              <a:ext cx="541235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(1.5,4.5]</a:t>
              </a:r>
            </a:p>
          </p:txBody>
        </p:sp>
        <p:sp>
          <p:nvSpPr>
            <p:cNvPr id="402" name="tx401"/>
            <p:cNvSpPr/>
            <p:nvPr/>
          </p:nvSpPr>
          <p:spPr>
            <a:xfrm>
              <a:off x="6326031" y="5512474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(5,5.5]</a:t>
              </a:r>
            </a:p>
          </p:txBody>
        </p:sp>
        <p:sp>
          <p:nvSpPr>
            <p:cNvPr id="403" name="tx402"/>
            <p:cNvSpPr/>
            <p:nvPr/>
          </p:nvSpPr>
          <p:spPr>
            <a:xfrm>
              <a:off x="7305568" y="5512474"/>
              <a:ext cx="420548" cy="1127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(6,6.5]</a:t>
              </a:r>
            </a:p>
          </p:txBody>
        </p:sp>
        <p:sp>
          <p:nvSpPr>
            <p:cNvPr id="404" name="pl403"/>
            <p:cNvSpPr/>
            <p:nvPr/>
          </p:nvSpPr>
          <p:spPr>
            <a:xfrm>
              <a:off x="5194340" y="4561771"/>
              <a:ext cx="0" cy="652109"/>
            </a:xfrm>
            <a:custGeom>
              <a:avLst/>
              <a:pathLst>
                <a:path w="0" h="652109">
                  <a:moveTo>
                    <a:pt x="0" y="65210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4"/>
            <p:cNvSpPr/>
            <p:nvPr/>
          </p:nvSpPr>
          <p:spPr>
            <a:xfrm>
              <a:off x="5118445" y="521388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5"/>
            <p:cNvSpPr/>
            <p:nvPr/>
          </p:nvSpPr>
          <p:spPr>
            <a:xfrm>
              <a:off x="5118445" y="5050853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6"/>
            <p:cNvSpPr/>
            <p:nvPr/>
          </p:nvSpPr>
          <p:spPr>
            <a:xfrm>
              <a:off x="5118445" y="488782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7"/>
            <p:cNvSpPr/>
            <p:nvPr/>
          </p:nvSpPr>
          <p:spPr>
            <a:xfrm>
              <a:off x="5118445" y="472479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8"/>
            <p:cNvSpPr/>
            <p:nvPr/>
          </p:nvSpPr>
          <p:spPr>
            <a:xfrm>
              <a:off x="5118445" y="456177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tx409"/>
            <p:cNvSpPr/>
            <p:nvPr/>
          </p:nvSpPr>
          <p:spPr>
            <a:xfrm rot="-5400000">
              <a:off x="4903024" y="5167774"/>
              <a:ext cx="126121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411" name="tx410"/>
            <p:cNvSpPr/>
            <p:nvPr/>
          </p:nvSpPr>
          <p:spPr>
            <a:xfrm rot="-5400000">
              <a:off x="4924117" y="4839990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12" name="tx411"/>
            <p:cNvSpPr/>
            <p:nvPr/>
          </p:nvSpPr>
          <p:spPr>
            <a:xfrm rot="-5400000">
              <a:off x="4925846" y="4515664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413" name="tx412"/>
            <p:cNvSpPr/>
            <p:nvPr/>
          </p:nvSpPr>
          <p:spPr>
            <a:xfrm>
              <a:off x="4953442" y="4078556"/>
              <a:ext cx="3655495" cy="1511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iq_hg, tss = 0, cor train = -0.557,cor test -0.528</a:t>
              </a:r>
            </a:p>
          </p:txBody>
        </p:sp>
        <p:sp>
          <p:nvSpPr>
            <p:cNvPr id="414" name="pg413"/>
            <p:cNvSpPr/>
            <p:nvPr/>
          </p:nvSpPr>
          <p:spPr>
            <a:xfrm>
              <a:off x="5194340" y="4485522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4"/>
            <p:cNvSpPr/>
            <p:nvPr/>
          </p:nvSpPr>
          <p:spPr>
            <a:xfrm>
              <a:off x="5617990" y="4625775"/>
              <a:ext cx="73465" cy="286058"/>
            </a:xfrm>
            <a:custGeom>
              <a:avLst/>
              <a:pathLst>
                <a:path w="73465" h="286058">
                  <a:moveTo>
                    <a:pt x="0" y="286058"/>
                  </a:moveTo>
                  <a:lnTo>
                    <a:pt x="73465" y="28605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pl415"/>
            <p:cNvSpPr/>
            <p:nvPr/>
          </p:nvSpPr>
          <p:spPr>
            <a:xfrm>
              <a:off x="5617990" y="466863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6"/>
            <p:cNvSpPr/>
            <p:nvPr/>
          </p:nvSpPr>
          <p:spPr>
            <a:xfrm>
              <a:off x="5654722" y="4911834"/>
              <a:ext cx="0" cy="362221"/>
            </a:xfrm>
            <a:custGeom>
              <a:avLst/>
              <a:pathLst>
                <a:path w="0" h="362221">
                  <a:moveTo>
                    <a:pt x="0" y="3622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8" name="pl417"/>
            <p:cNvSpPr/>
            <p:nvPr/>
          </p:nvSpPr>
          <p:spPr>
            <a:xfrm>
              <a:off x="5654722" y="4552651"/>
              <a:ext cx="0" cy="73124"/>
            </a:xfrm>
            <a:custGeom>
              <a:avLst/>
              <a:pathLst>
                <a:path w="0" h="73124">
                  <a:moveTo>
                    <a:pt x="0" y="0"/>
                  </a:moveTo>
                  <a:lnTo>
                    <a:pt x="0" y="7312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9" name="pl418"/>
            <p:cNvSpPr/>
            <p:nvPr/>
          </p:nvSpPr>
          <p:spPr>
            <a:xfrm>
              <a:off x="5636356" y="527405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19"/>
            <p:cNvSpPr/>
            <p:nvPr/>
          </p:nvSpPr>
          <p:spPr>
            <a:xfrm>
              <a:off x="5636356" y="455265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0"/>
            <p:cNvSpPr/>
            <p:nvPr/>
          </p:nvSpPr>
          <p:spPr>
            <a:xfrm>
              <a:off x="5617990" y="4625775"/>
              <a:ext cx="73465" cy="286058"/>
            </a:xfrm>
            <a:custGeom>
              <a:avLst/>
              <a:pathLst>
                <a:path w="73465" h="286058">
                  <a:moveTo>
                    <a:pt x="0" y="286058"/>
                  </a:moveTo>
                  <a:lnTo>
                    <a:pt x="73465" y="286058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1"/>
            <p:cNvSpPr/>
            <p:nvPr/>
          </p:nvSpPr>
          <p:spPr>
            <a:xfrm>
              <a:off x="6107758" y="4702307"/>
              <a:ext cx="73465" cy="465454"/>
            </a:xfrm>
            <a:custGeom>
              <a:avLst/>
              <a:pathLst>
                <a:path w="73465" h="465454">
                  <a:moveTo>
                    <a:pt x="0" y="465454"/>
                  </a:moveTo>
                  <a:lnTo>
                    <a:pt x="73465" y="46545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pl422"/>
            <p:cNvSpPr/>
            <p:nvPr/>
          </p:nvSpPr>
          <p:spPr>
            <a:xfrm>
              <a:off x="6107758" y="5057931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3"/>
            <p:cNvSpPr/>
            <p:nvPr/>
          </p:nvSpPr>
          <p:spPr>
            <a:xfrm>
              <a:off x="6144491" y="5167761"/>
              <a:ext cx="0" cy="125145"/>
            </a:xfrm>
            <a:custGeom>
              <a:avLst/>
              <a:pathLst>
                <a:path w="0" h="125145">
                  <a:moveTo>
                    <a:pt x="0" y="12514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25" name="pl424"/>
            <p:cNvSpPr/>
            <p:nvPr/>
          </p:nvSpPr>
          <p:spPr>
            <a:xfrm>
              <a:off x="6144491" y="4545387"/>
              <a:ext cx="0" cy="156919"/>
            </a:xfrm>
            <a:custGeom>
              <a:avLst/>
              <a:pathLst>
                <a:path w="0" h="156919">
                  <a:moveTo>
                    <a:pt x="0" y="0"/>
                  </a:moveTo>
                  <a:lnTo>
                    <a:pt x="0" y="15691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26" name="pl425"/>
            <p:cNvSpPr/>
            <p:nvPr/>
          </p:nvSpPr>
          <p:spPr>
            <a:xfrm>
              <a:off x="6126125" y="529290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6"/>
            <p:cNvSpPr/>
            <p:nvPr/>
          </p:nvSpPr>
          <p:spPr>
            <a:xfrm>
              <a:off x="6126125" y="4545387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7"/>
            <p:cNvSpPr/>
            <p:nvPr/>
          </p:nvSpPr>
          <p:spPr>
            <a:xfrm>
              <a:off x="6107758" y="4702307"/>
              <a:ext cx="73465" cy="465454"/>
            </a:xfrm>
            <a:custGeom>
              <a:avLst/>
              <a:pathLst>
                <a:path w="73465" h="465454">
                  <a:moveTo>
                    <a:pt x="0" y="465454"/>
                  </a:moveTo>
                  <a:lnTo>
                    <a:pt x="73465" y="465454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8"/>
            <p:cNvSpPr/>
            <p:nvPr/>
          </p:nvSpPr>
          <p:spPr>
            <a:xfrm>
              <a:off x="6597527" y="4994980"/>
              <a:ext cx="73465" cy="192987"/>
            </a:xfrm>
            <a:custGeom>
              <a:avLst/>
              <a:pathLst>
                <a:path w="73465" h="192987">
                  <a:moveTo>
                    <a:pt x="0" y="192987"/>
                  </a:moveTo>
                  <a:lnTo>
                    <a:pt x="73465" y="19298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pl429"/>
            <p:cNvSpPr/>
            <p:nvPr/>
          </p:nvSpPr>
          <p:spPr>
            <a:xfrm>
              <a:off x="6597527" y="5091073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0"/>
            <p:cNvSpPr/>
            <p:nvPr/>
          </p:nvSpPr>
          <p:spPr>
            <a:xfrm>
              <a:off x="6634259" y="5187968"/>
              <a:ext cx="0" cy="126953"/>
            </a:xfrm>
            <a:custGeom>
              <a:avLst/>
              <a:pathLst>
                <a:path w="0" h="126953">
                  <a:moveTo>
                    <a:pt x="0" y="12695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2" name="pl431"/>
            <p:cNvSpPr/>
            <p:nvPr/>
          </p:nvSpPr>
          <p:spPr>
            <a:xfrm>
              <a:off x="6634259" y="4719198"/>
              <a:ext cx="0" cy="275782"/>
            </a:xfrm>
            <a:custGeom>
              <a:avLst/>
              <a:pathLst>
                <a:path w="0" h="275782">
                  <a:moveTo>
                    <a:pt x="0" y="0"/>
                  </a:moveTo>
                  <a:lnTo>
                    <a:pt x="0" y="2757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3" name="pl432"/>
            <p:cNvSpPr/>
            <p:nvPr/>
          </p:nvSpPr>
          <p:spPr>
            <a:xfrm>
              <a:off x="6615893" y="5314921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3"/>
            <p:cNvSpPr/>
            <p:nvPr/>
          </p:nvSpPr>
          <p:spPr>
            <a:xfrm>
              <a:off x="6615893" y="471919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4"/>
            <p:cNvSpPr/>
            <p:nvPr/>
          </p:nvSpPr>
          <p:spPr>
            <a:xfrm>
              <a:off x="6597527" y="4994980"/>
              <a:ext cx="73465" cy="192987"/>
            </a:xfrm>
            <a:custGeom>
              <a:avLst/>
              <a:pathLst>
                <a:path w="73465" h="192987">
                  <a:moveTo>
                    <a:pt x="0" y="192987"/>
                  </a:moveTo>
                  <a:lnTo>
                    <a:pt x="73465" y="192987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5"/>
            <p:cNvSpPr/>
            <p:nvPr/>
          </p:nvSpPr>
          <p:spPr>
            <a:xfrm>
              <a:off x="7087295" y="5044658"/>
              <a:ext cx="73465" cy="148509"/>
            </a:xfrm>
            <a:custGeom>
              <a:avLst/>
              <a:pathLst>
                <a:path w="73465" h="148509">
                  <a:moveTo>
                    <a:pt x="0" y="148509"/>
                  </a:moveTo>
                  <a:lnTo>
                    <a:pt x="73465" y="14850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pl436"/>
            <p:cNvSpPr/>
            <p:nvPr/>
          </p:nvSpPr>
          <p:spPr>
            <a:xfrm>
              <a:off x="7087295" y="5107382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7"/>
            <p:cNvSpPr/>
            <p:nvPr/>
          </p:nvSpPr>
          <p:spPr>
            <a:xfrm>
              <a:off x="7124028" y="5193167"/>
              <a:ext cx="0" cy="99069"/>
            </a:xfrm>
            <a:custGeom>
              <a:avLst/>
              <a:pathLst>
                <a:path w="0" h="99069">
                  <a:moveTo>
                    <a:pt x="0" y="990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9" name="pl438"/>
            <p:cNvSpPr/>
            <p:nvPr/>
          </p:nvSpPr>
          <p:spPr>
            <a:xfrm>
              <a:off x="7124028" y="4937766"/>
              <a:ext cx="0" cy="106891"/>
            </a:xfrm>
            <a:custGeom>
              <a:avLst/>
              <a:pathLst>
                <a:path w="0" h="106891">
                  <a:moveTo>
                    <a:pt x="0" y="0"/>
                  </a:moveTo>
                  <a:lnTo>
                    <a:pt x="0" y="1068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0" name="pl439"/>
            <p:cNvSpPr/>
            <p:nvPr/>
          </p:nvSpPr>
          <p:spPr>
            <a:xfrm>
              <a:off x="7105661" y="529223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0"/>
            <p:cNvSpPr/>
            <p:nvPr/>
          </p:nvSpPr>
          <p:spPr>
            <a:xfrm>
              <a:off x="7105661" y="4937766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1"/>
            <p:cNvSpPr/>
            <p:nvPr/>
          </p:nvSpPr>
          <p:spPr>
            <a:xfrm>
              <a:off x="7087295" y="5044658"/>
              <a:ext cx="73465" cy="148509"/>
            </a:xfrm>
            <a:custGeom>
              <a:avLst/>
              <a:pathLst>
                <a:path w="73465" h="148509">
                  <a:moveTo>
                    <a:pt x="0" y="148509"/>
                  </a:moveTo>
                  <a:lnTo>
                    <a:pt x="73465" y="148509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2"/>
            <p:cNvSpPr/>
            <p:nvPr/>
          </p:nvSpPr>
          <p:spPr>
            <a:xfrm>
              <a:off x="7577064" y="4975142"/>
              <a:ext cx="73465" cy="245570"/>
            </a:xfrm>
            <a:custGeom>
              <a:avLst/>
              <a:pathLst>
                <a:path w="73465" h="245570">
                  <a:moveTo>
                    <a:pt x="0" y="245570"/>
                  </a:moveTo>
                  <a:lnTo>
                    <a:pt x="73465" y="24557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pl443"/>
            <p:cNvSpPr/>
            <p:nvPr/>
          </p:nvSpPr>
          <p:spPr>
            <a:xfrm>
              <a:off x="7577064" y="5123628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4"/>
            <p:cNvSpPr/>
            <p:nvPr/>
          </p:nvSpPr>
          <p:spPr>
            <a:xfrm>
              <a:off x="7613796" y="5220713"/>
              <a:ext cx="0" cy="35640"/>
            </a:xfrm>
            <a:custGeom>
              <a:avLst/>
              <a:pathLst>
                <a:path w="0" h="35640">
                  <a:moveTo>
                    <a:pt x="0" y="3564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6" name="pl445"/>
            <p:cNvSpPr/>
            <p:nvPr/>
          </p:nvSpPr>
          <p:spPr>
            <a:xfrm>
              <a:off x="7613796" y="4869498"/>
              <a:ext cx="0" cy="105643"/>
            </a:xfrm>
            <a:custGeom>
              <a:avLst/>
              <a:pathLst>
                <a:path w="0" h="105643">
                  <a:moveTo>
                    <a:pt x="0" y="0"/>
                  </a:moveTo>
                  <a:lnTo>
                    <a:pt x="0" y="1056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7" name="pl446"/>
            <p:cNvSpPr/>
            <p:nvPr/>
          </p:nvSpPr>
          <p:spPr>
            <a:xfrm>
              <a:off x="7595430" y="5256353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7"/>
            <p:cNvSpPr/>
            <p:nvPr/>
          </p:nvSpPr>
          <p:spPr>
            <a:xfrm>
              <a:off x="7595430" y="4869498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8"/>
            <p:cNvSpPr/>
            <p:nvPr/>
          </p:nvSpPr>
          <p:spPr>
            <a:xfrm>
              <a:off x="7577064" y="4975142"/>
              <a:ext cx="73465" cy="245570"/>
            </a:xfrm>
            <a:custGeom>
              <a:avLst/>
              <a:pathLst>
                <a:path w="73465" h="245570">
                  <a:moveTo>
                    <a:pt x="0" y="245570"/>
                  </a:moveTo>
                  <a:lnTo>
                    <a:pt x="73465" y="245570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49"/>
            <p:cNvSpPr/>
            <p:nvPr/>
          </p:nvSpPr>
          <p:spPr>
            <a:xfrm>
              <a:off x="8066832" y="5150713"/>
              <a:ext cx="73465" cy="97493"/>
            </a:xfrm>
            <a:custGeom>
              <a:avLst/>
              <a:pathLst>
                <a:path w="73465" h="97493">
                  <a:moveTo>
                    <a:pt x="0" y="97493"/>
                  </a:moveTo>
                  <a:lnTo>
                    <a:pt x="73465" y="9749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pl450"/>
            <p:cNvSpPr/>
            <p:nvPr/>
          </p:nvSpPr>
          <p:spPr>
            <a:xfrm>
              <a:off x="8066832" y="5183220"/>
              <a:ext cx="73465" cy="0"/>
            </a:xfrm>
            <a:custGeom>
              <a:avLst/>
              <a:pathLst>
                <a:path w="73465" h="0">
                  <a:moveTo>
                    <a:pt x="0" y="0"/>
                  </a:moveTo>
                  <a:lnTo>
                    <a:pt x="73465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1"/>
            <p:cNvSpPr/>
            <p:nvPr/>
          </p:nvSpPr>
          <p:spPr>
            <a:xfrm>
              <a:off x="8103565" y="5248206"/>
              <a:ext cx="0" cy="56467"/>
            </a:xfrm>
            <a:custGeom>
              <a:avLst/>
              <a:pathLst>
                <a:path w="0" h="56467">
                  <a:moveTo>
                    <a:pt x="0" y="5646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3" name="pl452"/>
            <p:cNvSpPr/>
            <p:nvPr/>
          </p:nvSpPr>
          <p:spPr>
            <a:xfrm>
              <a:off x="8103565" y="5012304"/>
              <a:ext cx="0" cy="138409"/>
            </a:xfrm>
            <a:custGeom>
              <a:avLst/>
              <a:pathLst>
                <a:path w="0" h="138409">
                  <a:moveTo>
                    <a:pt x="0" y="0"/>
                  </a:moveTo>
                  <a:lnTo>
                    <a:pt x="0" y="13840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4" name="pl453"/>
            <p:cNvSpPr/>
            <p:nvPr/>
          </p:nvSpPr>
          <p:spPr>
            <a:xfrm>
              <a:off x="8085198" y="530467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4"/>
            <p:cNvSpPr/>
            <p:nvPr/>
          </p:nvSpPr>
          <p:spPr>
            <a:xfrm>
              <a:off x="8085198" y="5012304"/>
              <a:ext cx="36732" cy="0"/>
            </a:xfrm>
            <a:custGeom>
              <a:avLst/>
              <a:pathLst>
                <a:path w="36732" h="0">
                  <a:moveTo>
                    <a:pt x="0" y="0"/>
                  </a:moveTo>
                  <a:lnTo>
                    <a:pt x="36732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5"/>
            <p:cNvSpPr/>
            <p:nvPr/>
          </p:nvSpPr>
          <p:spPr>
            <a:xfrm>
              <a:off x="8066832" y="5150713"/>
              <a:ext cx="73465" cy="97493"/>
            </a:xfrm>
            <a:custGeom>
              <a:avLst/>
              <a:pathLst>
                <a:path w="73465" h="97493">
                  <a:moveTo>
                    <a:pt x="0" y="97493"/>
                  </a:moveTo>
                  <a:lnTo>
                    <a:pt x="73465" y="97493"/>
                  </a:lnTo>
                  <a:lnTo>
                    <a:pt x="73465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6"/>
            <p:cNvSpPr/>
            <p:nvPr/>
          </p:nvSpPr>
          <p:spPr>
            <a:xfrm>
              <a:off x="5194340" y="4561771"/>
              <a:ext cx="0" cy="652109"/>
            </a:xfrm>
            <a:custGeom>
              <a:avLst/>
              <a:pathLst>
                <a:path w="0" h="652109">
                  <a:moveTo>
                    <a:pt x="0" y="65210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7"/>
            <p:cNvSpPr/>
            <p:nvPr/>
          </p:nvSpPr>
          <p:spPr>
            <a:xfrm>
              <a:off x="5118445" y="5213880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8"/>
            <p:cNvSpPr/>
            <p:nvPr/>
          </p:nvSpPr>
          <p:spPr>
            <a:xfrm>
              <a:off x="5118445" y="5050853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59"/>
            <p:cNvSpPr/>
            <p:nvPr/>
          </p:nvSpPr>
          <p:spPr>
            <a:xfrm>
              <a:off x="5118445" y="4887826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0"/>
            <p:cNvSpPr/>
            <p:nvPr/>
          </p:nvSpPr>
          <p:spPr>
            <a:xfrm>
              <a:off x="5118445" y="4724798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1"/>
            <p:cNvSpPr/>
            <p:nvPr/>
          </p:nvSpPr>
          <p:spPr>
            <a:xfrm>
              <a:off x="5118445" y="4561771"/>
              <a:ext cx="75895" cy="0"/>
            </a:xfrm>
            <a:custGeom>
              <a:avLst/>
              <a:pathLst>
                <a:path w="75895" h="0">
                  <a:moveTo>
                    <a:pt x="75895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tx462"/>
            <p:cNvSpPr/>
            <p:nvPr/>
          </p:nvSpPr>
          <p:spPr>
            <a:xfrm rot="-5400000">
              <a:off x="4903024" y="5167774"/>
              <a:ext cx="126121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464" name="tx463"/>
            <p:cNvSpPr/>
            <p:nvPr/>
          </p:nvSpPr>
          <p:spPr>
            <a:xfrm rot="-5400000">
              <a:off x="4924117" y="4839990"/>
              <a:ext cx="80478" cy="95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465" name="tx464"/>
            <p:cNvSpPr/>
            <p:nvPr/>
          </p:nvSpPr>
          <p:spPr>
            <a:xfrm rot="-5400000">
              <a:off x="4925846" y="4515664"/>
              <a:ext cx="80478" cy="922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5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466" name="pg465"/>
            <p:cNvSpPr/>
            <p:nvPr/>
          </p:nvSpPr>
          <p:spPr>
            <a:xfrm>
              <a:off x="5194340" y="4485522"/>
              <a:ext cx="3173699" cy="866509"/>
            </a:xfrm>
            <a:custGeom>
              <a:avLst/>
              <a:pathLst>
                <a:path w="3173699" h="866509">
                  <a:moveTo>
                    <a:pt x="0" y="866509"/>
                  </a:moveTo>
                  <a:lnTo>
                    <a:pt x="3173699" y="866509"/>
                  </a:lnTo>
                  <a:lnTo>
                    <a:pt x="317369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2026-03-08T12:17:47Z</dcterms:modified>
  <cp:category/>
</cp:coreProperties>
</file>